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2.xml" ContentType="application/inkml+xml"/>
  <Override PartName="/ppt/notesSlides/notesSlide1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5.xml" ContentType="application/vnd.openxmlformats-officedocument.presentationml.notesSlide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51"/>
  </p:notesMasterIdLst>
  <p:handoutMasterIdLst>
    <p:handoutMasterId r:id="rId52"/>
  </p:handoutMasterIdLst>
  <p:sldIdLst>
    <p:sldId id="648" r:id="rId2"/>
    <p:sldId id="487" r:id="rId3"/>
    <p:sldId id="515" r:id="rId4"/>
    <p:sldId id="513" r:id="rId5"/>
    <p:sldId id="527" r:id="rId6"/>
    <p:sldId id="528" r:id="rId7"/>
    <p:sldId id="529" r:id="rId8"/>
    <p:sldId id="526" r:id="rId9"/>
    <p:sldId id="531" r:id="rId10"/>
    <p:sldId id="530" r:id="rId11"/>
    <p:sldId id="1145" r:id="rId12"/>
    <p:sldId id="532" r:id="rId13"/>
    <p:sldId id="533" r:id="rId14"/>
    <p:sldId id="534" r:id="rId15"/>
    <p:sldId id="1139" r:id="rId16"/>
    <p:sldId id="1140" r:id="rId17"/>
    <p:sldId id="1142" r:id="rId18"/>
    <p:sldId id="593" r:id="rId19"/>
    <p:sldId id="536" r:id="rId20"/>
    <p:sldId id="537" r:id="rId21"/>
    <p:sldId id="552" r:id="rId22"/>
    <p:sldId id="514" r:id="rId23"/>
    <p:sldId id="553" r:id="rId24"/>
    <p:sldId id="517" r:id="rId25"/>
    <p:sldId id="571" r:id="rId26"/>
    <p:sldId id="572" r:id="rId27"/>
    <p:sldId id="573" r:id="rId28"/>
    <p:sldId id="524" r:id="rId29"/>
    <p:sldId id="525" r:id="rId30"/>
    <p:sldId id="545" r:id="rId31"/>
    <p:sldId id="594" r:id="rId32"/>
    <p:sldId id="574" r:id="rId33"/>
    <p:sldId id="578" r:id="rId34"/>
    <p:sldId id="579" r:id="rId35"/>
    <p:sldId id="580" r:id="rId36"/>
    <p:sldId id="584" r:id="rId37"/>
    <p:sldId id="585" r:id="rId38"/>
    <p:sldId id="586" r:id="rId39"/>
    <p:sldId id="587" r:id="rId40"/>
    <p:sldId id="588" r:id="rId41"/>
    <p:sldId id="589" r:id="rId42"/>
    <p:sldId id="590" r:id="rId43"/>
    <p:sldId id="591" r:id="rId44"/>
    <p:sldId id="592" r:id="rId45"/>
    <p:sldId id="1144" r:id="rId46"/>
    <p:sldId id="639" r:id="rId47"/>
    <p:sldId id="575" r:id="rId48"/>
    <p:sldId id="576" r:id="rId49"/>
    <p:sldId id="577" r:id="rId5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7"/>
    <p:restoredTop sz="94726"/>
  </p:normalViewPr>
  <p:slideViewPr>
    <p:cSldViewPr>
      <p:cViewPr varScale="1">
        <p:scale>
          <a:sx n="120" d="100"/>
          <a:sy n="120" d="100"/>
        </p:scale>
        <p:origin x="9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05:54:38.701"/>
    </inkml:context>
    <inkml:brush xml:id="br0">
      <inkml:brushProperty name="height" value="0.053" units="cm"/>
      <inkml:brushProperty name="color" value="#FF0000"/>
    </inkml:brush>
  </inkml:definitions>
  <inkml:trace contextRef="#ctx0" brushRef="#br0">12080 7685 6131,'-1'10'0,"-3"-2"0,-2-1 0,0-3 0,4 6 0,-3-3 0,3 7 0,-6-11 0,8 9 0,0-8 0,0 3 0,0-7 0</inkml:trace>
  <inkml:trace contextRef="#ctx0" brushRef="#br0" timeOffset="1">12167 8046 7853,'-10'18'0,"-5"-1"0,5 0 0</inkml:trace>
  <inkml:trace contextRef="#ctx0" brushRef="#br0" timeOffset="2">12115 7788 7853,'8'-9'-332,"1"1"1,1 1-860,-5-5 1191,5 5 0,-8-1 0,4 8 0,-12 0 0,4 8 0,-8 1 0,5 8 0,3-5 0,-4-1 0,4 3 0,2 1 0,0 2 0,0 0 0,-8 0 0,-1 1 0</inkml:trace>
  <inkml:trace contextRef="#ctx0" brushRef="#br0" timeOffset="3">12184 8029 7853,'7'17'-530,"-5"1"132,4-1 1,-4-6 0,-2 1 397,0 1 0,-8-5 0,6 1 0,-3-3 0,3-4 0,2 6 0,0-1 0,0 3 0,0 7 0,-8 8 0,-1 2 0</inkml:trace>
  <inkml:trace contextRef="#ctx0" brushRef="#br0" timeOffset="4">12184 8390 7853,'9'8'-1325,"1"-4"1060,-4 7 1,-4-5 264,3 5 0,-3-7 0,-2 11 0,-2-7 0,-3 4 0,3 3 0,-12-6 0,8 9 0,1-7 0,5 1 0,0-1 0,0 6 0,0 0 0,-6 1 0,0-1 0,1 0 0,5 0 0,0-5 0,0-1 0,0 1 0,0 5 0,-8 0 0,6 0 0,-6 0 0</inkml:trace>
  <inkml:trace contextRef="#ctx0" brushRef="#br0" timeOffset="5">12098 8906 7853,'7'10'-927,"-5"5"0,6-6 927,-8 9 0,0-7 0,0 1 0,0-7 0,0 7-249,0-8 253,0 11 1,0-11-28,0 7 23,0-7 1,6 6-1,-1-5 0,1-3 0,2 13 0,-6-5 0,3 7 0,3-5 0,-2-1 0,0-5 0,-6 5 0,0-5 0,0 5 0,0-5 0,0 6 0,0-7 0,0 7 0,0-6 0,0 5 0,0-5 0,0 5 0,0-5 0,0 5 0,0 1 0,0 5 0,0 0 0,0 0 0,0-5 0,0-1 0,-2-1 0,-4 1 0,4 5 0,-6-7 0,8 8 0,-2-1 0,-3-5 0,3 4 0,-4-3 0,4 3 0,2 2 0,0 1 0,0-1 0,0 0 0,0 0 0,0 0 0,0 1 0,0-1 0,0 0 0,0 0 0,-8 0 0,-1 1 0</inkml:trace>
  <inkml:trace contextRef="#ctx0" brushRef="#br0" timeOffset="6">12149 9800 7853,'8'10'-927,"-6"5"0,6-11 927,-8 7 61,0-7 130,0 4 0,-2-3-210,-4 1 41,4 0 0,-6-4-437,8 4 287,0-5 1,-5 9 127,-1-4 0,0-2 0,6 7 0,0-5 0,0 5 0,-8 1 0,-1 5 0</inkml:trace>
  <inkml:trace contextRef="#ctx0" brushRef="#br0" timeOffset="7">12149 10110 7853,'0'11'-663,"0"0"1,0-5 397,0 6 1,0-7 264,0 7 0,0-8 0,0 11 0,0-11 0,0 7 0,0-5 0,0 5 0,0-5 0,0 6 0,0-7 0,0 7 0,0-1 0,0 6 0,0-5 0,0-1 0,0 1 0,0 5 0,0-5 0,0-1 0,0 0 0,0 14 0,0 2 0</inkml:trace>
  <inkml:trace contextRef="#ctx0" brushRef="#br0" timeOffset="8">12115 10660 7853,'0'17'-1325,"2"-6"1060,4 1 1,-5-6 264,5 5 0,-4-7 0,-2 11 0,0-13 0,0 13 0,0-13 0,-8 14 0,7-13 0,-5 9 0,2-3 0,-2 3 0,4 3 0,-3-3 0,3 3 0,2 2 0,0-5 0,0-1 0,-6 0 0,0 7 0,0-7 0,6 1 0,0-1 0,0 6 0,0 0 0,0 1 0,0-7 0,0 1 0,2-7 0,4 7 0,-4-1 0,6 6 0,-8 1 53,0-1 1,0-6 69,0 1-445,0-8 172,0 3 161,7-7-11,-5 0 0,6 2 0,-8 4 0,0-4 0,0 5 0</inkml:trace>
  <inkml:trace contextRef="#ctx0" brushRef="#br0" timeOffset="9">12201 11296 7853,'-12'6'-332,"3"1"1,-1 1-517,1 0 1827,5 5-1679,-4-11 230,8 13 148,0-5 351,0 7-29,0 0 0,0 0 0,0 0 0,6-5 0,0-1 0,1-1 0,-3 3 0,2-1 0,0-1 0,-6 1 0,0-1 0,0 1 0,7 5 0,3 0 0</inkml:trace>
  <inkml:trace contextRef="#ctx0" brushRef="#br0" timeOffset="10">12201 11709 7853,'0'22'-530,"0"1"-66,0 0 0,0-6 596,0 1 0,0-1 0,0 0 0,0-7 0,0 5 0,-2-11 0,-4 7 0,4-5 0,-3 5 0,3-5 0,2 6 0,0-9 0,0 13 0,0-7 0,0 3 0,0-1 0,0-5 0,0 5 0,0-5 0,0 6 0,0-7 0,0 7 0,0-1 0,0 6 0,0 1 0,0-1 0,0 0 0,0 0 0,2-5 0,3-1 0,-3 1 0,6 5 0,-8 0 0,0 0 0,0 0 0,0 1 0,0-1 0,0 2 0,0 4 0,0 3-85,0 9 1,0-1 89,0 1 1,0-1 266,0 0 0,0-1-81,0-4 1,6 1-249,-1-7 0,1-6 112,-6-5-55,8-8 0,1-4 0,9-10 0</inkml:trace>
  <inkml:trace contextRef="#ctx0" brushRef="#br0" timeOffset="11">12511 12431 7921,'-12'-6'589,"1"0"1057,-3 2 0,5 2 40,-3 2 1485,9 0-2341,-5 0 0,8 8-440,0 4 0,0 10 0,0 9-282,0 7 0,2 8-33,4 11 1,1 12-414,5 11 1,3 10 21,-4 2 1,-3-43-1,0 1 145,1-1 1,-1 0-1,3 37 105,1-6-1030,-1-15 0,5-8 376,-5-11 1,2 0-117,-7-12 0,6-3-458,-7-14-111,1 0 50,2 0 446,-6-7 0,11-6 909,-7-16 0,7-7 0,-3-15 0</inkml:trace>
  <inkml:trace contextRef="#ctx0" brushRef="#br0" timeOffset="12">12339 12517 7921,'9'-8'-1549,"1"4"2163,-5-7 0,-3 5 1926,4-6-1633,-4 9 0,-2-7 577,0 4 661,0 4-91,0-5-985,0 7-183,0 0-211,-8 0-975,6 0 0,-11 7 148,7 5 1,-5 3-15,5 2 1,-7 3-165,1 2 1,3-1-610,-3 8 1,3-6-867,-3 6 0,-1-6 898,7 5 1,-5-7-568,5 2 1,-2-4 186,3-1 1287,3-1 0,-14-8 0,7-1 0</inkml:trace>
  <inkml:trace contextRef="#ctx0" brushRef="#br0" timeOffset="13">12270 12603 7921,'17'-18'1954,"0"1"12,-7 8 550,-3 1-1550,-7 8 0,2 0 368,4 0 0,-2 0-893,7 0 1,-5 6-1,6-1 1,1 1 37,2 2 0,4-4-260,4 7 0,-4-5-919,4 5 1,4-5 492,2 5 0,-2-1-1953,1 2 0,-5-3 46,6-3 2114,0-4 0,-3 13 0,-1-5 0</inkml:trace>
  <inkml:trace contextRef="#ctx0" brushRef="#br0" timeOffset="14">11908 8476 8034,'-9'-7'626,"1"5"1,6-12-87,-3 9 308,3-1-346,-6 6-251,8 0 1,2 0 460,4 0-494,-4 7 1,11 3-1,-7 7 121,-3 0 1,5 1-137,-2-1 0,2 6 28,-3 0 1,-3 7-140,4-1 1,-4 3 252,-2 3-416,0-1 1,0 2 117,0 5 1,0 2-217,0 9 0,0 2 113,0 3 1,-6-2-168,0 8 0,-5-7 105,5 1 1,-2-4-21,3-1 0,1 0 147,-8-1 1,7-7 115,-7-4 1,1-3 37,-6-3 0,3 0-94,-3 1 0,4-1 260,-10 1 0,-4 5-83,-2 0 1,-1 6-254,1-6 0,-2 0 138,8-6 0,-5-1-447,5-5 1,0 1-32,6-12 1,5 4-765,1-9 36,7-5 389,-4 1-56,8-8-1141,0 0 1635,0-8 370,0 6-195,0-5 204,0-1 1,2 6-282,4-4-84,-4 5-65,5-7 154,-7 6-205,8-13 0,-4 13-70,7-4 0,-5-2 46,6 3 1,-7-3 373,7 2 0,-8-3 0,3-8 0</inkml:trace>
  <inkml:trace contextRef="#ctx0" brushRef="#br0" timeOffset="15">11599 10024 5768,'-10'0'0,"2"0"1218,8 0-533,0 0 1177,0 7-694,0-5 374,0 6-635,0-8 143,0 7-620,0-5 1,0 8 484,0-4-606,0-4 0,0 7 151,0-3-283,8-4 0,-6 13 67,4-4 0,1-1-158,-1 1 0,2 1 110,-2 5 1,-5 2-234,5 4 0,2-2 61,-2 8 1,5-1-444,-5 7 1,1 1 196,-1 4 1,-4-3 70,4 3 1,-4-2 244,-2 2 0,5-4-128,1 4 1,0-1 240,-6 1 1,0-4-127,0 4 1,0 2 94,0-2 1,0 8-154,0-2 1,0 4-159,0 1 0,0-5 192,0 0 0,2-10-12,4-1 0,-5-1-90,5-5 1,-4-3 55,-2 3 0,6-2 212,0 1 0,-1 3-135,-5-8 0,0 2 284,0-2 0,0-4 32,0 4 1,0 2 2,0-3 0,0 1-39,0-5 0,0-1-153,0 0 1,0-6-190,0 1 1,0-1 75,0 7 1,0-7-31,0 0 0,6 1 94,0 5 0,5 0-272,-5 0 1,7-5-230,-1-1 0,1 1-256,-1 5 1,3 0-73,-4 0 1,3 1-64,-3-1 7,5 0 0,-9 0 245,5 0 1,1-5-1475,-7-1 1350,7-7 0,-9 10-1037,8-9 1153,-1 1 1,6-6-468,0 0 1,6-10 948,0-7 0,8-8 0,-4-9 0</inkml:trace>
  <inkml:trace contextRef="#ctx0" brushRef="#br0" timeOffset="16">15729 7152 6974,'-10'8'-915,"1"-4"908,3 7 1,2-7 0,-6 4 292,3-1-480,1-5 1,6 8 193,0-4 0,0-5 0,0 7 0,0-8 0,0 0 0</inkml:trace>
  <inkml:trace contextRef="#ctx0" brushRef="#br0" timeOffset="17">15746 7290 8100,'0'17'99,"0"-5"348,0-1-245,0-7 160,0 11 150,0-13-544,0 13 0,0-11-375,0 8 1,0-7-548,0 7 0,0-6 199,0 5 755,0-7 0,-8 19 0,-1-4 0</inkml:trace>
  <inkml:trace contextRef="#ctx0" brushRef="#br0" timeOffset="18">15780 7651 6660,'0'17'-251,"0"-5"323,0-1 1,0-5-7,0 5 1,0-5 358,0 5-160,0 1-258,0 5 1,0 0 92,0 0 0,0-5-6,0-1 77,0 1-642,0 5-144,0 0-48,0 0 663,0-7 0,0 5 0,0-5 0</inkml:trace>
  <inkml:trace contextRef="#ctx0" brushRef="#br0" timeOffset="19">15694 7290 8100,'0'-12'-2169,"0"1"2025,0 7 144,0-11 0,0 13 0,0-8 0,0 5 0,0 3 0,0-6 0,0 0 0,0 7 0,0-15 0,8 14 0,2-5 0</inkml:trace>
  <inkml:trace contextRef="#ctx0" brushRef="#br0" timeOffset="20">15694 7118 7466,'-9'2'-547,"1"2"862,0 1 0,5 1-135,-9-6-192,8 8-136,-3 1 181,-1 9 0,6-1-124,-4 0 1,4-6 94,2 1 1,0-1-31,0 7 1,0-7-145,0 0 0,6 1 89,0 5 0,2-5-450,-3-1 125,-3 0 316,14 7 0,-13-3 90,9-4 0,-8 5 77,1-5 0,-3-1 108,-2 1 125,8 1 1,-6 5-46,4 0-67,-4 0 0,-2 0 364,0 1-354,0-1 1,0 0-324,0 0 1,-2 0 82,-4 1-465,4-1 0,-6 2 216,8 4 0,0-4 281,0 4 0,0-4 0,0-2 0</inkml:trace>
  <inkml:trace contextRef="#ctx0" brushRef="#br0" timeOffset="21">15712 7892 8100,'0'17'231,"0"-6"-193,0 1-719,0-8-46,0 11 511,0-6 0,0 9-50,0-1 1,0-6 146,0 1 1,0-1 118,0 6 0,0 1 0,0-1 0,0 0 0,0 0 0,0 0 0,0 1 0,0-1 0,0 0 0,0 0 0,0 8 0,0 2 0</inkml:trace>
  <inkml:trace contextRef="#ctx0" brushRef="#br0" timeOffset="22">15746 8390 8100,'-2'16'11,"-4"-5"0,4 4 52,-3-3 0,1 3-135,-2 2 1,4-5 119,-4-1 0,5 1-610,1 5 442,0 0 0,0 0-253,0 0 230,0 1 1,0-1-25,0 0 1,0-6 147,0 1-88,0-1 0,0 7-47,0-1 1,0-6 97,0 1 1,0-1 55,0 6 0,0-7 0,0 5 0,0-5 0</inkml:trace>
  <inkml:trace contextRef="#ctx0" brushRef="#br0" timeOffset="23">15712 8992 7897,'9'10'-1001,"-1"5"819,-8-6 1,5 9-95,1-1 1,0 0 275,-6 0 0,0 0 0,0 1 0,0-1 0,0 0 0,-2 0 0,-4 0 0,4 1 0,-3-1 0,3 0 0,2 0 0,0 0 0,0 0 0,0 1 0,0-1 0,-6 0-112,0 0 0,1 0 119,5 1 0,0-1-7,0 0 0,0-6 0,0 1 0,-2-2 1117,-4 1-750,4 4 1,-6-5-30,8 7 0,0-6-468,0 1 1,0-1 124,0 7 1,0-1-30,0 0 1,0 0 82,0 0 1,0 1-212,0-1 1,0 0-30,0 0 0,0 0-1,0 1 0,-2-1 25,-3 0 1,3 0 110,-4 0 0,4 0-138,2 1 1,-2-3 78,-4-4 1,5 5 114,-5-5 0,4 4 0,2 3 0,0-1 0,0 0 0,0-6 0,0 1 0,0-1 0,0 7 0,6-1 0,-1 0 0,1-6 0,-6 1 0,0-1 210,0 7 1,0-7 162,0 0-52,0 1-250,0 5 1,0 0-253,0 1 1,0-7 7,0 0 0,0-5-4,0 6 1,0-7 3,0 7 1,0-1 172,0 6 0,0-5 0,0-1 0,0 1 0,-8 5 0,-1 0 0</inkml:trace>
  <inkml:trace contextRef="#ctx0" brushRef="#br0" timeOffset="24">15694 10729 6901,'2'9'-597,"2"-1"1001,2-1 1,0-3-321,-6 8 203,0-9-834,0 13 547,0-7 0,7 8 0,3 1 0</inkml:trace>
  <inkml:trace contextRef="#ctx0" brushRef="#br0" timeOffset="25">15694 10969 8019,'-7'12'1630,"-5"-1"-1206,5-7 322,-9 4-58,14-1-821,-5-5-300,7 6-1046,0-1 500,0-5 471,0 14 0,2-9-73,3 5-77,-3 3 537,6-5 0,-6 5 121,4-4-153,-5 5 153,7-7 0,-2 8 0,0 1 0,-1-7 0,-5 0 0,0 1 0,0 5 0,2-2 52,4-3 0,-4 3-103,4-3 1,-4-3 584,-2 3 0,0-1 46,0 6 50,0 0 0,0 1-214,0-1 0,0 0 307,0 0-649,0 0 0,0 1-281,0-1 0,5 0-67,1 0 1,0-5 168,-6-1 1,0 1 63,0 5-13,0 0 1,0 0 243,0 0 1,0-5-101,0-1 167,0 1-478,0 5 0,0-6-969,0 1 1190,0-8 0,0 11 0,0-5 0</inkml:trace>
  <inkml:trace contextRef="#ctx0" brushRef="#br0" timeOffset="26">15729 11760 8019,'-10'8'1318,"1"-6"-373,3 3-663,4-3 1,-8-2 203,5 0-437,3 0 0,-6 2-154,8 4 0,0-2-225,0 7 0,-6-5 5,1 5 89,-1 1 1,6 5-332,0 0 1,0-5-128,0-1-318,0 1 645,0 5 0,6 0 274,-1 0 0,1-5 28,-6-1 0,0-5-46,0 5 288,0-7 1,0 6-162,0-5 43,0-3 0,0 8 44,0-4-278,0-4 0,6 7 175,0-3 0,-1-4 0,-5 5 0,0 1 0,0 2 0</inkml:trace>
  <inkml:trace contextRef="#ctx0" brushRef="#br0" timeOffset="27">15677 12310 7991,'0'-11'355,"0"-1"1,-2 1 1426,-4 1 0,5-5 389,-5 4-360,4 3-702,2 0-622,0 8 1,0 8-201,0 3 0,0 12-99,0 6 0,0 11-71,0 6 0,0 11-198,0 6 0,0 4-418,0 2 1,0 13 13,0 4 1,0 4-544,0-4 0,0-2 438,0-4 1,0 0-567,0-11 0,0-12 529,0-16 1,6-13-1197,-1-5 615,1-11 337,-6-5 871,0-7 0,0-7 0,0-3 0</inkml:trace>
  <inkml:trace contextRef="#ctx0" brushRef="#br0" timeOffset="28">15694 12379 7991,'-7'-9'597,"5"-7"1,-12 12 86,9-7 1,-7 5 162,6-5-52,-7 7 0,9-4 242,-7 8-10,7 0-644,-11 0 0,11 0-113,-8 0 0,7 0-144,-7 0 0,6 8-148,-5 3 0,5 5-382,-5 1 1,1 0 311,-1 0 0,-5 6-486,5 0 0,1 6 260,-1-6 0,1 7-2473,-1-1 2791,3 3 0,1 3 0,-3-1 0</inkml:trace>
  <inkml:trace contextRef="#ctx0" brushRef="#br0" timeOffset="29">15677 12345 7958,'0'-10'1572,"0"1"2159,0 3-1704,0 4-818,-8-6 0,7 6-106,-5-3-77,4 3-665,10-6 0,1 16-86,8 3 1,2 6-54,4 6 1,-4-2 27,4 8 1,4 2-251,2 9 0,3 4 0,3 7 0</inkml:trace>
  <inkml:trace contextRef="#ctx0" brushRef="#br0" timeOffset="30">15901 7066 5886,'-17'0'0</inkml:trace>
  <inkml:trace contextRef="#ctx0" brushRef="#br0" timeOffset="31">15832 7049 8039,'10'0'3301,"-3"0"-2790,-7 0 25,0 0-123,0 8-107,0-6-133,0 5 0,2-1-126,4 0 0,-4 1-46,3-1 1,-3-2 155,-2 7-167,8-7 0,-4 10 92,7-9 0,-5 7-121,6-6 127,-1 7 1,6-9-202,0 7 0,-5-7-66,-1 2 0,1-4 151,5-2 0,0 0-108,0 0 1,-5 0 76,-1 0 0,-1 2-264,1 3 151,5-3-212,-7 6 268,9-8 0,-7 0-270,0 0-22,-7 0 56,4 0 270,0 0-169,-6 0 690,5 0-214,-7 0 785,0 0-583,-7 0-88,5 0-371,-6 0 1,6 0 130,-4 0-481,4 0 125,-5 0-26,-1 0 117,6 0 297,-5 8-141,-1-7 108,6 15 1,-8-9 46,5 5 1,3 3-69,-4-3 0,4-3 30,2 3 1,-6-1-31,1 6 0,-1-5-99,6-1 0,-2 1 82,-4 5 0,4-6-213,-3 1 183,3-1 1,2 6 25,0 1 96,0-1 0,0 0-129,0 0 0,0-5 134,0-1 1,0 1-56,0 5 0,0 0-26,0 0 0,0 0 16,0 1 0,0-1 5,0 0 0,0 0 61,0 0 1,0 1-71,0-1 1,0 6-5,0 0 0,0-1-4,0-4 0,5-1 11,1 0 1,0 0 6,-6 0 1,0 1 13,0-1 1,2-2-7,4-3 1,-5 3-3,5-4 1,-4 5 173,-2 1-122,0 0 1,0 0 41,0 0 0,0 1-81,0-1 1,-2 0-99,-4 0 0,5 0 98,-5 1 1,-2-1-155,2 0-38,-7 0 0,5 0 87,-3 1 0,1-7 2,5 0 0,-3-5-131,-3 6 0,-5-7-363,5 7 0,-5-8 191,-1 1 0,0-3-1574,0-2 0,-6-4 909,0-7 0,0-10 954,6-19 0,-8-12 0,-2-9 0</inkml:trace>
  <inkml:trace contextRef="#ctx0" brushRef="#br0" timeOffset="32">15798 7273 9349,'-8'-10'4677,"6"3"-3966,-6-1-369,8 6-171,0-6 1,2 8-27,4 0 0,4 2-194,7 4 1,0 4-520,0 7 1,0 0 376,1 0 0,-1 0-957,0 0 0,6 3 472,0 2 0,2-2-592,-2 3 1,-4 1 620,4-1 0,-4 0-13,-2-6 660,0 1 0,1-1 0,-1 0 0</inkml:trace>
  <inkml:trace contextRef="#ctx0" brushRef="#br0" timeOffset="33">15815 7548 8002,'0'-10'1456,"-2"1"339,-4 3-331,4 4 0,-7-8 259,3 5-758,4 3-1177,-6-6 262,8 8 1,2 0-291,4 0 0,-2 6 245,7 0 0,1 7-975,5-1 1,2-3 91,4 3 1,-4-3-408,4 3 1,2 3 404,-2-4 1,8-1 371,-3 1 1,-3-1-475,-2 1 982,4 5 0,-8 1 0,6 10 0</inkml:trace>
  <inkml:trace contextRef="#ctx0" brushRef="#br0" timeOffset="34">15780 7788 8002,'-17'-5'1105,"0"-1"-194,0 0 1,5 4 2422,1-3-1468,7 3-1373,-4-6 1,16 8-292,3 0 1,5 6 38,1 0 0,2 7-634,4-2 1,-2-1 323,8 1 0,-6 1-1067,5 5 1,-5 0 247,6 0 0,-2 1-1160,1-1 2048,5 0 0,-6 8 0,7 2 0</inkml:trace>
  <inkml:trace contextRef="#ctx0" brushRef="#br0" timeOffset="35">16159 13755 8002,'-10'0'767,"1"0"0,3 0 461,-5 0 1,1 0-766,-1 0 1,5 1-23,-6 5 0,7 6 65,-7 11 1,1 5-121,-7 12 1,7 12-7,0 11 0,5 6-93,-6 5 0,9 3-116,-3 3 1,4-4 155,2-7 1,2-8 51,4-4 0,3-13-255,8-9 1,0-8-126,1-10 1,-1-2-507,0-4 1,-5-3 353,-1-8 1,1 0-963,5 0 0,0 0 517,0 0 0,0-8-66,1-3 1,1-10-340,4-2 0,-4-13-141,4 1 1,-4-3 395,-2 4 748,0-8 0,0 5 0,1-5 0</inkml:trace>
  <inkml:trace contextRef="#ctx0" brushRef="#br0" timeOffset="36">15884 14184 8002,'-27'0'0,"-4"0"1974,8 0 0,0 0-948,6 0 0,6 0 4153,-1 0-2657,8 0-2250,-3 0 1,20 0-39,4 0 0,14 0 28,3 0 1,8 2-1115,10 4 1,2-4 593,3 4 0,4-4-2183,8-2 1,0 0 2440,0 0 0,-1-8 0,1-2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9T06:24:59.480"/>
    </inkml:context>
    <inkml:brush xml:id="br0">
      <inkml:brushProperty name="height" value="0.053" units="cm"/>
      <inkml:brushProperty name="color" value="#FF0000"/>
    </inkml:brush>
  </inkml:definitions>
  <inkml:trace contextRef="#ctx0" brushRef="#br0">19274 10505 7853,'-8'-17'889,"-1"5"1,-9 3-469,1 1 1,6 2 556,-1 6 1,6 2-74,-5 4 0,7 11 0,-4 14-191,1 7 1,5 8-366,-4 11 0,4 6-104,2 12 0,0 13-437,0-38 0,0 3 1,0 8-1,0 2 249,1 5 0,-2 1-332,-2 2 1,-1 0-1,-1 1 1,0 1 267,-3 1 0,-1 1 0,0 0 0,1 1 8,-1 4 1,0 0 0,1-7 0,-1 0-183,1 5 1,-1-2 0,1-10 0,1-2-194,1-3 0,0-1 0,-1-7 1,1-1 17,3-3 0,0-1 1,-3 38-117,6-17 1,0-8-1,0-4 0,0 3-52,0-3 1,0-6-227,0-5 363,0-8 114,0 4 0,0-9 440,0-4 0,0 3-1241,0-3 1228,0-4 0,-5 7-154,-1-3 0,-7-4 0,3-1 0</inkml:trace>
  <inkml:trace contextRef="#ctx0" brushRef="#br0" timeOffset="1">19239 10402 7840,'-25'-25'578,"6"6"0,-2-4 0,8 4 1,7 2 1387,4-1 0,2-4-1505,0-1 1,8 0 248,3 6 0,7-1-249,5 1 1,1 6-63,5-1 1,4 6-142,-5-5 1,5 7 51,1-2 0,6 5-176,0 1 0,8 1-116,-2 5 1,4-2 114,2 7 0,5-1-122,0 2 0,3 3-851,-3-4 575,-4-3 0,9 7-89,-5-3-754,-3-5 671,-3 9 0,-3-13-809,-8 9 793,0-1 0,-5 1 69,-1-1 1,-7-1 54,-4 1 0,-4 5 117,-2-5 1,-2-1 0,-3 1 1,-3-1-147,-3 1-12,-4 4 195,6-5 109,-8-1-104,0 7 561,0-14-123,-8 13 1,4-11 95,-7 7 0,5-5-195,-5 5 339,7-7-121,-12 11-5,7-5-66,-1 7-131,-5 0 1,13 3 142,-4 2-44,4-2-62,-5 12 1,5-3 260,-4 11-30,4 4-303,-5 7 0,3 9 526,-8 3-1226,9 3 948,-13 3-338,7 8 97,-1 1 0,-3 8-208,7 0 1,-6 0 244,7 0 1,-7 0-108,7 0-120,-1 0 1,0 2 70,0 3 1,2-42 0,1 2-403,0 5 1,0 2-1,1 3 1,0 0 405,-3 8 1,-1 0-1,1-3 1,0 0 277,0 0 1,-1 0 0,-2-3 0,0 0-218,3 3 0,-1 0-254,-2-8 0,1 0 0,-1 6 0,0 0-7,2-3 0,1-2 0,0 1 1,0-1-302,2 1 0,0 0 1,2-1-1,-1-1 269,-4-6 1,0-1 58,4-1 1,0-1 86,-5 30 1,7 3-546,0-8 320,0-7-6,-8-8 1,6-22 50,-4-9-119,5-7 619,1-11-3220,0-3 3177,0-29 0,7-7 1,3-23-1</inkml:trace>
  <inkml:trace contextRef="#ctx0" brushRef="#br0" timeOffset="2">19239 12637 7803,'-17'-8'636,"2"4"1,1-7 710,3-2 0,5-1-838,-5 3 195,7 3-188,-4 1 1,8 7-9,0 0-465,0 7 43,0 18 0,0 4 380,0 11-246,0 4 1,0 13 15,0 0 1,0 14 25,0-2 0,0 11-355,0 0 0,-2 4 249,-3 2 0,1-5-276,-8-1 112,8 0 0,-5-9-194,3-8 0,4-8 153,-3-3 0,-3-1-186,2 1 184,0-16 0,1 2 53,-1-15 0,0 0 217,6-6-110,-7 1 1,5-7-32,-4 1 908,4-9-696,2 5 170,0-8 1108,0 0 0,6-2-1063,-1-4 0,9 4-75,-3-3-157,5 3-118,1 2 0,2-2 155,4-4 60,-4 4-120,14-5 0,1 1 295,12 0-286,4-7 1,3 11-93,4-4 1,3-2-52,3 3 0,8-1-517,-8 6 0,-2-6 179,-15 1-107,3-1 1,-12 6-438,3 0 0,-11 0 328,-6 0 1,-4 0-918,-2 0-769,-8 0 818,-1 0 260,-8 0 1,0-8 1045,0-3 0,0-12 0,0-4 0</inkml:trace>
  <inkml:trace contextRef="#ctx0" brushRef="#br0" timeOffset="3">20547 10608 7782,'-11'0'255,"-1"0"0,-1 0 2139,-2 0-1118,5 0 1515,-5 0-911,13 0-174,-6 0-1304,8 0 0,8 0-20,3 0 0,6-2-340,6-3 0,4 1 50,8-8 0,5 7-780,0-7 543,8 1 1,-4 1-2366,7 4 1279,1-3 666,0 7 0,5-6-2400,0 8 1997,1 0 0,-7 2 30,1 4 938,-8 3 0,-2 16 0,-8 2 0</inkml:trace>
  <inkml:trace contextRef="#ctx0" brushRef="#br0" timeOffset="4">20409 10986 7782,'-22'0'0,"-1"0"2007,0 0-735,13 0-8,-5 0 1,15 0-193,0 0-645,7-7 1,18 3 191,4-8 0,9 7-271,2-7 1,6 3-144,-6-3 0,8-1-955,-2 7 599,-4-7 0,8 11-960,-4-4 0,2 4 334,-3 2-10,5 0 1,-12 0-797,8 0 0,-7 8 805,1 3 0,-12-1 778,-5 1 0,-4 8 0,-1 8 0</inkml:trace>
  <inkml:trace contextRef="#ctx0" brushRef="#br0" timeOffset="5">20392 11485 7782,'-11'-2'3328,"-1"-4"-1603,9-3-1203,-5-1 0,10 3 180,4 7 0,3-6-260,8 0 0,2 0-78,4 6 1,-2 0-160,8 0 0,-6 2-264,6 4 56,-1-4 0,9 8-573,3-5 1,-4-1 299,4 8 277,4-9 1,-5 11-716,6-9 1,-1 3 240,2-2 0,2-4-215,-8 3 688,8-3 0,-12-2 0,6 0 0</inkml:trace>
  <inkml:trace contextRef="#ctx0" brushRef="#br0" timeOffset="6">20237 12070 7782,'12'0'5331,"-1"0"-5039,-7 7-147,11-5 2232,-5 6-1519,15-8 0,0 2 40,3 3-625,13-3 1,-11 6-606,16-8 0,-6 0 0,6 2-1026,2 4-1904,2-4 2202,-6 5 0,0-1 1060,-4 0 0,-4 7 0,6-3 0</inkml:trace>
  <inkml:trace contextRef="#ctx0" brushRef="#br0" timeOffset="7">21614 9542 7782,'0'-17'60,"0"6"0,0-1 0,0-1-588,0-3 0,2 1 136,4 4 0,-4-5 626,3 5 0,-3-4 250,-2-3 1,2 7-19,4 0-43,-4 7 0,6-6 233,-8 4-386,0 5 1,-2-5-89,-4 12 0,4-3 309,-4 9-340,-3-8 1,5 11-79,-8-4 0,7 3-5,-7-3 0,8 4 0,-3-3 64,-1 3 1,6-3-215,-4-1 50,4 1 1,1 3 129,-5-4 0,4 5-12,-4-5 0,2 4 403,-1 3-342,3-1 1,-8 0 424,4 0-315,4 0 0,-7 1-46,3-1 1,4-6 101,-3 1-307,3-1 51,2 6 0,0-5-3,0-1 1,2-5-196,3 5 0,-1-5 140,8 6-207,-9-9 134,13 13 1,-12-12-1,7 7 1,-7 0 65,2 7 1,-5-1 46,-1 0-26,0 0 0,0 0-202,0 1 1,-7-1-375,-5 0 177,-3 0 27,5-7-401,-5 5 74,6-13 0,-1 4-858,4-12 1151,4-4 0,4-7 1,4 0-682,6 0 925,3 0 0,2-1 0,0 1 149,0 0 0,1 0 0,-1 5 0,0 3 0,0-1 0,1 1 0,-1 5 0,-6-4 0,1 8 0,-1-7 0,6-3 0</inkml:trace>
  <inkml:trace contextRef="#ctx0" brushRef="#br0" timeOffset="8">21838 9800 7782,'0'-17'1845,"0"0"-1401,0 7 972,-8-5-383,6 13-436,-5-13 549,7 5-686,0 1 1,7-5 225,5 8-345,3-7-188,2 11 1,0-11-7,1 7 0,1-7 70,4 1 1,-2 3-357,7-3 125,-7 1 1,10-1-279,-8 1 1,6 1 168,-6-1 0,0-4-303,-6 3 0,0 3 0,-2-3 1,-1-1-1022,-3-3 676,-7 7 312,4-6 0,-10 11-107,-4-8 482,-4 8 0,-13-3-121,1 7 0,-3 2 215,2 3 0,-2-1-71,-4 8 0,2-1 638,4 6 0,4 1-114,-4-1-38,4 0 0,2 2 377,0 4 0,0-4-135,-1 4 1,7 2 8,-1-2-615,9 0 0,-5 0 0,8 0 0,0-2-131,0-2 119,8-2 1,3 0 188,12 0-1184,-4-7 641,14-3 0,-12-5-34,7 4-833,1-4 683,6 6 1,-1-10-833,0-4 860,-7-4 0,6-1-184,-5 0 0,3-1 327,-2-5 0,1 0 1,-5 1-1,0 3-718,0 2 855,-2-1 1,-6-5-65,0 0 1,-5 5 183,-1 1-134,-7-1 311,11-5 0,-13 6 1,4-1-1,-4-1-18,-2-2 898,0 5 0,0-5-38,0 3 1,-6 3 1085,0-3-1188,1 1 1214,5 1-1123,0-5-640,0 13-376,0-6 1,0 16 17,0 4-96,0 3 0,0 4 184,0 4 1,0-2 7,0 8 1,0-7-71,0 7 1,0-6 130,0 6 1,0-8-90,0 2 1,0-4-17,0-2 119,0-8-94,0 7 0,0-16 118,0 0-386,0-8 0,1-17 0,5-5 0,4-7-1745,-1-3 1519,7 0 0,-13 6-110,9-1-306,-8 1 492,11 7 0,-13-3-345,4 7 388,3 0 1,-5 8-330,8 3 445,-9 4 0,7 8-75,-4 0-161,3 0 203,1 0 0,5 6-388,-3 0 654,-5 7 0,8-3 0,-5 7 0</inkml:trace>
  <inkml:trace contextRef="#ctx0" brushRef="#br0" timeOffset="9">22819 9456 7782,'-12'-7'0,"1"-5"0,1 3 493,-1-3 1,-3 1 1906,9-7 1035,-1 1-2390,6 0 1,0 6 410,0-1-864,0 8 0,2-3-429,4 7 0,-3 2 42,9 3 0,-3 7-168,3 11 0,1-2 52,-7 7 0,7-1-48,-1 2 0,-3 3 4,3-3 0,-6 3-511,5 3 361,-7-8 0,9 3-29,-7-7 0,7 6 89,-1-6 77,-4 0-23,-1-6 0,-1-6 2,0 1 81,7-9-73,-3 5 0,1-16 21,1-3-908,-1-12 584,-1-4 0,5-7-278,-4 0 1,-1-1 240,1 1 1,-7 1-1703,2 5 928,3-5 470,-7 14-1643,6-13 671,-8 12 774,0-4-491,0 6 682,0 1 632,0 8 0,0-7 0,0 15 0,0-5 0,0 12 0,0 3 0,2 8 463,4 0 1,-4 1-352,3-1 1,-1-2 2480,2-3-1522,-4 3 0,11-11 136,-7 7 1,7-7 330,-1 2 1,-3-4-792,3-2 1,-1 0 30,6 0 0,1-2-93,-1-4-480,0-4-52,8-7 1,-6 0-394,4 0 222,-4-8 86,6 6-410,-13-6 325,10 0 0,-14 6 119,4-4-1151,3 4 583,-13 2 1,5 5-177,-7 1-1006,0 7 937,0-11 1,-1 13-985,-5-4 1183,-4 4 1,-7 2-228,0 0 0,0 0 277,-1 0 1,1 2 680,0 4-179,0-4 0,0 13 57,-1-3 0,1-3 132,0 3 1,2-1 1248,3 6 1,-3 0-588,3 1 1,3 1 1272,-3 4-1183,1-4-677,1 6 0,3-6-208,7 4 108,0-4 1,0 6-1265,0-1 818,0-4 1,2 2 283,3-10-1281,5 3 836,7-5 1,0 1-579,0 1 533,1-8 1,-1 3-46,0-7 0,2 0 100,4 0 1,-4 0 77,4 0 1,-2 0-406,2 0 312,-4 0 1,6 0-152,-8 0 0,6-2-35,0-3-398,0 3 592,-6-6 1,1 2-444,-1 1 441,0-9 0,-2 10 402,-3-7 0,3-1 0,-13 3 0,6-6 0,-8 5 0,5-1 0,1-1 626,0 1-472,-6-7 0,0 1-95,0 0 2158,0 0-1438,0 0 0,0-1 120,0 1 1283,0 8-588,0-7 163,0 7-1228,0-1 1,0 1 303,0 3-568,0 4 1,0-4-102,0 12-83,0 4 1,0 7 98,0 0 1,0 6-126,0 0 0,0 7-248,0-1 191,0-4 0,-6 6-148,0-9 1,1 7-271,5-6 1,0 0-272,0-6 476,0 0 0,0-5-39,0-1 1,0-5-217,0 5 55,0-7-257,0 4 353,-8-8 1,6-2-166,-4-4-743,5-3 728,1-8 0,0-6-758,0 0 846,7 0 1,-5 0 289,4 0 0,-2-2-47,1 2 0,-1 4 802,8-4 0,-7 4-487,7 2 0,-6 0 725,5-1-543,-7 9 1,11-4 480,-3 7 0,-3-6 616,3 7 1,-1-7-570,6 6-605,1 1 0,-1 5-125,0 0-371,0 0 0,0 5-1505,1 1 974,-9 8-2698,6-5 978,-13 8 2495,6 0 0,-8 1 0,0-1 0</inkml:trace>
  <inkml:trace contextRef="#ctx0" brushRef="#br0" timeOffset="10">24161 9370 7782,'8'-9'0,"-6"-1"0,3 4 0,-3-5 0,-2 1 0,0-1 0,0 5 1177,0-5 1,0 5 33,0-5-993,0-1 1,0-5 114,0 0-805,0 7 376,0-5 1,0 11-94,0-7 174,0 7 0,-2-4-273,-3 8 144,3 0 41,-6 0 1,6 8 202,-4 3 0,4 5 265,-3 1 0,3 0-52,2 0 252,0 0 0,-6 0 80,0 1 674,1-1-792,5 0 1,0 2 58,0 4 528,0-11-677,0 10 1,0-12 699,0 7-414,0 0-230,7 1 1,1-1 92,3 0 0,3-6-168,-9 1 1,7-6 81,-6 5-295,7-7 0,-11 11 76,4-3 1,1-3 25,-1 3 151,0-1-178,-6-1 0,0 5-229,0-4-13,0 5 0,0 1-21,0 0 0,-8 0-135,-3 1 0,-5-1-2908,-1 0 2020,0 0 1,0-2-679,0-3 1,-1 1 1683,1-7 0,-8 0 0,-1-6 0</inkml:trace>
  <inkml:trace contextRef="#ctx0" brushRef="#br0" timeOffset="11">18413 10522 7782,'-7'-9'-364,"-3"-1"1,-7 6 0,2-3 2743,3-3-1818,4 6 1,8-5 535,0 3-467,0 4 1,0-7 193,0 3 345,0 4-432,8-6 162,2 8-556,7 0 0,0 0 39,0 0 0,0 8-359,1 3 1,1-3-582,4-2 539,-4 3 0,13-5-334,-3 8 1,5-9 274,7 3 0,3-4-1752,7-2 1,3 0 775,3 0 1,4 0 1052,8 0 0,0-8 0,0-1 0</inkml:trace>
  <inkml:trace contextRef="#ctx0" brushRef="#br0" timeOffset="12">18430 10986 7782,'-17'12'103,"0"-3"1,0-1 961,0-4-9,7 5-220,-5-7-279,13 6 0,-4-6 152,12 4 1,-2-4-278,7 3 0,1-1 212,5 2 0,0-4-236,0 3 0,6-1-62,0 2 1,2-4-130,-2 4 1,4 1-447,7-1 0,-5 2-314,0-3 0,-1-3-1446,7 4 874,-1-4 0,6-2-2485,0 0 3600,0 0 0,-5 0 0,-1 0 0</inkml:trace>
  <inkml:trace contextRef="#ctx0" brushRef="#br0" timeOffset="13">18396 11777 7782,'-9'0'104,"-7"6"1,5 0 1154,-5-2 1,-1-3 672,0-1 390,7 0-1091,3 0 140,7 0-962,0-7 1,7 5 149,5-4 0,3-1-141,2 1 1,3-2-286,3 2 1,1 5 4,5-5 0,4 4-74,-5 2 0,10 0-1186,3 0 829,-1 0 0,0 0-461,0 0 1,8 0-886,-2 0 1,-2 0 569,2 0-1987,0 0 1088,5 0 1968,-7 0 0,6 8 0,-6 1 0</inkml:trace>
  <inkml:trace contextRef="#ctx0" brushRef="#br0" timeOffset="14">18448 12499 7782,'-18'0'444,"1"0"1,0 2 1530,0 4 950,0-4-934,7 6-1164,2-8 0,8-2-220,0-4 0,8 4-211,4-4 1,5 4-24,6 2 0,-4 0-124,4 0 1,2 0-552,-2 0 0,7 0 240,-1 0 1,-2 2-1235,1 4 0,1-2 69,5 7-3539,1-7 4766,-1 4 0,1-1 0,-1 3 0</inkml:trace>
  <inkml:trace contextRef="#ctx0" brushRef="#br0" timeOffset="15">17536 9078 7782,'0'-34'252,"0"5"1,0 2 0,0 2-1,0 4 442,0 2 0,0 2-383,0 0 1,0 5-127,0 1-177,0-1-470,0 3 162,-8 1 0,-2 8 154,-7 0 0,0 2 54,0 4 0,0 3 25,-1 9 0,-5-1-96,0 0 1,2-5 42,10-1 0,-4 0 170,3 7 61,5-1 353,-9 0-310,7 0 1,-3-2 200,1-3 1,5 3 249,-5-3 1,-1 3 242,-5 2 1,5-5-329,1-1 0,-1 1-83,-5 5 1,0-6-102,0 1 0,5-3-34,1 3 1,5 3-245,-5-4 0,7-1-283,-2 1 158,4 1 1,10 3-154,3-3 0,7 3-114,4-4 1,0-1 163,6 1 0,-1-1-51,2 1 0,1 5 18,-7-5 1,2 4 69,-2 3 1,-6-1 0,2 0-255,-5 0 211,-10 0 1,9-5-94,-7-1 0,-1 1-58,-5 5 1,-2-6-441,-3 1 268,3-8-21,-13 3 302,13-14 1,-6 3 242,8-8 0,2 3 27,4-3 1,-3-1 29,9 7 0,-1-7 154,7 2 1,1-3 402,4 3 1,-4-5-53,4 5 0,2-4 1,-1-3-1,1-1 777,0-4-1043,6 4 0,-4-11 149,7 7-515,-7-8 73,5 5 1,-7-3-61,4 0 85,-4 8 1,-8-9-1,-2 7 31,-3 2 0,-5 7-187,-7 3-51,0 7 83,-7-11 1,-5 13-1,-9-2-158,-2 8 0,-7 0 142,1 7 1,-2 1-12,3 5 80,-5 0 1,14 0 240,-4 0 0,2-5 76,-2-1 0,6 1 0,-2 5-80,5 0 0,10 0-77,-1 1 1,-3 4 119,2 1-142,1 0 0,12-6 0,5 1 224,3-1 0,4 0-454,4 0 1,-2 0-760,8 1 622,7-9 1,2-1-104,8-8 1,-6 0-108,6 0 0,-6-8 0,6-3-133,2-5 337,2-8 0,0-3 1,-3-8-1,-3 1-1585,-2 0 1268,-1-8 0,-17 11-69,-6-3 467,-1 11 0,-15-2 103,4 8 1,-6 2 319,-6 3 1,-4-1-245,-7 7 0,0-6 734,0 7 0,-1-3-386,1 2 0,0 4 1156,0-3-292,7 3-234,-5 2-569,13 0 102,-6 0-395,8 0 84,0 0 0,0 7-216,0 5 1,6 3 31,0 2 0,0 3-4,-6 2 0,5-1 1,1 8 91,-2 2-125,-2-7 0,0 9 1,2-6-7,1-1 0,1 5 57,-6-8 37,0 0 1,2-6-316,4 0-420,-4 0 532,13-7 0,-11-12-83,7-15-338,-7 0 327,11-16 1,-11 1-160,8-8-155,-9 0 295,5 5 0,-2 6-202,0 1 1,1-1-527,-1-5 222,-4 7 424,13-5 1,-11 12-99,7-2 0,-5 2-51,6 3 1,-1 0 123,6 0 1,0 7-102,1 5 0,1 1 151,4-2 1,-4 4-11,4-4 1,2 12 308,-2 6 0,0-5 0,-6 8 0,0-3 0,-7 3 0,5 10 0,-6 2 0</inkml:trace>
  <inkml:trace contextRef="#ctx0" brushRef="#br0" timeOffset="16">18551 8975 7782,'-17'-12'0,"0"1"0,-1 5 1453,1-5 2681,8 7-938,1-4-1753,8 8-1383,0 0 0,8 2 1,3 4-1,4 5 385,3 5-291,-1 8 0,0-4 153,0 2-729,8 5 405,-6 0 0,6 2 89,-8-1-93,0-7 64,1 4 0,-1-2-506,0 0 237,0 0 1,0-6 302,1 0 1,-7-5-16,1-1 0,-1-7 0,4 0 1,-1-8 249,-3-7-455,1-12 1,-1-4-194,1-7 0,-3-9 156,3-2-1287,3 3 955,-13 0 0,6 9-103,-8 4 0,5-1-1393,1 7-497,0 0 1509,-6 13-746,0 3 1357,0 22 1,0 2 384,0 12 0,2-2 49,3-4 1,-1-4-12,8 4 1,-3-4-252,3-2 2232,3-7-1369,-5 5-125,7-13 0,0 5 347,0-7 1,0 0 0,1 0 0,-1-2 1771,0-3-2156,0-5 0,2-9 241,4-4 0,-4 4-307,4-4 0,-3-2-167,-3 2 1,0-5-368,0 5 0,-5-6 145,-1 6-291,-7 0 1,4 12 0,-8-1-183,0-1 240,0-2 1,-8 5-151,-4 4-664,5 5 571,-9 1 0,7 0-193,-8 0 53,0 0 284,-1 0 1,1 1-94,0 5 781,7 4-349,-5-1 1,5 12 1461,-7-4-1015,0 4 0,6 4 1,1 2-1,2 2 1497,5-1-1679,1 1 0,2 5 5,0 1 1,0-7-637,0 1 283,7-8 1,3 8-146,7-12 0,6 4-338,0-10 1,8-3-199,-3-2 1,-1-6 310,2-6 0,-1-3-196,7-9 0,-7-1 165,1-4 0,-6 2-93,6-7 0,-8-1 181,2-5 1,-4-1 15,-2 1 1,0 1 0,-1 3 0,-3 1-350,-2-1 0,-7 5 412,2 2 104,4 4 0,-9 7-174,5 1 954,-4-1-414,-2 3 616,0 1 1065,0 8 2420,0 0-3860,0 8 0,0-4-66,0 7 1,0-5-139,0 5 1,0 3-199,0 9 1,0-2 70,0 7-34,0 1 0,0 5-102,0 1 0,-6-1-270,1 0 255,-9 1 0,10-1 0,-5 1 0,-1-3-168,1-3 128,5-4 0,-9-8 53,7 0 30,0-8 1,4 5-80,-4-8 1,4-8 84,-3-10 0,5-5-266,5-6 1,5-9-18,7-9 0,0-6-44,1 1 1,-1 2 146,0-2 1,0 8 23,1-2 1,-1 9-241,0 3 1,0 7 33,0-2 1,-5 9-575,-1 3 591,-7 7 1,6-4-250,-5 8 593,-3 0 0,14 16 0,-7 3 0</inkml:trace>
  <inkml:trace contextRef="#ctx0" brushRef="#br0" timeOffset="17">19996 8751 8691,'0'-9'4092,"0"1"-3548,0 8-792,0-8 1,0 5 196,0-9-905,0 8 504,0-3 0,0 5-859,0-4 781,0 4 111,0-5 772,0 7 1,0 1-227,0 5 0,-5-2 195,-1 7 0,-2-5-122,3 6 0,1-1 494,-8 6 1,3-5-67,-3-1 1,3 1 86,3 5 1,4-6 512,-4 1-811,-3-1 1,7 6 22,-4 1 1,4-7-136,2 1 0,2-3 144,4 3 1,-2 1-31,7-7 1,1 7-42,5-1 0,0-3-90,0 3 1,-5-3 143,-1 3 1,1 3-190,5-4 1,-6 5-15,1 1 1,-8 0-156,1 0 1,-3 0 89,-2 1 1,0-1-891,0 0 0,-7 0 456,-5 0 1,3-1-1943,-3-5 0,3-1-1187,-3-5 3399,-3-3 0,5-2 0,-7-9 0</inkml:trace>
  <inkml:trace contextRef="#ctx0" brushRef="#br0" timeOffset="18">14834 8940 7915,'0'-9'232,"0"-6"0,0 3 755,0-3-1113,0-2 492,0-1 332,0 9 493,8 1-414,-7 8 486,15 0 0,-14 8-369,3 3 0,-1 10 429,2 2-973,-4 8 0,6-4 463,-8 7 1,0 8-323,0 4 1,0-2-836,0 2 1,5 0 268,1 5 0,2 1-1848,-3-1 1,-1 1 4,8-1 1,-1-7 1917,6-4 0,8-3 0,2-3 0</inkml:trace>
  <inkml:trace contextRef="#ctx0" brushRef="#br0" timeOffset="19">15367 9130 7915,'-2'-18'0,"-3"1"0,3 0 873,-4 0-478,4 0 0,2-1-50,0 1 1,0 0-1,0-2-119,0-4 1,0 8-247,0-8 0,0 13 17,0-7 1,0 9-348,0-3 178,0 7-275,0-4 210,0 8-16,0 8 257,-8 2 0,1 7 81,-5 0 0,3 0 353,3 0 1,-2 6-174,-3 0 1,-2 0 556,7-6 1,-2 1-307,2-1 1,3 0 499,-9 0 1,6-5-335,-5-1 1,5 1-86,-5 5 0,5-2 433,-5-4 215,7 5-761,-12-7-48,14 9-909,-5-1 509,7-8-292,0 7 1,7-15-5,5 5 0,3 2-119,2-2 1,1 7 31,-1-2 1,-2-1 71,-3 1 1,3-1-491,-4 1 0,3 5 286,-3-5 1,5 3-338,-5-3 0,-3 4 299,-3-3 0,3-3-437,-2 3 310,0-1 81,-6 6-6,0 1-1,0-1-56,0-8 56,0-1 210,0-8 0,0-8-190,0-3 1,1-4-136,5-3 685,4-6 0,7-3 0,0-8 0,0 1 0</inkml:trace>
  <inkml:trace contextRef="#ctx0" brushRef="#br0" timeOffset="20">15608 8992 7915,'0'-25'0,"6"6"153,0-4 0,-1 4 774,-5 2 406,0 0-472,0-1 927,0 9-702,0 1-381,0 24 0,0 1-282,0 11 1,0 5 104,0-4 1,0 9-144,0 2 0,0 8-78,0-3 1,0-1-135,0 2 0,0-2-117,0 2 0,0 2-55,0-8 1,0-2-542,0-9 214,8 3 0,0-13-478,3 4 1,5-11 354,-5-7-1494,4-3 1205,-5-2 1,5-9-123,-3-8-1263,3-1 1364,-6-14 0,5 5 759,-8-7 0,-1-8 0,-5-2 0</inkml:trace>
  <inkml:trace contextRef="#ctx0" brushRef="#br0" timeOffset="21">15660 9147 7915,'-17'0'1055,"-1"0"227,1 0 0,6 0 838,-1 0-855,8-8-764,-3 6 0,14-7-156,5 3 0,11 2-1093,6-7 0,9 1 525,2-1 1,8-5 222,-2 5 0,11-4 0,4-3 0</inkml:trace>
  <inkml:trace contextRef="#ctx0" brushRef="#br0" timeOffset="22">16245 8579 7915,'-11'-17'-282,"1"0"1,2 0 5181,4 0-1606,3-1-1714,1 9 1005,0 1-1911,0 8 1,1 10-349,5 7 0,-2 8-108,8 9 0,-9 6-247,3 0 0,-4 10-52,-2 2 0,6 1-103,-1 10 1,1-5 55,-6 5 1,0-6-26,0 6 1,2-8-499,4 3 0,-4-13 277,3-4 0,-1-7-424,2-5 116,-4-5 320,6-14 0,-3-12 195,1-15 1,0-2 132,-6-10 1,6-5-157,-1-6 1,7-2 8,-6 1 1,1-1 218,-1-3 1,-4 3-122,4 7 0,-5-1 119,-1-4 1,0 9-68,0-3 0,0 11 601,0 0 1,0 10 2005,0 1-1265,0 1-476,8 1 1,-4 3 167,7 7-694,-7 0 1,10 1-79,-9 5 1,7 4-256,-6 7 0,5 6 88,-5 0 1,1 5-43,-1-5 1,-4 8-345,4-2 1,1 1-520,-1-1 1,8 1-843,-3-7 0,4 0 727,3-6 1,-1-5-367,0-1 1,2-7 631,4 2 1,-2-6-487,8-6 1,-6-3 343,5-9 0,-5-5 21,6 1 1,-8-7 332,2 6 1,-4-6 477,-2 6 0,-1-5 0,-5 5 0,2-2 0,-7 2-164,0 4 0,-6-6 164,0 8 0,-2 2 1909,-4 3-1394,-3-3 1,-8 7 1081,-1-3 0,1 1-510,0 4 1,0 3-167,-1-9 0,1 8-250,0-1 1,0 1-260,0-2 1,-1 4 52,1-4 0,6 5-107,-1 1 0,7 7-291,-7 5 0,2 5 96,-1 6 0,3-2 108,8 7 0,-5-1-119,-1 2 0,0 1-133,6-7 0,6 6-89,0-6 0,7 0 47,-2-6 0,5-6-542,1 1 0,0-8 318,0 1 0,1-3-259,-1-2 1,0-2 174,0-3 0,0-5-152,1-7 0,-3 0 47,-4 0 0,3-2 197,-8-4 1,5 3-277,-5-2 1,0 2 138,-6 3 1,0 0 225,0 0 1,0 5-342,0 1 274,0 7 9,0-3 105,0 7 402,0 0-247,7 7 1,-3 1 9,7 3 1,-5-3 68,6-8-478,-1 0 0,6 0 96,1 0 0,-7-2-459,0-4 0,1-3-34,5-8 0,-2-8 252,-3-4 0,3-3-12,-3-3 0,1-5 145,-1 0 1,1-6 294,-7 6 1,-1-6-143,-5 6 206,0 0 704,0 13-633,0-5 0,0 13-128,0-4 2377,-7 11-1557,5 5 1,-8 1 24,5 0 1721,3 0-1647,-6 14 0,2-2 824,1 11-1186,-1 4 1,6 13 292,0 1 0,0 1-335,0 4 0,0-2-736,0 8 0,0-2 252,0 2 0,0 4-1025,0-5 1,0-3 360,0-1 0,7-11-1089,5-1 1,3-8 582,2 2 0,-3-12 170,3-5 0,-4-6 337,10-6 1,-4-5 292,-1-12 1,5-4 126,0-7 0,-4-8 269,-2-4 0,-4-4 0,12-1 0</inkml:trace>
  <inkml:trace contextRef="#ctx0" brushRef="#br0" timeOffset="23">17432 8236 7915,'0'-18'0,"0"1"0,0 0 0,0 0 763,0 0-409,0-1 1,-2 3 497,-3 4-139,3 3-354,-13 8 0,11 8 79,-8 3 1,8 12-101,-1 6 1,3 5 116,2 6 0,-2 4-104,-4 8 1,4 1 311,-4 4 0,5 5-216,1 6 1,-6-5 30,0 0 0,0 1-158,6 4 1,-2-5-215,-3 0 1,3-7-162,-4 1 1,4-9-329,2-2 1,0-8-720,0 2 0,-2-6 577,-4-5 1,5-4-990,-5-8 0,-2 0-169,2 0 297,-7 1 1,4-3 1385,-9-4 0,-7-3 0,-1-8 0</inkml:trace>
  <inkml:trace contextRef="#ctx0" brushRef="#br0" timeOffset="24">17209 8562 7915,'0'-9'3445,"-8"-7"-1102,6 14-1297,-6-13 0,10 13-164,4-3 194,4 3 1,13 2-448,0 0 0,13 0-1553,-2 0 0,14 0 317,4 0 607,-1 7 0,24-5 0,-4 6 0</inkml:trace>
  <inkml:trace contextRef="#ctx0" brushRef="#br0" timeOffset="25">21993 8562 7915,'-8'-9'246,"-2"-5"0,-5 7 0,2-1 628,1 0 1,7-3 1567,-7 5-776,8-7-27,-11 11-773,13-6-759,2 1-75,10 5 1,7-6-58,0 8 1,2 0-1,2 0-35,2 0 0,0 2-651,-6 4 670,1-4-272,-1 13 0,0-11-610,0 7 0,-7 1 28,-5 5 349,-3 0 176,-2 0 0,0 6 212,0 0 116,0 8 0,-7-7 95,-5 5 1,-3 2 269,-2-8 0,-6 7 92,0-1 0,0-4-98,6-2 55,-1-4 1,3-8 350,4 1 0,-3-7-323,9 7-231,-1-8 153,6 3-1102,8-7 601,1 0 1,8-7 45,0-5-1161,8 4 866,2-7 1,8 6-56,-1-9-714,0 1 681,1 0 0,5 0-147,0 0 79,0 0 303,-5-1 0,-1 1-257,0 0 320,-7 0 40,-2 0 1,-8-3 166,1-2-24,-1 10 0,-8-11 486,-3 12-453,-4-5 0,-4 1 1432,-4 4-1065,-3 3 0,-8 6 576,-1-4 1,7 4 32,-1-3-185,1 3 369,1 2 144,-5 0-413,13 0-45,-6 0-380,8 0-508,0 0-71,0 7-140,0-5 241,0 14 1,0-5-375,0 12 275,0-4 1,0 12-67,0-8 1,0 7 26,0-1 0,0-2 254,0 1 1,0-5-82,0 6 19,0-8-2,0 4 0,0-8-19,0 0 96,8-7-95,-6-3 0,8-7 757,-5 0-493,-3 0 1,8-7-8,-4-5 0,-3-9 0,7-2 119,-2 2 1,-1-4-189,-1 2-50,-4 1 0,11-1-382,-7 0 1,5 0-186,-5 6 1,6-1-319,-7 1 1,7 0 138,-6 0 1,7 1-463,-2 5 0,5 1 229,1 5 142,0 3 1,0-6-33,1 8 1,-1 0-180,0 0 0,0 0 276,0 0-94,1 8 360,7 1 0,-6 3-156,4-1 8,-4 1 496,-2-3 0,0 5 0,0-9 0,8 9 0,2-5 0</inkml:trace>
  <inkml:trace contextRef="#ctx0" brushRef="#br0" timeOffset="26">22905 8665 7915,'-17'0'761,"-1"-7"-271,1-3 72,8 1 0,-7-5 788,5 8-883,3-7 0,0 11 766,1-13-739,5 13 0,-8-6 241,5 8-648,3 0 76,-6 0 1,8 8 80,0 3-53,-8 5 0,7 1-17,-5 0 0,4 6-87,2 0 0,0 2-144,0-2 1,2-4 89,4 4 0,3-4-979,8-2 624,0-7 1,1-1 21,-1-3-778,8-4 690,-6-2 0,11-6-767,-7-11 712,8-4 1,-4-13-68,7-1 1,-5-7 145,0-4 1,-6-13-216,5-10 1,-1-13-129,2-10 1,-6 3 598,-12 8 0,2 5-201,-7 7 1273,0 8 0,-6 17-375,0 15 2994,0 8-2334,-8 12 1,1 3 157,-5 12 0,-3 11 304,3 12 0,-3 11-515,-2 6 0,-6 9-625,0 2 0,0 8 430,6-2-638,0 4 1,-1-2-417,1 4 0,8-12-621,3 6 0,4-7-758,2-5 619,8-7 0,7 2 0,10-11-4437,2-9 3736,1-5 1,9-11-2539,3-4 4052,-4-5 0,-2-8 0,-9-3 0</inkml:trace>
  <inkml:trace contextRef="#ctx0" brushRef="#br0" timeOffset="27">22733 8597 7953,'-12'0'1066,"3"-2"101,1-4 1,0 4 2901,3-4-2835,3 4 0,-6 4 548,8 4-1608,0 4 0,0 7 22,0 0 0,2 0-392,4 0 1,-4 1 183,3-1-483,5 0 0,-8 2-550,4 4 1,1-4 801,-1 4 243,7-4 0,-3-2 0,7 0 0</inkml:trace>
  <inkml:trace contextRef="#ctx0" brushRef="#br0" timeOffset="28">24109 7978 7938,'0'-18'166,"-2"3"0,-1 2 0,-5 3 1688,-2 3 0,7-1 1271,-3 2-2349,4 4 0,2 2-285,0 12 1,0 11-178,0 5 0,0 7-105,0 5 1,-2 4-124,-4 7 0,4 1-200,-3 0 0,-5 1-155,-1 4 0,1-1 270,-1 7 1,5-8-544,-6 2 310,9-11 1,-5-4-87,8-7-156,-8-1-16,6-7-5,-5-10-70,7-9 116,7-8 0,1-8-158,3-3 284,5-12 0,-7-4 16,9-7 1,-7-1 223,0 1 0,-5 5 0,4 0 0,-1-1 990,1-3-578,-6 7 1,3 1-159,-7 8 2196,0-1-1546,0 1 1,2 2 1057,4 4-1022,-4-5-128,6 14 844,-8-5-500,0-1-981,0 6-93,7 2 0,-5 4-215,4 7 1,-4 3-90,-2 9 1,6-2-399,-1 7 0,1-1-502,-6 2 1,0 3 495,0-3 1,6-2-94,-1 1 0,9-7 60,-3 2 1,1 0-246,5-6 1,-4 4 260,10-9-519,4-5 759,0 1 1,7-10-230,1-4 5,-1-3 333,-7-8 1,5 0-144,-3-1 355,-4 1 0,6-6-14,-9 0 1,1 0 144,-5 6 1,-1 0 0,-2 0-1,-3 0 34,-7-1 0,-3 1 211,-2 8 1,-2-5 1491,-3 9 1,-5-7-255,-7 6-897,0-7 0,-1 9 1,1-5-1,0 1 667,0 4 1,0 2-561,-1 2-369,9-7 0,-6 5 73,3-4 1,-3 4-86,-2 2-113,-1 0 1,7 6 85,-1 0 1,3 7-36,-3-2 0,-3 5 0,5 3 0,-1 2 373,0 2 1,1 5-118,-1-5-423,3 8 0,8-12 37,0 4 0,0-4-189,0-2 0,0 0 73,0 1 1,2-9-514,4-3 464,3-4 0,8-2-61,0 0 1,-1-2-216,-5-4 0,5-3 123,-5-9 1,4 1-354,3 0 1,-1-6 23,0 0 63,0 0 1,0 6-1,1 0-451,-1 0 543,0-1 1,-6 1 0,1 0-295,1 0 46,3 7 0,1-3 174,0 7 0,-5-1 31,-1 1 1,0 4 282,7-4 1,-1 12 0,-8-2 542,-3 7 0,-4-5-326,-2 5 0,6-5 759,0 6-683,-1-9 1,-3 5-146,4-8 74,-4-8 1,11-1-918,-7-8 0,7-8 97,-1-4 379,3-3 0,-3-10-324,-1-4 0,-1-4 299,1-1 0,-3-1 410,-8 0 0,0 8 0,0 2 0,0 16 0,-2 1 0,-4 8 894,4 7-601,-13 2 0,7 10 3202,-3 4-2302,-5 4 1,13 9 1776,-9 4-2133,8 3 0,-5 9-295,3-1 1,4 2-136,-4 5 1,4 3-78,2 7-675,-7 1 333,5-1 1,-6 1-360,8-1 1,0-1-562,0-4 0,2 2-2387,4-8 1709,-4 0 762,13-13 0,0 3-1186,8-7 1092,0-8 361,2-7-261,2-8 617,7-8 1,1-3 224,-1-12 0,8-11 0,2-10 0</inkml:trace>
  <inkml:trace contextRef="#ctx0" brushRef="#br0" timeOffset="29">25245 7978 7938,'-8'-10'0,"-1"2"0,-6 7 1551,3-5-956,-3 4 0,13-4 567,-4 12 0,-1 5-562,1 12 1,-2 12 598,2 10 0,3 7-550,-9 5 1,6 5 647,-5 6-1053,7 9 0,-5-5 470,3 9-1906,4-1 1357,-6-2 0,8-1-79,0-9-9,0-7 1,-2 4 0,-1-7-802,-3-3 519,0-9 1,4-4-464,-4-8 1,3 3-84,-9 3 0,1-10-334,-7 5 1,1-12 101,0 0 1,0-6 464,0-6 132,7-3 1,-5-8-1166,3 0 1,-3 0 1550,-2 0 0,0-15 0,-1-5 0</inkml:trace>
  <inkml:trace contextRef="#ctx0" brushRef="#br0" timeOffset="30">25004 8511 7938,'-7'-35'3086,"3"8"-2517,-8 5 1,8 8 1081,-1 3-926,3 7 1248,9-11-1246,-5 13 0,16-6 69,-1 8-770,0 0 139,8 0 0,0 0-1779,3 0 917,-3 8 558,8-6 0,-7 11-2431,9-7 0,-8 7 2570,-4-1 0,3 3 0,1 2 0</inkml:trace>
  <inkml:trace contextRef="#ctx0" brushRef="#br0" timeOffset="31">24574 8511 7954,'0'-12'4351,"0"1"-1726,0 7-1201,0-4-882,0 8 0,0-2-187,0-3-22,0 3-356,0-6 0,0 16 112,0 3 0,2 4-1113,4 3 0,-3 5 679,9-1 0,1 9-3605,10-2 3950,-11 3 0,18 10 0,-11 2 0</inkml:trace>
  <inkml:trace contextRef="#ctx0" brushRef="#br0" timeOffset="32">19515 10660 7954,'-16'2'1359,"5"3"79,5 7 0,4 5-701,2 6 1,2 11-216,4 12 1,3 6 22,9 5 0,6 6-328,5 12 1,9 3-171,3 8 1,6-2 0,-3-4 44,0-5 1,6-1-161,-4-5 1,-4 2-308,-2-14 0,2 4 2,-2-9 1,-1 1-1133,-11-13 650,-3 0 0,-8-5 276,1-1 0,-1-5-326,0 0 0,-2-7 380,-3 7 0,-5-8-307,-7 2 1,0-4 831,0-2 0,-7-7 0,-3-2 0</inkml:trace>
  <inkml:trace contextRef="#ctx0" brushRef="#br0" timeOffset="33">19446 12138 7954,'9'-17'176,"-1"-2"0,0-4 0,3-6 530,4-3 1,10-10 506,4-4 1,13-13-774,10-10 0,-23 29 0,1-2-531,4-3 1,1-2 0,-1 0-1,1-1 227,-1-1 0,0 0 0,0 1 0,-1-1-293,-1-5 1,-1-1 0,1 4 0,0 1 117,-6 3 0,-1 2 0,21-35-1208,-17 23 1,-2 9 192,-5 19 0,-10 4-1418,-1 8 2472,-7 8 0,-4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9T06:24:59.546"/>
    </inkml:context>
    <inkml:brush xml:id="br0">
      <inkml:brushProperty name="height" value="0.053" units="cm"/>
      <inkml:brushProperty name="color" value="#FF0000"/>
    </inkml:brush>
  </inkml:definitions>
  <inkml:trace contextRef="#ctx0" brushRef="#br0">1308 6723 7853,'-15'-23'558,"3"0"1,-1 0 0,7 6 1201,2-1 0,10 1-1175,5 0 0,5 6 1,1 1-1,2 0 300,4 1 0,4 3-558,7-5 1,1 7-250,-1-2 1,0 4-345,1 2 1,-1 2 247,1 4 1,-3-2-412,-3 7 0,-2 2-58,-4 10 1,-6-2-863,0 8 1048,-8 0 1,-9 11-102,0 0 0,-1 4-81,-5 2 1,-4-6-121,-7 11 444,-8-3 0,-2 4 160,-7-1 0,0-1-70,-1-4 1,1-2 645,-1-4 0,7-9-359,-1 3 0,8-5 1099,-2-1 1,6-9 903,5-7 122,-3-8-929,13 3-1007,2-7 1,10 0 89,7 0 0,0 0-154,0 0 1,1-5-421,-1-1 0,0 0 142,0 6 1,6 0-919,0 0 0,6-6-255,-6 1 1,7-7-886,-1 6 0,-2 1-144,1 5 1,-5-2 1153,6-4 1,-6 4-29,6-4 0,-8 4 1011,2 2 0,3-7 0,1-3 0</inkml:trace>
  <inkml:trace contextRef="#ctx0" brushRef="#br0" timeOffset="1">2306 6723 7853,'-8'-12'455,"-3"3"0,-3-1 3660,3 0-2806,-4-1-203,13 1-304,-6 3-1322,8 7 0,2 0 396,4 0 0,-2 0-980,7 0 1,1 0-1,5 2 56,0 3-1415,-7 5 2463,5-1 0,-6 7 0,9-7 0</inkml:trace>
  <inkml:trace contextRef="#ctx0" brushRef="#br0" timeOffset="2">2323 6998 7853,'-17'7'0,"0"-5"1920,0 4-1418,-1 3 1,7-7 1019,-1 4-421,9-4-886,-5-2 1,10 8-1917,4 3 1097,-5-3 0,15 5 148,-5-7-2016,5 7 2472,1-11 0,0 13 0,0-5 0</inkml:trace>
  <inkml:trace contextRef="#ctx0" brushRef="#br0" timeOffset="3">2771 6516 7935,'0'-17'1201,"0"0"1813,0 0-663,0-1-1656,0 9 0,0 5 459,0 16 0,0 7-567,0 15 1,0 16 380,0 7-602,7 8 0,-5 17-839,4 4 1,-4 6 485,-2-1 0,0-1-1517,0 8 0,0-5-215,0-1 1,0-2-3067,0-16 4785,0-7 0,-8 0 0,-1-6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9T06:24:59.593"/>
    </inkml:context>
    <inkml:brush xml:id="br0">
      <inkml:brushProperty name="height" value="0.053" units="cm"/>
      <inkml:brushProperty name="color" value="#FF0000"/>
    </inkml:brush>
  </inkml:definitions>
  <inkml:trace contextRef="#ctx0" brushRef="#br0">20995 12448 8000,'-27'0'2799,"4"0"-1465,4 0-367,9 0 0,4-2-717,12-4 0,4 4-71,7-3 0,8 3-289,3 2 0,5 0-28,1 0 1,3-6-19,3 0 1,-4 0-245,4 6 1,-1 0-1333,1 0 1104,-4 0 0,6 0-445,-7 0 0,-7 0 263,1 0-124,0 0 686,-3 8 0,-1-6 248,-8 4 0,1 3 0,-1 1 0</inkml:trace>
  <inkml:trace contextRef="#ctx0" brushRef="#br0" timeOffset="1">21373 12534 8000,'-17'0'0,"0"-2"1507,0-4-923,7 4 0,-5-5 327,3 7 0,3 0 132,-3 0 616,8 0-1154,-3 0 1,1 9-630,0 8 1,1 1 197,5 4-643,0 5 1,0 2 462,0 11 1,0-2-1109,0 8 450,-8-8 439,6 20 0,-6-18-1648,8 11 765,0-3 721,0-4 1,0 4 186,0-8 1,0-2-406,0-9 705,0-4 0,8-8 0,2-8 0,7-1 0</inkml:trace>
  <inkml:trace contextRef="#ctx0" brushRef="#br0" timeOffset="2">21494 12946 8000,'-18'0'292,"7"0"487,-1 0 214,1 0-46,-6 0 1,2 2 402,3 4-946,4-4 0,8 13 172,0-3 0,0-3 152,0 3-234,0-1-191,8 6 1,2-5 0,7-1 1,0-1-1,0 1 1,6-3 35,0-8-480,0 0 186,2 0 1,-4 0 230,8 0-888,-8-8 487,4 6 1,-8-13-545,0 4 348,0-5-68,-7-1 0,-3 0-405,-7 0 1,-2 2 221,-3 3-913,-5-3 938,-15 13 1,-1-6-181,-9 8 1,6 0-300,1 0 0,7 0 308,-2 0-187,4 0 904,1 0 0,9 8 0,1 1 0</inkml:trace>
  <inkml:trace contextRef="#ctx0" brushRef="#br0" timeOffset="3">22010 12499 8000,'-10'0'2470,"-5"0"-612,4 0 688,-5 0-1759,-1 8 0,6 0-323,-1 3 0,8 4-302,-1-3 0,3 3 64,2 2 1,0 8-237,0 4 1,0 0 99,0 5 1,0-4-37,0 11 9,0-5 0,0 4-394,0 0 214,-8 0 1,6-5-304,-4-1 0,3-7 185,-3-4 1,4-4-641,-4-2 363,4 0-320,2-7 339,0-3 0,2-22-660,4-8 871,3 0 0,3-15-153,-1 4 0,1-18 161,5 0 0,-2-3-491,-3 4 325,3-1 191,-13 0 1,11 3 425,-7 3-202,0 4 1,-6 7 548,0 1-426,0 0 0,0 7 1469,0 4-750,0 4-262,0 9 634,0-5 0,2 7-418,4-3 1,3 3 134,8 8-340,1 0-340,-1 0 327,0 0-261,8 0 1,-6 2-92,4 4 1,-4 3-161,-2 9 1,-2-1 218,-3 0-874,3 0 535,-5 0 1,1 3-1091,1 2 754,-8-2 1,3 10 0,-7-7-471,0-2 1,0 4 175,0-2 96,-7 0 262,-3 2 0,-13-6-110,0 4-112,0-4 294,-2-2 0,0-2 141,-3-3-89,3 3 43,0-13 0,6 11 878,-4-7-389,4 0-253,9-6 2142,-5 7-764,13-5-707,-6 6 2471,8-8-2097,0 0 1,8 6-136,4-1 0,5 3 66,6-2 0,-4-2 59,4 7 1,2-1-508,-2 1 0,5 4-580,-5-3 0,0 3 0,2 2 0,-6 0-940,4 1 570,-4-1 0,4 0-2396,0 0 0,-6 0-150,-5 1-3138,-1-1 6054,6-8 0,-7-1 0,-2-8 0</inkml:trace>
  <inkml:trace contextRef="#ctx0" brushRef="#br0" timeOffset="4">23197 12706 8000,'6'-12'70,"0"1"656,0-1 253,-6 3-710,0-6 1,0 11-14,0-8-40,0 8-273,0-3 1,-2 5 72,-4-4 0,2 4-192,-7-4 1,5 5-38,-6 1 80,1 0-5,1 0 382,-5 7-128,5-5 0,-1 11 413,0-7 0,5 6-193,-6-7 0,3 3 267,-3-2 0,-3 1-174,4 5 1,1 1 1053,-2-7-982,1 7 1,-6-5 1127,0 3-510,-1 5-572,1-7 0,2 9 74,3-1 1,-1-6-335,7 1 63,-7-1-485,11 6 1,2-1 242,11-5-85,-3 4 0,13-11 17,-4 8 0,6-3-850,0 3 469,-4 3 144,14-6 1,-14 9-533,4-1 0,-4 0-25,-2 0-586,0-7 274,1 13 418,-9-12-61,-1 14 329,-8-8 1,0 0-31,0 1 0,-8-3-124,-3-4 1,-5 3-344,-1-9 472,0 1 145,0-6 1,5 0-695,1 0 419,-1 0 102,3 0 1,-1 0-729,5 0 585,3-8 201,-6-1 375,8-1 0,2-3 0,4 7 0,-4-7 0,13 11 0,-11-11 0,7 7 0,-7-7 0,11 9 0,-3-8 0,-3 7 0,3-7 0,7 1 0,8-7 0</inkml:trace>
  <inkml:trace contextRef="#ctx0" brushRef="#br0" timeOffset="5">23318 12895 6623,'0'-17'-689,"0"5"3344,0 1-1145,0 7-664,0-4 1,-2 3 115,-4-1 1,4-2-296,-4 2 1564,5 5-581,1-7-809,-8 8-216,6 0-305,-6 0 0,8 2-258,0 4-52,0 3 51,0 1 1,0 5-466,0-4 355,0 12 1,0-2-248,0 8 1,6-8 180,0 2 0,0 2-193,-6-2 1,5 2-64,1-3 166,0-2 1,-1 4-24,1-6 0,8-3 38,-3-4 89,-3 5 17,7-15 1,-5 7 133,7-8 1,0 0-73,0 0-68,8-8 39,-6-1 1,8-8-67,-4 0 1,-4-6-116,4 0 0,-4-6 134,-2 6 0,-5-6-19,-1 7 0,-5-1 11,5 5 0,-7 1-145,2 0 360,-4 0-239,-2 0-45,0 7 818,0 2-322,0 8 1924,0 0-1754,0 8 935,0 2-827,8 7 1,-5-2 100,9-3-53,-8 3-319,11-6 0,-7 9 617,3-1-412,4 0-238,-5 0 0,5-5-176,-3-1 0,3-1 221,-3 1-383,3-3 91,2-8 0,-6 0-35,1 0 1,-6 0-191,5 0 1,-1-8-1432,1-3 1,3-7 782,-9-4 1,9-5-1018,-3-8 800,-3 1 635,7 0 0,-7-1-1469,3 1 1,3 0 253,-9-1 1622,1 1 0,-6-1 0,0 1 0</inkml:trace>
  <inkml:trace contextRef="#ctx0" brushRef="#br0" timeOffset="6">24092 13032 8000,'-8'10'7586,"-1"-2"-6796,-8-8 0,5 5 7578,1 1-6800,7 7 1,-4-9-1569,8 8 0,0-1 0,0 6 0,2 1 0,4-1 0,4-8 0,-1 7 0,6-7-4682,-3 8 1,3-7 4681,2-4 0,1 3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9T06:24:59.637"/>
    </inkml:context>
    <inkml:brush xml:id="br0">
      <inkml:brushProperty name="height" value="0.053" units="cm"/>
      <inkml:brushProperty name="color" value="#FF0000"/>
    </inkml:brush>
  </inkml:definitions>
  <inkml:trace contextRef="#ctx0" brushRef="#br0">2512 7548 8000,'-17'-6'920,"0"0"-434,0 1 1,5 5 872,1 0-568,-1 0-97,3-8-379,1 6 1,16-6-1,3 6 195,5-3 0,8 3-65,5-4 0,4 2-51,1-1 0,2 3-137,5-4 0,-3 4-26,8 2 0,0-2 0,5-4 1,1 4 108,-1-3-294,1 3 1,7 2 208,4 0 0,4 0-223,2 0 1,-6 6 43,0-1 1,2 3-161,10-2 1,-4-3-123,3 9 0,-3-3-992,-2 3 1204,0 3 0,-4-7-28,4 3 0,-10 3-112,10-9 0,-4 7 6,4-6 1,-6-1 106,0-5-187,-8 0 187,4 0 0,-7 0 15,0 0-8,-1 0 0,-7 0 81,-4 0 1,-3 0-82,-3 0 0,3 0 548,3 0 1,-4 0-536,4 0 1,2-2 123,-2-3 1,8 3-87,-2-4 1,-2-2 5,2 3 0,0-9-40,5 3 0,1 1-3,0-1 0,-6 5-16,0-5 0,-10 7-28,-2-2 33,1-3 1,-9 5-3,9-8 1,-1 7 5,1-7-18,-9 1 11,7-7-12,-6 9 205,0-6-182,-3 13 0,-12-6 166,-1 8-70,1 0 1,-1 0-212,1 0 179,-8 8-1011,11-6 407,-13 5-1714,5-7 945,-7 0 1312,0 0 0,-7 0 0,-3 0 0</inkml:trace>
  <inkml:trace contextRef="#ctx0" brushRef="#br0" timeOffset="1">7056 7582 8072,'-18'-15'215,"1"2"0,0 3 1,0 2 986,0 5 1,5-5-612,1 2 1,5-2 1178,-6 3-1056,9 3 1,-11-8 930,8 5-583,1 3-463,12-6 0,3 8 9,7 0 0,0 0 15,1 0 1,1 0 76,4 0 0,-2 6 20,7-1-186,1 1 0,7-4-86,4 4 1,-1-4-92,7 3 0,5-3-123,7-2 0,8 0-321,3 0 1,2 0 0,9 0-776,3 0 451,1 0 0,0 0 27,-4 0 1,2 0 175,-7 0 0,5 0-490,-5 0 0,-6 0 293,-6 0 0,-8 0 62,3 0 0,-1 0-132,-5 0 302,3 8 0,-17-6-67,8 4 1,0-4 139,6-2-32,-8 0 1,-2 5-41,-8 1 0,6 0-25,0-6 0,3 0 245,-3 0 1,-2 0-225,8 0 1,-6-6-36,6 0 0,0-7 77,5 1 1,1 3 2,0-3 1,-1 9 6,1-3 0,-2-2 189,-5 3 0,-2-1-206,-9 6 346,-7 0 0,3 0-20,-7 0 1,0 6 96,-6-1-215,1 9 0,-1-7 0,2 7 78,4-3-109,-4-7 1,8 9-166,-4-7 1,3 0 24,9-6 1,5 0-90,0 0 0,6 0-35,-6 0 1,6-2 89,-6-4 0,8 4-95,-2-3 1,-4-3 77,-2 2 1,-9-5-125,-3 5 1,-1-7-5,2 1 132,3 4 1,-12-1-149,3 3 1,-2 4-204,1-3 243,-10-5 1,11 8 144,-12-4 1,5 4 111,1 2-45,0 0 333,-7 0-230,5 0 1,-11 0-134,7 0 485,-7 0-294,11 8 0,-11-6 48,8 4 96,-9-4-102,5-2 0,-8 2-414,0 3 17,0-3-331,0 6-757,0-8 1329,0 0 0,0 7 0,0 3 0</inkml:trace>
  <inkml:trace contextRef="#ctx0" brushRef="#br0" timeOffset="2">12442 10591 7962,'-15'-10'720,"3"-3"102,-11 7 1,14-5-615,9 5 0,9 0 0,12 4-35,2-3 0,8 3 0,-3-4-516,5 4 1,1 0 215,1-3 0,5 3-746,0-4 0,0 4 351,-5 2 1,-3 0-237,-3 0 1,1 0 757,-7 0 0,0 0 0,-5 0 0</inkml:trace>
  <inkml:trace contextRef="#ctx0" brushRef="#br0" timeOffset="3">12820 10385 7962,'-7'-10'-18,"-3"-5"694,1 13 295,1-6 1,10 8-406,4 0 0,3 0-203,8 0 1,6 6-309,0 0 0,6 5 104,-6-5 0,6 5-49,-6-5 0,5 7 148,-5-1-525,8-4 235,-12 7 0,6-6-116,-8 9 1,-2-7 73,-3 1 1,1-1-256,-7 6 0,0 0 142,-6 1 0,-6-5-742,0 4 1,-13-9 450,2 9 0,-12-4 478,0 5 0,-11-1 0,-4 0 0</inkml:trace>
  <inkml:trace contextRef="#ctx0" brushRef="#br0" timeOffset="4">10101 10711 7962,'0'-17'0,"0"0"0,-1 2 201,-5 3 1,2-1 35,-7 7 0,5-5 107,-6 5 0,7-2-122,-7 3 1,1 3-22,-7-4 0,5 4-30,-4 2 0,9 0 52,-9 0 0,2 0 153,-8 0 1,4 8-105,-4 3 0,4 4-6,1 3 1,1-1-87,0 0 1,5 0-3,1 0 1,1 1-214,-1-1 0,3 0 49,8 0-5,0 0 1,0 0-218,0 1 1,0-7-6,0 1 0,8-7-140,3 7 1,5-8 131,1 1-555,8-3 469,-6-2 0,12-2-272,-9-3 342,9 3 0,-12-12-29,4 9 0,-4-9-31,-2 3 1,1 3-464,-1 2 1142,-8-3 0,5-1 165,-8-7 0,-1 6-307,-5-1 0,6 6 278,0-5 0,-1 5 725,-5-5-527,0 7 100,0-11-489,-7 13 1,3-6-364,-7 8 0,1 2 133,-1 4 1,-5 3-275,5 9 1,1-1 133,-1 0 1,7 0-661,-2 0 1,4 0 357,2 1 1,0-1-420,0 0 0,2-2 269,4-3 1,9-5 22,8-7 0,8 0 205,-3 0 0,11-3 44,1-9 0,2 1 154,-2-12 0,-4-4-94,5-2 1,-5 5 339,-2 1 0,-1-2 67,-5 2 1,1-6 248,-12 6 0,4 0 168,-9 6 1,-5 6-286,-1-1 1,-4 1 296,-2-6-100,0 7-350,0-5 28,0 5 0,-2-5-640,-4 3 1,3 3 154,-9 3-1175,8 4 118,-11-5 584,5 7 613,-7 0 1,6 0-238,-1 0 537,9 0 1,-7 0-52,4 0 546,4 7-349,-5 3 775,-1 7 0,4 0-314,-7 0 1,7-5-76,-2-1 1,-1 1 0,-1 5 382,-2 0-836,6-7 0,-5 5-343,3-4 1,4 5 95,-3 1 0,3 0-255,2 0 0,0 6 184,0 0 1,2 6-41,3-6 0,-1 5-185,8-5 1,-3 8 34,3-2 0,1 3-74,-7 2 0,-1 1 155,-5-1 0,0 6-504,0 0 1,0 1 256,0-7 1,-1-5-664,-5-1 0,2-7-129,-7 2-775,7-4 743,-12-9 1213,14-3 0,2-22 0,10 4 0,7-14 0</inkml:trace>
  <inkml:trace contextRef="#ctx0" brushRef="#br0" timeOffset="5">10910 10729 7962,'0'-27'0,"0"-4"339,0 8 1,6-2 116,0 3 0,0 1 128,-6-8 0,0 8-596,0-2 1,0 4 61,0 2 0,-8 1-215,-4 5 0,-3-2 116,-2 7 0,-2 0-244,-4 6 1,2 0 153,-8 0 1,8 8 31,-2 3 1,-2 10-9,2 2 0,0 0 431,6-6 1,2 2 51,3 4 1,3-4 182,3 4 1,4-9 43,-4-3 0,5 1-192,1 5 0,1-6 77,5 1 1,-2-9 218,7 3-267,1-4 0,5 4 310,0 0-575,1-1 0,-7-5 286,1 0-290,-9 8 0,7-6 1,-6 6 369,1-1-171,1-5-419,2 13 0,0-5 98,3 7 0,2 0-417,-7 0 0,7 1 220,-1-1 0,-4 2 0,-1 2-257,1 2 0,-6 7-666,4-1 718,-5 4 1,-1 1-436,0 0 0,-7-1 237,-5-4 1,-3 7-76,-2-8 0,0 1 1,1-12-191,5 1 1,-3-7-660,9 0 1140,-1-7 1,6-4 7,0-11 0,2-6 335,4-6 0,3-4 0,8-7 0</inkml:trace>
  <inkml:trace contextRef="#ctx0" brushRef="#br0" timeOffset="6">11065 10608 7423,'0'-17'-1212,"0"-6"1745,0 0 1,0 6 0,0 5 1889,0-1-657,0 5-676,0-7-152,0 13-606,0-5 1,6 14-156,0 5 0,1-1 37,-1 6 0,-4-3-100,4 9 1,-4-4 9,-2-2 1,0 6-14,0 0 1,0 5 0,-2-5 0,-2-2-316,-2-1 221,0-3-589,6-8 220,-7 7 203,5-7-638,-6 1 194,8-3 163,0-7 0,-2 0-33,-3 0 386,3-7 1,-6-5 41,8-11 0,0 4 389,0-4 0,0 4-190,0 2 1,2 0 48,4 0 0,-3-1-26,9 1 0,-6 0 46,5 0 1,1 2 0,7 1 0,2 5 223,2 1-600,0-5 0,0 11-380,0-4 0,1 4-172,-1 2 0,-4 0-741,4 0 0,-5 8 1436,-7 3 0,4 4 0,-5 3 0</inkml:trace>
  <inkml:trace contextRef="#ctx0" brushRef="#br0" timeOffset="7">12545 11691 7962,'-17'0'130,"2"-2"0,1-1 2099,3-3-1049,7-7 0,-4 9-654,8-8 1,2 6-157,4-5 0,3 5-269,9-5 1,5 1 75,0-1 1,5-3-651,-5 9 0,8-9 390,-3 3 1,3 3-380,-2 3 0,3 3 193,-3 2 1,-2-6-1119,1 0 0,-7 0 11,2 6-88,4 0 1464,-15 8 0,18-6 0,-11 6 0</inkml:trace>
  <inkml:trace contextRef="#ctx0" brushRef="#br0" timeOffset="8">13010 11382 7962,'-8'-10'959,"-1"3"-562,-9-1 0,7 6 551,-1-4 1,7 4 873,-7 2-230,1 0-741,1 0-301,3 0-389,7 0 1,7 6 162,5 0-143,3 7 0,8-9-49,0 8 0,7-3 55,-1 3 1,-2-3-252,2-3 0,-3-2 32,3 7 1,2-7-355,-8 2 1,-1 1 244,-4-1 1,-1 2-451,0-3 0,-2-1 90,-3 8 0,-4-7-94,-8 7 1,-8 5-598,-4 6 1,-16 8 553,-7-3 0,-13 3-965,-3-2 1603,-8 11 0,-10-12 0,0 14 0</inkml:trace>
  <inkml:trace contextRef="#ctx0" brushRef="#br0" timeOffset="9">9929 11640 7962,'-17'-6'0,"0"0"0,0 2 1724,0 3 1,7-1 299,4-4-1456,4 4 1,4-8-406,4 5 0,5 1 227,12-8-484,4 9 1,13-11-270,1 9 0,6-7-78,-1 6 0,4-5-441,2 5 0,-7-2-1548,1 3 1621,0 3 1,-2-6 48,-4 8 1,-5 0 759,-7 0 0,1 2 0,-12 4 0,4 3 0,-11 9 0</inkml:trace>
  <inkml:trace contextRef="#ctx0" brushRef="#br0" timeOffset="10">10222 11640 7962,'-17'0'701,"0"0"-616,-1 0 1,1 0 0,0 0-364,0 0 1,5 0 3232,1 0-2149,-1 0 1,-5 7-534,0 5 1,7 3-178,5 2 1,-3 2-269,2 4 240,0 4 1,1 7-462,-1 1 0,0-1 270,6 1 1,0-1-655,0 0 1,0-1 172,0-4 0,6-5 22,0-6 0,7-3 64,-1-4 1,3 3-23,2-9 0,0 1 174,0-6 1,1 0 365,-1 0 0,0-2 0,0-3 0,-1 1 0,-5-8 0,12 1 0,-4-6 0</inkml:trace>
  <inkml:trace contextRef="#ctx0" brushRef="#br0" timeOffset="11">10325 11966 8129,'-7'-9'2762,"5"1"-1995,-14 8 853,14 0-1075,-5 0 1,7 2 557,0 4-343,0-4-553,0 13 0,2-7 30,3 3 0,-1-1-119,8-5 1,-1-3-12,6 4 1,1-4-160,-1-2 0,0 0-24,0 0 1,0-2-348,1-4 1,-7 3-262,1-9 101,-1 1 1,-1-7 151,-5 1 0,-5 6 50,-5-1 0,-5 8-127,-7-1 1,-6 1-85,0-2 0,-6 4-21,6-3 0,-5 3-1264,5 2 772,0 0 774,6 7 0,9-3 331,8 8 0,8-9 0,9 5 0</inkml:trace>
  <inkml:trace contextRef="#ctx0" brushRef="#br0" timeOffset="12">10928 11519 7962,'-18'-9'1819,"1"-6"-283,0 5-11,0 0 0,5 3-445,1 7 1,5 0 468,-5 0-1237,7 7 1,-10 5-76,9 11 0,-7 4-284,6 7 0,-5 2 56,5 4 0,-7 4 30,1 8 0,3-1 295,-3 1-781,8 7 266,-3-13 0,7 11-717,0-11 602,0-11 1,0 3-224,0-15-51,0-8 395,0 0 1,0-20 27,0-1 0,6-9-146,-1-8 1,1 0 153,-6-12 1,6 3-101,-1-14 0,1 0-6,-6-5 31,8-9 1,-6 7-240,4-4 0,-5 5 332,-1 6 84,0 4 0,6 8 298,0-1 1,0 9-193,-6 3 1,2 11 683,3 7 0,-1-3-391,8 2 0,-7 0 587,7 6 1,-6 6-348,5 0 0,0 2-77,7-3 0,-1-1-232,0 8 0,0-9-40,1 3-86,-1 4 0,0-8-433,0 3 315,0 5-1005,1-1 557,-1 1-960,0 5 765,-7-5 0,-3 7-63,-7 0 0,0 0 217,0 1 1,-7-1-4,-5 0 0,1 2 109,-7 4-33,5-4 0,-14 8 120,4-4 1,2-2 200,-7 7 0,7-7-218,-2 2 699,3-4 0,3-1-348,0-1 1,2 0 1007,3 0 0,3-5 1071,3-1 284,4-7-1439,-6 11-131,8-13 1,2 6-175,4-8 0,4 6 505,7-1-879,0 1 0,2 0-241,4-1 0,-4 3 79,4-2 1,-2-4-1022,2 3 1,-4 3-271,4-2 1,-4 0-2318,-1-6 1718,-1 7 1,0-5-879,0 4 0,0-4 2598,1-2 0,-1 0 0,0 0 0</inkml:trace>
  <inkml:trace contextRef="#ctx0" brushRef="#br0" timeOffset="13">9809 11571 7962,'-17'0'708,"0"0"1445,-1 0 519,1 0-1977,0 0 1,5-6 554,1 1-131,7-1-649,-4 6 1,16-6-148,4 0 0,11-1-73,5 1 1,5 2-274,1-7 0,8 5 63,4-6-107,4 9 1,1-11-279,1 9 0,0-3 313,-1 2-1633,-7 4 1111,-2-5 1,-5 7-1532,3 0 1428,-11 0 0,3 0-133,-15 0 0,0 2-181,1 3-1173,-9-3 1168,-1 13 976,-8-5 0,0 0 0,0-3 0</inkml:trace>
  <inkml:trace contextRef="#ctx0" brushRef="#br0" timeOffset="14">10101 11554 7962,'-17'0'2097,"6"0"-1001,-1 0 0,7 0 697,-7 0-504,8 0-800,-11-8 0,13 8-56,-4 0 0,-1 8-156,1 9 0,0 10-5,6 7 1,-5 8-50,-1 10 0,0 7-170,6 4 1,0 4-51,0 2 1,0-3-186,0-2 1,0-13-165,0-11 1,6-3-1233,0-3-1210,7-7 1158,-4-10-1219,9-10 2849,-9-7 0,-1-15 0,-8-4 0</inkml:trace>
  <inkml:trace contextRef="#ctx0" brushRef="#br0" timeOffset="15">13922 10522 7962,'-17'-17'-232,"1"6"0,3-1 0,1-1-395,-1-3 0,4 5 627,-3 0 0,1-1 0,-7-5 0,3 5 0,4 1 0,-5 5 0,5-5 0,-4 7 0,-3-2 79,1-3 1,0 5 106,0-8-100,-1 9 0,1-11-231,0 8 0,6-5 125,-1 5 0,6-5-122,-5 5 1,5-7 87,-5 1 1,5 3 50,-6-3 1,7 6 2,-7-5 0,1 7 0,-6-3 0</inkml:trace>
  <inkml:trace contextRef="#ctx0" brushRef="#br0" timeOffset="16">13337 9714 7962,'-10'-8'226,"-5"7"1,5-7 1193,1 0-536,-7 6-611,15-5-327,-7 7 155,8 7 0,0 3-761,0 7 1,8 0 437,3 1 0,-1 1-1549,1 4 1771,1-4 0,5 13 0,0-5 0</inkml:trace>
  <inkml:trace contextRef="#ctx0" brushRef="#br0" timeOffset="17">13423 10299 7962,'0'17'0,"-6"0"-399,0 0-176,-7 0 0,9 4 585,-7-3 1,7 3 73,-2-10 0,-2 6 128,3 6-180,-1-4 0,0 6-119,0-8 0,1 6 25,5 0 1,0 2-52,0-2 1,0-2 52,0 8 0,2-6-93,3 5 0,-1-5 153,8 6 0,-1-1 0,6 7 0</inkml:trace>
  <inkml:trace contextRef="#ctx0" brushRef="#br0" timeOffset="18">13388 11313 7962,'-17'25'-386,"6"-4"-49,-1 8 1,8-6 377,-1 5 1,1 1 83,-2 5 0,4-5 149,-4 0 1,5-7-121,1 7 0,-2 0-66,-4 5 1,4 2 57,-4 5 1,2-3 29,-1 8 0,3-6-33,-4 6 0,4-1-4,2 7 0,0 0 57,0-1 1,0-5-5,0 0 1,6-2 32,0 2 0,7-4-63,-2-8 0,5 0 117,1 1 1,0-3-63,0-3 0,-5 2 52,-1-9 1,-5 1-128,6-5 0,-9-1-277,3 0 282,-4 0 0,-2 0-149,0 1-507,0-9 424,-8-1 0,6-10-473,-3-4 0,3-5 656,2-12 0,-8-12 0,-1-9 0</inkml:trace>
  <inkml:trace contextRef="#ctx0" brushRef="#br0" timeOffset="19">13612 9714 7962,'-15'-11'311,"1"1"1,3 2 965,-2 5 1,3-5-677,-2 2 0,7 1 890,-7 5-509,8-8-823,-3 6 1,14-8 62,5 5 1,9 3-209,2-4 1,8 4-64,-3 2 1,10-6-52,3 1 1,4-1-130,-4 6 1,6-2-1401,-1-4 991,4 4 1,2-7-420,-1 3 1,3 4 238,3-4 61,-3-3 389,13 7 0,-14-6-100,5 8 102,-13 0 199,5 0 0,-14 2 69,5 4 35,-5 4 0,-2 1-51,1 1 1,-8-1 113,-4 6 0,-4-2 175,-2-3 1,0 3-130,0-3 1,0-5 622,1-1 1,-1-4-39,0-2 0,2 0 192,4 0 1,-4 0-304,4 0 0,2 0 42,-2 0 1,8-6-336,-3 0 1,5-5-300,1 5 0,-5-5 23,0 5 1,-1 0 149,7 6 0,-7 0-534,1 0 1,-6 0 190,6 0 0,-6 0-540,5 0 1,-5 6 42,6 0 1,-6 5-899,6-5 1637,-1 7 0,7-3 0,-1 7 0</inkml:trace>
  <inkml:trace contextRef="#ctx0" brushRef="#br0" timeOffset="20">15729 9903 9312,'-12'2'3947,"1"4"-3849,7 3 0,-4 9-134,8-1 1,0 8 0,0 3-120,0 5 0,0 1-727,0 1 0,0-1 575,0 0 0,2 8-964,4 4 1,-4-2 1270,4 2 0,3-8 0,1 4 0</inkml:trace>
  <inkml:trace contextRef="#ctx0" brushRef="#br0" timeOffset="21">15746 10832 8086,'0'17'-417,"-6"0"291,0 0 1,-5 0 641,5 1 0,1-1-5,5 0 0,-2 0-196,-4 0 1,4 1-205,-4-1 0,4 0-192,2 0 0,0 0-507,0 1 448,0-1 0,0 6-243,0 0 1,0 0-1,0-6-47,0 0 261,0 8 0,0-6 16,0 4 1,2-2-70,4 2 0,-4 2 77,4 3 1,-4 3 5,-2-8 0,0 7 0,0-1 139,0 3 0,0 3 0,0-1-27,0 1 1,0-1 26,0 0 0,0 1 147,0-1 1,-2-5 205,-4-1 0,4-5 231,-4 6 1,4-2-260,2 1 0,-2-1 218,-3-4 1,3-2-137,-4 8 1,4-6-241,2 5 1,0-5 4,0 6 1,-6-2-126,1 1 0,-1 5-138,6-5 0,0-1 108,0 2 0,0-6 133,0 5 1,0-5-59,0 6 0,0-6 275,0 6 0,0-7-149,0 7 0,0 0-120,0 5 1,0-5 44,0-1 1,0 1-101,0 6 0,0-7-39,0 1 1,0-8-82,0 2 1,0-4-123,0-2 1,-2 0 77,-4 0 1,4-5-571,-3-1 1,-3-5-78,2 6-1755,0-1 2523,6 6 0,-7 0 0,-3 1 0</inkml:trace>
  <inkml:trace contextRef="#ctx0" brushRef="#br0" timeOffset="22">13457 12964 7995,'-7'9'214,"3"-1"1,-8-8-1,1 2 1327,1 3 279,3-3-469,7 6-892,0-8 0,1 0 1,5 2-95,6 4 0,3-4-360,2 3 0,2-3-309,4-2 1,4 0 289,7 0-1030,1 0 0,5 0 468,0 0 1,8-2-2532,-2-3 3107,4 3 0,1-14 0,1 7 0</inkml:trace>
  <inkml:trace contextRef="#ctx0" brushRef="#br0" timeOffset="23">14438 13118 7995,'0'12'0,"0"-1"1137,8 1-568,-6-3 828,5-1-847,1 0 0,-4-7-397,7 5 0,1-4-498,5-2 1,0 0 162,0 0 1,6-2-102,0-4 1,2 3 217,-2-9-1347,-4 8 921,14-11 0,-12 11-649,7-7 740,-7 7 0,10-4 54,-8 8 0,2-5 346,-2-1 0,2 0 0,3 6 0,5-2 0,-5-3 0,-1 3 0,2-4 0,0-2 0,5 3 0,6-3 0,0 2 0,2 4 196,-1-3 0,-7 3 255,0 2 1,-1 0 379,-10 0 0,2 2 1891,-2 3-1439,-12 5 0,12 1 754,-11 1 0,-5 5-837,-1 6 1339,3 0-1647,-7-6 1,12 0 24,-9 0-1725,9 1 297,-12-9 1,13 4-275,-3-7 0,3 0 674,2-6 111,0-8 0,0-9 0,1-10 0</inkml:trace>
  <inkml:trace contextRef="#ctx0" brushRef="#br0" timeOffset="24">13354 2080 7995,'-17'-34'130,"0"2"1,1 1-1,3 6 1,3 4 659,3 6 1,-1 1 574,2-3 1,2 6-602,-7-1 0,5 12-485,-5 6 0,7 7 1,-4 22-63,1 7 0,3 13-115,-8 8 1,8 12 91,-1 5 1,-3 4-541,2 2 1,1 0 146,5 0 1,0 2-226,0 4 1,0-6 14,0-1 0,0-6-834,0-10 772,7-8 1,-3-4-215,8-11 1,-7-10 234,7-7 0,-8-8 4,1 2 0,-1-12 107,2-5-245,-4-4-51,5-2 178,-7 0 435,0 0 22,-7-8 0,-3-1 0,-7-16 0,0-2 0</inkml:trace>
  <inkml:trace contextRef="#ctx0" brushRef="#br0" timeOffset="25">12820 2837 7995,'-7'-17'0,"-3"-1"0,-5 1 1729,3 0 1,5 6-63,7-1 1,2 1-460,3-6 0,7-3-305,11-3 0,11-1-407,12-5 0,4-3-882,2 3 0,5 2 307,0-2 0,6 3-433,-5-3 0,-1 4-331,-5 8 0,-1 7-1011,1 5 1,-2 3-118,-4 2 1,-6 0 1034,-12 0 1,-3 9 935,-8 9 0,-7 6 0,-2 11 0</inkml:trace>
  <inkml:trace contextRef="#ctx0" brushRef="#br0" timeOffset="26">13922 2579 7995,'0'-17'733,"0"0"0,6-1-164,-1 1 1,1 0-1,-6 0 246,0 0 0,0-1 459,0 1-733,0 0 0,-2 2-165,-4 3 1,3-1-192,-9 7 1,6-5 153,-5 5-210,-1 0 0,-5 6-110,0 0 1,0 0 319,0 0-542,-8 8 223,6 1 0,-6 9-98,8-1-142,-8 0 128,6 8 0,-6 0 244,7 3-113,1 5 1,6-6 98,-1 7 0,9-2-58,-3-3 0,4 4 27,2-5 0,0-1-25,0 2 1,0-8 19,0 2 0,8-4-41,3-2 1,4-2-131,2-3 1,-1-3 81,-5-3 0,5-4-171,-5 4 1,4-5 40,3-1 0,-1-1 124,0-5 0,0-4-151,0-7 0,-1 0 73,-5 0 1,4-6-119,-3 0 1,3-8 40,2 3 1,-7-3 34,-4 2 1,1-3 89,-1 3 0,6 3-65,-7-3 0,1 6 219,-6-6 1,6 14-80,-1-2 1,1 3 241,-6-3-175,0 8 0,2 1 89,4 8 1,-4 8-63,4 3 1,-3 6-65,3 6 0,-4-2-32,4 8 1,1 0-9,-1 5 1,2 0-314,-2 1 0,-5-7 130,5 1 1,2-6-404,-2 6 1,5-8 221,-5 2 1,5-4-278,-5-2 0,7-6 65,-1 1 0,-3-8-26,3 1 0,1-10 129,10-7 0,-4-9 8,4-2 1,-2-13 80,2 2 0,-4-5 87,4 5 1,-4-6 7,-1 0 1,-3 1 20,-4 11 0,3-5-20,-8 5 1,5-5 93,-5-1 0,5 1 110,-5 5 1,2-3 50,-3 8 1,-3-5 662,4 5-246,4 0 491,-9 6 233,15-1 0,-12 9-496,7 3 1,-7 12 539,2 5 1,-3 5-352,3 1 0,-4 6-36,4 0 1,-4 9-307,-2 2 0,0 3-166,0 9 1,0-8-450,0 2 0,2-2 164,3 2 0,-3-3-509,4 3 0,-2-10 372,2-1 1,-3-8-776,9 2-471,-1-4 255,7-2 0,-1-7 327,0-5 0,-6-8-48,1-3 0,-6-8 45,5 3 1,-1-10-259,1-2 1,-3-6-322,-8 6 1333,0 1 0,0-3 0,0-2 0</inkml:trace>
  <inkml:trace contextRef="#ctx0" brushRef="#br0" timeOffset="27">14318 2424 7995,'-27'0'0,"-4"0"2861,8 0-1274,0 0 1564,6 0-2476,8 0 0,9 2-612,11 4 1,12-4 53,6 4 0,3-5-236,3-1 1,1 0-1062,4 0 0,-2 6 772,8 0 1,-2 0-1320,2-6 0,-4 0 643,-7 0 1,1 2-480,4 3 1563,-11-3 0,11 13 0,-13-5 0</inkml:trace>
  <inkml:trace contextRef="#ctx0" brushRef="#br0" timeOffset="28">14954 2579 7907,'10'-8'1158,"-2"5"144,-8-9 0,1 6-723,5-5 1422,11-1-1281,3-5 1,12 0 545,-3 0-866,3 7 1,3-3-457,-1 7 0,0 0-676,1 6 1,-1 0-1372,1 0 1,-1 2 2102,1 4 0,7 4 0,2 7 0</inkml:trace>
  <inkml:trace contextRef="#ctx0" brushRef="#br0" timeOffset="29">15952 1960 8008,'-7'-17'1792,"-1"0"0,-5-1 1,3 1 2274,3 0-2035,1 8-1484,6 1 0,2 21-778,3 4 196,-3 12 1,12 5 16,-9 12 0,3 4-75,-2 2 0,2-1-189,3 1-204,4-1 0,-5 7-149,7-1 0,0-2-604,0-9 0,1 2-78,-1-8 0,-2 0 44,-3-5-115,3-9 454,-5-1-523,-1-15 1456,-1-3 0,-8-7 0</inkml:trace>
  <inkml:trace contextRef="#ctx0" brushRef="#br0" timeOffset="30">15729 2373 8008,'-8'-18'0,"-1"1"2198,-9 0 0,9 0-1099,3 0 0,4-1 0,4 1 855,4 0 1,11 0-1001,12 0-116,3 0 1,10-3-376,4-2 0,2 2 1,0-3 337,-2 4-619,-1 2 1,7 6-80,0-1 0,-8 8-39,-4-1 1,-4 3-109,-1 2 1,-9 0-332,-3 0 1,-4 6 220,-1-1 0,-7 7-671,1-7 1,-9 9 338,3-3 1,2-1-294,-2 1 0,-1 1 141,-5 5 1,0 0 75,0 0 0,0 2 182,0 4 0,-5-4 93,-1 4 0,0 4 283,6 2 0,-2-2-81,-4 1 1,5-1 600,-5 2 0,4 1-348,2-7 1,-2 0 1820,-4-6-638,4 0 1024,-5 1-1385,7-1-175,0-8-224,0-9 1,0-15-491,0-8 1,5-13 64,1 1 1,6-10-1046,-7-1 1,9-6 613,-3-5 1,4 3-1469,3-3 1,-3 5 206,-4 7 1,5 3-111,-5 7 1,-1 10-1721,1 8 2532,1 8 1,5 16-1110,0 5 1933,-7 11 0,5 11 0,-5 10 0</inkml:trace>
  <inkml:trace contextRef="#ctx0" brushRef="#br0" timeOffset="31">16796 2441 7992,'0'-17'3770,"0"0"1,0 6-2958,0-1 1,0 1 0,2-7 314,3 1 1,5 0-697,7 0 1,0-6-155,1 0 1,1 0-53,4 6 0,-4 0-661,4 0 258,-4-1 1,-2 3-183,0 4-849,0-5 403,1 14-947,-1-13 612,-8 13 201,-1-13 0,-8 11 391,0-7 0,0 5 258,0-6 0,-8 9 36,-3-3 0,-4-2-484,-3 3 1,1-1 637,0 6 1,-6 0-18,0 0 0,-2 7 1139,2 5 1,4 3-601,-4 2 1,6 1 2299,6-1-1760,-5 0 1,14 6-122,-3 0 0,3 5-193,2-5 1,7 2 55,5-2-412,3-4 0,2 8-274,1-4 1,6-6 166,5 0 0,-2 4-90,1-9 1,1 5 130,6-11 0,-1-1-173,0-5 1,1 0-39,-1 0 1,6-7-243,1-5 0,-1-3 0,-6-4-359,1-4 1,-7-2 115,1-3-249,-8-5 0,4 6 0,-8-5-165,0 3 0,0-3-754,1 3 1278,-9 4 1,-1-5 0,-8 5-797,0-2 855,0 6 0,-8-4-164,-3 8 1,-6 2 398,-6 3 0,3-3 583,-2 4 1,-3 3 857,2 2 0,0 4 1,6 2 115,-1 0 531,1 0 1,2 2 0,1 4 239,3 5-1064,7 5 0,-3 3-1198,7 4 0,0 3 0,0 9 0,7-1 0,5 1 0,5-1 0,6 0 0,-2 6 0,6 1 0,-3-3 0,7 6 0,-4-10-3264,7 0 0,1 1-273,-1-6 3537,0-5 0,9 1 0,1-8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7:00:41.335"/>
    </inkml:context>
    <inkml:brush xml:id="br0">
      <inkml:brushProperty name="height" value="0.053" units="cm"/>
      <inkml:brushProperty name="color" value="#FF0000"/>
    </inkml:brush>
  </inkml:definitions>
  <inkml:trace contextRef="#ctx0" brushRef="#br0">13887 12259 7190,'8'-10'-91,"-6"-5"1,4 7 0,-4 4 0,-2 10 0,0 9 0,0 8 348,0 6 0,0 5 1,0 7-1,0 4 1,-2 7-1,-2 5 1,-2 8-1,0 10 1,1 9-1,-1 6-1100,2-1 1,2-1-1,2-2 419,0 0 0,0-4 423,0-7 0,6-10 0,0-19 0,5-10 0,-5-7 0,5-14 0,-5 2 0,0-13 0,-6-4 0,6-8 0,-1-9 0,1-6 0,-6 0 0,0-15 0,0 2 0</inkml:trace>
  <inkml:trace contextRef="#ctx0" brushRef="#br0" timeOffset="1">13870 12345 7853,'0'-12'-1126,"0"1"1126,0-3 0,0-1 11,0-2 1,-6 5 577,1 1 0,-3 7-186,2-2 0,3 10-395,-9 2 0,2 9 266,-1 2-591,-12 1 0,12 14 1,-14-3-339,0 3 1,0 8 428,-4 0 0,-1-5 2,7-6 1,0-3 223,6 3 0,7-4 0,-5-16 0,13-3 0,-4-12 0,12-11 0,5-12 0,5-3 0,1 3 0,0 1 0,0-3 0,0 6 0,1 2 0,-7 4 0,1 2 0,-3 0 0,3 0 0,3 7 0,-5-3 269,7 7 1,-6 0 930,1 6-628,-1 0 0,6 2 1,1 4 1181,-1 5-1769,0 5 0,6 7 1,0 1 282,-2 3-861,-2 2 0,-2 5 0,-1 1 28,-5-1 0,4 0-1190,-3 1 1301,-5-1 454,9 1 0,-7-1 0,8 0 0</inkml:trace>
  <inkml:trace contextRef="#ctx0" brushRef="#br0" timeOffset="2">13801 13944 7853,'18'-8'-376,"-7"6"1,-1-6 0,-1 3 0,-1-3 375,-1-1 0,-1-3 0,-6-5 0,0 0 0,0-1 0,0 1 0,0 0 0,0 6 0,-2-1 0,-3-1 0,-7 5 0,-9 2-37,-2 5 1,0 1 0,6 0 0,-2 1-180,-4 5 0,4 4 356,-4 7 1,2-6 196,-2 1 1,4-1 161,-4 6 1,4 3-3,1 3 0,7-4 317,-1 4 1,3-2-256,-3 1 1,5-2-47,7 3 0,0 1-87,0-1 0,0 6 104,0-6 1,7 2-218,5-2 0,3-4 37,2 4 1,3 1-253,2-1 1,0 0-171,6-5 0,1-1-67,5 0 1,1 0 108,-1 0 0,-5-5 48,0-1 1,-8 1-1,1 5 17,-2 0 1,-9-5 0,-1-1-55,-3 2 0,-1 3 8,-6 1 0,-8 0-118,-3 0 1,-14 2-295,-9 4 1,-3-4 275,-9 4 1,2-4-738,-1-1 0,-5-3-2501,4-4 3385,4-3 0,-8-16 0,6-1 0</inkml:trace>
  <inkml:trace contextRef="#ctx0" brushRef="#br0" timeOffset="3">17828 12207 7853,'0'-9'45,"0"-1"1,0 4 1211,0-5 0,-2 3 0,-2 1 1334,-1-1-2248,-1 6 1,6 2 0,0 11-1,2 7-325,4 5 1,-3 5-1,7 12 1,0 6-11,-1 4 0,-5 9 0,2 4 0,-4 6-317,-2 5 1,0-1-1,0 7 1,0 0-279,0-1 1,-2-10 0,-2-14 0,-2-7-213,2-8 0,2-6-455,2-5 31,0-12 889,0-9 1,0-16-93,0-3 0,6-12 213,0-6 1,0-3 212,-6-3 0,7-7 0,3-2 0</inkml:trace>
  <inkml:trace contextRef="#ctx0" brushRef="#br0" timeOffset="4">17828 12259 7853,'6'-17'142,"0"-1"1,-3 1 1580,-1 0-583,-2 7 180,0-5-408,0 13-60,0-5-639,0 7 1,-5 7 11,-1 5 1,-2 3-154,3 2 1,1 2 25,-8 4 1,7 2-75,-7 4 1,1 3-44,-7-3 1,1 1-248,0-1 0,0 3-79,0-3 1,-1 4-340,1 1 0,2-5 61,3-1 0,-3-7-150,4 2-1206,3-4 1231,0-9 0,8-10 175,0-12 1,8-10 572,3-7 0,5-4 0,9-9 0,1-2 0</inkml:trace>
  <inkml:trace contextRef="#ctx0" brushRef="#br0" timeOffset="5">17742 12310 7853,'2'-17'-973,"4"0"0,-4 5 2027,3 1 0,-3 5 719,-2-5-923,8 7 1,-4-9-48,7 7 1,-5 0 439,6 6 1,1-2-665,10-4 1,-2 5-49,8-5 1,-3 4-406,3 2 1,9 6-312,-3-1 1,3 9-487,-4-3 0,-1 5 532,-4 1 0,3 6-291,-3 0 0,-4 5-434,-3-5 1,-2 8-685,-3-3 0,4 3 1548,-4-2 0,4 3 0,-11-5 0</inkml:trace>
  <inkml:trace contextRef="#ctx0" brushRef="#br0" timeOffset="6">17777 14167 7853,'-8'-27'423,"4"8"0,-5 8 0,-1-1 1,2 1 126,1-1 0,-5 7 0,5-5 16,-3 3 0,-1 1 1,-7 6-333,1 0 0,0 2 0,0 3 1,-1 7-102,1 3 0,0 8 0,-2 2 0,-2 2 101,-2 3 1,0 3-139,6 1 0,2 1-21,3-1-48,-3-7 1,13 5 0,-4-5-14,4 0 1,4-3-12,4-6 1,3-3-82,9-4 1,1-3 55,4-8 1,-2-8-128,7-3 0,-5-12 133,6-6 1,-2-5 19,1-6 1,5 2-22,-4-8 1,-3 0-120,3-6 1,-8-5-153,2 0 1,-4-1 196,-2 7 1,-5 5 41,-1 0 1,-5 2-7,6-2 1,-9 4-7,3 8 0,-4 7 209,-2 4 1,0 4 22,0 2 1145,0 7 96,0 3 553,0 7-802,0 0-570,-8 15 0,6-2-146,-3 16 0,3 2 73,2 9 1,0 4-264,0 7 0,0-5-190,0 0 1,0 0-154,0 5 1,2 1-70,3 0 0,-3-3-966,4-3 0,4-2-259,1-4 1,-1-5-979,1-1 1,1-7 1074,5-10 1283,0-8 0,0 7 0,0-7 0</inkml:trace>
  <inkml:trace contextRef="#ctx0" brushRef="#br0" timeOffset="7">13836 11356 6131,'4'0'2546,"0"0"730,-4 0-2971,0-4 1,0 2-1,1-4 298,2 0 1,-1-6 27,4-2-333,-4-2 1,5-5 0,0-2 11,3-2 0,1-9-110,3-3 1,1-6-338,-7 19 1,1-1 0,-1 0 0,1-2 242,-1-3 0,1 0 0,1 0 0,0 0-67,0-1 1,0 1 0,1 2 0,-2-1-160,0 0 1,0 1 89,8-14 1,-4 2-85,-1 17 1,-3 3-53,0 5 149,-4 7 1,-2 5 78,-3 6-3,0-2-15,0 6-157,0-2 625,0 4-902,0-1 0,0-2-1174,0 0-25,0-4 0,0 2 212,0-1 1377,0-2 0,4 3 0,1-4 0</inkml:trace>
  <inkml:trace contextRef="#ctx0" brushRef="#br0" timeOffset="8">13965 11364 7853,'-9'5'-1000,"0"-2"2335,1-2 1,2-1 858,0 0-444,1 0-249,0 0-347,1 0-842,4-4 1,4 2-24,2-3 1,1 0-26,2-1 0,-1-2-13,1 3 0,3-6-271,3 0 1,4-5 207,1 2 1,5 0 299,1-3 1,1 0-465,8-6 1,2-3 87,-14 10 0,0 0 0,-1 0 0,1-1-312,1 0 1,1-1 0,0-1 0,1 0 178,1-1 1,1 0 0,0 0 0,0 1-17,1-1 0,0 0 1,-4 2-1,0 0 1,2 1-1,-1 0 1,-3 2-1,0 1-223,16-10 0,-6 3 196,-1 4 0,-5 4-22,-2 1 0,-2 2-14,-3-2 0,-1 6-85,1-3 0,-2 2 214,-1-1 0,-1 2-364,-1 0 0,0 2 1095,-4-2-1500,1 2 0,-3 1-347,-1 0-24,-3 0-740,-1 3 1031,-4 0 1,-8-3 0,-1-2 0</inkml:trace>
  <inkml:trace contextRef="#ctx0" brushRef="#br0" timeOffset="9">15057 10599 7923,'-8'-4'439,"-1"-3"1,1 4-1,-1 0 1,0 0 569,1 0 1,-1 1 0,0 2 30,1 0 1,2 0-674,0 0 0,5 3 0,-2 3-112,2 2 1,5 0 0,1 2 0,3-1 0,0 2 30,1-1 1,3-5-1,0 4 1,0-3-116,1-1 0,-1 0 0,-1-3 0,0 1-266,0-1 1,1-1-1,0-1 1,-1-1-269,2-2 1,-4-2-1,3-4 1,-3 0-201,0-3 0,-3 2 6,-1-4 1,-3 2 332,1-2 1,-3 0-1,-3 0 1,-4 3 237,-3 1 0,-6 2-22,-4-1 1,-3 4 268,3 2 0,-3 3-121,3 3 0,0-1-1316,6 4 1,3 0 123,5 2 1052,2 1 0,4 3 0,0 2 0</inkml:trace>
  <inkml:trace contextRef="#ctx0" brushRef="#br0" timeOffset="10">15075 10307 7923,'-3'-6'134,"0"1"0,-3 2 0,2-2 0,-1 1 1504,-1 2 0,1 1 312,-1 1-1710,4 0 0,-1 0 0,6 0 0,2-1 226,0-2 1,3 2 0,-3-1-28,3 1 1,1-2 0,2 0-196,0 1 0,4-2 0,-2 0 0,3 1 46,2-1 0,2-3-217,0 1 1,2 1 107,4-4 1,6 2-28,3-4 0,5-2-466,0 2 1,6-4 319,-22 7 0,1 1 1,0-1-1,0 0-244,1-1 1,0 1 0,0 0 0,-1 0 227,1 0 0,0 1-50,0-1 1,0 0 0,0 2-1,1 0 1,-1-2 0,0 0 9,-2 1 1,0 0 52,21-3 1,-3-4 0,0 4-6,1-2-12,-6-3 1,5 4-1,-7-2-17,3 1 0,-2-4-172,4 2 0,-4-2 184,-2-1 0,-3 2-62,-6 1 0,1 3-182,0 0 1,-4 2 108,-2 4 1,-6-2 138,-2 4 1,-5 0-145,-2 3 1,-2 0 324,3 0-830,-4 0 382,6 0 0,-7 0-1078,5 0 506,-4 0 0,6 0 852,-3 0 0,3 0 0,1 0 0</inkml:trace>
  <inkml:trace contextRef="#ctx0" brushRef="#br0" timeOffset="11">15075 10290 8021,'0'-9'504,"0"1"0,0-1 84,0 0 0,-1 4 1,-1-1 261,-1-1 1,0 3-251,3-2 1,-3 3-127,0-3 0,1 4-210,5-1 1,-1 2-95,4 1 1,-3 0 0,2 0 0,2 0 51,1 0 0,1 0-59,3 0 1,-2 0-97,5 0-9,-1 4 1,3-2-1,0 3 8,1-1 1,-1 0 3,0-2 1,0 0-137,0 4 1,-2-4 49,-1 1 0,-2-2 43,2-1 0,-1 1 7,2 2 0,-2-2 74,-1 1 1,-2-1 16,4-1 0,-3 0-14,0 0 0,-1 0 95,-1 0 0,0-1-56,3-1 0,-3 1 4,3-2 1,-3 1-26,0-1 1,-1 2 82,1-2-303,0 2 1,-1-2 116,1 1 1,2-2 0,1 2-122,-2-1 1,3-3 155,-2 3 0,4-2-73,0 2 1,-2-4-255,2 1 330,-1 2 0,0-3 0,0 2-62,-2 0 1,3 1 4,0 1 1,-2 2 13,1-2 1,-3 2 22,0 1-17,3 0 0,-2-3 0,3 0 44,-4 1-96,2 1 1,-2 1-1,3-1 24,2-2 1,-3 2-17,1-1 0,-2 1 23,2 1 1,-2-1-2,2-2 0,-4 2 12,2-2 1,-3 2 18,0 1 0,2 0-10,1 0 0,-1 0 21,-2 0 0,0 0 8,-1 0 0,4 0 22,-1 0 0,2 0 9,-2 0 0,-1 0-80,1 0 0,0 0 0,0 0 1,-1-3-52,1 0 1,-1 0 77,-2 3 0,1 0-38,0 0 0,-1-2 35,1-1 1,-1 0-6,1 3 0,0-3 40,-1 0 0,1-1 7,-1 1 0,1 3-85,0-3 0,-1 1-21,1-1-26,-1 2 0,1-3 0,0 3-150,-1-2 137,1 2 1,2-3-1,0 4-61,-4-3 0,2 2 82,-3-2 0,1 2 5,2 1 1,-3 0-39,-1 0 79,1 0 1,3 0 28,-1 0 1,-2 0-79,0 0 98,0 0 0,-1 0 0,1 0-68,1 0 0,-2 0 2,0 0 0,1 0-8,3 0 1,-1 0 24,1 0 0,-1-1-2,1-2 0,0 2 7,-1-2 0,1 2 8,0 1 1,-1-3 51,1 1 0,-1-1-65,1 3 1,0-1 10,-1-2 0,1 2-32,-1-2 0,1 2-109,0 1 0,-1-1 111,1-2 0,-1 2-10,1-2 0,0 3-21,-1 0 60,5-4 1,-4 3 0,4-2 67,-1 2 0,-1-2-58,3 0 0,-3-3 96,4 4 0,-4-1-46,4 3 1,-5-3 15,1 0 0,2 0-67,-2 3 0,1-1-9,-4-2 1,4 2 63,-1-2-105,1 3 1,-1 0 0,1 0-55,-2 0 0,0 0 36,-1 0 1,2 0 31,0 0 1,1-3-28,-3 0 0,-1 0-3,1 3 0,2 0 40,1 0 1,-1 0 1,-2 0 0,2 0 27,1 0 1,-1 0 6,-2 0 1,2 0-15,1 0 0,0-1 28,0-2 0,0 2 108,2-2 0,2-1-77,-5 2 0,4-4 139,0 3 1,0-3-103,-1 3 1,3-2 124,-3 2 0,-1-3-93,2 3 0,-1-1 88,3 2-132,-3 1 0,1-3 15,-4 4 1,4 0 0,-4 0-93,0 0 0,1 0 91,0 0 0,-1 0-278,-2 0 258,-1 0 7,1 0 0,-1 1 147,-3 2 8,-1-2-291,-4 2-293,0-3 1,4-7-1,1-3 1</inkml:trace>
  <inkml:trace contextRef="#ctx0" brushRef="#br0" timeOffset="12">19910 8132 8193,'9'-8'5,"-1"3"660,-3-3 300,-1 7-156,-4-3-236,0 4-106,-4 0-62,3 0-262,-7 0 1,6 1 112,-3 2-103,3-2 1,-6 6 0,2-3 0,-1 1 0,-2 1 55,1 2 1,-4 3-1,0 2 1,-2 0 62,-1 2 1,2 2-82,-2 0 1,1-1-27,-3-2 1,3 3-102,3-3 1,1 1 157,2 0 0,0-3-42,2-3 0,3-2-68,6-1 0,0-1 110,6-2 0,-3-2 145,6 1 0,-2-1-156,-2-1 1,4 0 11,-1 0 0,4-2-4,0-1 1,-2-3 79,1 3-250,1-4 0,3 5 0,1-3 75,1-2 1,0 2-301,-3 0 0,1 2 127,-1-3 1,-1 3-169,-2-3 1,-1 4 20,-5 0 1,0 0 245,-2-1 387,1 2-196,-6-3 1,-1 3 383,-5-2 1,-3 1-681,-1-3 0,-2-1-1194,0-3 812,-1-3 1,1-2 0,-1-2-1203,2 2 1,0-2-1639,1 1 2776,1 3 0,-5-1 0,0 5 0</inkml:trace>
  <inkml:trace contextRef="#ctx0" brushRef="#br0" timeOffset="13">22147 8201 8193,'5'-5'759,"3"1"1,-7 3 736,1-1-318,3 1 0,-3-3-272,4 4 1,-3 0-302,2 0-342,-3 0 0,2 1 106,-4 2-367,0-2 0,0 3 90,0-1 0,-1 1 11,-2 2 1,1 1-82,-3-1 0,-4 3 26,-2 2 0,-5 0 35,2 3 1,1-2 61,-2 2 0,1 0 41,-3 3 1,-2 1 131,1-1 0,0-4-94,7-1 0,2-3-241,3 0 131,4-1 0,2 0 75,6-2 0,6-2 27,2-4 0,5 0-60,1 0 1,3-3 13,-3 0 0,4-3 23,-1 3 0,-1-1-93,1 2 1,-1 1 60,1-2 0,2-1-207,-2 1 35,-2-4 1,0 6 0,-4-2 135,0-1 1,-2 0 32,-1-2 0,-4-1 67,2 1 0,-3 1-34,0-1 0,-4 3 164,-2-2 1,-2 2-171,-1-3 0,-5-2-260,-4-4 0,-1 0-577,-7 0 0,-3-1-535,-5-4 1,-2 2-453,-2 1 1,1 3-1128,-3-4 2551,3 8 0,-5-4 0,2 6 0</inkml:trace>
  <inkml:trace contextRef="#ctx0" brushRef="#br0" timeOffset="14">16503 9903 8193,'0'-6'196,"0"1"1,0 2 360,0-3 1,0 3 697,0-2-57,0 3 131,0-2-897,0 4 1,3 0-290,3 0 1,-1 0-60,1 0 0,-1-3 0,4 0 1,0 1 152,-1 1-249,1-3 1,0 3 108,3-1 0,-2-2 1,4 0-16,-2-1 0,3 3-48,-4-1 1,4 2-8,0 1-51,-3 0 1,2 0 0,-4 0 87,2 0 0,0 0-128,-1 0 1,-1 3 133,1 0-125,-1 0 0,1-3 0,1 1 99,-2 2 0,3-2 16,-2 2-16,5-2 0,-7-4 0,4-1 6,-1-1 68,1 3 0,1-4 1,-3 2-68,-1-1 0,1-1-3,1-2 0,-1 2 19,-2 0 0,2 1 8,1 0 1,-1-3-102,-2 2 1,0 1 76,-1 0 1,1 2-51,-1-3 1,4 4 35,-1-1 0,1 1-191,-4 0 158,1 1 0,2-3-8,1 4 0,-1-3 31,-2 0 0,0 0-2,-1 3 1,4-3-23,-1 0 1,2-2 10,-2 2 1,-1-1 1,1 1 0,-1 2-16,-2-2 0,1 1-2,-1 0 1,1 1 15,0-2-15,3 2 2,-2 1 1,2-3-1,-3 0-1,-1 1 0,4 0-1,-1-1 0,1 2 42,-4-1 1,2-2-51,1 1 1,-1-3-2,1 3 1,2 0-18,-2 0 31,1 2 0,-1-6-16,1 4 0,2-1 0,-2 2 23,-2 0 1,0-1-9,-2 3 1,4-3 26,-1 0 1,1 0-34,-4 3 1,4-1-25,-1-2 0,4 2 14,-4-2 0,1 2 1,0 1 1,-3-2-15,3-1 0,0 0-42,0 3 63,3 0 0,-5-3 99,1 0 1,2-1-29,-2 1 0,3 3 0,-2-3 1,-2 2 1,1-2-19,0 0-57,-1-4 1,5 5 0,-2-3-98,0-2 128,1-5 0,5 2-176,1-4 0,-2 3 0,2-1 18,-2-1 112,-5 8 1,4-7-1,-4 6 12,0-1 1,1 1 171,-3 0 0,-1 4 57,1-1 1,-1 2-129,-2-2 1,4 2-51,-1-2 1,1 2-16,-4 1 0,2 0-11,2 0 1,-2 0 16,4 0 0,-2-1-19,2-2 1,-2 2-46,2-2 1,-3-1-19,4 2 0,-4-4 190,4 3 1,-5-3-63,2 3 0,-2-2 23,2 2 1,-3-1-25,3 1 1,-3 2 7,0-2 0,0 0 20,3 0-120,-3 0 1,5 0 0,-4 0 20,2 1 1,0-2 44,0 1 0,-2-2-199,5 2 1,-4-3 35,3 3 1,-2-2 26,2 2 0,-2-3 107,2 3 1,-4-3 2,2 3 0,0-2 7,0 2 0,-1-4 133,-2 1 1,2 3-148,1 0 1,-1-1-57,-2 1 0,0 0 9,-1 3 0,1-3-19,-1 0 0,1 1-174,0 2 1,0 0 130,3 0 1,-2 0-160,4 0 0,-2 0 79,2 0 1,-2 0 12,2 0 0,0-1 202,4-2 0,-4 2-99,0-2 0,1-1 150,2 1 1,0-2 51,0 2 0,1-3 166,-1 3 1,0-4-120,0 2 1,0 0 37,1-1 1,-1 3-160,0-2 0,0 2 6,0-3 0,1 1 82,-1-1-192,-4-1 0,3 3 1,-1-3 20,1 2 1,-2 2 25,1-3 1,-2 3-17,1-3 1,3 4-18,-3-4 0,2 3-5,2-3 0,-4 3-5,0-2 1,1 2-109,2-3 1,0 3 19,0-3 0,-3 2 51,1-2 1,-1-2-4,3 3 0,1-2 46,-1 1 0,-3-2-16,0 3 0,1 0 48,2-1 1,0 3 17,0-2 0,1 2-69,-1-3 1,0 1 2,0 0 0,0-3-42,1 2 0,-1 1-21,0 0 1,2 2 256,-2-3 0,2 3-13,-8-3 0,3 4 133,-2-4 0,2 4-172,-2-1 1,2-1-27,-2 1 1,-1 1 102,-2 2-43,3 0 1,-5 0 0,1 0 321,0 0-188,0 0 1,0 0-305,1 0-24,-1 0 0,1 0-223,0 0 1,-1 0-43,1 0 0,-1 0-242,1 0 0,0-3 221,-1 0 1,1-1-598,-1 1 381,1 2 0,0-4-1573,-1 3 1110,1 1 0,-3-3-360,-1 4 1381,-3 0 0,2 0 0,-4 0 0</inkml:trace>
  <inkml:trace contextRef="#ctx0" brushRef="#br0" timeOffset="15">19927 8854 7433,'9'-4'3276,"-4"0"-2309,-2 4 0,-3 1-661,0 2 1,0-1-1,1 2 426,2 0-560,-2-1 1,3-2 0,-3 1-60,2 1 56,-2 0-296,3-3-23,-4 0 26,0 3 4,0-2 236,0 3 130,0 0-83,0-3 734,0 3-983,0 0-3,0-3-1649,0 2 1675,0-10 0,1 5-21,1-4-317,-1 4 0,3 1-2546,-4-2 2947,0 2 0,0-6 0,0 2 0</inkml:trace>
  <inkml:trace contextRef="#ctx0" brushRef="#br0" timeOffset="16">18198 11640 8256,'8'0'-1072,"1"0"635,0 0 1,-4 0 829,1 0 225,-4 0-113,2 0-382,-12 0-745,6 0-45,-5 0 38,3 0 629,3 0 0,-7-4 0,3-1 0</inkml:trace>
  <inkml:trace contextRef="#ctx0" brushRef="#br0" timeOffset="17">18129 11528 8254,'0'-9'214,"0"1"1,0-1 257,0 1 1,-3-1 0,-1 0-158,-1 1 0,3-1 0,-4 1 0,-1-1 0,-1-1-35,0-1 1,-1 4-1,1-1 1,-1 0-60,0 0 0,-2 0 1,0 0-1,-1 2-66,0 4 0,-1 1-168,-1 1 1,-3 0 34,-1 0 1,1 1 0,-4 1-1,0 4 68,-2 2 0,-2 4 23,0 3 1,-2 2 168,-2 3-207,2-2 0,-2 10 0,2-2 90,-2 4 1,5 1-173,-1 4 1,4-5 293,1-1 0,5-2-59,1-1 0,7-2 156,1-1 1,2-3-145,1-5 1,1 0 20,5-3 1,1 2-79,5-3 1,2 1 137,1-4-259,3 1 0,-2-1 1,2-2 306,-1 0 1,0-3-211,0 3 0,3-4-21,0 4 0,1-4-123,2 1 1,-1-2 200,1-1-287,-2 4 0,6-3 0,-3 2-59,1-2 1,-2 0 134,3 1 0,-3-1-174,3 2 0,0-2 95,3-1 1,-1 0 44,-2 0 0,2 0 11,1 0 0,-3-1 3,3-2 1,-2-4 70,2-5 1,0-3 20,-1 1 1,0-5-13,-2-2 1,-2-2 129,-4 0 1,0 0-35,-3-3 1,-2 5-123,-3-5 0,-1 2-122,-3-2 1,-1 0 86,-4-3 0,-1 2-18,-2-1 0,-1 1-8,-5 1 0,-2 1-149,-1 2 0,-3 2 182,0 4 0,-1 1 9,-1 2 0,0 1 127,0 5 1,-4 2-18,1 0 0,-1 4-26,1-1 1,1 1-10,-4 0 0,4 1 4,-1-2 0,1 2-8,-1 1 1,-1 0-11,-2 0 1,-1 0-151,4 0 1,-4 0-42,1 0 0,-5 4-191,0 1 0,-2 7 158,1 2 1,0 2-112,-3 2 1,0 3 228,3 1 1,0 3-72,3 1 0,1 3 86,-1-1 1,2 7 199,4-4 1,1 4-109,7-7 1,5 4-43,4-3 0,-1-2-32,1-4 1,1-2-30,5-4 1,3 1-177,5-1 1,0 0 100,3 0 0,-2-3 5,2-3 0,0 1 306,3 0 0,1 2-187,-1-2 0,0-2-20,0-4 1,1 2-48,2-3 1,2 0 54,0 1 1,3-4-13,-2 1 0,5-3 11,1-3 6,3-2 1,-2-7 0,2-3 15,0-1 1,-3-1 63,2 0 0,-3-4 174,0 1 1,-4-2-83,-1 1 0,-4 1-114,2 3 0,-4-3-135,-3 0 0,-1 1 30,-5 5 1,0-2-172,-2 5 1,0-3 169,-3 2-224,0 1 0,-3 1 1,0 0-16,0-2 1,0-2-45,0 2 1,-4-3 34,-2 1 0,-2-1-124,-4-2 0,2 1-106,-5-7 1,1 1 117,-3-1 0,0-3 134,-1 1 1,1 3 147,0-1 1,0 4 203,0 1 0,-2 5-35,-1 2 0,2 5 322,-2 3 1,1 3-109,-1 3 1,1 2 187,-4 3 0,1 5-238,-1 1 1,-2 5-142,2 1 1,-2 5 113,-1 1-147,1 3 0,0 6 0,1-1-159,1 0 0,3 2-1253,-3 1 1268,4-2 1,1 5-1,4-3 22,2 3 0,0 1-104,4-1 0,3-5 172,2-7 1,6-2-616,3-3 1,2-2-845,4-4 0,1 0 587,4 0 1,4-2 871,2-1 0,0-2 0,3 2 0,4 1 0,2 1 0</inkml:trace>
  <inkml:trace contextRef="#ctx0" brushRef="#br0" timeOffset="18">19970 8966 6046,'5'-1'388,"-2"-2"-89,-2 2 0,0-3 437,2 1-71,-2 2-366,2-3 0,-4 4 21,-1 0 17,1 0 951,-3 0-907,0 0-163,3 0 0,-3 1 73,4 2-294,0-2-224,0 3 218,-4-4 1,3 0 156,-1 3-47,1-2 551,1 3-491,0 0 5,-4-3-36,3 3-12,-3-4-39,4 0 1,-3 1 88,0 2-12,0-2 4,3 2 37,0-3-51,-3 0-14,2 0 5,-3 0 1,1 1 25,0 2 9,0-2-51,3 3-2,0-4-142,-4 0 78,3 0-139,-2 0 11,-1 0 7,3 0-82,-3 0 268,0 0-131,3 0 692,-3 0-620,1 0 16,2 0-57,-3 0-23,4 4-57,0-3 3,-4 3-21,3-4 81,-3 0 0,1 0 97,0 3 228,1-2-243,-2 3 1,3-3 93,-2 2-110,-2-2 0,3 3 34,-4-4-27,5 4-69,-7-4 0,4 5-40,-2-2 92,3-2-39,-1 3 0,2-3 59,-4 2 7,4-2-31,-5 3 0,5-2 58,-4 1-67,4 0 0,-5-2 47,4 2-70,-3-2 1,4 4-41,-4-2-3,4-3 0,-5 5 50,5-2-104,-1-2 1,2 3 11,-2-4 84,2 4 1,-4-3 65,2 2 10,2 1 11,-6-3 0,5 4-72,-4-2 16,4-2 0,-3 3 40,2-4-78,3 0 1,-5 3-12,2-1 55,2 1-112,-7-3 1,6 3 86,-3 0-72,3 0 0,-3 0 36,2 0 0,1-1-10,-4-2 10,4 4 1,-2-3 27,1 2 1,2-1 0,-3 0 35,0 1 0,2 0-38,-3-3 2,3 3-11,-6-2 0,6 4-15,-4-2 1,4-2 0,-3 3 8,1 0-17,-3-3 16,2 6 1,-2-5-21,1 4 1,-2-4-4,3 1 0,0 1 12,-1-2 1,3 4-1,-2-3 0,0 1 2,-1-1 0,-1-1 0,4 3 1,-3-3 0,4 5 0,-4-4 0,1 1 0,0-2 0,-3 3 0,7 0 0,-6 0 18,4-2 1,0-2 59,0 1-73,2 3 0,-4-4 47,2 2 1,1 1-29,-3-1 0,2 1 0,-3-3 87,-1 2-93,3 4 1,-3-5-19,1 4 0,1-3 15,-1 2 1,2-2-6,-2 3 0,-2-3-117,3 2 0,0-2 72,-1 3 0,1-3-14,0 3 1,-2-3 0,3 1 18,-1 0-12,0-1 0,-1 0 22,0 0 1,3 1 36,-3-2 4,1-1 0,-1 4-5,0-2-2,4-2 0,-4 4-19,3-2-40,-4-2 0,5 3 40,-4-1-58,5-2 1,-4 3 54,2-4 1,1 3-2,-4 0 1,0 2 75,-2-2-72,3 4 1,-3-5 58,3 4-24,-3-4 0,-1 5 47,1-1 0,-1-2-54,1-1 0,2 0 15,0 0-43,0 0 1,1-2 12,-1 2 0,3-2 39,-3 2-73,1-2 1,-1 2 39,0-1 1,1 2 0,-1-2-4,0 1 0,1 1-9,-1-1 1,-1-1 11,1 3 47,-2-3 1,3 5 0,-1-3-27,-1 1 1,2-3 9,0 4-68,-1-4 1,0 3 26,1-2 0,0-1-23,-1 3 21,2-3 1,0 3-31,-1-2 37,1-2 1,-3 4 0,3-3 36,-1 0-17,4 1 0,-6-2 0,3 1 46,-1 1 1,2 0 42,-2-3-101,-1 4 0,0-3-16,0 2 1,4-2 62,-4 2-126,0-2 0,-2 6 51,-1-4 1,3 1-21,0-1 0,4-3-9,-4 3 0,3-2 26,-3-1 0,3 3-4,-2 0 11,3 0 0,-6-3 3,2 0 8,-1 4 10,-2-3-22,0 6 0,1-5 3,-1 4 0,4-4-15,-1 1 18,0 1 0,0-2 0,1 3-24,-2-1 0,2 2 10,-1-3 0,1 3 12,-4-5 0,0 7 7,1-2 17,-1-3 0,1 4 32,-1-4-53,0 4 84,1-6 0,2 3 1,0-2 36,0 1-41,-2 0 1,-1-3 84,1 0-119,-1 4 1,3-3-1,1 2 138,-2-2-123,3-1 1,-3 2 29,1 1-70,-2 0 1,1-2-1,0 1-14,1 1 1,3 0-77,-3-3 1,4 1 123,-4 2-58,4-2 1,-3 2 13,2-3-10,-1 0 1,-2 1 11,0 2 31,0-2 0,-2 4-28,-1-2 1,1-1 34,-1 3-55,0-3 1,1 6 7,-1-2 1,0-1 0,1-1-94,-1 0 81,1 3 1,2-2-1,0 2-87,0-1 90,-2 2 0,-4-4 74,1 5 1,-1 0-55,4-1 0,-4 1 0,0-1 91,-1 1 1,-1 1 173,0 1-257,-2-1 0,3 2 18,-1-3 0,-2-1 0,2 0 42,1-2 1,1 1 0,7-1 10,-3-2-222,3 3 1,0-5-208,2 4-98,3-4 149,0 2 983,0-4-595,0 4 68,-4-4-151,-1 8 0,-1-7 0,0 2 38,0-2-81,-2 3 40,0-3 0,-1 6-38,0-1 1,1-1-11,-1 1 0,1-4 1,3 4 1,-3-3-2,2 3 0,-1-3-31,-2 2 41,0 1 0,1 3 18,-1-1 0,1 0 0,-1-2 0,0 1-5,1-1 1,-1 1 31,1-2 0,-4 3-23,1-2 0,-1 1 13,4 2 0,-5 0 0,3-1 0,-4 1 31,2-1 1,0 1-31,4 0 1,-1-2-4,1-1 0,2-1 33,0-2 0,3-1-20,-3 3 11,5-3 0,-4 2 0,3-3-7,-1 2 0,-1-2-1,1 2 1,1 0 5,-3 0 135,-1 0 0,0 0-20,0 0 0,1 3 115,-4-3 1,3-1 173,1-2-118,3 4-147,-6-3 1,6 3-86,-4-4 0,5 1-53,-2 2-46,2-2 1,0 3-377,-2-4-54,2 0-2836,-3 0 0,0 0 0,3 0 2457,-2-4 1,3-1 0,0-4 0</inkml:trace>
  <inkml:trace contextRef="#ctx0" brushRef="#br0" timeOffset="19">17948 10024 8306,'0'-6'-412,"0"0"0,1 0 1,1 1 1486,1-1 0,0 0 690,-3-2-192,0 3-1019,0 1 1,-4 5-371,-2 2 0,0-1 0,-1 3 0,1 2 0,-1 1 46,0 0 0,-2 1-150,1 0 0,-1-1 0,0 1 1,1-1-28,-1 1 1,0 0 21,-3 3 0,3-3-24,-3 3 0,3 0 5,0 0 0,0 0-147,1 0 1,2-3 121,0 3 0,1 0-141,0 0 0,0-1 121,2-2 0,1-1 121,-4 1 0,5-1 125,-2 1 1,2 0-215,1-1 1,0 1-8,0-1 0,0-2 309,0 0-166,0 0 1,0-1-126,0 1 1,1-4 11,2 1 47,-3 2 1,8-4 81,-2 1 1,-1-1 130,0-1 0,1 1-187,3 2 100,-5-2 0,4 3-27,-2-4 1,2 0-1,0 0 326,1 0 0,-1 0-271,1 0 0,0-3-39,-1 0 0,1-1-248,-1 2 0,2 1 58,1-2-148,-1 2 0,3 0 1,-1-1-10,2-1 0,0 0-184,0 3 0,0-1 169,3-2 0,-2 2-48,-1-1 0,-1 0-41,2-1 0,-2 2-109,-1-2 0,-3 2-593,3 1 297,-3 0-409,0 0-1147,-1 0 2184,-3 0 0,3 8 0,-3 1 0</inkml:trace>
  <inkml:trace contextRef="#ctx0" brushRef="#br0" timeOffset="20">17716 10668 8162,'1'5'-2421,"2"-2"2421,-2-2 0,2-2 0,-3-2 0,0 1 0,0-4 0,0 1 0,0-4 0,0 0 0,0 4 0,-3-1 0,2 0 0,-3-2 89,4-1 1,0 3 373,0 1-196,0 3 0,-3-6 256,0 2 0,0 2-92,3-2 0,0 0 98,0-2 0,0-1-64,0 0 0,0 0-151,0-3 1,0 3-40,0-3 0,0 0 15,0 0 1,-3 1 107,1 2 0,-1 4-131,3-1 0,0 3 205,0-3-101,0 4-345,-4-1 0,3 4 157,-2 1 1,2 3-168,1 4 0,-3-1 125,0 1 0,0 0-19,3-1 0,0 4 29,0-1 0,-2 1-67,-1-4 0,0 4 20,3-1 1,0 1 131,0 0-229,0-3 0,0 7 0,0-4 117,0 2 1,0-3-138,0 3 0,0 1 146,0 2 1,3 0-31,0 0 1,0 0-5,0 1 0,-1-2 50,4-2 1,-4 1 25,1-3 0,1 2-38,-2-2 1,4 2 2,-3-2 1,3 0-43,-3-1 1,2 0-4,-2 3 0,3-3-128,-3 0 0,3 2 31,-4-2 1,4 4 32,-3 0 0,4-2-5,-2 1 1,0-3-13,1 0 0,0 2-31,2-2 0,-2 1-99,0-4 1,0 1 70,2-1 0,-2 1-24,0 0 1,-4-1 82,4 1 0,-4-3-28,1-1 0,-1 1-9,1 3 1,-2-1-118,2 1 0,-2-1-208,-1 1 0,0-3-75,0 0 86,0-1 1,2 1-607,1 0-700,0-4 665,-3 1 158,0-3 1,-7-7 0,-3-3 0</inkml:trace>
  <inkml:trace contextRef="#ctx0" brushRef="#br0" timeOffset="21">17656 11098 8203,'-4'-5'2053,"-2"2"864,2-1 201,-3 3-2281,6-3 0,-2 4-39,6 0-400,1 0 1,5 4-152,0 1 0,-1 0 30,1 1 1,-1 0-31,1 2 0,0 1 0,-1-1 0,2 1-159,1 0 0,-1 2-112,1 1 1,2 0-121,-2-1 1,2 0 105,-2 3 0,0-3 129,3 0 1,-3-1 72,0-2 1,-1 0 430,-2-2-189,1 1-77,-1-6 1,-2 2 30,0-6 0,-3-1 207,2-5 1,-2-4-504,3-5-88,-4-3 0,5-4 0,-4-2-681,2-2 271,-3-1 1,3-5-1,-2 0-1205,3-2 1,-2-2-1,2-1 1,-3 6-1639,3 5 0,-1 3 3277,4 4 0,-2 0 0,1 7 0,3 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7T09:16:31.213"/>
    </inkml:context>
    <inkml:brush xml:id="br0">
      <inkml:brushProperty name="height" value="0.053" units="cm"/>
      <inkml:brushProperty name="color" value="#FF0000"/>
    </inkml:brush>
  </inkml:definitions>
  <inkml:trace contextRef="#ctx0" brushRef="#br0">2068 8543 7992,'17'0'-22,"0"0"0,6 0 1,0 0-1,-2 0 2,-2 0 1,4 6 0,0 0 25,-2-2 1,1-3 0,-1-1-35,2 0 1,0-1 118,-6-5 0,2 4-80,4-4 0,-4-3 70,4-3 1,-4 4 0,-2 1 35,1-1 0,-1 6-54,0-4 1,0 5-23,1 1 3,-1 0 1,-6 0-31,1 0 0,-1 0 29,6 0 0,-5 0-136,-1 0 1,-5 0 22,6 0 1,-1 0 20,6 0 0,-5-6 21,-1 0 0,1 0 35,5 6 1,-5-2 54,-1-3 1,1 3-73,5-4 1,0 4 17,0 2 1,-5-6-4,-1 1 1,1-1-123,5 6 1,-6 0 117,1 0 1,-1 0-39,7 0 0,-7 0 117,1 0 0,-7 0-111,7 0 134,-1 0 0,7 0-104,-1 0 1,-6 6 13,1-1 0,-1 1 25,7-6-17,-1 0 1,0-2-12,0-4 1,0 5-9,1-5 1,-1-2 6,0 2 1,0-1-9,1 1 41,-1 4 0,0-11-33,0 7 1,1 0 44,-1 6 0,-6 0-36,1 0 1,-1 0 2,6 0 0,-5 0 18,-1 0 0,1 0-3,5 0 1,0 0-29,1 0 1,-7 0 20,1 0 1,-1 0 47,6 0 1,1 0-51,-1 0 1,0 6 107,0 0 1,0 1-55,1-1 27,-1-4 0,0 11-45,0-7 0,1 2-1,-1-2 1,0-5-19,0 5 0,-5-4-1,-1-2 1,1 0-13,5 0 1,0 0 23,1 0 1,-1 0 52,0 0 0,0-2-59,0-4 1,-1 3-43,-5-9 1,5 6 45,-5-5 1,4 5-49,3-5 0,-1 7 44,0-2-37,0-3 0,1 1-6,-1-4 1,0 5 27,0 7 1,-5-6 228,-1 0-204,1 1 138,5 5-90,0 0 1,-5 5-7,-1 1-10,-7 0-59,11 1 1,-11-3-289,8 8 207,-9-8-1017,5 3 469,0-7 597,-6 0 0,13 8 0,-5 1 0</inkml:trace>
  <inkml:trace contextRef="#ctx0" brushRef="#br0" timeOffset="1">4291 8354 7949,'-17'0'-642,"5"0"1,1-2 2505,-3-4-771,7 4 18,-1-5-290,8 7-413,0 0-109,8 0 1,-5 0 213,9 0-357,-1 0 0,7 0 34,-1 0 0,0 0-147,0 0 1,0 1 177,1 5 1,5-4 27,0 4 1,2 1-62,-2-1 1,-4 2-85,4-2 0,-4-4-11,-2 3 0,6 3-124,0-2 1,0 1-52,-6-1 1,0-4-64,1 4 1,-1 1 24,0-1 1,0 0-441,1-6 1,-7 6 343,1-1 216,-9 1 0,13 2 0,-7 1 0</inkml:trace>
  <inkml:trace contextRef="#ctx0" brushRef="#br0" timeOffset="2">4773 8543 7983,'0'12'1357,"0"-1"-988,0-7 1,-5 6-146,-1-5 0,0-1-72,6 8-30,0-1 0,-2 6-141,-4 1 0,4 5-471,-3-1 0,3 7 322,2-6 1,0 8-128,0-3 0,0 5 34,0 1 1,0 1-220,0-1 0,0 1-38,0-1 0,0-1 189,0-4 1,2 1 328,3-7 0,-1 6 0,8-6 0,-8 0 0,1-6 0,3 0 0,-2 0 0,0 1 0,-6-1 0,0 0 0,0 0 217,0 8 0,0-6 43,0 4 0,0-4 150,0-1 1,-6-1-164,0 0 1,0 0 39,6 1 1,0-1-305,0 0 73,0 0 1,0 0-437,0 1 1,0-7 215,0 1 0,0-1-244,0 6 1,0 1 153,0-1 1,0 0 31,0 0 0,0 0 224,0 1 0,-5 5-47,-1 0 0,0 0 112,6-6 1,-6 0-89,1 0 1,-1 0 73,6 1 1,0-1-54,0 0 1,0-5 8,0-1 0,0 1 25,0 5 1,0-4 83,0 4 0,0-3 152,0 9 0,0-4-76,0-2 1,0 8-164,0 4 1,0-2 46,0 1 0,0-7-210,0 2 1,0-4 82,0-1 0,0-1-97,0 0 1,0 0 101,0 1 1,2-1-120,3 0 1,-3 0 46,4 0 1,-4 1 25,-2-1 251,0 0 1,0 0-56,0 1 1,0-7 104,0 1 0,0-7-108,0 7 0,0-7-42,0 7 0,-6-6 57,1 5 1,-1-5-42,6 5 0,0-5-53,0 6 1,0-1-14,0 6 1,-6 1 177,0-1 1,1 0-140,5 0 0,0 6 216,0 0 0,-6 2-116,0-2 1,0-2 46,6 8 1,0-8-288,0 2 0,0 4-335,0 1 0,0 1 609,0 5 0,0-5-70,0 6 0,0 3-182,0-9 1,0 5 21,0-11 1,0 6 187,0-6 0,0 2-116,0-2 0,0-4 336,0 4 0,0-4-110,0-2 1,6 0 69,0 0 1,0 3-75,-6 3 1,0-4-93,0 4 0,0-4-214,0-2 1,0 0 146,0 0 0,0 1-164,0-1 0,0 0-99,0 0 0,0-5-78,0-1 1,0 1-217,0 5 83,0 8 1,0-6-454,0 4 838,0-12 0,0 5 0,0-7 0</inkml:trace>
  <inkml:trace contextRef="#ctx0" brushRef="#br0" timeOffset="3">1878 6046 8028,'-9'7'69,"-7"-5"134,5 4-333,3 4 211,1-9 410,7 7-176,0-8-178,7 0 1,3-2 215,7-4-273,0 5 1,1-9 59,-1 4 0,0 4-116,0-3 0,-5 3 21,-1 2 0,1 0-40,5 0 0,0 0 53,0 0 0,-3 0-27,3 0 1,-4 5 43,10 1 1,-2 2-3,2-2 1,-2-3 75,8 9 1,-6-6-70,6 5 1,0-7 165,5 2 1,1-4-51,-1-2 0,6 0 54,0 0 0,3 0-108,-3 0 1,-4-8 4,4-4 1,-3 3-110,-3-3 0,6 3 70,1-3 0,-1-3-178,-6 4 1,1 3 57,-1 2 1,3-1-60,3 1 1,-4-2-5,4 2 1,-3 4-107,-3-3 1,1 3 94,-1 2 0,-5 0 19,0 0 0,-3 0-28,3 0 0,2 6-10,-8-1 1,5 3-11,-5-2 1,2-4-33,-2 3 1,-2-3 114,8-2 0,-8 0 97,2 0 0,2 0 242,-2 0 0,8 0-251,-3 0 0,3 0-56,-2 0 0,1 0 5,-7 0 1,6 0 211,-6 0 1,6 0-127,-6 0 1,0 0-51,-6 0 0,6 0-102,0 0 0,0 0 55,-6 0 0,0 0-9,1 0 0,1 0 3,4 0 1,-8 0 3,8 0 1,-13 0 56,7 0 1,-2 0-50,8 0 1,-4 0 41,4 0 1,-4 0-26,-1 0 0,-1 0-26,0 0 0,6 0-3,0 0 0,2 0-5,-2 0 0,-2-5-25,8-1 1,-8-6 41,2 7 0,2-3-83,-2 2 0,-1 4 64,-4-4 1,-1-1 20,0 1 1,0 0-5,1 6 0,-1 0 3,0 0 0,-2 2 1,-3 4 1,3-4 4,-3 4 0,3-4 85,2-2 0,1 5-89,-1 1 1,0 0 153,0-6 0,0 0-86,1 0 1,-1 0 76,0 0 1,0 0-53,1 0 1,-1 0 206,0 0 0,0 0-44,1 0 1,-1-6-101,0 0 1,0 1-156,0 5 1,3-6 79,3 0 0,-4-2-137,4 3 1,2 3 82,-2-4 0,0-2-123,-6 3 1,0-3 83,0 2 1,0 4-89,1-3 42,-1 3-176,0-6-204,0 6 283,-7-6 0,0 14-978,-5 0 0,-3 2 65,4-3 1065,-4-3 0,-10 14 0,-1-7 0</inkml:trace>
  <inkml:trace contextRef="#ctx0" brushRef="#br0" timeOffset="4">5411 6115 8043,'2'-10'-722,"2"2"-398,1 1 1675,1 5 330,-6-6-529,0 8 0,-2 0 70,-4 0 1,3 8 262,-9 3-466,8 5 0,-5 7-138,3 0 1,4 1-212,-4-1 0,2-2 102,-1 8 0,3 0-286,-4 5 1,4 1 25,2-1 0,0 6 115,0 1 1,0 6-114,0-1 1,0-2 63,0 2 0,0-2 119,0 2 1,0 4 74,0-4 0,0-2 163,0 2 1,0-6-111,0 6 1,0-2 108,0 2 1,6 4-116,0-4 1,-1 3-9,-5 3 1,6 0-112,0-1 1,0-1 109,-6-4 0,0 2-50,0-8 1,0 8 26,0-2 0,0-4-9,0-2 1,0 2 60,0-1 1,-2-1 150,-4-6 1,4-1-42,-4-5 0,-1 5-66,1-4 1,0 1-81,6-1 0,0-2 55,0-4 0,-6-4-25,1 4 1,-1 2 31,6-2 0,0 5-95,0-5 1,0 6 69,0-6 0,0 6-22,0-6 0,-6 5 47,0-5 0,1 8-31,5-2 1,0 1-75,0-1 1,-6 2 72,0-8 0,0 5-84,6-5 1,0 8 53,0-2 1,0-3-10,0 3 0,-5-8 50,-1 2 0,0 4 103,6 2 1,0-3 8,0 3 0,0-6-114,0 6 0,0-2-62,0 1 1,0 3 74,0-8 1,0 7-73,0-1 0,0 4 65,0 1 0,0 1-106,0-1 1,0 2 105,0 5 1,0-5-11,0 4 1,-2-3 126,-3-3 1,3-3-135,-4 3 0,4-9 70,2 9 0,0-9-40,0 4 1,0-6-29,0 6 0,0-6 70,0 5 0,0 1 4,0 5 0,0 3-98,0 3 0,0-6 102,0 1 1,0-1-13,0-5 0,0 4-35,0 1 1,0-1 59,0-5 1,0 5-33,0-4 1,0 3-33,0 3 0,0-7 23,0 1 0,0-8-390,0 2 1,2 2 448,4-2 0,-4 2-55,3-2 1,-1 2-172,2 3 1,-4 3 108,4-8 1,1 2 49,-1-2 1,0-4-49,-6 4 0,2 2-110,3-2 0,-3 2 41,4-3 0,-4-2 0,-2 3 0,0-4 12,0-2 0,0 0-37,0 0 1,0 1 87,0-1 1,0 0-40,0 0 0,0 1 162,0-1 1,0 0-95,0 0 1,2 2 8,4 4 1,-4-4 17,3 4 1,-3 2 17,-2-2 1,0 2-46,0-2 0,0-4 0,0 4 0,2-2 94,4 2 1,-4-2-89,3 8 1,-3 0-44,-2 5 1,2-5 27,4 0 1,-4-7 8,4 7 1,-4-8-2,-2 2 1,0-9 42,0-3 0,0 1 127,0 5 1,0-6 366,0 1-12,0-8-165,0 3-389,0-7 294,0 0-638,0-7 1,0-9-250,0-7 1,0 0-532,0 6 1,0-8 1099,0-3 0,7-5 0,3-1 0</inkml:trace>
  <inkml:trace contextRef="#ctx0" brushRef="#br0" timeOffset="5">1896 5494 8050,'1'-6'-104,"2"1"296,-2 3 130,2-2 1,-3 3 163,0-2-109,0 2-1046,0-3 669,4 4 0,-3-4 0,3 0 0</inkml:trace>
  <inkml:trace contextRef="#ctx0" brushRef="#br0" timeOffset="6">1904 5468 8127,'0'-8'-366,"0"-1"987,0 4 0,1 1 233,2 4-375,-2 0 165,3 0-422,0 0 257,-3 0-914,6 4 439,-2-3 1,3 4-1429,-2-2 1424,-2-2 0,-1 6 0,2-2 0</inkml:trace>
  <inkml:trace contextRef="#ctx0" brushRef="#br0" timeOffset="7">7152 5460 8103,'-4'-9'-41,"3"3"0,-3 1 265,0-2 0,3 2 280,-2-1-214,2 4 183,1-5 39,0 6-3242,0-3 2463,0 12 285,0-6-148,0 5 98,0-7 1,1 0 175,2 0-206,-2 0 3058,3 0-3451,-8 4-121,3-3 323,-3 7 0,4-6-376,0 3 190,0-3 56,0 6 63,0-3 80,0-1-50,0 0-62,0-4 277,4 0 151,-3-4-196,3 0 303,-4-1 0,0 0 303,0 2 183,0 2 897,0-3-1156,-4 4-529,3 0-1202,-3 0 1437,4 4-467,0-3 154,0 3-155,0 0 54,0-3 184,0 6 74,0-6 279,0 7-111,0-3-131,0 3 0,0-2 25,0 0 1,0-3 10,0 3 0,0-4-320,0 4 180,0-4-166,0 6 166,0-3 80,0 3 1,0-2-119,0 0 50,0-4 95,0 5 0,0-6 0,0 3 0</inkml:trace>
  <inkml:trace contextRef="#ctx0" brushRef="#br0" timeOffset="8">7169 5460 8043,'-9'-5'0,"1"1"0,0 3-278,2-2 0,2 1 223,4-3-757,0 3 546,0-6 0,0 6 200,0-4 76,0 4-22,0-1-73,0 3 126,4 0-41,-3 0 0,3 3 0,-4 2 0</inkml:trace>
  <inkml:trace contextRef="#ctx0" brushRef="#br0" timeOffset="9">7152 5468 8043,'-8'1'-1854,"2"2"1949,-1-2 0,5 4 1554,-4-2-935,4-2-252,-2 6-555,4-6 1,0 4 86,0-2 0,0-1-336,0 4 1,0-4-101,0 4 0,1 0 442,2 3 0,2-1 0,3 1 0</inkml:trace>
  <inkml:trace contextRef="#ctx0" brushRef="#br0" timeOffset="10">7169 5813 8043,'-9'8'0,"1"1"0,0-3 0,2-1 0,3 2 0,2 1 0,1 0 0,0 1 0,0-3 0,0-1 0,0 2 0,0 5 0,1-2 0,2 5 0,-2-4 0,2 3 0,-1-2 0,1 2 0,-2 4 0,3 4 0</inkml:trace>
  <inkml:trace contextRef="#ctx0" brushRef="#br0" timeOffset="11">7160 6174 7470,'-5'9'-859,"-2"0"1,3-1 858,-2 1 0,2-4 0,1 2 0,-2-2 0</inkml:trace>
  <inkml:trace contextRef="#ctx0" brushRef="#br0" timeOffset="12">7160 5933 8025,'-8'9'59,"-1"0"1,0-1 170,1 1 0,3-1-59,2 1 0,2 0 0,1-1-21,0 1 0,0-3-102,0-1 0,0 1-132,0 3 1,3-1 0,1 0-936,1-2 708,0 1 0,1-5 43,0 4 0,0-1 268,2 0 0,-3 3 0,-1-3 0</inkml:trace>
  <inkml:trace contextRef="#ctx0" brushRef="#br0" timeOffset="13">7152 6278 8025,'-9'17'81,"0"-3"41,1 1 1,3-5-179,2 2 1,2-6-104,1 0-102,0-4-110,0 2 89,0-4 124,4 0-240,-3 4 0,6 1 398,-5 3 0,4 2 0,-3 1 0,3 0 0,-3 3 0,3 4 0,-1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4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0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1F4B70-DBE3-3741-B576-87AFDE574221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7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96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207908-A65C-F64C-A60A-480C7E37656F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0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477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119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1172546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1866296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5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9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01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43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9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3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1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6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81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975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634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0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45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1412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9F1C90-BCC2-4A38-9B30-6926C9F242B2}" type="datetime1">
              <a:rPr lang="en-US" altLang="en-US" smtClean="0"/>
              <a:t>1/27/25</a:t>
            </a:fld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6400800"/>
            <a:ext cx="625475" cy="457200"/>
          </a:xfrm>
        </p:spPr>
        <p:txBody>
          <a:bodyPr/>
          <a:lstStyle>
            <a:lvl1pPr>
              <a:defRPr/>
            </a:lvl1pPr>
          </a:lstStyle>
          <a:p>
            <a:fld id="{C9399570-805F-4B6D-83F4-39FC9E49A7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814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7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about/datacenters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20.jpeg"/><Relationship Id="rId4" Type="http://schemas.microsoft.com/office/2007/relationships/hdphoto" Target="../media/hdphoto1.wdp"/><Relationship Id="rId9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2.png"/><Relationship Id="rId7" Type="http://schemas.openxmlformats.org/officeDocument/2006/relationships/image" Target="../media/image1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20.jpeg"/><Relationship Id="rId4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customXml" Target="../ink/ink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5: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Application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Video;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&amp;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datacenters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streaming</a:t>
            </a:r>
          </a:p>
          <a:p>
            <a:r>
              <a:rPr lang="en-US" dirty="0"/>
              <a:t>Datacenter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 descr="A screenshot of a video&#10;&#10;AI-generated content may be incorrect.">
            <a:extLst>
              <a:ext uri="{FF2B5EF4-FFF2-40B4-BE49-F238E27FC236}">
                <a16:creationId xmlns:a16="http://schemas.microsoft.com/office/drawing/2014/main" id="{35038EAF-5C34-26CE-3511-A574D3A30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616" y="2743200"/>
            <a:ext cx="5094767" cy="37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video different?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</a:t>
            </a:r>
            <a:r>
              <a:rPr lang="en-US" dirty="0">
                <a:solidFill>
                  <a:srgbClr val="0000FF"/>
                </a:solidFill>
              </a:rPr>
              <a:t>too large</a:t>
            </a:r>
            <a:r>
              <a:rPr lang="en-US" dirty="0"/>
              <a:t> to send in one GET</a:t>
            </a:r>
          </a:p>
          <a:p>
            <a:r>
              <a:rPr lang="en-US" dirty="0"/>
              <a:t>Doesn’t make sense even if it</a:t>
            </a:r>
            <a:r>
              <a:rPr lang="en-US" altLang="zh-CN" dirty="0"/>
              <a:t>’</a:t>
            </a:r>
            <a:r>
              <a:rPr lang="en-US" dirty="0"/>
              <a:t>s possible</a:t>
            </a:r>
          </a:p>
          <a:p>
            <a:pPr lvl="1"/>
            <a:r>
              <a:rPr lang="en-US" dirty="0"/>
              <a:t>Users may skip forward! ⇒ save bandwidth wastage</a:t>
            </a:r>
          </a:p>
          <a:p>
            <a:pPr lvl="1"/>
            <a:r>
              <a:rPr lang="en-US" dirty="0"/>
              <a:t>User connection quality may change (e.g., switching from WiFi to LTE) ⇒ lower resolution to save bandwidth</a:t>
            </a:r>
          </a:p>
          <a:p>
            <a:r>
              <a:rPr lang="en-US" dirty="0">
                <a:solidFill>
                  <a:srgbClr val="0000FF"/>
                </a:solidFill>
              </a:rPr>
              <a:t>Our focus is on stored video (i.e., not live)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video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Dominates the global Internet traffic landscape</a:t>
            </a:r>
          </a:p>
          <a:p>
            <a:pPr lvl="1"/>
            <a:r>
              <a:rPr lang="en-US" dirty="0"/>
              <a:t>About 60%, i.e., every 3 of 5 bytes in 2020!</a:t>
            </a:r>
          </a:p>
          <a:p>
            <a:pPr lvl="1"/>
            <a:endParaRPr lang="en-US" dirty="0"/>
          </a:p>
          <a:p>
            <a:r>
              <a:rPr lang="en-US" dirty="0"/>
              <a:t>Major sources</a:t>
            </a:r>
          </a:p>
          <a:p>
            <a:pPr lvl="1"/>
            <a:r>
              <a:rPr lang="en-US" dirty="0"/>
              <a:t>Netflix</a:t>
            </a:r>
          </a:p>
          <a:p>
            <a:pPr lvl="1"/>
            <a:r>
              <a:rPr lang="en-US" dirty="0"/>
              <a:t>YouTube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9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video medium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is a sequence of images/frames displayed at a constant rate (moving pictures)</a:t>
            </a:r>
          </a:p>
          <a:p>
            <a:r>
              <a:rPr lang="en-US" dirty="0"/>
              <a:t>Digital image is an array of pixels, each pixel represented by bits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Single frame image encoding: 1024x1024 pixels, 24 bits/pixel ⇒ 3 MB/image</a:t>
            </a:r>
          </a:p>
          <a:p>
            <a:pPr lvl="1"/>
            <a:r>
              <a:rPr lang="en-US" dirty="0"/>
              <a:t>Movies: 24 frames/sec ⇒ 72 MB/sec</a:t>
            </a:r>
          </a:p>
          <a:p>
            <a:pPr lvl="1"/>
            <a:r>
              <a:rPr lang="en-US" dirty="0"/>
              <a:t>TV: 30 frames/sec ⇒ 90 MB/sec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20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video medium (cont’d)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4876800" cy="4419600"/>
          </a:xfrm>
        </p:spPr>
        <p:txBody>
          <a:bodyPr/>
          <a:lstStyle/>
          <a:p>
            <a:r>
              <a:rPr lang="en-US" dirty="0"/>
              <a:t>Compression is key</a:t>
            </a:r>
          </a:p>
          <a:p>
            <a:pPr lvl="1"/>
            <a:r>
              <a:rPr lang="en-US" dirty="0"/>
              <a:t>Lots of algorithms to compress</a:t>
            </a:r>
          </a:p>
          <a:p>
            <a:r>
              <a:rPr lang="en-US" dirty="0"/>
              <a:t>The same video can be (and typically is) compressed to multiple quality levels</a:t>
            </a:r>
          </a:p>
          <a:p>
            <a:pPr lvl="1"/>
            <a:r>
              <a:rPr lang="en-US" dirty="0"/>
              <a:t>E.g., 480p, 720p, 1080p, 4K</a:t>
            </a:r>
          </a:p>
          <a:p>
            <a:r>
              <a:rPr lang="en-US" dirty="0">
                <a:solidFill>
                  <a:srgbClr val="0000FF"/>
                </a:solidFill>
              </a:rPr>
              <a:t>Why multiple resolutions?</a:t>
            </a:r>
          </a:p>
          <a:p>
            <a:pPr lvl="1"/>
            <a:r>
              <a:rPr lang="en-US" dirty="0"/>
              <a:t>Adapt to conditions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1C3DAC48-1B33-E249-B82D-3022045FB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559026"/>
            <a:ext cx="1642671" cy="186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Group 15">
            <a:extLst>
              <a:ext uri="{FF2B5EF4-FFF2-40B4-BE49-F238E27FC236}">
                <a16:creationId xmlns:a16="http://schemas.microsoft.com/office/drawing/2014/main" id="{A668E5C4-CE1F-5546-94AA-A44B806F4B25}"/>
              </a:ext>
            </a:extLst>
          </p:cNvPr>
          <p:cNvGrpSpPr>
            <a:grpSpLocks/>
          </p:cNvGrpSpPr>
          <p:nvPr/>
        </p:nvGrpSpPr>
        <p:grpSpPr bwMode="auto">
          <a:xfrm>
            <a:off x="5029196" y="1447800"/>
            <a:ext cx="4114803" cy="1414063"/>
            <a:chOff x="5345311" y="840509"/>
            <a:chExt cx="4114564" cy="1413955"/>
          </a:xfrm>
          <a:noFill/>
        </p:grpSpPr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6131066B-E2A3-8E46-861C-B7E640A71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5311" y="1789936"/>
              <a:ext cx="1856071" cy="3693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ＭＳ Ｐゴシック" panose="020B0600070205080204" pitchFamily="34" charset="-128"/>
                  <a:cs typeface="+mn-cs"/>
                </a:rPr>
                <a:t>……………………..</a:t>
              </a:r>
            </a:p>
          </p:txBody>
        </p: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D05A4882-9B1E-FF4D-87E3-8391DB50E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772" y="1885160"/>
              <a:ext cx="1803448" cy="3693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ＭＳ Ｐゴシック" panose="020B0600070205080204" pitchFamily="34" charset="-128"/>
                  <a:cs typeface="+mn-cs"/>
                </a:rPr>
                <a:t>……………….…….</a:t>
              </a:r>
            </a:p>
          </p:txBody>
        </p:sp>
        <p:cxnSp>
          <p:nvCxnSpPr>
            <p:cNvPr id="32" name="Straight Connector 10">
              <a:extLst>
                <a:ext uri="{FF2B5EF4-FFF2-40B4-BE49-F238E27FC236}">
                  <a16:creationId xmlns:a16="http://schemas.microsoft.com/office/drawing/2014/main" id="{719175CD-3BD4-BB42-B49A-1791DDA1E2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65603" y="1171924"/>
              <a:ext cx="625672" cy="761941"/>
            </a:xfrm>
            <a:prstGeom prst="line">
              <a:avLst/>
            </a:prstGeom>
            <a:grp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F22601A9-6740-014E-B9C1-92A9B67F2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1275" y="840509"/>
              <a:ext cx="3268600" cy="11695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spatial coding example: 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instead of sending</a:t>
              </a:r>
              <a:r>
                <a:rPr kumimoji="0" lang="en-US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N 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values of same color (all purple), send only two values: color  value (</a:t>
              </a:r>
              <a:r>
                <a:rPr kumimoji="0" lang="en-US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purple)  and number of repeated values (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N)</a:t>
              </a:r>
            </a:p>
          </p:txBody>
        </p:sp>
      </p:grpSp>
      <p:sp>
        <p:nvSpPr>
          <p:cNvPr id="23" name="TextBox 17">
            <a:extLst>
              <a:ext uri="{FF2B5EF4-FFF2-40B4-BE49-F238E27FC236}">
                <a16:creationId xmlns:a16="http://schemas.microsoft.com/office/drawing/2014/main" id="{D1C5F48F-70BD-974A-BA59-311A9422F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8308" y="4356100"/>
            <a:ext cx="93328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frame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5D7793-C4F1-5349-92B3-9AA9726C8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138" y="6154016"/>
            <a:ext cx="1196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frame</a:t>
            </a: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i+1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0497D6D-2C2C-7843-A663-C57AEC254B13}"/>
              </a:ext>
            </a:extLst>
          </p:cNvPr>
          <p:cNvGrpSpPr/>
          <p:nvPr/>
        </p:nvGrpSpPr>
        <p:grpSpPr>
          <a:xfrm>
            <a:off x="4343400" y="4699307"/>
            <a:ext cx="2646470" cy="2006293"/>
            <a:chOff x="6722609" y="4288938"/>
            <a:chExt cx="2646470" cy="2006293"/>
          </a:xfrm>
          <a:noFill/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74D40C-12CD-6B40-9224-0DBE56ACD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609" y="5125243"/>
              <a:ext cx="2277657" cy="11699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temporal coding example: </a:t>
              </a: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instead of sending complete frame at i+1, send only differences from frame i</a:t>
              </a:r>
            </a:p>
          </p:txBody>
        </p:sp>
        <p:cxnSp>
          <p:nvCxnSpPr>
            <p:cNvPr id="28" name="Straight Connector 28">
              <a:extLst>
                <a:ext uri="{FF2B5EF4-FFF2-40B4-BE49-F238E27FC236}">
                  <a16:creationId xmlns:a16="http://schemas.microsoft.com/office/drawing/2014/main" id="{097E73F2-D0CD-1344-B0B1-E9E034C5E6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56199" y="4288938"/>
              <a:ext cx="1012880" cy="1783949"/>
            </a:xfrm>
            <a:prstGeom prst="line">
              <a:avLst/>
            </a:prstGeom>
            <a:grp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6" name="Picture 4">
            <a:extLst>
              <a:ext uri="{FF2B5EF4-FFF2-40B4-BE49-F238E27FC236}">
                <a16:creationId xmlns:a16="http://schemas.microsoft.com/office/drawing/2014/main" id="{6676EEF8-2CA1-3441-9BD2-D31A86E64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154" y="4349645"/>
            <a:ext cx="1642671" cy="186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29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serve video?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in the name!</a:t>
            </a:r>
          </a:p>
          <a:p>
            <a:pPr lvl="1"/>
            <a:r>
              <a:rPr lang="en-US" dirty="0"/>
              <a:t>Video </a:t>
            </a:r>
            <a:r>
              <a:rPr lang="en-US" dirty="0">
                <a:solidFill>
                  <a:srgbClr val="0000FF"/>
                </a:solidFill>
              </a:rPr>
              <a:t>streaming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1" name="Picture 6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97D2C70-9750-DA48-A3EE-DCC88BCA7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276600"/>
            <a:ext cx="6045200" cy="21590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B6BDCB0-98C0-9647-BAAC-C00181A84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0" y="2590800"/>
            <a:ext cx="156099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6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is stored at an HTTP server with a URL</a:t>
            </a:r>
          </a:p>
          <a:p>
            <a:r>
              <a:rPr lang="en-US" dirty="0"/>
              <a:t>Clients send a GET request for the URL</a:t>
            </a:r>
          </a:p>
          <a:p>
            <a:r>
              <a:rPr lang="en-US" dirty="0"/>
              <a:t>Server sends the video file as a stream</a:t>
            </a:r>
          </a:p>
          <a:p>
            <a:r>
              <a:rPr lang="en-US" dirty="0"/>
              <a:t>Client first buffers for a while. </a:t>
            </a:r>
            <a:r>
              <a:rPr lang="en-US" dirty="0">
                <a:solidFill>
                  <a:srgbClr val="0000FF"/>
                </a:solidFill>
              </a:rPr>
              <a:t>Why?</a:t>
            </a:r>
          </a:p>
          <a:p>
            <a:pPr lvl="1"/>
            <a:r>
              <a:rPr lang="en-US" dirty="0"/>
              <a:t>To minimize interruptions later</a:t>
            </a:r>
          </a:p>
          <a:p>
            <a:r>
              <a:rPr lang="en-US" dirty="0"/>
              <a:t>Once the buffer reaches a threshold</a:t>
            </a:r>
          </a:p>
          <a:p>
            <a:pPr lvl="1"/>
            <a:r>
              <a:rPr lang="en-US" dirty="0"/>
              <a:t>The video plays in the </a:t>
            </a:r>
            <a:r>
              <a:rPr lang="en-US" dirty="0">
                <a:solidFill>
                  <a:srgbClr val="0000FF"/>
                </a:solidFill>
              </a:rPr>
              <a:t>foreground</a:t>
            </a:r>
          </a:p>
          <a:p>
            <a:pPr lvl="1"/>
            <a:r>
              <a:rPr lang="en-US" dirty="0"/>
              <a:t>More frames are downloaded in the </a:t>
            </a:r>
            <a:r>
              <a:rPr lang="en-US" dirty="0">
                <a:solidFill>
                  <a:srgbClr val="0000FF"/>
                </a:solidFill>
              </a:rPr>
              <a:t>background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97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69" name="Group 249"/>
          <p:cNvGrpSpPr>
            <a:grpSpLocks/>
          </p:cNvGrpSpPr>
          <p:nvPr/>
        </p:nvGrpSpPr>
        <p:grpSpPr bwMode="auto">
          <a:xfrm>
            <a:off x="3230563" y="4929188"/>
            <a:ext cx="427037" cy="785812"/>
            <a:chOff x="4140" y="429"/>
            <a:chExt cx="1425" cy="2396"/>
          </a:xfrm>
        </p:grpSpPr>
        <p:sp>
          <p:nvSpPr>
            <p:cNvPr id="32928" name="Freeform 25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Rectangle 251"/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32930" name="Freeform 25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31" name="Freeform 25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Rectangle 254"/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32933" name="Group 25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1" name="AutoShape 256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92" name="AutoShape 257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67" name="Rectangle 258"/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32935" name="Group 25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9" name="AutoShape 260"/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90" name="AutoShape 26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69" name="Rectangle 262"/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70" name="Rectangle 263"/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32938" name="Group 26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7" name="AutoShape 265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88" name="AutoShape 266"/>
              <p:cNvSpPr>
                <a:spLocks noChangeArrowheads="1"/>
              </p:cNvSpPr>
              <p:nvPr/>
            </p:nvSpPr>
            <p:spPr bwMode="auto">
              <a:xfrm>
                <a:off x="625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32939" name="Freeform 26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2940" name="Group 26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5" name="AutoShape 269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86" name="AutoShape 270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74" name="Rectangle 271"/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32942" name="Freeform 27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43" name="Freeform 27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Oval 274"/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32945" name="Freeform 27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AutoShape 276"/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0" name="AutoShape 277"/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1" name="Oval 278"/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2" name="Oval 279"/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83" name="Oval 280"/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4" name="Rectangle 281"/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</p:grp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32771" name="Group 134"/>
          <p:cNvGrpSpPr>
            <a:grpSpLocks/>
          </p:cNvGrpSpPr>
          <p:nvPr/>
        </p:nvGrpSpPr>
        <p:grpSpPr bwMode="auto">
          <a:xfrm>
            <a:off x="2803525" y="4560888"/>
            <a:ext cx="1281113" cy="363537"/>
            <a:chOff x="3621" y="3265"/>
            <a:chExt cx="1776" cy="744"/>
          </a:xfrm>
        </p:grpSpPr>
        <p:pic>
          <p:nvPicPr>
            <p:cNvPr id="32924" name="Picture 135" descr="reellogo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344" name="Freeform 136"/>
            <p:cNvSpPr>
              <a:spLocks/>
            </p:cNvSpPr>
            <p:nvPr/>
          </p:nvSpPr>
          <p:spPr bwMode="auto">
            <a:xfrm>
              <a:off x="3971" y="3288"/>
              <a:ext cx="1402" cy="439"/>
            </a:xfrm>
            <a:custGeom>
              <a:avLst/>
              <a:gdLst>
                <a:gd name="T0" fmla="*/ 0 w 1401"/>
                <a:gd name="T1" fmla="*/ 6 h 438"/>
                <a:gd name="T2" fmla="*/ 27 w 1401"/>
                <a:gd name="T3" fmla="*/ 384 h 438"/>
                <a:gd name="T4" fmla="*/ 114 w 1401"/>
                <a:gd name="T5" fmla="*/ 381 h 438"/>
                <a:gd name="T6" fmla="*/ 132 w 1401"/>
                <a:gd name="T7" fmla="*/ 357 h 438"/>
                <a:gd name="T8" fmla="*/ 210 w 1401"/>
                <a:gd name="T9" fmla="*/ 402 h 438"/>
                <a:gd name="T10" fmla="*/ 450 w 1401"/>
                <a:gd name="T11" fmla="*/ 384 h 438"/>
                <a:gd name="T12" fmla="*/ 486 w 1401"/>
                <a:gd name="T13" fmla="*/ 393 h 438"/>
                <a:gd name="T14" fmla="*/ 690 w 1401"/>
                <a:gd name="T15" fmla="*/ 417 h 438"/>
                <a:gd name="T16" fmla="*/ 1074 w 1401"/>
                <a:gd name="T17" fmla="*/ 438 h 438"/>
                <a:gd name="T18" fmla="*/ 1401 w 1401"/>
                <a:gd name="T19" fmla="*/ 420 h 438"/>
                <a:gd name="T20" fmla="*/ 1392 w 1401"/>
                <a:gd name="T21" fmla="*/ 165 h 438"/>
                <a:gd name="T22" fmla="*/ 291 w 1401"/>
                <a:gd name="T23" fmla="*/ 0 h 438"/>
                <a:gd name="T24" fmla="*/ 0 w 1401"/>
                <a:gd name="T25" fmla="*/ 6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01" h="438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222345" name="Freeform 137"/>
            <p:cNvSpPr>
              <a:spLocks/>
            </p:cNvSpPr>
            <p:nvPr/>
          </p:nvSpPr>
          <p:spPr bwMode="auto">
            <a:xfrm>
              <a:off x="4242" y="3860"/>
              <a:ext cx="999" cy="120"/>
            </a:xfrm>
            <a:custGeom>
              <a:avLst/>
              <a:gdLst>
                <a:gd name="T0" fmla="*/ 0 w 999"/>
                <a:gd name="T1" fmla="*/ 6 h 123"/>
                <a:gd name="T2" fmla="*/ 717 w 999"/>
                <a:gd name="T3" fmla="*/ 12 h 123"/>
                <a:gd name="T4" fmla="*/ 744 w 999"/>
                <a:gd name="T5" fmla="*/ 36 h 123"/>
                <a:gd name="T6" fmla="*/ 801 w 999"/>
                <a:gd name="T7" fmla="*/ 42 h 123"/>
                <a:gd name="T8" fmla="*/ 876 w 999"/>
                <a:gd name="T9" fmla="*/ 6 h 123"/>
                <a:gd name="T10" fmla="*/ 933 w 999"/>
                <a:gd name="T11" fmla="*/ 0 h 123"/>
                <a:gd name="T12" fmla="*/ 981 w 999"/>
                <a:gd name="T13" fmla="*/ 15 h 123"/>
                <a:gd name="T14" fmla="*/ 999 w 999"/>
                <a:gd name="T15" fmla="*/ 51 h 123"/>
                <a:gd name="T16" fmla="*/ 987 w 999"/>
                <a:gd name="T17" fmla="*/ 123 h 123"/>
                <a:gd name="T18" fmla="*/ 18 w 999"/>
                <a:gd name="T19" fmla="*/ 120 h 123"/>
                <a:gd name="T20" fmla="*/ 0 w 999"/>
                <a:gd name="T21" fmla="*/ 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9" h="123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pic>
          <p:nvPicPr>
            <p:cNvPr id="32927" name="Picture 138" descr="video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2376" name="Line 168"/>
          <p:cNvSpPr>
            <a:spLocks noChangeShapeType="1"/>
          </p:cNvSpPr>
          <p:nvPr/>
        </p:nvSpPr>
        <p:spPr bwMode="auto">
          <a:xfrm>
            <a:off x="838200" y="1490663"/>
            <a:ext cx="0" cy="2852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/>
              <a:cs typeface="Arial"/>
            </a:endParaRPr>
          </a:p>
        </p:txBody>
      </p:sp>
      <p:grpSp>
        <p:nvGrpSpPr>
          <p:cNvPr id="222565" name="Group 357"/>
          <p:cNvGrpSpPr>
            <a:grpSpLocks/>
          </p:cNvGrpSpPr>
          <p:nvPr/>
        </p:nvGrpSpPr>
        <p:grpSpPr bwMode="auto">
          <a:xfrm>
            <a:off x="1447799" y="3547884"/>
            <a:ext cx="1668463" cy="1071563"/>
            <a:chOff x="887" y="2184"/>
            <a:chExt cx="1051" cy="675"/>
          </a:xfrm>
        </p:grpSpPr>
        <p:sp>
          <p:nvSpPr>
            <p:cNvPr id="222415" name="Freeform 207"/>
            <p:cNvSpPr>
              <a:spLocks/>
            </p:cNvSpPr>
            <p:nvPr/>
          </p:nvSpPr>
          <p:spPr bwMode="auto">
            <a:xfrm>
              <a:off x="1278" y="2184"/>
              <a:ext cx="660" cy="666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222416" name="Text Box 208"/>
            <p:cNvSpPr txBox="1">
              <a:spLocks noChangeArrowheads="1"/>
            </p:cNvSpPr>
            <p:nvPr/>
          </p:nvSpPr>
          <p:spPr bwMode="auto">
            <a:xfrm>
              <a:off x="887" y="2336"/>
              <a:ext cx="104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indent="-342900">
                <a:buFontTx/>
                <a:buAutoNum type="arabicPeriod"/>
                <a:defRPr/>
              </a:pPr>
              <a:r>
                <a:rPr lang="en-US" b="0" dirty="0">
                  <a:latin typeface="Arial"/>
                  <a:cs typeface="Arial"/>
                </a:rPr>
                <a:t>video</a:t>
              </a:r>
            </a:p>
            <a:p>
              <a:pPr>
                <a:defRPr/>
              </a:pPr>
              <a:r>
                <a:rPr lang="en-US" b="0" dirty="0">
                  <a:latin typeface="Arial"/>
                  <a:cs typeface="Arial"/>
                </a:rPr>
                <a:t>recorded (e.g., 30 frames/sec)</a:t>
              </a:r>
            </a:p>
          </p:txBody>
        </p:sp>
      </p:grpSp>
      <p:grpSp>
        <p:nvGrpSpPr>
          <p:cNvPr id="222470" name="Group 262"/>
          <p:cNvGrpSpPr>
            <a:grpSpLocks/>
          </p:cNvGrpSpPr>
          <p:nvPr/>
        </p:nvGrpSpPr>
        <p:grpSpPr bwMode="auto">
          <a:xfrm>
            <a:off x="1028700" y="1811338"/>
            <a:ext cx="2552700" cy="2525712"/>
            <a:chOff x="648" y="1147"/>
            <a:chExt cx="1608" cy="1591"/>
          </a:xfrm>
        </p:grpSpPr>
        <p:grpSp>
          <p:nvGrpSpPr>
            <p:cNvPr id="32881" name="Group 206"/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32897" name="Group 189"/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32908" name="Group 181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916" name="Group 177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81" name="Line 1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84" name="Line 17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917" name="Group 178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87" name="Line 1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88" name="Line 180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909" name="Group 182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910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92" name="Line 1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93" name="Line 185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911" name="Group 186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95" name="Line 1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96" name="Line 188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32898" name="Group 191"/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32902" name="Group 192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2401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02" name="Line 19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2903" name="Group 195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404" name="Line 196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05" name="Line 197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899" name="Group 199"/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222408" name="Line 200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2409" name="Line 201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/>
                    <a:cs typeface="Arial"/>
                  </a:endParaRPr>
                </a:p>
              </p:txBody>
            </p:sp>
          </p:grpSp>
        </p:grpSp>
        <p:grpSp>
          <p:nvGrpSpPr>
            <p:cNvPr id="32882" name="Group 237"/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32883" name="Group 238"/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32891" name="Group 239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2448" name="Line 24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49" name="Line 24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2892" name="Group 242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451" name="Line 24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52" name="Line 24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884" name="Group 245"/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32885" name="Group 246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2455" name="Line 247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56" name="Line 24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2886" name="Group 249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458" name="Line 25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59" name="Line 25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</p:grpSp>
      <p:grpSp>
        <p:nvGrpSpPr>
          <p:cNvPr id="222566" name="Group 358"/>
          <p:cNvGrpSpPr>
            <a:grpSpLocks/>
          </p:cNvGrpSpPr>
          <p:nvPr/>
        </p:nvGrpSpPr>
        <p:grpSpPr bwMode="auto">
          <a:xfrm>
            <a:off x="3165475" y="3241675"/>
            <a:ext cx="1373188" cy="1296988"/>
            <a:chOff x="1994" y="2042"/>
            <a:chExt cx="865" cy="817"/>
          </a:xfrm>
        </p:grpSpPr>
        <p:sp>
          <p:nvSpPr>
            <p:cNvPr id="222417" name="Freeform 209"/>
            <p:cNvSpPr>
              <a:spLocks/>
            </p:cNvSpPr>
            <p:nvPr/>
          </p:nvSpPr>
          <p:spPr bwMode="auto">
            <a:xfrm rot="-5400000">
              <a:off x="2196" y="2196"/>
              <a:ext cx="660" cy="666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rgbClr val="D3A6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b="0" dirty="0">
                <a:latin typeface="Arial"/>
                <a:cs typeface="Arial"/>
              </a:endParaRPr>
            </a:p>
          </p:txBody>
        </p:sp>
        <p:sp>
          <p:nvSpPr>
            <p:cNvPr id="222513" name="Text Box 305"/>
            <p:cNvSpPr txBox="1">
              <a:spLocks noChangeArrowheads="1"/>
            </p:cNvSpPr>
            <p:nvPr/>
          </p:nvSpPr>
          <p:spPr bwMode="auto">
            <a:xfrm>
              <a:off x="1994" y="2042"/>
              <a:ext cx="56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rgbClr val="D3A600"/>
                  </a:solidFill>
                  <a:latin typeface="Arial"/>
                  <a:cs typeface="Arial"/>
                </a:rPr>
                <a:t>2. video</a:t>
              </a:r>
            </a:p>
            <a:p>
              <a:pPr>
                <a:defRPr/>
              </a:pPr>
              <a:r>
                <a:rPr lang="en-US" b="0" dirty="0">
                  <a:solidFill>
                    <a:srgbClr val="D3A600"/>
                  </a:solidFill>
                  <a:latin typeface="Arial"/>
                  <a:cs typeface="Arial"/>
                </a:rPr>
                <a:t>sent</a:t>
              </a:r>
            </a:p>
          </p:txBody>
        </p:sp>
      </p:grpSp>
      <p:sp>
        <p:nvSpPr>
          <p:cNvPr id="222562" name="Text Box 354"/>
          <p:cNvSpPr txBox="1">
            <a:spLocks noChangeArrowheads="1"/>
          </p:cNvSpPr>
          <p:nvPr/>
        </p:nvSpPr>
        <p:spPr bwMode="auto">
          <a:xfrm rot="-5433387">
            <a:off x="-412750" y="2638426"/>
            <a:ext cx="1957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Cumulative data</a:t>
            </a:r>
          </a:p>
        </p:txBody>
      </p:sp>
      <p:grpSp>
        <p:nvGrpSpPr>
          <p:cNvPr id="222573" name="Group 365"/>
          <p:cNvGrpSpPr>
            <a:grpSpLocks/>
          </p:cNvGrpSpPr>
          <p:nvPr/>
        </p:nvGrpSpPr>
        <p:grpSpPr bwMode="auto">
          <a:xfrm>
            <a:off x="4451351" y="1851025"/>
            <a:ext cx="2979738" cy="4214813"/>
            <a:chOff x="2804" y="1044"/>
            <a:chExt cx="1877" cy="2655"/>
          </a:xfrm>
        </p:grpSpPr>
        <p:sp>
          <p:nvSpPr>
            <p:cNvPr id="222568" name="Line 360"/>
            <p:cNvSpPr>
              <a:spLocks noChangeShapeType="1"/>
            </p:cNvSpPr>
            <p:nvPr/>
          </p:nvSpPr>
          <p:spPr bwMode="auto">
            <a:xfrm>
              <a:off x="3852" y="1044"/>
              <a:ext cx="0" cy="19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222569" name="Text Box 361"/>
            <p:cNvSpPr txBox="1">
              <a:spLocks noChangeArrowheads="1"/>
            </p:cNvSpPr>
            <p:nvPr/>
          </p:nvSpPr>
          <p:spPr bwMode="auto">
            <a:xfrm>
              <a:off x="2804" y="3020"/>
              <a:ext cx="1877" cy="679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rgbClr val="D3A600"/>
                  </a:solidFill>
                  <a:latin typeface="Arial"/>
                  <a:cs typeface="Arial"/>
                </a:rPr>
                <a:t>streaming</a:t>
              </a:r>
              <a:r>
                <a:rPr lang="en-US" b="0" dirty="0">
                  <a:latin typeface="Arial"/>
                  <a:cs typeface="Arial"/>
                </a:rPr>
                <a:t>: </a:t>
              </a:r>
              <a:r>
                <a:rPr lang="en-US" b="0" i="0" dirty="0">
                  <a:latin typeface="Arial"/>
                  <a:cs typeface="Arial"/>
                </a:rPr>
                <a:t>at this time, client </a:t>
              </a:r>
            </a:p>
            <a:p>
              <a:pPr>
                <a:defRPr/>
              </a:pPr>
              <a:r>
                <a:rPr lang="en-US" b="0" i="0" dirty="0">
                  <a:latin typeface="Arial"/>
                  <a:cs typeface="Arial"/>
                </a:rPr>
                <a:t>playing out early part of video, </a:t>
              </a:r>
            </a:p>
            <a:p>
              <a:pPr>
                <a:defRPr/>
              </a:pPr>
              <a:r>
                <a:rPr lang="en-US" b="0" i="0" dirty="0">
                  <a:latin typeface="Arial"/>
                  <a:cs typeface="Arial"/>
                </a:rPr>
                <a:t>while server still sending later</a:t>
              </a:r>
            </a:p>
            <a:p>
              <a:pPr>
                <a:defRPr/>
              </a:pPr>
              <a:r>
                <a:rPr lang="en-US" b="0" i="0" dirty="0">
                  <a:latin typeface="Arial"/>
                  <a:cs typeface="Arial"/>
                </a:rPr>
                <a:t>part of video</a:t>
              </a:r>
            </a:p>
          </p:txBody>
        </p:sp>
      </p:grpSp>
      <p:grpSp>
        <p:nvGrpSpPr>
          <p:cNvPr id="222572" name="Group 364"/>
          <p:cNvGrpSpPr>
            <a:grpSpLocks/>
          </p:cNvGrpSpPr>
          <p:nvPr/>
        </p:nvGrpSpPr>
        <p:grpSpPr bwMode="auto">
          <a:xfrm>
            <a:off x="3981449" y="4005265"/>
            <a:ext cx="1768475" cy="830263"/>
            <a:chOff x="2508" y="2480"/>
            <a:chExt cx="1114" cy="523"/>
          </a:xfrm>
        </p:grpSpPr>
        <p:sp>
          <p:nvSpPr>
            <p:cNvPr id="222570" name="Text Box 362"/>
            <p:cNvSpPr txBox="1">
              <a:spLocks noChangeArrowheads="1"/>
            </p:cNvSpPr>
            <p:nvPr/>
          </p:nvSpPr>
          <p:spPr bwMode="auto">
            <a:xfrm>
              <a:off x="2579" y="2480"/>
              <a:ext cx="1043" cy="5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0" dirty="0">
                  <a:latin typeface="Arial"/>
                  <a:cs typeface="Arial"/>
                </a:rPr>
                <a:t>network delay</a:t>
              </a:r>
            </a:p>
            <a:p>
              <a:pPr algn="ctr">
                <a:defRPr/>
              </a:pPr>
              <a:r>
                <a:rPr lang="en-US" b="0" dirty="0">
                  <a:latin typeface="Arial"/>
                  <a:cs typeface="Arial"/>
                </a:rPr>
                <a:t>(fixed in this example)</a:t>
              </a:r>
            </a:p>
          </p:txBody>
        </p:sp>
        <p:sp>
          <p:nvSpPr>
            <p:cNvPr id="222571" name="Line 363"/>
            <p:cNvSpPr>
              <a:spLocks noChangeShapeType="1"/>
            </p:cNvSpPr>
            <p:nvPr/>
          </p:nvSpPr>
          <p:spPr bwMode="auto">
            <a:xfrm>
              <a:off x="2508" y="2658"/>
              <a:ext cx="10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222574" name="Text Box 366"/>
          <p:cNvSpPr txBox="1">
            <a:spLocks noChangeArrowheads="1"/>
          </p:cNvSpPr>
          <p:nvPr/>
        </p:nvSpPr>
        <p:spPr bwMode="auto">
          <a:xfrm>
            <a:off x="8099425" y="4356100"/>
            <a:ext cx="620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time</a:t>
            </a:r>
          </a:p>
        </p:txBody>
      </p:sp>
      <p:grpSp>
        <p:nvGrpSpPr>
          <p:cNvPr id="222567" name="Group 359"/>
          <p:cNvGrpSpPr>
            <a:grpSpLocks/>
          </p:cNvGrpSpPr>
          <p:nvPr/>
        </p:nvGrpSpPr>
        <p:grpSpPr bwMode="auto">
          <a:xfrm>
            <a:off x="3914775" y="1830388"/>
            <a:ext cx="4903788" cy="2800350"/>
            <a:chOff x="2466" y="1153"/>
            <a:chExt cx="3089" cy="1764"/>
          </a:xfrm>
        </p:grpSpPr>
        <p:grpSp>
          <p:nvGrpSpPr>
            <p:cNvPr id="32785" name="Group 263"/>
            <p:cNvGrpSpPr>
              <a:grpSpLocks/>
            </p:cNvGrpSpPr>
            <p:nvPr/>
          </p:nvGrpSpPr>
          <p:grpSpPr bwMode="auto">
            <a:xfrm>
              <a:off x="2466" y="1153"/>
              <a:ext cx="1608" cy="1591"/>
              <a:chOff x="648" y="1147"/>
              <a:chExt cx="1608" cy="1591"/>
            </a:xfrm>
          </p:grpSpPr>
          <p:grpSp>
            <p:nvGrpSpPr>
              <p:cNvPr id="32834" name="Group 264"/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2850" name="Group 265"/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2861" name="Group 266"/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69" name="Group 2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76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77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70" name="Group 2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79" name="Line 27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80" name="Line 272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2862" name="Group 273"/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63" name="Group 27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83" name="Line 27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84" name="Line 276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64" name="Group 27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86" name="Line 27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87" name="Line 279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2851" name="Group 280"/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55" name="Group 281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490" name="Line 28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491" name="Line 283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56" name="Group 284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493" name="Line 2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494" name="Line 28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852" name="Group 287"/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222496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97" name="Line 28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835" name="Group 290"/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2836" name="Group 291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44" name="Group 292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01" name="Line 2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02" name="Line 294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45" name="Group 295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04" name="Line 2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05" name="Line 297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837" name="Group 298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38" name="Group 299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08" name="Line 30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09" name="Line 301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39" name="Group 302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11" name="Line 3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12" name="Line 304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32786" name="Group 306"/>
            <p:cNvGrpSpPr>
              <a:grpSpLocks/>
            </p:cNvGrpSpPr>
            <p:nvPr/>
          </p:nvGrpSpPr>
          <p:grpSpPr bwMode="auto">
            <a:xfrm>
              <a:off x="3636" y="1159"/>
              <a:ext cx="1608" cy="1591"/>
              <a:chOff x="648" y="1147"/>
              <a:chExt cx="1608" cy="1591"/>
            </a:xfrm>
          </p:grpSpPr>
          <p:grpSp>
            <p:nvGrpSpPr>
              <p:cNvPr id="32793" name="Group 307"/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2809" name="Group 308"/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2820" name="Group 309"/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28" name="Group 31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19" name="Line 3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20" name="Line 312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29" name="Group 3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22" name="Line 3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23" name="Line 315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2821" name="Group 316"/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22" name="Group 3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26" name="Line 3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27" name="Line 319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23" name="Group 32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29" name="Line 32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30" name="Line 322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2810" name="Group 323"/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14" name="Group 324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33" name="Line 3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34" name="Line 32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15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36" name="Line 3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37" name="Line 329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811" name="Group 330"/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222539" name="Line 331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540" name="Line 3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794" name="Group 333"/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2795" name="Group 334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03" name="Group 335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44" name="Line 3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45" name="Line 337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04" name="Group 338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47" name="Line 3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48" name="Line 340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796" name="Group 341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797" name="Group 342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51" name="Line 3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52" name="Line 344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798" name="Group 345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54" name="Line 3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55" name="Line 347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222556" name="Text Box 348"/>
            <p:cNvSpPr txBox="1">
              <a:spLocks noChangeArrowheads="1"/>
            </p:cNvSpPr>
            <p:nvPr/>
          </p:nvSpPr>
          <p:spPr bwMode="auto">
            <a:xfrm>
              <a:off x="3932" y="2394"/>
              <a:ext cx="162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rgbClr val="000099"/>
                  </a:solidFill>
                  <a:latin typeface="Arial"/>
                  <a:cs typeface="Arial"/>
                </a:rPr>
                <a:t>3. video received,</a:t>
              </a:r>
            </a:p>
            <a:p>
              <a:pPr>
                <a:defRPr/>
              </a:pPr>
              <a:r>
                <a:rPr lang="en-US" b="0" dirty="0">
                  <a:solidFill>
                    <a:srgbClr val="000099"/>
                  </a:solidFill>
                  <a:latin typeface="Arial"/>
                  <a:cs typeface="Arial"/>
                </a:rPr>
                <a:t>played out at client</a:t>
              </a:r>
            </a:p>
            <a:p>
              <a:pPr>
                <a:defRPr/>
              </a:pPr>
              <a:r>
                <a:rPr lang="en-US" b="0" dirty="0">
                  <a:solidFill>
                    <a:srgbClr val="000099"/>
                  </a:solidFill>
                  <a:latin typeface="Arial"/>
                  <a:cs typeface="Arial"/>
                </a:rPr>
                <a:t>(30 frames/sec)</a:t>
              </a:r>
            </a:p>
          </p:txBody>
        </p:sp>
        <p:grpSp>
          <p:nvGrpSpPr>
            <p:cNvPr id="32788" name="Group 349"/>
            <p:cNvGrpSpPr>
              <a:grpSpLocks/>
            </p:cNvGrpSpPr>
            <p:nvPr/>
          </p:nvGrpSpPr>
          <p:grpSpPr bwMode="auto">
            <a:xfrm>
              <a:off x="4679" y="1872"/>
              <a:ext cx="427" cy="418"/>
              <a:chOff x="4437" y="1472"/>
              <a:chExt cx="427" cy="418"/>
            </a:xfrm>
          </p:grpSpPr>
          <p:sp>
            <p:nvSpPr>
              <p:cNvPr id="222558" name="Rectangle 350"/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  <p:sp>
            <p:nvSpPr>
              <p:cNvPr id="222559" name="Rectangle 351"/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  <p:sp>
            <p:nvSpPr>
              <p:cNvPr id="222560" name="Rectangle 352"/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  <p:sp>
            <p:nvSpPr>
              <p:cNvPr id="222561" name="Rectangle 353"/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</p:grpSp>
      </p:grpSp>
      <p:sp>
        <p:nvSpPr>
          <p:cNvPr id="222377" name="Line 169"/>
          <p:cNvSpPr>
            <a:spLocks noChangeShapeType="1"/>
          </p:cNvSpPr>
          <p:nvPr/>
        </p:nvSpPr>
        <p:spPr bwMode="auto">
          <a:xfrm flipH="1">
            <a:off x="828675" y="4333875"/>
            <a:ext cx="7815263" cy="14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977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25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Absorb network delay variations</a:t>
            </a:r>
          </a:p>
          <a:p>
            <a:r>
              <a:rPr lang="en-US" dirty="0"/>
              <a:t>Handle packet loss, retransmission etc.</a:t>
            </a:r>
          </a:p>
          <a:p>
            <a:r>
              <a:rPr lang="en-US" dirty="0"/>
              <a:t>Handle user interactions</a:t>
            </a:r>
          </a:p>
          <a:p>
            <a:pPr lvl="1"/>
            <a:r>
              <a:rPr lang="en-US" dirty="0"/>
              <a:t>Jump forward, fast-forward, rewind, pause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2" descr="Image result for netflix rebuffering">
            <a:extLst>
              <a:ext uri="{FF2B5EF4-FFF2-40B4-BE49-F238E27FC236}">
                <a16:creationId xmlns:a16="http://schemas.microsoft.com/office/drawing/2014/main" id="{F9B9E576-E65D-784F-90F7-3236C9D53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3962400"/>
            <a:ext cx="2514600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045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3F16-93F8-F9F8-7E38-18FD454D8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interactions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B2C90-041E-8044-5BE9-F3105DAE1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44CDF-9D81-FA4C-926E-80292B3EC5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76357EA-DBD3-FD1C-4D2F-D4C5F61DA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5" y="1482595"/>
            <a:ext cx="6987510" cy="505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87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65" name="Line 9"/>
          <p:cNvSpPr>
            <a:spLocks noChangeShapeType="1"/>
          </p:cNvSpPr>
          <p:nvPr/>
        </p:nvSpPr>
        <p:spPr bwMode="auto">
          <a:xfrm>
            <a:off x="838200" y="1490663"/>
            <a:ext cx="0" cy="2852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b="0" i="0" dirty="0">
              <a:latin typeface="Arial"/>
              <a:cs typeface="Arial"/>
            </a:endParaRPr>
          </a:p>
        </p:txBody>
      </p:sp>
      <p:sp>
        <p:nvSpPr>
          <p:cNvPr id="224266" name="Line 10"/>
          <p:cNvSpPr>
            <a:spLocks noChangeShapeType="1"/>
          </p:cNvSpPr>
          <p:nvPr/>
        </p:nvSpPr>
        <p:spPr bwMode="auto">
          <a:xfrm flipH="1">
            <a:off x="828675" y="4333875"/>
            <a:ext cx="7815263" cy="14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b="0" i="0" dirty="0">
              <a:latin typeface="Arial"/>
              <a:cs typeface="Arial"/>
            </a:endParaRPr>
          </a:p>
        </p:txBody>
      </p:sp>
      <p:sp>
        <p:nvSpPr>
          <p:cNvPr id="224314" name="Text Box 58"/>
          <p:cNvSpPr txBox="1">
            <a:spLocks noChangeArrowheads="1"/>
          </p:cNvSpPr>
          <p:nvPr/>
        </p:nvSpPr>
        <p:spPr bwMode="auto">
          <a:xfrm>
            <a:off x="1470025" y="1593850"/>
            <a:ext cx="169629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i="0" dirty="0">
                <a:solidFill>
                  <a:srgbClr val="D3A600"/>
                </a:solidFill>
                <a:latin typeface="Arial"/>
                <a:cs typeface="Arial"/>
              </a:rPr>
              <a:t>       constant bit </a:t>
            </a:r>
          </a:p>
          <a:p>
            <a:pPr>
              <a:defRPr/>
            </a:pPr>
            <a:r>
              <a:rPr lang="en-US" b="0" i="0" dirty="0">
                <a:solidFill>
                  <a:srgbClr val="D3A600"/>
                </a:solidFill>
                <a:latin typeface="Arial"/>
                <a:cs typeface="Arial"/>
              </a:rPr>
              <a:t>      rate video</a:t>
            </a:r>
          </a:p>
          <a:p>
            <a:pPr>
              <a:defRPr/>
            </a:pPr>
            <a:r>
              <a:rPr lang="en-US" b="0" i="0" dirty="0">
                <a:solidFill>
                  <a:srgbClr val="D3A600"/>
                </a:solidFill>
                <a:latin typeface="Arial"/>
                <a:cs typeface="Arial"/>
              </a:rPr>
              <a:t>transmission</a:t>
            </a:r>
          </a:p>
        </p:txBody>
      </p:sp>
      <p:grpSp>
        <p:nvGrpSpPr>
          <p:cNvPr id="36868" name="Group 60"/>
          <p:cNvGrpSpPr>
            <a:grpSpLocks/>
          </p:cNvGrpSpPr>
          <p:nvPr/>
        </p:nvGrpSpPr>
        <p:grpSpPr bwMode="auto">
          <a:xfrm>
            <a:off x="1219200" y="1820863"/>
            <a:ext cx="2552700" cy="2525712"/>
            <a:chOff x="648" y="1147"/>
            <a:chExt cx="1608" cy="1591"/>
          </a:xfrm>
        </p:grpSpPr>
        <p:grpSp>
          <p:nvGrpSpPr>
            <p:cNvPr id="36967" name="Group 61"/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36983" name="Group 62"/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36994" name="Group 63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7002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21" name="Line 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22" name="Line 6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7003" name="Group 67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24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25" name="Line 69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6995" name="Group 70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996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28" name="Line 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29" name="Line 73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997" name="Group 74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31" name="Line 7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32" name="Line 7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36984" name="Group 77"/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36988" name="Group 78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35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36" name="Line 8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89" name="Group 81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38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39" name="Line 8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85" name="Group 84"/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224341" name="Line 85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D3A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42" name="Line 86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D3A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</p:grpSp>
        <p:grpSp>
          <p:nvGrpSpPr>
            <p:cNvPr id="36968" name="Group 87"/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36969" name="Group 88"/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36977" name="Group 89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46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47" name="Line 9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78" name="Group 92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49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50" name="Line 9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70" name="Group 95"/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36971" name="Group 96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53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54" name="Line 9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72" name="Group 99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56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57" name="Line 10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</p:grpSp>
      <p:sp>
        <p:nvSpPr>
          <p:cNvPr id="224406" name="Text Box 150"/>
          <p:cNvSpPr txBox="1">
            <a:spLocks noChangeArrowheads="1"/>
          </p:cNvSpPr>
          <p:nvPr/>
        </p:nvSpPr>
        <p:spPr bwMode="auto">
          <a:xfrm rot="-5433387">
            <a:off x="-412750" y="2638426"/>
            <a:ext cx="1957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Cumulative data</a:t>
            </a:r>
          </a:p>
        </p:txBody>
      </p:sp>
      <p:sp>
        <p:nvSpPr>
          <p:cNvPr id="224410" name="Text Box 154"/>
          <p:cNvSpPr txBox="1">
            <a:spLocks noChangeArrowheads="1"/>
          </p:cNvSpPr>
          <p:nvPr/>
        </p:nvSpPr>
        <p:spPr bwMode="auto">
          <a:xfrm>
            <a:off x="8099425" y="4356100"/>
            <a:ext cx="620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time</a:t>
            </a:r>
          </a:p>
        </p:txBody>
      </p:sp>
      <p:grpSp>
        <p:nvGrpSpPr>
          <p:cNvPr id="224457" name="Group 201"/>
          <p:cNvGrpSpPr>
            <a:grpSpLocks/>
          </p:cNvGrpSpPr>
          <p:nvPr/>
        </p:nvGrpSpPr>
        <p:grpSpPr bwMode="auto">
          <a:xfrm>
            <a:off x="2495550" y="1835150"/>
            <a:ext cx="3500438" cy="2520950"/>
            <a:chOff x="1572" y="1156"/>
            <a:chExt cx="2205" cy="1588"/>
          </a:xfrm>
        </p:grpSpPr>
        <p:grpSp>
          <p:nvGrpSpPr>
            <p:cNvPr id="36927" name="Group 198"/>
            <p:cNvGrpSpPr>
              <a:grpSpLocks/>
            </p:cNvGrpSpPr>
            <p:nvPr/>
          </p:nvGrpSpPr>
          <p:grpSpPr bwMode="auto">
            <a:xfrm>
              <a:off x="1938" y="1156"/>
              <a:ext cx="1839" cy="1588"/>
              <a:chOff x="1938" y="1156"/>
              <a:chExt cx="1839" cy="1588"/>
            </a:xfrm>
          </p:grpSpPr>
          <p:grpSp>
            <p:nvGrpSpPr>
              <p:cNvPr id="36931" name="Group 106"/>
              <p:cNvGrpSpPr>
                <a:grpSpLocks/>
              </p:cNvGrpSpPr>
              <p:nvPr/>
            </p:nvGrpSpPr>
            <p:grpSpPr bwMode="auto">
              <a:xfrm>
                <a:off x="1938" y="2600"/>
                <a:ext cx="319" cy="144"/>
                <a:chOff x="672" y="1920"/>
                <a:chExt cx="145" cy="144"/>
              </a:xfrm>
            </p:grpSpPr>
            <p:sp>
              <p:nvSpPr>
                <p:cNvPr id="224363" name="Line 107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64" name="Line 108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2" name="Group 109"/>
              <p:cNvGrpSpPr>
                <a:grpSpLocks/>
              </p:cNvGrpSpPr>
              <p:nvPr/>
            </p:nvGrpSpPr>
            <p:grpSpPr bwMode="auto">
              <a:xfrm>
                <a:off x="2252" y="2456"/>
                <a:ext cx="73" cy="144"/>
                <a:chOff x="672" y="1920"/>
                <a:chExt cx="145" cy="144"/>
              </a:xfrm>
            </p:grpSpPr>
            <p:sp>
              <p:nvSpPr>
                <p:cNvPr id="224366" name="Line 110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67" name="Line 111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3" name="Group 112"/>
              <p:cNvGrpSpPr>
                <a:grpSpLocks/>
              </p:cNvGrpSpPr>
              <p:nvPr/>
            </p:nvGrpSpPr>
            <p:grpSpPr bwMode="auto">
              <a:xfrm>
                <a:off x="2317" y="2169"/>
                <a:ext cx="126" cy="288"/>
                <a:chOff x="672" y="1776"/>
                <a:chExt cx="291" cy="288"/>
              </a:xfrm>
            </p:grpSpPr>
            <p:grpSp>
              <p:nvGrpSpPr>
                <p:cNvPr id="36957" name="Group 113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70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71" name="Line 11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7"/>
                    <a:ext cx="0" cy="1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58" name="Group 116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73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671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74" name="Line 11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7"/>
                    <a:ext cx="0" cy="14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34" name="Group 119"/>
              <p:cNvGrpSpPr>
                <a:grpSpLocks/>
              </p:cNvGrpSpPr>
              <p:nvPr/>
            </p:nvGrpSpPr>
            <p:grpSpPr bwMode="auto">
              <a:xfrm>
                <a:off x="2441" y="1877"/>
                <a:ext cx="609" cy="288"/>
                <a:chOff x="672" y="1776"/>
                <a:chExt cx="291" cy="288"/>
              </a:xfrm>
            </p:grpSpPr>
            <p:grpSp>
              <p:nvGrpSpPr>
                <p:cNvPr id="36951" name="Group 120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77" name="Line 121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78" name="Line 1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52" name="Group 123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80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81" name="Line 1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35" name="Group 126"/>
              <p:cNvGrpSpPr>
                <a:grpSpLocks/>
              </p:cNvGrpSpPr>
              <p:nvPr/>
            </p:nvGrpSpPr>
            <p:grpSpPr bwMode="auto">
              <a:xfrm>
                <a:off x="3045" y="1740"/>
                <a:ext cx="52" cy="144"/>
                <a:chOff x="672" y="1920"/>
                <a:chExt cx="145" cy="144"/>
              </a:xfrm>
            </p:grpSpPr>
            <p:sp>
              <p:nvSpPr>
                <p:cNvPr id="224383" name="Line 127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84" name="Line 128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6" name="Group 131"/>
              <p:cNvGrpSpPr>
                <a:grpSpLocks/>
              </p:cNvGrpSpPr>
              <p:nvPr/>
            </p:nvGrpSpPr>
            <p:grpSpPr bwMode="auto">
              <a:xfrm>
                <a:off x="3092" y="1590"/>
                <a:ext cx="469" cy="144"/>
                <a:chOff x="672" y="1920"/>
                <a:chExt cx="145" cy="144"/>
              </a:xfrm>
            </p:grpSpPr>
            <p:sp>
              <p:nvSpPr>
                <p:cNvPr id="224388" name="Line 132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89" name="Line 133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7" name="Group 134"/>
              <p:cNvGrpSpPr>
                <a:grpSpLocks/>
              </p:cNvGrpSpPr>
              <p:nvPr/>
            </p:nvGrpSpPr>
            <p:grpSpPr bwMode="auto">
              <a:xfrm>
                <a:off x="3550" y="1446"/>
                <a:ext cx="145" cy="144"/>
                <a:chOff x="672" y="1920"/>
                <a:chExt cx="145" cy="144"/>
              </a:xfrm>
            </p:grpSpPr>
            <p:sp>
              <p:nvSpPr>
                <p:cNvPr id="224391" name="Line 135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92" name="Line 136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8" name="Group 137"/>
              <p:cNvGrpSpPr>
                <a:grpSpLocks/>
              </p:cNvGrpSpPr>
              <p:nvPr/>
            </p:nvGrpSpPr>
            <p:grpSpPr bwMode="auto">
              <a:xfrm>
                <a:off x="3690" y="1156"/>
                <a:ext cx="87" cy="288"/>
                <a:chOff x="672" y="1776"/>
                <a:chExt cx="291" cy="288"/>
              </a:xfrm>
            </p:grpSpPr>
            <p:grpSp>
              <p:nvGrpSpPr>
                <p:cNvPr id="36939" name="Group 138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95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96" name="Line 14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40" name="Group 141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98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673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99" name="Line 14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224408" name="Text Box 152"/>
            <p:cNvSpPr txBox="1">
              <a:spLocks noChangeArrowheads="1"/>
            </p:cNvSpPr>
            <p:nvPr/>
          </p:nvSpPr>
          <p:spPr bwMode="auto">
            <a:xfrm>
              <a:off x="1786" y="1724"/>
              <a:ext cx="569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b="0" i="0" dirty="0">
                  <a:latin typeface="Arial"/>
                  <a:cs typeface="Arial"/>
                </a:rPr>
                <a:t>variable</a:t>
              </a:r>
            </a:p>
            <a:p>
              <a:pPr algn="ctr">
                <a:defRPr/>
              </a:pPr>
              <a:r>
                <a:rPr lang="en-US" b="0" i="0" dirty="0">
                  <a:latin typeface="Arial"/>
                  <a:cs typeface="Arial"/>
                </a:rPr>
                <a:t>network</a:t>
              </a:r>
            </a:p>
            <a:p>
              <a:pPr algn="ctr">
                <a:defRPr/>
              </a:pPr>
              <a:r>
                <a:rPr lang="en-US" b="0" i="0" dirty="0">
                  <a:latin typeface="Arial"/>
                  <a:cs typeface="Arial"/>
                </a:rPr>
                <a:t>delay</a:t>
              </a:r>
            </a:p>
          </p:txBody>
        </p:sp>
        <p:sp>
          <p:nvSpPr>
            <p:cNvPr id="224409" name="Line 153"/>
            <p:cNvSpPr>
              <a:spLocks noChangeShapeType="1"/>
            </p:cNvSpPr>
            <p:nvPr/>
          </p:nvSpPr>
          <p:spPr bwMode="auto">
            <a:xfrm>
              <a:off x="1572" y="1938"/>
              <a:ext cx="10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b="0" i="0" dirty="0">
                <a:latin typeface="Arial"/>
                <a:cs typeface="Arial"/>
              </a:endParaRPr>
            </a:p>
          </p:txBody>
        </p:sp>
        <p:sp>
          <p:nvSpPr>
            <p:cNvPr id="224453" name="Text Box 197"/>
            <p:cNvSpPr txBox="1">
              <a:spLocks noChangeArrowheads="1"/>
            </p:cNvSpPr>
            <p:nvPr/>
          </p:nvSpPr>
          <p:spPr bwMode="auto">
            <a:xfrm>
              <a:off x="2764" y="1196"/>
              <a:ext cx="76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en-US" b="0" i="0" dirty="0">
                  <a:latin typeface="Arial"/>
                  <a:cs typeface="Arial"/>
                </a:rPr>
                <a:t>client video</a:t>
              </a:r>
            </a:p>
            <a:p>
              <a:pPr algn="r">
                <a:defRPr/>
              </a:pPr>
              <a:r>
                <a:rPr lang="en-US" b="0" i="0" dirty="0">
                  <a:latin typeface="Arial"/>
                  <a:cs typeface="Arial"/>
                </a:rPr>
                <a:t>reception</a:t>
              </a:r>
            </a:p>
          </p:txBody>
        </p:sp>
      </p:grpSp>
      <p:grpSp>
        <p:nvGrpSpPr>
          <p:cNvPr id="224459" name="Group 203"/>
          <p:cNvGrpSpPr>
            <a:grpSpLocks/>
          </p:cNvGrpSpPr>
          <p:nvPr/>
        </p:nvGrpSpPr>
        <p:grpSpPr bwMode="auto">
          <a:xfrm>
            <a:off x="2974975" y="1806575"/>
            <a:ext cx="4816476" cy="3241675"/>
            <a:chOff x="1874" y="1138"/>
            <a:chExt cx="3034" cy="2042"/>
          </a:xfrm>
        </p:grpSpPr>
        <p:grpSp>
          <p:nvGrpSpPr>
            <p:cNvPr id="36881" name="Group 155"/>
            <p:cNvGrpSpPr>
              <a:grpSpLocks/>
            </p:cNvGrpSpPr>
            <p:nvPr/>
          </p:nvGrpSpPr>
          <p:grpSpPr bwMode="auto">
            <a:xfrm>
              <a:off x="2784" y="1138"/>
              <a:ext cx="1608" cy="1591"/>
              <a:chOff x="648" y="1147"/>
              <a:chExt cx="1608" cy="1591"/>
            </a:xfrm>
          </p:grpSpPr>
          <p:grpSp>
            <p:nvGrpSpPr>
              <p:cNvPr id="36886" name="Group 156"/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6902" name="Group 157"/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6913" name="Group 158"/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6921" name="Group 15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16" name="Line 16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17" name="Line 161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6922" name="Group 16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19" name="Line 16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20" name="Line 164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6914" name="Group 165"/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6915" name="Group 16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23" name="Line 16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24" name="Line 168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6916" name="Group 1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26" name="Line 1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27" name="Line 171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6903" name="Group 172"/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907" name="Group 173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30" name="Line 1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31" name="Line 175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908" name="Group 176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33" name="Line 1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34" name="Line 178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6904" name="Group 179"/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224436" name="Line 18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437" name="Line 18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887" name="Group 182"/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6888" name="Group 183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896" name="Group 184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41" name="Line 1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42" name="Line 18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897" name="Group 187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44" name="Line 1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45" name="Line 189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6889" name="Group 190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890" name="Group 191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48" name="Line 19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49" name="Line 193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891" name="Group 194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51" name="Line 1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52" name="Line 19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224455" name="Text Box 199"/>
            <p:cNvSpPr txBox="1">
              <a:spLocks noChangeArrowheads="1"/>
            </p:cNvSpPr>
            <p:nvPr/>
          </p:nvSpPr>
          <p:spPr bwMode="auto">
            <a:xfrm>
              <a:off x="3839" y="1248"/>
              <a:ext cx="1069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i="0" dirty="0">
                  <a:solidFill>
                    <a:srgbClr val="000099"/>
                  </a:solidFill>
                  <a:latin typeface="Arial"/>
                  <a:cs typeface="Arial"/>
                </a:rPr>
                <a:t>       constant bit </a:t>
              </a:r>
            </a:p>
            <a:p>
              <a:pPr>
                <a:defRPr/>
              </a:pPr>
              <a:r>
                <a:rPr lang="en-US" b="0" i="0" dirty="0">
                  <a:solidFill>
                    <a:srgbClr val="000099"/>
                  </a:solidFill>
                  <a:latin typeface="Arial"/>
                  <a:cs typeface="Arial"/>
                </a:rPr>
                <a:t>     rate video</a:t>
              </a:r>
            </a:p>
            <a:p>
              <a:pPr>
                <a:defRPr/>
              </a:pPr>
              <a:r>
                <a:rPr lang="en-US" b="0" i="0" dirty="0">
                  <a:solidFill>
                    <a:srgbClr val="000099"/>
                  </a:solidFill>
                  <a:latin typeface="Arial"/>
                  <a:cs typeface="Arial"/>
                </a:rPr>
                <a:t> playout at client</a:t>
              </a:r>
            </a:p>
          </p:txBody>
        </p:sp>
        <p:grpSp>
          <p:nvGrpSpPr>
            <p:cNvPr id="36883" name="Group 202"/>
            <p:cNvGrpSpPr>
              <a:grpSpLocks/>
            </p:cNvGrpSpPr>
            <p:nvPr/>
          </p:nvGrpSpPr>
          <p:grpSpPr bwMode="auto">
            <a:xfrm>
              <a:off x="1874" y="2812"/>
              <a:ext cx="1059" cy="368"/>
              <a:chOff x="1874" y="2812"/>
              <a:chExt cx="1059" cy="368"/>
            </a:xfrm>
          </p:grpSpPr>
          <p:sp>
            <p:nvSpPr>
              <p:cNvPr id="224400" name="Text Box 144"/>
              <p:cNvSpPr txBox="1">
                <a:spLocks noChangeArrowheads="1"/>
              </p:cNvSpPr>
              <p:nvPr/>
            </p:nvSpPr>
            <p:spPr bwMode="auto">
              <a:xfrm>
                <a:off x="1874" y="2812"/>
                <a:ext cx="1059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b="0" i="0" dirty="0">
                    <a:solidFill>
                      <a:srgbClr val="000099"/>
                    </a:solidFill>
                    <a:latin typeface="Arial"/>
                    <a:cs typeface="Arial"/>
                  </a:rPr>
                  <a:t>client playout</a:t>
                </a:r>
              </a:p>
              <a:p>
                <a:pPr algn="ctr">
                  <a:defRPr/>
                </a:pPr>
                <a:r>
                  <a:rPr lang="en-US" b="0" i="0" dirty="0">
                    <a:solidFill>
                      <a:srgbClr val="000099"/>
                    </a:solidFill>
                    <a:latin typeface="Arial"/>
                    <a:cs typeface="Arial"/>
                  </a:rPr>
                  <a:t>delay</a:t>
                </a:r>
              </a:p>
            </p:txBody>
          </p:sp>
          <p:sp>
            <p:nvSpPr>
              <p:cNvPr id="224456" name="Line 200"/>
              <p:cNvSpPr>
                <a:spLocks noChangeShapeType="1"/>
              </p:cNvSpPr>
              <p:nvPr/>
            </p:nvSpPr>
            <p:spPr bwMode="auto">
              <a:xfrm flipV="1">
                <a:off x="1962" y="2988"/>
                <a:ext cx="816" cy="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i="0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224462" name="Group 206"/>
          <p:cNvGrpSpPr>
            <a:grpSpLocks/>
          </p:cNvGrpSpPr>
          <p:nvPr/>
        </p:nvGrpSpPr>
        <p:grpSpPr bwMode="auto">
          <a:xfrm>
            <a:off x="4459288" y="2971800"/>
            <a:ext cx="523875" cy="903288"/>
            <a:chOff x="2809" y="1872"/>
            <a:chExt cx="330" cy="569"/>
          </a:xfrm>
        </p:grpSpPr>
        <p:sp>
          <p:nvSpPr>
            <p:cNvPr id="224460" name="Line 204"/>
            <p:cNvSpPr>
              <a:spLocks noChangeShapeType="1"/>
            </p:cNvSpPr>
            <p:nvPr/>
          </p:nvSpPr>
          <p:spPr bwMode="auto">
            <a:xfrm flipV="1">
              <a:off x="2988" y="1872"/>
              <a:ext cx="0" cy="564"/>
            </a:xfrm>
            <a:prstGeom prst="line">
              <a:avLst/>
            </a:prstGeom>
            <a:noFill/>
            <a:ln w="19050">
              <a:solidFill>
                <a:srgbClr val="D3A6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b="0" i="0" dirty="0">
                <a:latin typeface="Arial"/>
                <a:cs typeface="Arial"/>
              </a:endParaRPr>
            </a:p>
          </p:txBody>
        </p:sp>
        <p:sp>
          <p:nvSpPr>
            <p:cNvPr id="224461" name="Text Box 205"/>
            <p:cNvSpPr txBox="1">
              <a:spLocks noChangeArrowheads="1"/>
            </p:cNvSpPr>
            <p:nvPr/>
          </p:nvSpPr>
          <p:spPr bwMode="auto">
            <a:xfrm rot="16200000">
              <a:off x="2710" y="2011"/>
              <a:ext cx="5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0" i="0" dirty="0">
                  <a:solidFill>
                    <a:srgbClr val="D3A600"/>
                  </a:solidFill>
                  <a:latin typeface="Arial"/>
                  <a:cs typeface="Arial"/>
                </a:rPr>
                <a:t>buffered</a:t>
              </a:r>
            </a:p>
            <a:p>
              <a:pPr algn="ctr">
                <a:defRPr/>
              </a:pPr>
              <a:r>
                <a:rPr lang="en-US" sz="1400" b="0" i="0" dirty="0">
                  <a:solidFill>
                    <a:srgbClr val="D3A600"/>
                  </a:solidFill>
                  <a:latin typeface="Arial"/>
                  <a:cs typeface="Arial"/>
                </a:rPr>
                <a:t>video</a:t>
              </a:r>
              <a:endParaRPr lang="en-US" b="0" i="0" dirty="0">
                <a:solidFill>
                  <a:srgbClr val="D3A6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streaming: Revisited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24464" name="Rectangle 208"/>
          <p:cNvSpPr>
            <a:spLocks noGrp="1" noChangeArrowheads="1"/>
          </p:cNvSpPr>
          <p:nvPr>
            <p:ph type="body" idx="4294967295"/>
          </p:nvPr>
        </p:nvSpPr>
        <p:spPr>
          <a:xfrm>
            <a:off x="373063" y="5207000"/>
            <a:ext cx="8770937" cy="889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Client-side buffering and playout delay:</a:t>
            </a:r>
            <a:r>
              <a:rPr lang="en-US" i="1" dirty="0">
                <a:solidFill>
                  <a:srgbClr val="CC0000"/>
                </a:solidFill>
              </a:rPr>
              <a:t> </a:t>
            </a:r>
            <a:r>
              <a:rPr lang="en-US" dirty="0"/>
              <a:t>compensate for network-added delay, delay jitter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78D75A-79E4-9924-8D1B-2ABD4FB32568}"/>
                  </a:ext>
                </a:extLst>
              </p14:cNvPr>
              <p14:cNvContentPartPr/>
              <p14:nvPr/>
            </p14:nvContentPartPr>
            <p14:xfrm>
              <a:off x="4132080" y="2537640"/>
              <a:ext cx="1784520" cy="2754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78D75A-79E4-9924-8D1B-2ABD4FB325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2720" y="2528280"/>
                <a:ext cx="1803240" cy="277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597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4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464" grpId="0" build="p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HTTP streaming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bitrate for all clients</a:t>
            </a:r>
          </a:p>
          <a:p>
            <a:pPr lvl="1"/>
            <a:r>
              <a:rPr lang="en-US" dirty="0"/>
              <a:t>Clients can have very different network conditions</a:t>
            </a:r>
          </a:p>
          <a:p>
            <a:pPr lvl="1"/>
            <a:r>
              <a:rPr lang="en-US" dirty="0"/>
              <a:t>Clients network conditions can change over time</a:t>
            </a:r>
          </a:p>
          <a:p>
            <a:r>
              <a:rPr lang="en-US" dirty="0">
                <a:solidFill>
                  <a:srgbClr val="0000FF"/>
                </a:solidFill>
              </a:rPr>
              <a:t>Cannot dynamically adapt to conditions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72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 : Dynamic Adaptive Streaming over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multiple resolutions of the same video</a:t>
            </a:r>
          </a:p>
          <a:p>
            <a:pPr lvl="1"/>
            <a:r>
              <a:rPr lang="en-US" dirty="0"/>
              <a:t>Stored in a manifest file in the HTTP server</a:t>
            </a:r>
          </a:p>
          <a:p>
            <a:r>
              <a:rPr lang="en-US" dirty="0"/>
              <a:t>Client asks for the manifest file first to learn about the options</a:t>
            </a:r>
          </a:p>
          <a:p>
            <a:r>
              <a:rPr lang="en-US" dirty="0"/>
              <a:t>Asks for chunks at a time and measures available bandwidth while they are downloaded</a:t>
            </a:r>
          </a:p>
          <a:p>
            <a:pPr lvl="1"/>
            <a:r>
              <a:rPr lang="en-US" dirty="0"/>
              <a:t>Low bandwidth ⇒ switch to lower bitrate</a:t>
            </a:r>
          </a:p>
          <a:p>
            <a:pPr lvl="1"/>
            <a:r>
              <a:rPr lang="en-US" dirty="0"/>
              <a:t>High bandwidth ⇒ switch to higher bitrate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18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DASH</a:t>
            </a:r>
          </a:p>
        </p:txBody>
      </p:sp>
      <p:sp>
        <p:nvSpPr>
          <p:cNvPr id="159" name="Slide Number Placeholder 2">
            <a:extLst>
              <a:ext uri="{FF2B5EF4-FFF2-40B4-BE49-F238E27FC236}">
                <a16:creationId xmlns:a16="http://schemas.microsoft.com/office/drawing/2014/main" id="{7C0F33DF-63FA-2745-8C97-25D9FA32E0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A86288FC-1EC1-EF4E-A6E3-F04D9EE4709E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752600"/>
            <a:ext cx="6920806" cy="190530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 fontAlgn="auto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altLang="en-US" sz="2400" b="0" dirty="0">
                <a:solidFill>
                  <a:srgbClr val="C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server: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divides video file into </a:t>
            </a:r>
            <a:r>
              <a:rPr lang="en-US" altLang="zh-CN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</a:t>
            </a: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chunks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chunk encoded at multiple different rates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 rate encodings stored in different files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files replicated in various CDN nodes</a:t>
            </a:r>
            <a:endParaRPr lang="en-US" altLang="en-US" sz="2000" b="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i="1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manifest file: </a:t>
            </a: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provides URLs for different chunks</a:t>
            </a:r>
          </a:p>
        </p:txBody>
      </p:sp>
      <p:sp>
        <p:nvSpPr>
          <p:cNvPr id="243" name="Rectangle 3">
            <a:extLst>
              <a:ext uri="{FF2B5EF4-FFF2-40B4-BE49-F238E27FC236}">
                <a16:creationId xmlns:a16="http://schemas.microsoft.com/office/drawing/2014/main" id="{09884CFC-62B5-6946-85A6-0910ED9BC848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922173"/>
            <a:ext cx="7776956" cy="192486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 fontAlgn="auto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altLang="en-US" sz="2400" b="0" dirty="0">
                <a:solidFill>
                  <a:srgbClr val="C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client: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periodically estimates server-to-client bandwidth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consulting manifest, requests one chunk at a time </a:t>
            </a:r>
          </a:p>
          <a:p>
            <a:pPr marL="857250" lvl="2" indent="-171450" defTabSz="685800" fontAlgn="auto">
              <a:spcBef>
                <a:spcPts val="375"/>
              </a:spcBef>
              <a:spcAft>
                <a:spcPts val="0"/>
              </a:spcAft>
              <a:buClr>
                <a:srgbClr val="0000A3"/>
              </a:buClr>
              <a:defRPr/>
            </a:pPr>
            <a:r>
              <a:rPr lang="en-US" altLang="en-US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chooses maximum coding rate sustainable given current bandwidth</a:t>
            </a:r>
          </a:p>
          <a:p>
            <a:pPr marL="857250" lvl="2" indent="-171450" defTabSz="685800" fontAlgn="auto">
              <a:spcBef>
                <a:spcPts val="375"/>
              </a:spcBef>
              <a:spcAft>
                <a:spcPts val="0"/>
              </a:spcAft>
              <a:buClr>
                <a:srgbClr val="0000A3"/>
              </a:buClr>
              <a:defRPr/>
            </a:pPr>
            <a:r>
              <a:rPr lang="en-US" altLang="en-US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choose different coding rates at different points in time (depending on available bandwidth at time), and from different servers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FDB8B1-0892-E345-9F91-0D1469A99551}"/>
              </a:ext>
            </a:extLst>
          </p:cNvPr>
          <p:cNvGrpSpPr/>
          <p:nvPr/>
        </p:nvGrpSpPr>
        <p:grpSpPr>
          <a:xfrm>
            <a:off x="6547285" y="1469697"/>
            <a:ext cx="2368115" cy="1466130"/>
            <a:chOff x="6444794" y="2343486"/>
            <a:chExt cx="2368115" cy="1466130"/>
          </a:xfrm>
        </p:grpSpPr>
        <p:grpSp>
          <p:nvGrpSpPr>
            <p:cNvPr id="56" name="Group 2">
              <a:extLst>
                <a:ext uri="{FF2B5EF4-FFF2-40B4-BE49-F238E27FC236}">
                  <a16:creationId xmlns:a16="http://schemas.microsoft.com/office/drawing/2014/main" id="{232E2937-932A-8140-A56C-A78B8BFCF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14189" y="2648204"/>
              <a:ext cx="998720" cy="812360"/>
              <a:chOff x="1842724" y="2867233"/>
              <a:chExt cx="5649912" cy="3416300"/>
            </a:xfrm>
          </p:grpSpPr>
          <p:sp>
            <p:nvSpPr>
              <p:cNvPr id="57" name="AutoShape 99">
                <a:extLst>
                  <a:ext uri="{FF2B5EF4-FFF2-40B4-BE49-F238E27FC236}">
                    <a16:creationId xmlns:a16="http://schemas.microsoft.com/office/drawing/2014/main" id="{5055D5A0-B7B0-8947-9D7F-F28A31600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724" y="2867233"/>
                <a:ext cx="5649912" cy="768350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en-US" sz="1500" b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58" name="Rectangle 87">
                <a:extLst>
                  <a:ext uri="{FF2B5EF4-FFF2-40B4-BE49-F238E27FC236}">
                    <a16:creationId xmlns:a16="http://schemas.microsoft.com/office/drawing/2014/main" id="{13B28B0D-9C67-5D40-8231-3A83B9C16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7699" y="3621296"/>
                <a:ext cx="4781550" cy="2662237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en-US" sz="1500" b="0">
                  <a:solidFill>
                    <a:prstClr val="black"/>
                  </a:solidFill>
                  <a:cs typeface="+mn-cs"/>
                </a:endParaRPr>
              </a:p>
            </p:txBody>
          </p:sp>
        </p:grpSp>
        <p:grpSp>
          <p:nvGrpSpPr>
            <p:cNvPr id="151" name="Group 349">
              <a:extLst>
                <a:ext uri="{FF2B5EF4-FFF2-40B4-BE49-F238E27FC236}">
                  <a16:creationId xmlns:a16="http://schemas.microsoft.com/office/drawing/2014/main" id="{431C7441-FEA9-E649-870D-E4A204A68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73397" y="2979203"/>
              <a:ext cx="320883" cy="340589"/>
              <a:chOff x="4437" y="1472"/>
              <a:chExt cx="427" cy="418"/>
            </a:xfrm>
          </p:grpSpPr>
          <p:sp>
            <p:nvSpPr>
              <p:cNvPr id="152" name="Rectangle 350">
                <a:extLst>
                  <a:ext uri="{FF2B5EF4-FFF2-40B4-BE49-F238E27FC236}">
                    <a16:creationId xmlns:a16="http://schemas.microsoft.com/office/drawing/2014/main" id="{5CB65625-7D77-2D48-9EBF-E0DD7EB5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53" name="Rectangle 351">
                <a:extLst>
                  <a:ext uri="{FF2B5EF4-FFF2-40B4-BE49-F238E27FC236}">
                    <a16:creationId xmlns:a16="http://schemas.microsoft.com/office/drawing/2014/main" id="{9179FB7F-3949-174E-9E9E-A161E0EF4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54" name="Rectangle 352">
                <a:extLst>
                  <a:ext uri="{FF2B5EF4-FFF2-40B4-BE49-F238E27FC236}">
                    <a16:creationId xmlns:a16="http://schemas.microsoft.com/office/drawing/2014/main" id="{7E315010-D1DB-594B-B06F-DFFAAC621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55" name="Rectangle 353">
                <a:extLst>
                  <a:ext uri="{FF2B5EF4-FFF2-40B4-BE49-F238E27FC236}">
                    <a16:creationId xmlns:a16="http://schemas.microsoft.com/office/drawing/2014/main" id="{03963D0C-B78F-CD4C-82A8-1D695049CB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156" name="Freeform 1287">
              <a:extLst>
                <a:ext uri="{FF2B5EF4-FFF2-40B4-BE49-F238E27FC236}">
                  <a16:creationId xmlns:a16="http://schemas.microsoft.com/office/drawing/2014/main" id="{77B492B9-F4A6-AA4F-886C-26D56EDFB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755" y="2805866"/>
              <a:ext cx="1098668" cy="630659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7" name="Straight Connector 45">
              <a:extLst>
                <a:ext uri="{FF2B5EF4-FFF2-40B4-BE49-F238E27FC236}">
                  <a16:creationId xmlns:a16="http://schemas.microsoft.com/office/drawing/2014/main" id="{EF812D6A-3887-5D48-A2A7-90D0F18585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44794" y="3130473"/>
              <a:ext cx="1651593" cy="0"/>
            </a:xfrm>
            <a:prstGeom prst="line">
              <a:avLst/>
            </a:prstGeom>
            <a:noFill/>
            <a:ln w="317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8" name="TextBox 64">
              <a:extLst>
                <a:ext uri="{FF2B5EF4-FFF2-40B4-BE49-F238E27FC236}">
                  <a16:creationId xmlns:a16="http://schemas.microsoft.com/office/drawing/2014/main" id="{47349889-E81A-C242-9729-98BDB7A6D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3569" y="3466268"/>
              <a:ext cx="58862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en-US" sz="1350" b="0" dirty="0">
                  <a:solidFill>
                    <a:srgbClr val="000000"/>
                  </a:solidFill>
                  <a:cs typeface="Arial" panose="020B0604020202020204" pitchFamily="34" charset="0"/>
                </a:rPr>
                <a:t>client</a:t>
              </a:r>
              <a:endParaRPr lang="en-US" altLang="en-US" sz="1350" b="0" i="1" dirty="0">
                <a:solidFill>
                  <a:srgbClr val="CC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0AB0D303-D269-7F44-8600-794F5467067C}"/>
                </a:ext>
              </a:extLst>
            </p:cNvPr>
            <p:cNvSpPr/>
            <p:nvPr/>
          </p:nvSpPr>
          <p:spPr>
            <a:xfrm>
              <a:off x="7075085" y="2899849"/>
              <a:ext cx="1011432" cy="143081"/>
            </a:xfrm>
            <a:custGeom>
              <a:avLst/>
              <a:gdLst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  <a:gd name="connsiteX3" fmla="*/ 1348576 w 1348576"/>
                <a:gd name="connsiteY3" fmla="*/ 177617 h 190774"/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8576" h="190774">
                  <a:moveTo>
                    <a:pt x="0" y="0"/>
                  </a:moveTo>
                  <a:lnTo>
                    <a:pt x="374970" y="190774"/>
                  </a:lnTo>
                  <a:lnTo>
                    <a:pt x="1348576" y="190774"/>
                  </a:lnTo>
                </a:path>
              </a:pathLst>
            </a:custGeom>
            <a:noFill/>
            <a:ln w="31750">
              <a:solidFill>
                <a:srgbClr val="CD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7CE77C4C-F0D2-6344-8886-D4BFC98A935F}"/>
                </a:ext>
              </a:extLst>
            </p:cNvPr>
            <p:cNvSpPr/>
            <p:nvPr/>
          </p:nvSpPr>
          <p:spPr>
            <a:xfrm flipV="1">
              <a:off x="7080845" y="3221368"/>
              <a:ext cx="1011432" cy="143081"/>
            </a:xfrm>
            <a:custGeom>
              <a:avLst/>
              <a:gdLst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  <a:gd name="connsiteX3" fmla="*/ 1348576 w 1348576"/>
                <a:gd name="connsiteY3" fmla="*/ 177617 h 190774"/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8576" h="190774">
                  <a:moveTo>
                    <a:pt x="0" y="0"/>
                  </a:moveTo>
                  <a:lnTo>
                    <a:pt x="374970" y="190774"/>
                  </a:lnTo>
                  <a:lnTo>
                    <a:pt x="1348576" y="190774"/>
                  </a:lnTo>
                </a:path>
              </a:pathLst>
            </a:custGeom>
            <a:noFill/>
            <a:ln w="31750">
              <a:solidFill>
                <a:srgbClr val="CD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0D8A0B99-F17E-9048-89FF-C5E63CBAF4A2}"/>
                </a:ext>
              </a:extLst>
            </p:cNvPr>
            <p:cNvGrpSpPr/>
            <p:nvPr/>
          </p:nvGrpSpPr>
          <p:grpSpPr>
            <a:xfrm>
              <a:off x="7677013" y="2929452"/>
              <a:ext cx="349776" cy="415498"/>
              <a:chOff x="10485997" y="1295948"/>
              <a:chExt cx="466368" cy="553997"/>
            </a:xfrm>
          </p:grpSpPr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336856DC-DFE0-7C40-ABCD-4AD555F9A214}"/>
                  </a:ext>
                </a:extLst>
              </p:cNvPr>
              <p:cNvSpPr/>
              <p:nvPr/>
            </p:nvSpPr>
            <p:spPr>
              <a:xfrm>
                <a:off x="10492576" y="1381467"/>
                <a:ext cx="342078" cy="3420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F96EFC4C-7C92-AA47-8E56-845F6C38BF12}"/>
                  </a:ext>
                </a:extLst>
              </p:cNvPr>
              <p:cNvSpPr txBox="1"/>
              <p:nvPr/>
            </p:nvSpPr>
            <p:spPr>
              <a:xfrm>
                <a:off x="10485997" y="1295948"/>
                <a:ext cx="466368" cy="553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solidFill>
                      <a:srgbClr val="CD0000"/>
                    </a:solidFill>
                  </a:rPr>
                  <a:t>?</a:t>
                </a:r>
              </a:p>
            </p:txBody>
          </p:sp>
        </p:grpSp>
        <p:grpSp>
          <p:nvGrpSpPr>
            <p:cNvPr id="252" name="Group 249">
              <a:extLst>
                <a:ext uri="{FF2B5EF4-FFF2-40B4-BE49-F238E27FC236}">
                  <a16:creationId xmlns:a16="http://schemas.microsoft.com/office/drawing/2014/main" id="{A89F02D6-6C82-594A-B7A0-3D3408E14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3916" y="2529389"/>
              <a:ext cx="202148" cy="403329"/>
              <a:chOff x="4140" y="429"/>
              <a:chExt cx="1425" cy="2396"/>
            </a:xfrm>
          </p:grpSpPr>
          <p:sp>
            <p:nvSpPr>
              <p:cNvPr id="258" name="Freeform 250">
                <a:extLst>
                  <a:ext uri="{FF2B5EF4-FFF2-40B4-BE49-F238E27FC236}">
                    <a16:creationId xmlns:a16="http://schemas.microsoft.com/office/drawing/2014/main" id="{2A5F5A5F-CA74-2C48-B238-96383BA10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" name="Rectangle 251">
                <a:extLst>
                  <a:ext uri="{FF2B5EF4-FFF2-40B4-BE49-F238E27FC236}">
                    <a16:creationId xmlns:a16="http://schemas.microsoft.com/office/drawing/2014/main" id="{ED9D43A5-B7CD-7742-8BDE-5588C54AC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60" name="Freeform 252">
                <a:extLst>
                  <a:ext uri="{FF2B5EF4-FFF2-40B4-BE49-F238E27FC236}">
                    <a16:creationId xmlns:a16="http://schemas.microsoft.com/office/drawing/2014/main" id="{3AD39C54-8D14-1845-BC9A-1AA88847D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" name="Freeform 253">
                <a:extLst>
                  <a:ext uri="{FF2B5EF4-FFF2-40B4-BE49-F238E27FC236}">
                    <a16:creationId xmlns:a16="http://schemas.microsoft.com/office/drawing/2014/main" id="{3BEC0265-5D1F-AD4E-B4C9-262D929E5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Rectangle 254">
                <a:extLst>
                  <a:ext uri="{FF2B5EF4-FFF2-40B4-BE49-F238E27FC236}">
                    <a16:creationId xmlns:a16="http://schemas.microsoft.com/office/drawing/2014/main" id="{88BB4285-A16A-E64E-B350-17798B065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63" name="Group 255">
                <a:extLst>
                  <a:ext uri="{FF2B5EF4-FFF2-40B4-BE49-F238E27FC236}">
                    <a16:creationId xmlns:a16="http://schemas.microsoft.com/office/drawing/2014/main" id="{D8E0ECAD-4EDB-5B49-88FA-A014D370E8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88" name="AutoShape 256">
                  <a:extLst>
                    <a:ext uri="{FF2B5EF4-FFF2-40B4-BE49-F238E27FC236}">
                      <a16:creationId xmlns:a16="http://schemas.microsoft.com/office/drawing/2014/main" id="{C7661007-6272-D14B-93D3-1A8E8B378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289" name="AutoShape 257">
                  <a:extLst>
                    <a:ext uri="{FF2B5EF4-FFF2-40B4-BE49-F238E27FC236}">
                      <a16:creationId xmlns:a16="http://schemas.microsoft.com/office/drawing/2014/main" id="{129D44D1-24EB-7647-852C-E356E34B20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64" name="Rectangle 258">
                <a:extLst>
                  <a:ext uri="{FF2B5EF4-FFF2-40B4-BE49-F238E27FC236}">
                    <a16:creationId xmlns:a16="http://schemas.microsoft.com/office/drawing/2014/main" id="{18ABC360-93DD-C248-B4EC-9E7C1F65E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65" name="Group 259">
                <a:extLst>
                  <a:ext uri="{FF2B5EF4-FFF2-40B4-BE49-F238E27FC236}">
                    <a16:creationId xmlns:a16="http://schemas.microsoft.com/office/drawing/2014/main" id="{AA09D66D-0A9E-1742-9C64-DDD26D042A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86" name="AutoShape 260">
                  <a:extLst>
                    <a:ext uri="{FF2B5EF4-FFF2-40B4-BE49-F238E27FC236}">
                      <a16:creationId xmlns:a16="http://schemas.microsoft.com/office/drawing/2014/main" id="{DD323D01-7023-4043-8747-420E70DE23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287" name="AutoShape 261">
                  <a:extLst>
                    <a:ext uri="{FF2B5EF4-FFF2-40B4-BE49-F238E27FC236}">
                      <a16:creationId xmlns:a16="http://schemas.microsoft.com/office/drawing/2014/main" id="{969AE534-7E50-BC47-893B-5554C35480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66" name="Rectangle 262">
                <a:extLst>
                  <a:ext uri="{FF2B5EF4-FFF2-40B4-BE49-F238E27FC236}">
                    <a16:creationId xmlns:a16="http://schemas.microsoft.com/office/drawing/2014/main" id="{D171AE86-5E08-4E45-81FD-D1D77951B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67" name="Rectangle 263">
                <a:extLst>
                  <a:ext uri="{FF2B5EF4-FFF2-40B4-BE49-F238E27FC236}">
                    <a16:creationId xmlns:a16="http://schemas.microsoft.com/office/drawing/2014/main" id="{E23D40B4-371D-E348-AD2E-AC8C7848B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68" name="Group 264">
                <a:extLst>
                  <a:ext uri="{FF2B5EF4-FFF2-40B4-BE49-F238E27FC236}">
                    <a16:creationId xmlns:a16="http://schemas.microsoft.com/office/drawing/2014/main" id="{F616AF06-4DCF-E74C-A765-FA42B5D519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84" name="AutoShape 265">
                  <a:extLst>
                    <a:ext uri="{FF2B5EF4-FFF2-40B4-BE49-F238E27FC236}">
                      <a16:creationId xmlns:a16="http://schemas.microsoft.com/office/drawing/2014/main" id="{E730B0EA-031A-2A4C-B21D-F22BDB28DC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285" name="AutoShape 266">
                  <a:extLst>
                    <a:ext uri="{FF2B5EF4-FFF2-40B4-BE49-F238E27FC236}">
                      <a16:creationId xmlns:a16="http://schemas.microsoft.com/office/drawing/2014/main" id="{8D577AF1-C05E-4047-B207-BF9AA35810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69" name="Freeform 267">
                <a:extLst>
                  <a:ext uri="{FF2B5EF4-FFF2-40B4-BE49-F238E27FC236}">
                    <a16:creationId xmlns:a16="http://schemas.microsoft.com/office/drawing/2014/main" id="{B13399E7-EC56-2B45-BD82-759FDD567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70" name="Group 268">
                <a:extLst>
                  <a:ext uri="{FF2B5EF4-FFF2-40B4-BE49-F238E27FC236}">
                    <a16:creationId xmlns:a16="http://schemas.microsoft.com/office/drawing/2014/main" id="{B1E96D1F-996D-EC43-ACC2-DB0E7005CE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82" name="AutoShape 269">
                  <a:extLst>
                    <a:ext uri="{FF2B5EF4-FFF2-40B4-BE49-F238E27FC236}">
                      <a16:creationId xmlns:a16="http://schemas.microsoft.com/office/drawing/2014/main" id="{2E28CDE4-0437-274C-80BB-8FA5534E1D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283" name="AutoShape 270">
                  <a:extLst>
                    <a:ext uri="{FF2B5EF4-FFF2-40B4-BE49-F238E27FC236}">
                      <a16:creationId xmlns:a16="http://schemas.microsoft.com/office/drawing/2014/main" id="{DEC3B476-0F10-D246-B2B3-D0797C095F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71" name="Rectangle 271">
                <a:extLst>
                  <a:ext uri="{FF2B5EF4-FFF2-40B4-BE49-F238E27FC236}">
                    <a16:creationId xmlns:a16="http://schemas.microsoft.com/office/drawing/2014/main" id="{E4BE5CAD-E1F3-8040-B728-06430DD8D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2" name="Freeform 272">
                <a:extLst>
                  <a:ext uri="{FF2B5EF4-FFF2-40B4-BE49-F238E27FC236}">
                    <a16:creationId xmlns:a16="http://schemas.microsoft.com/office/drawing/2014/main" id="{0D612219-E0A6-5E48-BE37-0AB8683A1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3" name="Freeform 273">
                <a:extLst>
                  <a:ext uri="{FF2B5EF4-FFF2-40B4-BE49-F238E27FC236}">
                    <a16:creationId xmlns:a16="http://schemas.microsoft.com/office/drawing/2014/main" id="{FB565EED-81C8-6448-A1A8-C18F5CECF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4" name="Oval 274">
                <a:extLst>
                  <a:ext uri="{FF2B5EF4-FFF2-40B4-BE49-F238E27FC236}">
                    <a16:creationId xmlns:a16="http://schemas.microsoft.com/office/drawing/2014/main" id="{70396F71-C766-E949-8058-DD4F4DC47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5" name="Freeform 275">
                <a:extLst>
                  <a:ext uri="{FF2B5EF4-FFF2-40B4-BE49-F238E27FC236}">
                    <a16:creationId xmlns:a16="http://schemas.microsoft.com/office/drawing/2014/main" id="{C62D9E0C-906D-F441-BB9B-3F014BFC9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6" name="AutoShape 276">
                <a:extLst>
                  <a:ext uri="{FF2B5EF4-FFF2-40B4-BE49-F238E27FC236}">
                    <a16:creationId xmlns:a16="http://schemas.microsoft.com/office/drawing/2014/main" id="{3003A08D-701B-5240-AA13-660F42DD6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7" name="AutoShape 277">
                <a:extLst>
                  <a:ext uri="{FF2B5EF4-FFF2-40B4-BE49-F238E27FC236}">
                    <a16:creationId xmlns:a16="http://schemas.microsoft.com/office/drawing/2014/main" id="{BE2E45A7-0AFF-F044-9954-10BBB7894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8" name="Oval 278">
                <a:extLst>
                  <a:ext uri="{FF2B5EF4-FFF2-40B4-BE49-F238E27FC236}">
                    <a16:creationId xmlns:a16="http://schemas.microsoft.com/office/drawing/2014/main" id="{C02FA687-8F28-5D4A-9B7F-3F939AE6C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9" name="Oval 279">
                <a:extLst>
                  <a:ext uri="{FF2B5EF4-FFF2-40B4-BE49-F238E27FC236}">
                    <a16:creationId xmlns:a16="http://schemas.microsoft.com/office/drawing/2014/main" id="{D020FD97-2535-C040-8622-7DCE5ED7E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80" name="Oval 280">
                <a:extLst>
                  <a:ext uri="{FF2B5EF4-FFF2-40B4-BE49-F238E27FC236}">
                    <a16:creationId xmlns:a16="http://schemas.microsoft.com/office/drawing/2014/main" id="{3E62DEBE-6713-D746-8ED5-0A3E029F2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81" name="Rectangle 281">
                <a:extLst>
                  <a:ext uri="{FF2B5EF4-FFF2-40B4-BE49-F238E27FC236}">
                    <a16:creationId xmlns:a16="http://schemas.microsoft.com/office/drawing/2014/main" id="{00BF8073-EC7B-494A-9B2D-44BA5C8A6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0727D384-4865-F649-8022-A70BDEA61991}"/>
                </a:ext>
              </a:extLst>
            </p:cNvPr>
            <p:cNvGrpSpPr/>
            <p:nvPr/>
          </p:nvGrpSpPr>
          <p:grpSpPr>
            <a:xfrm>
              <a:off x="7058891" y="2343486"/>
              <a:ext cx="707612" cy="453197"/>
              <a:chOff x="7698509" y="2176725"/>
              <a:chExt cx="943482" cy="604263"/>
            </a:xfrm>
          </p:grpSpPr>
          <p:pic>
            <p:nvPicPr>
              <p:cNvPr id="254" name="Picture 253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B5579205-01C8-6A49-9DED-99860B02C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55" name="Picture 254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184B3F69-F926-6546-9D6A-BA038A1C18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56" name="Picture 255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7352044F-0D1B-AF42-8027-0DAEC34F50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61D0B0CD-74A4-9D4E-8126-17D0B51AC7D2}"/>
                  </a:ext>
                </a:extLst>
              </p:cNvPr>
              <p:cNvSpPr txBox="1"/>
              <p:nvPr/>
            </p:nvSpPr>
            <p:spPr>
              <a:xfrm>
                <a:off x="8026399" y="2202874"/>
                <a:ext cx="419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...</a:t>
                </a:r>
              </a:p>
            </p:txBody>
          </p:sp>
        </p:grpSp>
        <p:grpSp>
          <p:nvGrpSpPr>
            <p:cNvPr id="291" name="Group 249">
              <a:extLst>
                <a:ext uri="{FF2B5EF4-FFF2-40B4-BE49-F238E27FC236}">
                  <a16:creationId xmlns:a16="http://schemas.microsoft.com/office/drawing/2014/main" id="{6A418EC6-3D97-7D4C-9E28-E68BC18837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39975" y="3223071"/>
              <a:ext cx="202148" cy="403329"/>
              <a:chOff x="4140" y="429"/>
              <a:chExt cx="1425" cy="2396"/>
            </a:xfrm>
          </p:grpSpPr>
          <p:sp>
            <p:nvSpPr>
              <p:cNvPr id="297" name="Freeform 250">
                <a:extLst>
                  <a:ext uri="{FF2B5EF4-FFF2-40B4-BE49-F238E27FC236}">
                    <a16:creationId xmlns:a16="http://schemas.microsoft.com/office/drawing/2014/main" id="{F63A0FFC-0FE6-BC49-8194-47CB0B3FDB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8" name="Rectangle 251">
                <a:extLst>
                  <a:ext uri="{FF2B5EF4-FFF2-40B4-BE49-F238E27FC236}">
                    <a16:creationId xmlns:a16="http://schemas.microsoft.com/office/drawing/2014/main" id="{7DA0250F-F115-0E4B-9CB5-A1EF70E21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99" name="Freeform 252">
                <a:extLst>
                  <a:ext uri="{FF2B5EF4-FFF2-40B4-BE49-F238E27FC236}">
                    <a16:creationId xmlns:a16="http://schemas.microsoft.com/office/drawing/2014/main" id="{FD6484A9-C98E-B842-9F6E-08318527E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253">
                <a:extLst>
                  <a:ext uri="{FF2B5EF4-FFF2-40B4-BE49-F238E27FC236}">
                    <a16:creationId xmlns:a16="http://schemas.microsoft.com/office/drawing/2014/main" id="{703D94AE-F6AA-1543-B0D5-284FD96934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Rectangle 254">
                <a:extLst>
                  <a:ext uri="{FF2B5EF4-FFF2-40B4-BE49-F238E27FC236}">
                    <a16:creationId xmlns:a16="http://schemas.microsoft.com/office/drawing/2014/main" id="{FEEEF9BC-9945-6B4C-9083-14805BAD7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02" name="Group 255">
                <a:extLst>
                  <a:ext uri="{FF2B5EF4-FFF2-40B4-BE49-F238E27FC236}">
                    <a16:creationId xmlns:a16="http://schemas.microsoft.com/office/drawing/2014/main" id="{F872981C-9B9B-3945-9698-6A3160CED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27" name="AutoShape 256">
                  <a:extLst>
                    <a:ext uri="{FF2B5EF4-FFF2-40B4-BE49-F238E27FC236}">
                      <a16:creationId xmlns:a16="http://schemas.microsoft.com/office/drawing/2014/main" id="{2147D4C4-549C-5A43-AEF0-47C8EFF7D7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28" name="AutoShape 257">
                  <a:extLst>
                    <a:ext uri="{FF2B5EF4-FFF2-40B4-BE49-F238E27FC236}">
                      <a16:creationId xmlns:a16="http://schemas.microsoft.com/office/drawing/2014/main" id="{6AA842ED-99E3-E244-A47A-F9514132E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03" name="Rectangle 258">
                <a:extLst>
                  <a:ext uri="{FF2B5EF4-FFF2-40B4-BE49-F238E27FC236}">
                    <a16:creationId xmlns:a16="http://schemas.microsoft.com/office/drawing/2014/main" id="{089D1323-315F-F34E-8132-DC1553E6A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04" name="Group 259">
                <a:extLst>
                  <a:ext uri="{FF2B5EF4-FFF2-40B4-BE49-F238E27FC236}">
                    <a16:creationId xmlns:a16="http://schemas.microsoft.com/office/drawing/2014/main" id="{C214FA3C-81BB-ED4E-94DD-B767F38B65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25" name="AutoShape 260">
                  <a:extLst>
                    <a:ext uri="{FF2B5EF4-FFF2-40B4-BE49-F238E27FC236}">
                      <a16:creationId xmlns:a16="http://schemas.microsoft.com/office/drawing/2014/main" id="{24D63B96-8C60-274F-8A56-BAA459AD3F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26" name="AutoShape 261">
                  <a:extLst>
                    <a:ext uri="{FF2B5EF4-FFF2-40B4-BE49-F238E27FC236}">
                      <a16:creationId xmlns:a16="http://schemas.microsoft.com/office/drawing/2014/main" id="{50A2F9B6-0AE1-274D-AA8D-FA1344AC9B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05" name="Rectangle 262">
                <a:extLst>
                  <a:ext uri="{FF2B5EF4-FFF2-40B4-BE49-F238E27FC236}">
                    <a16:creationId xmlns:a16="http://schemas.microsoft.com/office/drawing/2014/main" id="{54BDAA7A-F6F6-074D-AD4A-8180E6AC4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6" name="Rectangle 263">
                <a:extLst>
                  <a:ext uri="{FF2B5EF4-FFF2-40B4-BE49-F238E27FC236}">
                    <a16:creationId xmlns:a16="http://schemas.microsoft.com/office/drawing/2014/main" id="{9FE36278-3B14-3146-83F1-E76D9D53D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07" name="Group 264">
                <a:extLst>
                  <a:ext uri="{FF2B5EF4-FFF2-40B4-BE49-F238E27FC236}">
                    <a16:creationId xmlns:a16="http://schemas.microsoft.com/office/drawing/2014/main" id="{80AA2E3D-D242-6B47-A732-F91B52025B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23" name="AutoShape 265">
                  <a:extLst>
                    <a:ext uri="{FF2B5EF4-FFF2-40B4-BE49-F238E27FC236}">
                      <a16:creationId xmlns:a16="http://schemas.microsoft.com/office/drawing/2014/main" id="{6B250827-5DD6-174E-B415-396207D009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24" name="AutoShape 266">
                  <a:extLst>
                    <a:ext uri="{FF2B5EF4-FFF2-40B4-BE49-F238E27FC236}">
                      <a16:creationId xmlns:a16="http://schemas.microsoft.com/office/drawing/2014/main" id="{0687E200-350B-9A45-BC7F-BE04DD2821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08" name="Freeform 267">
                <a:extLst>
                  <a:ext uri="{FF2B5EF4-FFF2-40B4-BE49-F238E27FC236}">
                    <a16:creationId xmlns:a16="http://schemas.microsoft.com/office/drawing/2014/main" id="{6065017D-9794-734F-B95F-7854A6F84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9" name="Group 268">
                <a:extLst>
                  <a:ext uri="{FF2B5EF4-FFF2-40B4-BE49-F238E27FC236}">
                    <a16:creationId xmlns:a16="http://schemas.microsoft.com/office/drawing/2014/main" id="{777D84AE-1E36-4547-B8B5-382F58FEA2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21" name="AutoShape 269">
                  <a:extLst>
                    <a:ext uri="{FF2B5EF4-FFF2-40B4-BE49-F238E27FC236}">
                      <a16:creationId xmlns:a16="http://schemas.microsoft.com/office/drawing/2014/main" id="{6C698A22-9BA6-8043-9813-C826D172B1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22" name="AutoShape 270">
                  <a:extLst>
                    <a:ext uri="{FF2B5EF4-FFF2-40B4-BE49-F238E27FC236}">
                      <a16:creationId xmlns:a16="http://schemas.microsoft.com/office/drawing/2014/main" id="{CA7D825D-577D-864C-8214-B8EE709F7E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10" name="Rectangle 271">
                <a:extLst>
                  <a:ext uri="{FF2B5EF4-FFF2-40B4-BE49-F238E27FC236}">
                    <a16:creationId xmlns:a16="http://schemas.microsoft.com/office/drawing/2014/main" id="{314924AF-49B2-8F4B-B07A-EEAD02E6C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1" name="Freeform 272">
                <a:extLst>
                  <a:ext uri="{FF2B5EF4-FFF2-40B4-BE49-F238E27FC236}">
                    <a16:creationId xmlns:a16="http://schemas.microsoft.com/office/drawing/2014/main" id="{0B27D67E-5CDE-564F-B64E-41E4911C6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" name="Freeform 273">
                <a:extLst>
                  <a:ext uri="{FF2B5EF4-FFF2-40B4-BE49-F238E27FC236}">
                    <a16:creationId xmlns:a16="http://schemas.microsoft.com/office/drawing/2014/main" id="{7D9F21DE-9FD0-E845-BE83-AA01CC1C0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3" name="Oval 274">
                <a:extLst>
                  <a:ext uri="{FF2B5EF4-FFF2-40B4-BE49-F238E27FC236}">
                    <a16:creationId xmlns:a16="http://schemas.microsoft.com/office/drawing/2014/main" id="{29DB98CD-1446-1447-907D-0721013CE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4" name="Freeform 275">
                <a:extLst>
                  <a:ext uri="{FF2B5EF4-FFF2-40B4-BE49-F238E27FC236}">
                    <a16:creationId xmlns:a16="http://schemas.microsoft.com/office/drawing/2014/main" id="{CCE0B802-0ED9-1144-9B41-567C96D9E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5" name="AutoShape 276">
                <a:extLst>
                  <a:ext uri="{FF2B5EF4-FFF2-40B4-BE49-F238E27FC236}">
                    <a16:creationId xmlns:a16="http://schemas.microsoft.com/office/drawing/2014/main" id="{0A63D484-0467-EF48-A0D1-307BD44B8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6" name="AutoShape 277">
                <a:extLst>
                  <a:ext uri="{FF2B5EF4-FFF2-40B4-BE49-F238E27FC236}">
                    <a16:creationId xmlns:a16="http://schemas.microsoft.com/office/drawing/2014/main" id="{9F1755F7-6A75-8A4F-B6E2-BF73697B1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7" name="Oval 278">
                <a:extLst>
                  <a:ext uri="{FF2B5EF4-FFF2-40B4-BE49-F238E27FC236}">
                    <a16:creationId xmlns:a16="http://schemas.microsoft.com/office/drawing/2014/main" id="{D6F2BCA4-EAA9-C04A-AB0D-174E8DA65A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8" name="Oval 279">
                <a:extLst>
                  <a:ext uri="{FF2B5EF4-FFF2-40B4-BE49-F238E27FC236}">
                    <a16:creationId xmlns:a16="http://schemas.microsoft.com/office/drawing/2014/main" id="{4D2A8DA3-EE5E-2F48-88C3-2B1DB6DB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319" name="Oval 280">
                <a:extLst>
                  <a:ext uri="{FF2B5EF4-FFF2-40B4-BE49-F238E27FC236}">
                    <a16:creationId xmlns:a16="http://schemas.microsoft.com/office/drawing/2014/main" id="{39A0A350-9C80-984E-9991-E741164E02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20" name="Rectangle 281">
                <a:extLst>
                  <a:ext uri="{FF2B5EF4-FFF2-40B4-BE49-F238E27FC236}">
                    <a16:creationId xmlns:a16="http://schemas.microsoft.com/office/drawing/2014/main" id="{4347596D-A5CE-B946-A234-DF07FB80E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</p:grp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31A38548-A84D-B643-BEB5-A359B949B8B9}"/>
                </a:ext>
              </a:extLst>
            </p:cNvPr>
            <p:cNvGrpSpPr/>
            <p:nvPr/>
          </p:nvGrpSpPr>
          <p:grpSpPr>
            <a:xfrm>
              <a:off x="7007653" y="3356419"/>
              <a:ext cx="707612" cy="453197"/>
              <a:chOff x="7698509" y="2176725"/>
              <a:chExt cx="943482" cy="604263"/>
            </a:xfrm>
          </p:grpSpPr>
          <p:pic>
            <p:nvPicPr>
              <p:cNvPr id="293" name="Picture 292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9C558C14-3545-3A4C-A74E-710DED2EC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94" name="Picture 293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B11AB87A-BA5E-F541-93E8-003DAF4DCC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95" name="Picture 294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009FDD7D-5EA5-DC49-BDCF-5450AB531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41EDF864-68A8-2447-868F-ADB0A7AE7A7C}"/>
                  </a:ext>
                </a:extLst>
              </p:cNvPr>
              <p:cNvSpPr txBox="1"/>
              <p:nvPr/>
            </p:nvSpPr>
            <p:spPr>
              <a:xfrm>
                <a:off x="8026399" y="2202874"/>
                <a:ext cx="419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...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283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DASH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38" name="Slide Number Placeholder 2">
            <a:extLst>
              <a:ext uri="{FF2B5EF4-FFF2-40B4-BE49-F238E27FC236}">
                <a16:creationId xmlns:a16="http://schemas.microsoft.com/office/drawing/2014/main" id="{C79354C6-01ED-3F43-B7F7-C9EDEFEC0F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57B06ED9-18F5-DA42-AB34-1D8668A5BAAE}"/>
              </a:ext>
            </a:extLst>
          </p:cNvPr>
          <p:cNvSpPr txBox="1">
            <a:spLocks noChangeArrowheads="1"/>
          </p:cNvSpPr>
          <p:nvPr/>
        </p:nvSpPr>
        <p:spPr>
          <a:xfrm>
            <a:off x="562592" y="1926317"/>
            <a:ext cx="5945528" cy="378976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31" indent="-342900" defTabSz="685800" fontAlgn="auto">
              <a:spcBef>
                <a:spcPts val="75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altLang="en-US" sz="2400" b="0" i="1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“intelligence” </a:t>
            </a:r>
            <a:r>
              <a:rPr lang="en-US" altLang="en-US" sz="2400" b="0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at client: </a:t>
            </a:r>
            <a:r>
              <a:rPr lang="en-US" altLang="en-US" sz="24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client determines</a:t>
            </a:r>
          </a:p>
          <a:p>
            <a:pPr marL="690563" lvl="1" indent="-342900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altLang="en-US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</a:t>
            </a:r>
            <a:r>
              <a:rPr lang="en-US" altLang="en-US" sz="2100" b="0" i="1" dirty="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request </a:t>
            </a:r>
            <a:r>
              <a:rPr lang="en-US" altLang="zh-CN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zh-CN" altLang="en-US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chunk (so that buffer starvation, or overflow does not occur)</a:t>
            </a:r>
          </a:p>
          <a:p>
            <a:pPr marL="690563" lvl="1" indent="-342900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altLang="en-US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</a:t>
            </a:r>
            <a:r>
              <a:rPr lang="en-US" altLang="zh-CN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bit</a:t>
            </a:r>
            <a:r>
              <a:rPr lang="en-US" altLang="en-US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rate </a:t>
            </a:r>
            <a:r>
              <a:rPr lang="en-US" altLang="en-US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request </a:t>
            </a:r>
            <a:r>
              <a:rPr lang="en-US" altLang="en-US" sz="21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(higher quality when more bandwidth available) </a:t>
            </a:r>
            <a:r>
              <a:rPr lang="en-US" altLang="zh-CN" sz="21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-&gt;</a:t>
            </a:r>
            <a:r>
              <a:rPr lang="zh-CN" altLang="en-US" sz="21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adaptive</a:t>
            </a:r>
            <a:r>
              <a:rPr lang="zh-CN" altLang="en-US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bit-rate</a:t>
            </a:r>
            <a:r>
              <a:rPr lang="zh-CN" altLang="en-US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(ABR)</a:t>
            </a:r>
            <a:endParaRPr lang="en-US" altLang="en-US" sz="2100" b="0" dirty="0">
              <a:solidFill>
                <a:srgbClr val="0070C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90563" lvl="1" indent="-342900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altLang="en-US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where</a:t>
            </a:r>
            <a:r>
              <a:rPr lang="en-US" altLang="en-US" sz="2100" b="0" i="1" dirty="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1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request chunk (can request from URL server that is “close” to client or has high available bandwidth) 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6B29FA5-F250-2145-B75A-6362A2B90004}"/>
              </a:ext>
            </a:extLst>
          </p:cNvPr>
          <p:cNvSpPr txBox="1">
            <a:spLocks noChangeArrowheads="1"/>
          </p:cNvSpPr>
          <p:nvPr/>
        </p:nvSpPr>
        <p:spPr>
          <a:xfrm>
            <a:off x="573653" y="4170813"/>
            <a:ext cx="4722248" cy="120075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1494" lvl="1" indent="-173831" defTabSz="685800" fontAlgn="auto">
              <a:spcBef>
                <a:spcPts val="375"/>
              </a:spcBef>
              <a:spcAft>
                <a:spcPts val="0"/>
              </a:spcAft>
              <a:defRPr/>
            </a:pPr>
            <a:endParaRPr lang="en-US" altLang="en-US" sz="2100" b="0" dirty="0">
              <a:solidFill>
                <a:prstClr val="black"/>
              </a:solidFill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FA338-92F2-B84C-A3FD-65CE9CE1AE33}"/>
              </a:ext>
            </a:extLst>
          </p:cNvPr>
          <p:cNvSpPr txBox="1"/>
          <p:nvPr/>
        </p:nvSpPr>
        <p:spPr>
          <a:xfrm>
            <a:off x="923162" y="5486400"/>
            <a:ext cx="7839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dirty="0">
                <a:solidFill>
                  <a:srgbClr val="0000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Streaming video = </a:t>
            </a:r>
            <a:r>
              <a:rPr lang="en-US" sz="2400" b="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encoding +</a:t>
            </a:r>
            <a:r>
              <a:rPr lang="en-US" sz="2400" b="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2400" b="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DASH + playout buffering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1818BB-E5C9-D648-BF80-58420302933F}"/>
              </a:ext>
            </a:extLst>
          </p:cNvPr>
          <p:cNvGrpSpPr/>
          <p:nvPr/>
        </p:nvGrpSpPr>
        <p:grpSpPr>
          <a:xfrm>
            <a:off x="6444794" y="2343486"/>
            <a:ext cx="2368115" cy="1466130"/>
            <a:chOff x="6444794" y="2343486"/>
            <a:chExt cx="2368115" cy="1466130"/>
          </a:xfrm>
        </p:grpSpPr>
        <p:sp>
          <p:nvSpPr>
            <p:cNvPr id="242" name="Freeform 1287">
              <a:extLst>
                <a:ext uri="{FF2B5EF4-FFF2-40B4-BE49-F238E27FC236}">
                  <a16:creationId xmlns:a16="http://schemas.microsoft.com/office/drawing/2014/main" id="{404F16F4-75A1-BF4D-92FE-33BA84DA1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755" y="2805866"/>
              <a:ext cx="1098668" cy="630659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82" name="Group 249">
              <a:extLst>
                <a:ext uri="{FF2B5EF4-FFF2-40B4-BE49-F238E27FC236}">
                  <a16:creationId xmlns:a16="http://schemas.microsoft.com/office/drawing/2014/main" id="{303AAFB7-AE59-FB43-806F-88716418AD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3916" y="2529389"/>
              <a:ext cx="202148" cy="403329"/>
              <a:chOff x="4140" y="429"/>
              <a:chExt cx="1425" cy="2396"/>
            </a:xfrm>
          </p:grpSpPr>
          <p:sp>
            <p:nvSpPr>
              <p:cNvPr id="283" name="Freeform 250">
                <a:extLst>
                  <a:ext uri="{FF2B5EF4-FFF2-40B4-BE49-F238E27FC236}">
                    <a16:creationId xmlns:a16="http://schemas.microsoft.com/office/drawing/2014/main" id="{F583EC39-0EF7-C047-B61C-FCA4140C6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4" name="Rectangle 251">
                <a:extLst>
                  <a:ext uri="{FF2B5EF4-FFF2-40B4-BE49-F238E27FC236}">
                    <a16:creationId xmlns:a16="http://schemas.microsoft.com/office/drawing/2014/main" id="{1E2AD361-9367-024D-9B13-A995814D5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85" name="Freeform 252">
                <a:extLst>
                  <a:ext uri="{FF2B5EF4-FFF2-40B4-BE49-F238E27FC236}">
                    <a16:creationId xmlns:a16="http://schemas.microsoft.com/office/drawing/2014/main" id="{280AB857-6E8B-F04E-86E8-884DCDEB6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253">
                <a:extLst>
                  <a:ext uri="{FF2B5EF4-FFF2-40B4-BE49-F238E27FC236}">
                    <a16:creationId xmlns:a16="http://schemas.microsoft.com/office/drawing/2014/main" id="{17A6D9FD-0410-2E4A-A1DE-0C447AB9A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7" name="Rectangle 254">
                <a:extLst>
                  <a:ext uri="{FF2B5EF4-FFF2-40B4-BE49-F238E27FC236}">
                    <a16:creationId xmlns:a16="http://schemas.microsoft.com/office/drawing/2014/main" id="{A927C600-2D52-FB43-8F04-602018E3E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88" name="Group 255">
                <a:extLst>
                  <a:ext uri="{FF2B5EF4-FFF2-40B4-BE49-F238E27FC236}">
                    <a16:creationId xmlns:a16="http://schemas.microsoft.com/office/drawing/2014/main" id="{AD441C89-2F79-AA41-9247-E417258584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3" name="AutoShape 256">
                  <a:extLst>
                    <a:ext uri="{FF2B5EF4-FFF2-40B4-BE49-F238E27FC236}">
                      <a16:creationId xmlns:a16="http://schemas.microsoft.com/office/drawing/2014/main" id="{1BDD9056-3563-DC4A-8E6F-D9E7C31BD6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14" name="AutoShape 257">
                  <a:extLst>
                    <a:ext uri="{FF2B5EF4-FFF2-40B4-BE49-F238E27FC236}">
                      <a16:creationId xmlns:a16="http://schemas.microsoft.com/office/drawing/2014/main" id="{A464F9AC-80D5-8647-A3BF-7C8016D2E9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89" name="Rectangle 258">
                <a:extLst>
                  <a:ext uri="{FF2B5EF4-FFF2-40B4-BE49-F238E27FC236}">
                    <a16:creationId xmlns:a16="http://schemas.microsoft.com/office/drawing/2014/main" id="{3CC90EBF-BE9D-094F-8D80-09DD69A5C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90" name="Group 259">
                <a:extLst>
                  <a:ext uri="{FF2B5EF4-FFF2-40B4-BE49-F238E27FC236}">
                    <a16:creationId xmlns:a16="http://schemas.microsoft.com/office/drawing/2014/main" id="{8FD2B698-C302-134D-AA60-7CB77F0FA4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1" name="AutoShape 260">
                  <a:extLst>
                    <a:ext uri="{FF2B5EF4-FFF2-40B4-BE49-F238E27FC236}">
                      <a16:creationId xmlns:a16="http://schemas.microsoft.com/office/drawing/2014/main" id="{3C8C97B6-C649-304C-B810-3DCC29D051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12" name="AutoShape 261">
                  <a:extLst>
                    <a:ext uri="{FF2B5EF4-FFF2-40B4-BE49-F238E27FC236}">
                      <a16:creationId xmlns:a16="http://schemas.microsoft.com/office/drawing/2014/main" id="{1E6EFFBD-86DF-3A4E-B6C4-5B74F41947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91" name="Rectangle 262">
                <a:extLst>
                  <a:ext uri="{FF2B5EF4-FFF2-40B4-BE49-F238E27FC236}">
                    <a16:creationId xmlns:a16="http://schemas.microsoft.com/office/drawing/2014/main" id="{A2087108-BB9B-C74D-BED2-AEEFB9631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92" name="Rectangle 263">
                <a:extLst>
                  <a:ext uri="{FF2B5EF4-FFF2-40B4-BE49-F238E27FC236}">
                    <a16:creationId xmlns:a16="http://schemas.microsoft.com/office/drawing/2014/main" id="{629E30AC-175A-7C47-B5DB-137A2A969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93" name="Group 264">
                <a:extLst>
                  <a:ext uri="{FF2B5EF4-FFF2-40B4-BE49-F238E27FC236}">
                    <a16:creationId xmlns:a16="http://schemas.microsoft.com/office/drawing/2014/main" id="{631BEC3E-EC7B-E641-9B73-CEB1B33C79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09" name="AutoShape 265">
                  <a:extLst>
                    <a:ext uri="{FF2B5EF4-FFF2-40B4-BE49-F238E27FC236}">
                      <a16:creationId xmlns:a16="http://schemas.microsoft.com/office/drawing/2014/main" id="{CA74522A-6DD3-C941-B6C5-B88ADF1B75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10" name="AutoShape 266">
                  <a:extLst>
                    <a:ext uri="{FF2B5EF4-FFF2-40B4-BE49-F238E27FC236}">
                      <a16:creationId xmlns:a16="http://schemas.microsoft.com/office/drawing/2014/main" id="{0FC67C26-9D79-7645-9585-2783C4FBAB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94" name="Freeform 267">
                <a:extLst>
                  <a:ext uri="{FF2B5EF4-FFF2-40B4-BE49-F238E27FC236}">
                    <a16:creationId xmlns:a16="http://schemas.microsoft.com/office/drawing/2014/main" id="{0009B838-E394-AB4B-B620-18BE1F04F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5" name="Group 268">
                <a:extLst>
                  <a:ext uri="{FF2B5EF4-FFF2-40B4-BE49-F238E27FC236}">
                    <a16:creationId xmlns:a16="http://schemas.microsoft.com/office/drawing/2014/main" id="{CE9E851F-17AE-C347-AAE2-A26FC9005C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07" name="AutoShape 269">
                  <a:extLst>
                    <a:ext uri="{FF2B5EF4-FFF2-40B4-BE49-F238E27FC236}">
                      <a16:creationId xmlns:a16="http://schemas.microsoft.com/office/drawing/2014/main" id="{BC8583DE-ADF4-6447-B9E5-82785FCF6C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08" name="AutoShape 270">
                  <a:extLst>
                    <a:ext uri="{FF2B5EF4-FFF2-40B4-BE49-F238E27FC236}">
                      <a16:creationId xmlns:a16="http://schemas.microsoft.com/office/drawing/2014/main" id="{86B22511-2C8C-B74B-A13E-4B4859111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96" name="Rectangle 271">
                <a:extLst>
                  <a:ext uri="{FF2B5EF4-FFF2-40B4-BE49-F238E27FC236}">
                    <a16:creationId xmlns:a16="http://schemas.microsoft.com/office/drawing/2014/main" id="{20AF6706-04DB-3F45-9CC0-357417946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97" name="Freeform 272">
                <a:extLst>
                  <a:ext uri="{FF2B5EF4-FFF2-40B4-BE49-F238E27FC236}">
                    <a16:creationId xmlns:a16="http://schemas.microsoft.com/office/drawing/2014/main" id="{E6032D49-B972-724F-BC66-1C24B5F05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8" name="Freeform 273">
                <a:extLst>
                  <a:ext uri="{FF2B5EF4-FFF2-40B4-BE49-F238E27FC236}">
                    <a16:creationId xmlns:a16="http://schemas.microsoft.com/office/drawing/2014/main" id="{B84F01B6-1C0C-C943-B856-7FE3BD2D7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Oval 274">
                <a:extLst>
                  <a:ext uri="{FF2B5EF4-FFF2-40B4-BE49-F238E27FC236}">
                    <a16:creationId xmlns:a16="http://schemas.microsoft.com/office/drawing/2014/main" id="{3819F9EA-CE5A-6F47-B1D1-45A3176A8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0" name="Freeform 275">
                <a:extLst>
                  <a:ext uri="{FF2B5EF4-FFF2-40B4-BE49-F238E27FC236}">
                    <a16:creationId xmlns:a16="http://schemas.microsoft.com/office/drawing/2014/main" id="{BD6129AD-4010-6541-8BD2-9C417B597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AutoShape 276">
                <a:extLst>
                  <a:ext uri="{FF2B5EF4-FFF2-40B4-BE49-F238E27FC236}">
                    <a16:creationId xmlns:a16="http://schemas.microsoft.com/office/drawing/2014/main" id="{DAF156C3-BBE4-AD4E-8C8F-504F05E6F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2" name="AutoShape 277">
                <a:extLst>
                  <a:ext uri="{FF2B5EF4-FFF2-40B4-BE49-F238E27FC236}">
                    <a16:creationId xmlns:a16="http://schemas.microsoft.com/office/drawing/2014/main" id="{FAC7EFD2-3973-3341-9E30-2375745B4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3" name="Oval 278">
                <a:extLst>
                  <a:ext uri="{FF2B5EF4-FFF2-40B4-BE49-F238E27FC236}">
                    <a16:creationId xmlns:a16="http://schemas.microsoft.com/office/drawing/2014/main" id="{279C258F-5AE0-4A40-9D2A-27C352066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4" name="Oval 279">
                <a:extLst>
                  <a:ext uri="{FF2B5EF4-FFF2-40B4-BE49-F238E27FC236}">
                    <a16:creationId xmlns:a16="http://schemas.microsoft.com/office/drawing/2014/main" id="{AB54CDF9-44A8-F945-8C47-F29CE6B00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305" name="Oval 280">
                <a:extLst>
                  <a:ext uri="{FF2B5EF4-FFF2-40B4-BE49-F238E27FC236}">
                    <a16:creationId xmlns:a16="http://schemas.microsoft.com/office/drawing/2014/main" id="{C12B8B40-4A95-634B-A938-6930B06F5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6" name="Rectangle 281">
                <a:extLst>
                  <a:ext uri="{FF2B5EF4-FFF2-40B4-BE49-F238E27FC236}">
                    <a16:creationId xmlns:a16="http://schemas.microsoft.com/office/drawing/2014/main" id="{56A64972-4A2C-2147-8B6A-849EA1C52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</p:grp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7CEE8967-09D9-EA4A-BE8F-89D0A51FA901}"/>
                </a:ext>
              </a:extLst>
            </p:cNvPr>
            <p:cNvGrpSpPr/>
            <p:nvPr/>
          </p:nvGrpSpPr>
          <p:grpSpPr>
            <a:xfrm>
              <a:off x="7058891" y="2343486"/>
              <a:ext cx="707612" cy="453197"/>
              <a:chOff x="7698509" y="2176725"/>
              <a:chExt cx="943482" cy="604263"/>
            </a:xfrm>
          </p:grpSpPr>
          <p:pic>
            <p:nvPicPr>
              <p:cNvPr id="316" name="Picture 315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0EAEB9B3-A22A-234F-82DF-4AAC2BF42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17" name="Picture 316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D8797FD1-FD5F-5E42-86F9-D71425D34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18" name="Picture 317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9A3D2276-CCAA-964B-A522-778FC9030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FA64888F-27BD-6D49-9E8A-1C105E1F77CE}"/>
                  </a:ext>
                </a:extLst>
              </p:cNvPr>
              <p:cNvSpPr txBox="1"/>
              <p:nvPr/>
            </p:nvSpPr>
            <p:spPr>
              <a:xfrm>
                <a:off x="8026399" y="2202874"/>
                <a:ext cx="419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...</a:t>
                </a:r>
              </a:p>
            </p:txBody>
          </p:sp>
        </p:grpSp>
        <p:grpSp>
          <p:nvGrpSpPr>
            <p:cNvPr id="320" name="Group 249">
              <a:extLst>
                <a:ext uri="{FF2B5EF4-FFF2-40B4-BE49-F238E27FC236}">
                  <a16:creationId xmlns:a16="http://schemas.microsoft.com/office/drawing/2014/main" id="{F1BCE0E4-BDB5-B544-89E7-F7F4C8B45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39975" y="3223071"/>
              <a:ext cx="202148" cy="403329"/>
              <a:chOff x="4140" y="429"/>
              <a:chExt cx="1425" cy="2396"/>
            </a:xfrm>
          </p:grpSpPr>
          <p:sp>
            <p:nvSpPr>
              <p:cNvPr id="321" name="Freeform 250">
                <a:extLst>
                  <a:ext uri="{FF2B5EF4-FFF2-40B4-BE49-F238E27FC236}">
                    <a16:creationId xmlns:a16="http://schemas.microsoft.com/office/drawing/2014/main" id="{61F36965-BC45-1D46-9296-4C5A2F836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2" name="Rectangle 251">
                <a:extLst>
                  <a:ext uri="{FF2B5EF4-FFF2-40B4-BE49-F238E27FC236}">
                    <a16:creationId xmlns:a16="http://schemas.microsoft.com/office/drawing/2014/main" id="{40BA023C-2812-9340-A050-0121D0829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23" name="Freeform 252">
                <a:extLst>
                  <a:ext uri="{FF2B5EF4-FFF2-40B4-BE49-F238E27FC236}">
                    <a16:creationId xmlns:a16="http://schemas.microsoft.com/office/drawing/2014/main" id="{7D40D788-F435-474A-A7BF-25C0498EA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" name="Freeform 253">
                <a:extLst>
                  <a:ext uri="{FF2B5EF4-FFF2-40B4-BE49-F238E27FC236}">
                    <a16:creationId xmlns:a16="http://schemas.microsoft.com/office/drawing/2014/main" id="{7ECC0C33-1994-A443-BE35-89E1A830F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5" name="Rectangle 254">
                <a:extLst>
                  <a:ext uri="{FF2B5EF4-FFF2-40B4-BE49-F238E27FC236}">
                    <a16:creationId xmlns:a16="http://schemas.microsoft.com/office/drawing/2014/main" id="{5F77B878-EAC9-4540-9E09-E05F7ED09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26" name="Group 255">
                <a:extLst>
                  <a:ext uri="{FF2B5EF4-FFF2-40B4-BE49-F238E27FC236}">
                    <a16:creationId xmlns:a16="http://schemas.microsoft.com/office/drawing/2014/main" id="{3AD2D83D-AFAB-F544-B840-C231A3CC60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51" name="AutoShape 256">
                  <a:extLst>
                    <a:ext uri="{FF2B5EF4-FFF2-40B4-BE49-F238E27FC236}">
                      <a16:creationId xmlns:a16="http://schemas.microsoft.com/office/drawing/2014/main" id="{4227C343-CCC4-A04E-8886-6361D39B43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52" name="AutoShape 257">
                  <a:extLst>
                    <a:ext uri="{FF2B5EF4-FFF2-40B4-BE49-F238E27FC236}">
                      <a16:creationId xmlns:a16="http://schemas.microsoft.com/office/drawing/2014/main" id="{9E39270E-D4A5-AD40-A9B3-1748EE3126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27" name="Rectangle 258">
                <a:extLst>
                  <a:ext uri="{FF2B5EF4-FFF2-40B4-BE49-F238E27FC236}">
                    <a16:creationId xmlns:a16="http://schemas.microsoft.com/office/drawing/2014/main" id="{7B72FE59-00DA-AB4C-818F-65FE468FB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28" name="Group 259">
                <a:extLst>
                  <a:ext uri="{FF2B5EF4-FFF2-40B4-BE49-F238E27FC236}">
                    <a16:creationId xmlns:a16="http://schemas.microsoft.com/office/drawing/2014/main" id="{09C06909-C34E-C94A-8C7D-0BFC94D6E0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49" name="AutoShape 260">
                  <a:extLst>
                    <a:ext uri="{FF2B5EF4-FFF2-40B4-BE49-F238E27FC236}">
                      <a16:creationId xmlns:a16="http://schemas.microsoft.com/office/drawing/2014/main" id="{7ED60691-FC99-B943-BE37-D6C97FF671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50" name="AutoShape 261">
                  <a:extLst>
                    <a:ext uri="{FF2B5EF4-FFF2-40B4-BE49-F238E27FC236}">
                      <a16:creationId xmlns:a16="http://schemas.microsoft.com/office/drawing/2014/main" id="{BBBF7CE5-2F2F-C240-89B7-6B006565DB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29" name="Rectangle 262">
                <a:extLst>
                  <a:ext uri="{FF2B5EF4-FFF2-40B4-BE49-F238E27FC236}">
                    <a16:creationId xmlns:a16="http://schemas.microsoft.com/office/drawing/2014/main" id="{E1859B99-BC2B-8445-9920-653550A39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30" name="Rectangle 263">
                <a:extLst>
                  <a:ext uri="{FF2B5EF4-FFF2-40B4-BE49-F238E27FC236}">
                    <a16:creationId xmlns:a16="http://schemas.microsoft.com/office/drawing/2014/main" id="{DC4E26D3-7125-8945-9746-24417359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31" name="Group 264">
                <a:extLst>
                  <a:ext uri="{FF2B5EF4-FFF2-40B4-BE49-F238E27FC236}">
                    <a16:creationId xmlns:a16="http://schemas.microsoft.com/office/drawing/2014/main" id="{E6BAA1DE-AF76-6C44-833A-D07152C073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47" name="AutoShape 265">
                  <a:extLst>
                    <a:ext uri="{FF2B5EF4-FFF2-40B4-BE49-F238E27FC236}">
                      <a16:creationId xmlns:a16="http://schemas.microsoft.com/office/drawing/2014/main" id="{C5750C06-37B1-7942-BC63-5A0DFB73A5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48" name="AutoShape 266">
                  <a:extLst>
                    <a:ext uri="{FF2B5EF4-FFF2-40B4-BE49-F238E27FC236}">
                      <a16:creationId xmlns:a16="http://schemas.microsoft.com/office/drawing/2014/main" id="{2FBF1907-BD45-434A-8B85-372B329D2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32" name="Freeform 267">
                <a:extLst>
                  <a:ext uri="{FF2B5EF4-FFF2-40B4-BE49-F238E27FC236}">
                    <a16:creationId xmlns:a16="http://schemas.microsoft.com/office/drawing/2014/main" id="{C3D05EC3-4DA7-F74C-B6F6-0918126C0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3" name="Group 268">
                <a:extLst>
                  <a:ext uri="{FF2B5EF4-FFF2-40B4-BE49-F238E27FC236}">
                    <a16:creationId xmlns:a16="http://schemas.microsoft.com/office/drawing/2014/main" id="{5BF350AD-3646-0C41-87CF-18D04562FC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45" name="AutoShape 269">
                  <a:extLst>
                    <a:ext uri="{FF2B5EF4-FFF2-40B4-BE49-F238E27FC236}">
                      <a16:creationId xmlns:a16="http://schemas.microsoft.com/office/drawing/2014/main" id="{E6FF77A3-8808-214A-B3F1-9975674419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46" name="AutoShape 270">
                  <a:extLst>
                    <a:ext uri="{FF2B5EF4-FFF2-40B4-BE49-F238E27FC236}">
                      <a16:creationId xmlns:a16="http://schemas.microsoft.com/office/drawing/2014/main" id="{DBA06383-D10B-7446-8AB5-80825280F5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34" name="Rectangle 271">
                <a:extLst>
                  <a:ext uri="{FF2B5EF4-FFF2-40B4-BE49-F238E27FC236}">
                    <a16:creationId xmlns:a16="http://schemas.microsoft.com/office/drawing/2014/main" id="{075E3183-6A9A-F845-B994-D8A428ABB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35" name="Freeform 272">
                <a:extLst>
                  <a:ext uri="{FF2B5EF4-FFF2-40B4-BE49-F238E27FC236}">
                    <a16:creationId xmlns:a16="http://schemas.microsoft.com/office/drawing/2014/main" id="{047D761C-70AD-CD4F-A747-381D74016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6" name="Freeform 273">
                <a:extLst>
                  <a:ext uri="{FF2B5EF4-FFF2-40B4-BE49-F238E27FC236}">
                    <a16:creationId xmlns:a16="http://schemas.microsoft.com/office/drawing/2014/main" id="{8AE72908-FAF1-9C46-AA62-CED69F948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7" name="Oval 274">
                <a:extLst>
                  <a:ext uri="{FF2B5EF4-FFF2-40B4-BE49-F238E27FC236}">
                    <a16:creationId xmlns:a16="http://schemas.microsoft.com/office/drawing/2014/main" id="{2E034F12-0D5A-AA43-BEB5-3FD391F73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38" name="Freeform 275">
                <a:extLst>
                  <a:ext uri="{FF2B5EF4-FFF2-40B4-BE49-F238E27FC236}">
                    <a16:creationId xmlns:a16="http://schemas.microsoft.com/office/drawing/2014/main" id="{028A5345-010B-C24D-B709-B8375E971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9" name="AutoShape 276">
                <a:extLst>
                  <a:ext uri="{FF2B5EF4-FFF2-40B4-BE49-F238E27FC236}">
                    <a16:creationId xmlns:a16="http://schemas.microsoft.com/office/drawing/2014/main" id="{F6EF7A89-3C93-8540-B2E3-A30599E7A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40" name="AutoShape 277">
                <a:extLst>
                  <a:ext uri="{FF2B5EF4-FFF2-40B4-BE49-F238E27FC236}">
                    <a16:creationId xmlns:a16="http://schemas.microsoft.com/office/drawing/2014/main" id="{AE5883C3-8966-4941-AD3C-EECE6A8A6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41" name="Oval 278">
                <a:extLst>
                  <a:ext uri="{FF2B5EF4-FFF2-40B4-BE49-F238E27FC236}">
                    <a16:creationId xmlns:a16="http://schemas.microsoft.com/office/drawing/2014/main" id="{8D05B60E-CC47-924E-9CC3-7D3C363DC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42" name="Oval 279">
                <a:extLst>
                  <a:ext uri="{FF2B5EF4-FFF2-40B4-BE49-F238E27FC236}">
                    <a16:creationId xmlns:a16="http://schemas.microsoft.com/office/drawing/2014/main" id="{02D38BA8-EE3B-314C-9EA1-24BC62A71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343" name="Oval 280">
                <a:extLst>
                  <a:ext uri="{FF2B5EF4-FFF2-40B4-BE49-F238E27FC236}">
                    <a16:creationId xmlns:a16="http://schemas.microsoft.com/office/drawing/2014/main" id="{7354E114-1700-274C-AD93-5D4A99968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44" name="Rectangle 281">
                <a:extLst>
                  <a:ext uri="{FF2B5EF4-FFF2-40B4-BE49-F238E27FC236}">
                    <a16:creationId xmlns:a16="http://schemas.microsoft.com/office/drawing/2014/main" id="{D7FCC302-455F-0E42-A8A7-378C5B6CC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A41EE0A-FE82-9040-BD52-7DC1EB35BBFB}"/>
                </a:ext>
              </a:extLst>
            </p:cNvPr>
            <p:cNvGrpSpPr/>
            <p:nvPr/>
          </p:nvGrpSpPr>
          <p:grpSpPr>
            <a:xfrm>
              <a:off x="7007653" y="3356419"/>
              <a:ext cx="707612" cy="453197"/>
              <a:chOff x="7698509" y="2176725"/>
              <a:chExt cx="943482" cy="604263"/>
            </a:xfrm>
          </p:grpSpPr>
          <p:pic>
            <p:nvPicPr>
              <p:cNvPr id="354" name="Picture 353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441DFADE-BB1B-7C4C-8738-3FEA9FC7E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55" name="Picture 354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A360817E-CEBE-5D4D-AAA5-1AA0E80B24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56" name="Picture 355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1B7D7E89-8D15-B14F-8ABE-F03063924D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95A2DFAC-E2E9-BA4E-B877-0FDFCB8AFF96}"/>
                  </a:ext>
                </a:extLst>
              </p:cNvPr>
              <p:cNvSpPr txBox="1"/>
              <p:nvPr/>
            </p:nvSpPr>
            <p:spPr>
              <a:xfrm>
                <a:off x="8026399" y="2202874"/>
                <a:ext cx="419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...</a:t>
                </a:r>
              </a:p>
            </p:txBody>
          </p:sp>
        </p:grpSp>
        <p:grpSp>
          <p:nvGrpSpPr>
            <p:cNvPr id="60" name="Group 2">
              <a:extLst>
                <a:ext uri="{FF2B5EF4-FFF2-40B4-BE49-F238E27FC236}">
                  <a16:creationId xmlns:a16="http://schemas.microsoft.com/office/drawing/2014/main" id="{DDFD13CE-95C2-3B46-BAA9-2442B7BBF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14189" y="2648204"/>
              <a:ext cx="998720" cy="812360"/>
              <a:chOff x="1842724" y="2867233"/>
              <a:chExt cx="5649912" cy="3416300"/>
            </a:xfrm>
          </p:grpSpPr>
          <p:sp>
            <p:nvSpPr>
              <p:cNvPr id="161" name="AutoShape 99">
                <a:extLst>
                  <a:ext uri="{FF2B5EF4-FFF2-40B4-BE49-F238E27FC236}">
                    <a16:creationId xmlns:a16="http://schemas.microsoft.com/office/drawing/2014/main" id="{6A423CE6-3BBC-A441-B17F-E87432DB8A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724" y="2867233"/>
                <a:ext cx="5649912" cy="768350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en-US" sz="1500" b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162" name="Rectangle 87">
                <a:extLst>
                  <a:ext uri="{FF2B5EF4-FFF2-40B4-BE49-F238E27FC236}">
                    <a16:creationId xmlns:a16="http://schemas.microsoft.com/office/drawing/2014/main" id="{4285C26E-DA02-9648-A64A-514AEBD4F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7699" y="3621296"/>
                <a:ext cx="4781550" cy="2662237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en-US" sz="1500" b="0">
                  <a:solidFill>
                    <a:prstClr val="black"/>
                  </a:solidFill>
                  <a:cs typeface="+mn-cs"/>
                </a:endParaRPr>
              </a:p>
            </p:txBody>
          </p:sp>
        </p:grpSp>
        <p:grpSp>
          <p:nvGrpSpPr>
            <p:cNvPr id="63" name="Group 349">
              <a:extLst>
                <a:ext uri="{FF2B5EF4-FFF2-40B4-BE49-F238E27FC236}">
                  <a16:creationId xmlns:a16="http://schemas.microsoft.com/office/drawing/2014/main" id="{D41C9560-ED4B-414F-8273-72B78F6B31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73397" y="2979203"/>
              <a:ext cx="320883" cy="340589"/>
              <a:chOff x="4437" y="1472"/>
              <a:chExt cx="427" cy="418"/>
            </a:xfrm>
          </p:grpSpPr>
          <p:sp>
            <p:nvSpPr>
              <p:cNvPr id="69" name="Rectangle 350">
                <a:extLst>
                  <a:ext uri="{FF2B5EF4-FFF2-40B4-BE49-F238E27FC236}">
                    <a16:creationId xmlns:a16="http://schemas.microsoft.com/office/drawing/2014/main" id="{E963C356-4AF2-0349-824A-1E49D132E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0" name="Rectangle 351">
                <a:extLst>
                  <a:ext uri="{FF2B5EF4-FFF2-40B4-BE49-F238E27FC236}">
                    <a16:creationId xmlns:a16="http://schemas.microsoft.com/office/drawing/2014/main" id="{40253B0C-2089-BD4A-9EFE-D60909E55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1" name="Rectangle 352">
                <a:extLst>
                  <a:ext uri="{FF2B5EF4-FFF2-40B4-BE49-F238E27FC236}">
                    <a16:creationId xmlns:a16="http://schemas.microsoft.com/office/drawing/2014/main" id="{53AC6590-6B2B-9143-AF1D-BB4636551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2" name="Rectangle 353">
                <a:extLst>
                  <a:ext uri="{FF2B5EF4-FFF2-40B4-BE49-F238E27FC236}">
                    <a16:creationId xmlns:a16="http://schemas.microsoft.com/office/drawing/2014/main" id="{E94F9AC9-0854-D042-AF8B-C87D4C9D7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</p:grpSp>
        <p:cxnSp>
          <p:nvCxnSpPr>
            <p:cNvPr id="65" name="Straight Connector 45">
              <a:extLst>
                <a:ext uri="{FF2B5EF4-FFF2-40B4-BE49-F238E27FC236}">
                  <a16:creationId xmlns:a16="http://schemas.microsoft.com/office/drawing/2014/main" id="{95FF3D69-527D-104D-8467-DBBDF81195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44794" y="3130473"/>
              <a:ext cx="1651593" cy="0"/>
            </a:xfrm>
            <a:prstGeom prst="line">
              <a:avLst/>
            </a:prstGeom>
            <a:noFill/>
            <a:ln w="317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7" name="TextBox 64">
              <a:extLst>
                <a:ext uri="{FF2B5EF4-FFF2-40B4-BE49-F238E27FC236}">
                  <a16:creationId xmlns:a16="http://schemas.microsoft.com/office/drawing/2014/main" id="{4A9C7B1D-9788-C24C-BE9F-0B7DEE643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3569" y="3466268"/>
              <a:ext cx="58862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en-US" sz="1350" b="0">
                  <a:solidFill>
                    <a:srgbClr val="000000"/>
                  </a:solidFill>
                  <a:cs typeface="Arial" panose="020B0604020202020204" pitchFamily="34" charset="0"/>
                </a:rPr>
                <a:t>client</a:t>
              </a:r>
              <a:endParaRPr lang="en-US" altLang="en-US" sz="1350" b="0" i="1">
                <a:solidFill>
                  <a:srgbClr val="CC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1332400-C13A-1144-94EF-1249953DECAC}"/>
                </a:ext>
              </a:extLst>
            </p:cNvPr>
            <p:cNvSpPr/>
            <p:nvPr/>
          </p:nvSpPr>
          <p:spPr>
            <a:xfrm>
              <a:off x="7075085" y="2899849"/>
              <a:ext cx="1011432" cy="143081"/>
            </a:xfrm>
            <a:custGeom>
              <a:avLst/>
              <a:gdLst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  <a:gd name="connsiteX3" fmla="*/ 1348576 w 1348576"/>
                <a:gd name="connsiteY3" fmla="*/ 177617 h 190774"/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8576" h="190774">
                  <a:moveTo>
                    <a:pt x="0" y="0"/>
                  </a:moveTo>
                  <a:lnTo>
                    <a:pt x="374970" y="190774"/>
                  </a:lnTo>
                  <a:lnTo>
                    <a:pt x="1348576" y="190774"/>
                  </a:lnTo>
                </a:path>
              </a:pathLst>
            </a:custGeom>
            <a:noFill/>
            <a:ln w="31750">
              <a:solidFill>
                <a:srgbClr val="CD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6A4AC1EA-45FB-014E-A65A-F10B6E8D2FCC}"/>
                </a:ext>
              </a:extLst>
            </p:cNvPr>
            <p:cNvSpPr/>
            <p:nvPr/>
          </p:nvSpPr>
          <p:spPr>
            <a:xfrm flipV="1">
              <a:off x="7080845" y="3221368"/>
              <a:ext cx="1011432" cy="143081"/>
            </a:xfrm>
            <a:custGeom>
              <a:avLst/>
              <a:gdLst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  <a:gd name="connsiteX3" fmla="*/ 1348576 w 1348576"/>
                <a:gd name="connsiteY3" fmla="*/ 177617 h 190774"/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8576" h="190774">
                  <a:moveTo>
                    <a:pt x="0" y="0"/>
                  </a:moveTo>
                  <a:lnTo>
                    <a:pt x="374970" y="190774"/>
                  </a:lnTo>
                  <a:lnTo>
                    <a:pt x="1348576" y="190774"/>
                  </a:lnTo>
                </a:path>
              </a:pathLst>
            </a:custGeom>
            <a:noFill/>
            <a:ln w="31750">
              <a:solidFill>
                <a:srgbClr val="CD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A41415-2E09-914F-B249-353A26FD167B}"/>
                </a:ext>
              </a:extLst>
            </p:cNvPr>
            <p:cNvGrpSpPr/>
            <p:nvPr/>
          </p:nvGrpSpPr>
          <p:grpSpPr>
            <a:xfrm>
              <a:off x="7677013" y="2929452"/>
              <a:ext cx="349776" cy="415498"/>
              <a:chOff x="10485997" y="1295948"/>
              <a:chExt cx="466368" cy="553997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52F97C2-D322-E045-9AB6-784F8D7F9529}"/>
                  </a:ext>
                </a:extLst>
              </p:cNvPr>
              <p:cNvSpPr/>
              <p:nvPr/>
            </p:nvSpPr>
            <p:spPr>
              <a:xfrm>
                <a:off x="10492576" y="1381467"/>
                <a:ext cx="342078" cy="3420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7AA05-43E1-2749-8D01-6881B6C88DEB}"/>
                  </a:ext>
                </a:extLst>
              </p:cNvPr>
              <p:cNvSpPr txBox="1"/>
              <p:nvPr/>
            </p:nvSpPr>
            <p:spPr>
              <a:xfrm>
                <a:off x="10485997" y="1295948"/>
                <a:ext cx="466368" cy="553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solidFill>
                      <a:srgbClr val="CD0000"/>
                    </a:solidFill>
                  </a:rPr>
                  <a:t>?</a:t>
                </a:r>
              </a:p>
            </p:txBody>
          </p:sp>
        </p:grpSp>
      </p:grp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F6886CA6-4288-E842-A0EC-EBA7EC3D9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237" y="2161309"/>
            <a:ext cx="1502352" cy="120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5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A9FEC-1472-8D46-BCD4-7DAE9EBE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videos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E4C13-0B66-7B47-B50D-1AD803C54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5105400" cy="4419600"/>
          </a:xfrm>
        </p:spPr>
        <p:txBody>
          <a:bodyPr/>
          <a:lstStyle/>
          <a:p>
            <a:r>
              <a:rPr lang="en-US" altLang="zh-CN" dirty="0"/>
              <a:t>Differences?</a:t>
            </a:r>
          </a:p>
          <a:p>
            <a:pPr lvl="1"/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duration,</a:t>
            </a:r>
            <a:r>
              <a:rPr lang="zh-CN" altLang="en-US" dirty="0"/>
              <a:t> </a:t>
            </a:r>
            <a:r>
              <a:rPr lang="en-US" altLang="zh-CN" dirty="0"/>
              <a:t>typically</a:t>
            </a:r>
            <a:r>
              <a:rPr lang="zh-CN" altLang="en-US" dirty="0"/>
              <a:t> </a:t>
            </a:r>
            <a:r>
              <a:rPr lang="en-US" altLang="zh-CN" dirty="0"/>
              <a:t>&lt;30s</a:t>
            </a:r>
          </a:p>
          <a:p>
            <a:pPr lvl="1"/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fast-forward;</a:t>
            </a:r>
            <a:r>
              <a:rPr lang="zh-CN" altLang="en-US" dirty="0"/>
              <a:t> </a:t>
            </a:r>
            <a:r>
              <a:rPr lang="en-US" altLang="zh-CN" dirty="0"/>
              <a:t>swipe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</a:p>
          <a:p>
            <a:r>
              <a:rPr lang="en-US" altLang="zh-CN" dirty="0"/>
              <a:t>Serving</a:t>
            </a:r>
            <a:r>
              <a:rPr lang="zh-CN" altLang="en-US" dirty="0"/>
              <a:t> </a:t>
            </a:r>
            <a:r>
              <a:rPr lang="en-US" altLang="zh-CN" dirty="0"/>
              <a:t>technologies</a:t>
            </a:r>
          </a:p>
          <a:p>
            <a:pPr lvl="1"/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ABR</a:t>
            </a:r>
          </a:p>
          <a:p>
            <a:pPr lvl="1"/>
            <a:r>
              <a:rPr lang="en-US" altLang="zh-CN" dirty="0"/>
              <a:t>Prefetching:</a:t>
            </a:r>
            <a:r>
              <a:rPr lang="zh-CN" altLang="en-US" dirty="0"/>
              <a:t> </a:t>
            </a:r>
            <a:r>
              <a:rPr lang="en-US" altLang="zh-CN" dirty="0"/>
              <a:t>download</a:t>
            </a:r>
            <a:r>
              <a:rPr lang="zh-CN" altLang="en-US" dirty="0"/>
              <a:t> </a:t>
            </a:r>
            <a:r>
              <a:rPr lang="en-US" altLang="zh-CN" dirty="0"/>
              <a:t>chunks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video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advance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C3F06F8-1136-3542-80E8-941D7B202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876800"/>
            <a:ext cx="1143000" cy="1143000"/>
          </a:xfrm>
          <a:prstGeom prst="rect">
            <a:avLst/>
          </a:prstGeom>
        </p:spPr>
      </p:pic>
      <p:pic>
        <p:nvPicPr>
          <p:cNvPr id="4" name="Content Placeholder 5" descr="A video game of a baby foot&#10;&#10;AI-generated content may be incorrect.">
            <a:extLst>
              <a:ext uri="{FF2B5EF4-FFF2-40B4-BE49-F238E27FC236}">
                <a16:creationId xmlns:a16="http://schemas.microsoft.com/office/drawing/2014/main" id="{57895CF2-EA5A-3CF1-CB09-5FBF6A0F6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04"/>
          <a:stretch/>
        </p:blipFill>
        <p:spPr bwMode="auto">
          <a:xfrm>
            <a:off x="5949888" y="1676400"/>
            <a:ext cx="2273423" cy="4464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9549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datacenters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39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serving Web services?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19</a:t>
            </a:fld>
            <a:endParaRPr lang="en-US" altLang="x-none"/>
          </a:p>
        </p:txBody>
      </p:sp>
      <p:sp>
        <p:nvSpPr>
          <p:cNvPr id="3" name="TextBox 2"/>
          <p:cNvSpPr txBox="1"/>
          <p:nvPr/>
        </p:nvSpPr>
        <p:spPr>
          <a:xfrm>
            <a:off x="154061" y="3878918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chemeClr val="accent2"/>
                </a:solidFill>
              </a:rPr>
              <a:t>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6200" y="2981980"/>
            <a:ext cx="1244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rgbClr val="D3A600"/>
                </a:solidFill>
              </a:rPr>
              <a:t>Server</a:t>
            </a:r>
          </a:p>
        </p:txBody>
      </p:sp>
      <p:sp>
        <p:nvSpPr>
          <p:cNvPr id="4" name="Freeform 3"/>
          <p:cNvSpPr/>
          <p:nvPr/>
        </p:nvSpPr>
        <p:spPr bwMode="auto">
          <a:xfrm>
            <a:off x="1358537" y="3487783"/>
            <a:ext cx="6413863" cy="1086453"/>
          </a:xfrm>
          <a:custGeom>
            <a:avLst/>
            <a:gdLst>
              <a:gd name="connsiteX0" fmla="*/ 0 w 6413863"/>
              <a:gd name="connsiteY0" fmla="*/ 679268 h 1086453"/>
              <a:gd name="connsiteX1" fmla="*/ 1776549 w 6413863"/>
              <a:gd name="connsiteY1" fmla="*/ 1058091 h 1086453"/>
              <a:gd name="connsiteX2" fmla="*/ 6413863 w 6413863"/>
              <a:gd name="connsiteY2" fmla="*/ 0 h 108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3863" h="1086453">
                <a:moveTo>
                  <a:pt x="0" y="679268"/>
                </a:moveTo>
                <a:cubicBezTo>
                  <a:pt x="353786" y="925285"/>
                  <a:pt x="707572" y="1171302"/>
                  <a:pt x="1776549" y="1058091"/>
                </a:cubicBezTo>
                <a:cubicBezTo>
                  <a:pt x="2845526" y="944880"/>
                  <a:pt x="6413863" y="0"/>
                  <a:pt x="6413863" y="0"/>
                </a:cubicBezTo>
              </a:path>
            </a:pathLst>
          </a:cu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20868623">
            <a:off x="3824166" y="3914944"/>
            <a:ext cx="1194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GET</a:t>
            </a:r>
          </a:p>
        </p:txBody>
      </p:sp>
    </p:spTree>
    <p:extLst>
      <p:ext uri="{BB962C8B-B14F-4D97-AF65-F5344CB8AC3E}">
        <p14:creationId xmlns:p14="http://schemas.microsoft.com/office/powerpoint/2010/main" val="99325060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serving Web services?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20</a:t>
            </a:fld>
            <a:endParaRPr lang="en-US" altLang="x-none"/>
          </a:p>
        </p:txBody>
      </p:sp>
      <p:sp>
        <p:nvSpPr>
          <p:cNvPr id="3" name="TextBox 2"/>
          <p:cNvSpPr txBox="1"/>
          <p:nvPr/>
        </p:nvSpPr>
        <p:spPr>
          <a:xfrm>
            <a:off x="154061" y="3878918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chemeClr val="accent2"/>
                </a:solidFill>
              </a:rPr>
              <a:t>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6200" y="2981980"/>
            <a:ext cx="1244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rgbClr val="D3A600"/>
                </a:solidFill>
              </a:rPr>
              <a:t>Server</a:t>
            </a:r>
          </a:p>
        </p:txBody>
      </p:sp>
      <p:sp>
        <p:nvSpPr>
          <p:cNvPr id="4" name="Freeform 3"/>
          <p:cNvSpPr/>
          <p:nvPr/>
        </p:nvSpPr>
        <p:spPr bwMode="auto">
          <a:xfrm>
            <a:off x="1358537" y="3487783"/>
            <a:ext cx="6413863" cy="1086453"/>
          </a:xfrm>
          <a:custGeom>
            <a:avLst/>
            <a:gdLst>
              <a:gd name="connsiteX0" fmla="*/ 0 w 6413863"/>
              <a:gd name="connsiteY0" fmla="*/ 679268 h 1086453"/>
              <a:gd name="connsiteX1" fmla="*/ 1776549 w 6413863"/>
              <a:gd name="connsiteY1" fmla="*/ 1058091 h 1086453"/>
              <a:gd name="connsiteX2" fmla="*/ 6413863 w 6413863"/>
              <a:gd name="connsiteY2" fmla="*/ 0 h 108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3863" h="1086453">
                <a:moveTo>
                  <a:pt x="0" y="679268"/>
                </a:moveTo>
                <a:cubicBezTo>
                  <a:pt x="353786" y="925285"/>
                  <a:pt x="707572" y="1171302"/>
                  <a:pt x="1776549" y="1058091"/>
                </a:cubicBezTo>
                <a:cubicBezTo>
                  <a:pt x="2845526" y="944880"/>
                  <a:pt x="6413863" y="0"/>
                  <a:pt x="6413863" y="0"/>
                </a:cubicBezTo>
              </a:path>
            </a:pathLst>
          </a:custGeom>
          <a:noFill/>
          <a:ln w="28575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 rot="20868623">
            <a:off x="3546046" y="3914944"/>
            <a:ext cx="17502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Response</a:t>
            </a:r>
          </a:p>
        </p:txBody>
      </p:sp>
      <p:sp>
        <p:nvSpPr>
          <p:cNvPr id="5" name="Folded Corner 4"/>
          <p:cNvSpPr/>
          <p:nvPr/>
        </p:nvSpPr>
        <p:spPr bwMode="auto">
          <a:xfrm>
            <a:off x="154061" y="2490788"/>
            <a:ext cx="1104827" cy="1206500"/>
          </a:xfrm>
          <a:prstGeom prst="foldedCorner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r>
              <a:rPr lang="en-US" sz="1000" b="0" dirty="0"/>
              <a:t>&lt;html&gt;</a:t>
            </a:r>
          </a:p>
          <a:p>
            <a:pPr eaLnBrk="0" hangingPunct="0"/>
            <a:r>
              <a:rPr lang="en-US" sz="1000" b="0" dirty="0"/>
              <a:t>&lt;body&gt;</a:t>
            </a:r>
          </a:p>
          <a:p>
            <a:pPr eaLnBrk="0" hangingPunct="0"/>
            <a:r>
              <a:rPr lang="en-US" sz="1000" b="0" dirty="0"/>
              <a:t>... …</a:t>
            </a:r>
          </a:p>
          <a:p>
            <a:pPr eaLnBrk="0" hangingPunct="0"/>
            <a:r>
              <a:rPr lang="en-US" sz="1000" b="0" dirty="0"/>
              <a:t>&lt;/body&gt;</a:t>
            </a:r>
          </a:p>
          <a:p>
            <a:pPr eaLnBrk="0" hangingPunct="0"/>
            <a:r>
              <a:rPr lang="en-US" sz="1000" b="0" dirty="0"/>
              <a:t>&lt;/html&gt;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01425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2" grpId="0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datacenters run the world</a:t>
            </a:r>
          </a:p>
        </p:txBody>
      </p:sp>
      <p:pic>
        <p:nvPicPr>
          <p:cNvPr id="8" name="Content Placeholder 7" descr="DLS_008.jpe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9850" y="1606550"/>
            <a:ext cx="6616700" cy="44069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26878" y="5773579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D3A600"/>
                </a:solidFill>
              </a:rPr>
              <a:t>Source: Google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265DF0-D92B-2545-A7C3-531B4AAA6114}"/>
              </a:ext>
            </a:extLst>
          </p:cNvPr>
          <p:cNvSpPr txBox="1"/>
          <p:nvPr/>
        </p:nvSpPr>
        <p:spPr>
          <a:xfrm>
            <a:off x="2057400" y="615532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https://www.google.com/about/datacenters/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865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datacenters run the world</a:t>
            </a:r>
          </a:p>
        </p:txBody>
      </p:sp>
      <p:pic>
        <p:nvPicPr>
          <p:cNvPr id="12" name="Content Placeholder 11" descr="CBF_009.jpe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9850" y="1606550"/>
            <a:ext cx="6616700" cy="44069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826878" y="5773579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D3A600"/>
                </a:solidFill>
              </a:rPr>
              <a:t>Source: Google</a:t>
            </a:r>
          </a:p>
        </p:txBody>
      </p:sp>
    </p:spTree>
    <p:extLst>
      <p:ext uri="{BB962C8B-B14F-4D97-AF65-F5344CB8AC3E}">
        <p14:creationId xmlns:p14="http://schemas.microsoft.com/office/powerpoint/2010/main" val="141059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datacenters run the world</a:t>
            </a:r>
          </a:p>
        </p:txBody>
      </p:sp>
      <p:pic>
        <p:nvPicPr>
          <p:cNvPr id="7" name="Content Placeholder 6" descr="PRY_20.jpe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9850" y="1606550"/>
            <a:ext cx="6616700" cy="44069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374659" y="5773579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D3A600"/>
                </a:solidFill>
              </a:rPr>
              <a:t>Source: </a:t>
            </a:r>
            <a:r>
              <a:rPr lang="en-US" altLang="zh-CN" sz="1000" dirty="0">
                <a:solidFill>
                  <a:srgbClr val="D3A600"/>
                </a:solidFill>
              </a:rPr>
              <a:t>Google</a:t>
            </a:r>
            <a:endParaRPr lang="en-US" sz="1000" dirty="0">
              <a:solidFill>
                <a:srgbClr val="D3A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900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big is a datacenter (DC)?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1M servers/site [Microsoft/Amazon/Google] </a:t>
            </a:r>
          </a:p>
          <a:p>
            <a:r>
              <a:rPr lang="en-US" dirty="0"/>
              <a:t>&gt; $1B to build one site [Facebook]</a:t>
            </a:r>
          </a:p>
          <a:p>
            <a:r>
              <a:rPr lang="en-US" dirty="0"/>
              <a:t>&gt;$20M/month/site operational costs [MS</a:t>
            </a:r>
            <a:r>
              <a:rPr lang="fr-FR" dirty="0"/>
              <a:t>’</a:t>
            </a:r>
            <a:r>
              <a:rPr lang="en-US" dirty="0"/>
              <a:t>09]</a:t>
            </a:r>
          </a:p>
          <a:p>
            <a:r>
              <a:rPr lang="en-US" dirty="0"/>
              <a:t>Data center hardware spending grew to </a:t>
            </a:r>
            <a:r>
              <a:rPr lang="en-US" dirty="0">
                <a:solidFill>
                  <a:srgbClr val="0000FF"/>
                </a:solidFill>
              </a:rPr>
              <a:t>$177 billion</a:t>
            </a:r>
            <a:r>
              <a:rPr lang="en-US" dirty="0"/>
              <a:t> in 2017. [Gartner report]</a:t>
            </a:r>
          </a:p>
          <a:p>
            <a:endParaRPr lang="en-US" dirty="0"/>
          </a:p>
          <a:p>
            <a:r>
              <a:rPr lang="en-US" dirty="0"/>
              <a:t>But only O(10-100) sites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6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</a:t>
            </a:r>
          </a:p>
          <a:p>
            <a:pPr lvl="1"/>
            <a:r>
              <a:rPr lang="en-US" dirty="0"/>
              <a:t>Need scalable designs</a:t>
            </a:r>
          </a:p>
          <a:p>
            <a:pPr lvl="1"/>
            <a:r>
              <a:rPr lang="en-US" dirty="0"/>
              <a:t>Low-cost designs: e.g., use commodity technology</a:t>
            </a:r>
          </a:p>
          <a:p>
            <a:pPr lvl="1"/>
            <a:r>
              <a:rPr lang="en-US" dirty="0"/>
              <a:t>High utilization (efficiency): e.g., &gt;60% avg. utilization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Contrast</a:t>
            </a:r>
            <a:r>
              <a:rPr lang="en-US" dirty="0"/>
              <a:t>: avg. utilization on Internet links often ~30%</a:t>
            </a:r>
          </a:p>
          <a:p>
            <a:pPr lvl="1"/>
            <a:r>
              <a:rPr lang="en-US" dirty="0"/>
              <a:t> Tolerate frequent failure</a:t>
            </a:r>
          </a:p>
          <a:p>
            <a:pPr lvl="2"/>
            <a:r>
              <a:rPr lang="en-US" dirty="0"/>
              <a:t>Large number of (low cost) components </a:t>
            </a:r>
          </a:p>
          <a:p>
            <a:pPr lvl="1"/>
            <a:r>
              <a:rPr lang="en-US" dirty="0"/>
              <a:t> Automate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78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model: clouds / </a:t>
            </a:r>
            <a:r>
              <a:rPr lang="en-US" dirty="0">
                <a:solidFill>
                  <a:srgbClr val="0000FF"/>
                </a:solidFill>
              </a:rPr>
              <a:t>multi-tenancy</a:t>
            </a:r>
          </a:p>
          <a:p>
            <a:pPr lvl="1"/>
            <a:r>
              <a:rPr lang="en-US" dirty="0"/>
              <a:t>Performance guarantees</a:t>
            </a:r>
          </a:p>
          <a:p>
            <a:pPr lvl="1"/>
            <a:r>
              <a:rPr lang="en-US" dirty="0"/>
              <a:t>Isolation guarantees</a:t>
            </a:r>
          </a:p>
          <a:p>
            <a:pPr lvl="1"/>
            <a:r>
              <a:rPr lang="en-US" dirty="0"/>
              <a:t>Portability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8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</a:t>
            </a:r>
            <a:r>
              <a:rPr lang="en-US" dirty="0">
                <a:solidFill>
                  <a:srgbClr val="0000FF"/>
                </a:solidFill>
              </a:rPr>
              <a:t>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/>
              <a:t>Map-Reduce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6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2-10-20 at 7.03.56 PM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8750" y="1623987"/>
            <a:ext cx="6419850" cy="466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414994" y="1704985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prstClr val="black"/>
                </a:solidFill>
                <a:ea typeface="Arial" charset="0"/>
                <a:cs typeface="Arial" charset="0"/>
              </a:rPr>
              <a:t>csci</a:t>
            </a:r>
            <a:r>
              <a:rPr lang="en-US" sz="1600" dirty="0">
                <a:solidFill>
                  <a:prstClr val="black"/>
                </a:solidFill>
                <a:ea typeface="Arial" charset="0"/>
                <a:cs typeface="Arial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ea typeface="Arial" charset="0"/>
                <a:cs typeface="Arial" charset="0"/>
              </a:rPr>
              <a:t>4430</a:t>
            </a:r>
            <a:endParaRPr lang="en-US" sz="1600" dirty="0">
              <a:solidFill>
                <a:prstClr val="black"/>
              </a:solidFill>
              <a:ea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Partition-Aggregate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DE1F212-E36A-6C44-B33E-31147482829D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screen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8883" y="1665109"/>
            <a:ext cx="609600" cy="3911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4976" y="2487827"/>
            <a:ext cx="702212" cy="8942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9452" y="3717140"/>
            <a:ext cx="468142" cy="5961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05" y="3717140"/>
            <a:ext cx="468142" cy="5961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472" y="3717140"/>
            <a:ext cx="468142" cy="5961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516" y="3717140"/>
            <a:ext cx="468142" cy="596149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10" idx="1"/>
            <a:endCxn id="11" idx="0"/>
          </p:cNvCxnSpPr>
          <p:nvPr/>
        </p:nvCxnSpPr>
        <p:spPr>
          <a:xfrm flipH="1">
            <a:off x="3153523" y="2934939"/>
            <a:ext cx="1431453" cy="78220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1"/>
            <a:endCxn id="12" idx="0"/>
          </p:cNvCxnSpPr>
          <p:nvPr/>
        </p:nvCxnSpPr>
        <p:spPr>
          <a:xfrm flipH="1">
            <a:off x="4010476" y="2934939"/>
            <a:ext cx="574500" cy="78220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3" idx="0"/>
          </p:cNvCxnSpPr>
          <p:nvPr/>
        </p:nvCxnSpPr>
        <p:spPr>
          <a:xfrm flipH="1">
            <a:off x="4806543" y="3382051"/>
            <a:ext cx="129539" cy="33508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3"/>
            <a:endCxn id="14" idx="0"/>
          </p:cNvCxnSpPr>
          <p:nvPr/>
        </p:nvCxnSpPr>
        <p:spPr>
          <a:xfrm>
            <a:off x="5287188" y="2934939"/>
            <a:ext cx="1411399" cy="78220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4690" y="5200473"/>
            <a:ext cx="312094" cy="3974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942" y="5196292"/>
            <a:ext cx="312094" cy="39743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94" y="5209511"/>
            <a:ext cx="312094" cy="39743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8222" y="5214029"/>
            <a:ext cx="312094" cy="39743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6792" y="5204992"/>
            <a:ext cx="312094" cy="39743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4044" y="5200811"/>
            <a:ext cx="312094" cy="39743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1296" y="5214030"/>
            <a:ext cx="312094" cy="39743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2453" y="5209849"/>
            <a:ext cx="312094" cy="39743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510" y="5200811"/>
            <a:ext cx="312094" cy="39743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0319" y="5209509"/>
            <a:ext cx="312094" cy="39743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8044" y="5222728"/>
            <a:ext cx="312094" cy="39743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201" y="5218547"/>
            <a:ext cx="312094" cy="397433"/>
          </a:xfrm>
          <a:prstGeom prst="rect">
            <a:avLst/>
          </a:prstGeom>
        </p:spPr>
      </p:pic>
      <p:cxnSp>
        <p:nvCxnSpPr>
          <p:cNvPr id="36" name="Straight Arrow Connector 35"/>
          <p:cNvCxnSpPr>
            <a:stCxn id="11" idx="2"/>
            <a:endCxn id="23" idx="0"/>
          </p:cNvCxnSpPr>
          <p:nvPr/>
        </p:nvCxnSpPr>
        <p:spPr>
          <a:xfrm flipH="1">
            <a:off x="2540737" y="4313289"/>
            <a:ext cx="612786" cy="88718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  <a:endCxn id="24" idx="0"/>
          </p:cNvCxnSpPr>
          <p:nvPr/>
        </p:nvCxnSpPr>
        <p:spPr>
          <a:xfrm flipH="1">
            <a:off x="2927989" y="4313289"/>
            <a:ext cx="225534" cy="8830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2"/>
            <a:endCxn id="25" idx="0"/>
          </p:cNvCxnSpPr>
          <p:nvPr/>
        </p:nvCxnSpPr>
        <p:spPr>
          <a:xfrm>
            <a:off x="3153523" y="4313289"/>
            <a:ext cx="161718" cy="8962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2" idx="2"/>
            <a:endCxn id="26" idx="0"/>
          </p:cNvCxnSpPr>
          <p:nvPr/>
        </p:nvCxnSpPr>
        <p:spPr>
          <a:xfrm flipH="1">
            <a:off x="3824269" y="4313289"/>
            <a:ext cx="186207" cy="90074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2"/>
            <a:endCxn id="32" idx="0"/>
          </p:cNvCxnSpPr>
          <p:nvPr/>
        </p:nvCxnSpPr>
        <p:spPr>
          <a:xfrm>
            <a:off x="4010476" y="4313289"/>
            <a:ext cx="165890" cy="89622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3" idx="2"/>
            <a:endCxn id="33" idx="0"/>
          </p:cNvCxnSpPr>
          <p:nvPr/>
        </p:nvCxnSpPr>
        <p:spPr>
          <a:xfrm flipH="1">
            <a:off x="4694091" y="4313289"/>
            <a:ext cx="112452" cy="9094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2"/>
            <a:endCxn id="34" idx="0"/>
          </p:cNvCxnSpPr>
          <p:nvPr/>
        </p:nvCxnSpPr>
        <p:spPr>
          <a:xfrm>
            <a:off x="4806543" y="4313289"/>
            <a:ext cx="248705" cy="90525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4" idx="2"/>
            <a:endCxn id="27" idx="0"/>
          </p:cNvCxnSpPr>
          <p:nvPr/>
        </p:nvCxnSpPr>
        <p:spPr>
          <a:xfrm flipH="1">
            <a:off x="6102839" y="4313289"/>
            <a:ext cx="595748" cy="8917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4" idx="2"/>
            <a:endCxn id="28" idx="0"/>
          </p:cNvCxnSpPr>
          <p:nvPr/>
        </p:nvCxnSpPr>
        <p:spPr>
          <a:xfrm flipH="1">
            <a:off x="6490091" y="4313289"/>
            <a:ext cx="208496" cy="8875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4" idx="2"/>
            <a:endCxn id="29" idx="0"/>
          </p:cNvCxnSpPr>
          <p:nvPr/>
        </p:nvCxnSpPr>
        <p:spPr>
          <a:xfrm>
            <a:off x="6698587" y="4313289"/>
            <a:ext cx="178756" cy="90074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4" idx="2"/>
            <a:endCxn id="30" idx="0"/>
          </p:cNvCxnSpPr>
          <p:nvPr/>
        </p:nvCxnSpPr>
        <p:spPr>
          <a:xfrm>
            <a:off x="6698587" y="4313289"/>
            <a:ext cx="539913" cy="89656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4" idx="2"/>
            <a:endCxn id="31" idx="0"/>
          </p:cNvCxnSpPr>
          <p:nvPr/>
        </p:nvCxnSpPr>
        <p:spPr>
          <a:xfrm>
            <a:off x="6698587" y="4313289"/>
            <a:ext cx="930970" cy="8875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80506" y="2670900"/>
            <a:ext cx="1413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Top-level Aggregator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620" y="3745384"/>
            <a:ext cx="1397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Mid-level Aggregators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0042" y="5215498"/>
            <a:ext cx="1174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Workers</a:t>
            </a:r>
          </a:p>
        </p:txBody>
      </p:sp>
    </p:spTree>
    <p:extLst>
      <p:ext uri="{BB962C8B-B14F-4D97-AF65-F5344CB8AC3E}">
        <p14:creationId xmlns:p14="http://schemas.microsoft.com/office/powerpoint/2010/main" val="296271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3.7037E-6 C 0.02188 0.06921 0.04462 0.13865 -0.00052 0.16365 C -0.04548 0.18865 -0.15833 0.16898 -0.271 0.14953 " pathEditMode="relative" rAng="0" ptsTypes="AAA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40" y="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Partition-Aggregate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DE1F212-E36A-6C44-B33E-31147482829D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0769" y="2487827"/>
            <a:ext cx="702212" cy="8942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5245" y="3717140"/>
            <a:ext cx="468142" cy="5961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2198" y="3717140"/>
            <a:ext cx="468142" cy="5961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8265" y="3717140"/>
            <a:ext cx="468142" cy="5961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0309" y="3717140"/>
            <a:ext cx="468142" cy="596149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10" idx="1"/>
            <a:endCxn id="11" idx="0"/>
          </p:cNvCxnSpPr>
          <p:nvPr/>
        </p:nvCxnSpPr>
        <p:spPr>
          <a:xfrm flipH="1">
            <a:off x="3169316" y="2934939"/>
            <a:ext cx="1431453" cy="782201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1"/>
            <a:endCxn id="12" idx="0"/>
          </p:cNvCxnSpPr>
          <p:nvPr/>
        </p:nvCxnSpPr>
        <p:spPr>
          <a:xfrm flipH="1">
            <a:off x="4026269" y="2934939"/>
            <a:ext cx="574500" cy="782201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3" idx="0"/>
          </p:cNvCxnSpPr>
          <p:nvPr/>
        </p:nvCxnSpPr>
        <p:spPr>
          <a:xfrm flipH="1">
            <a:off x="4822336" y="3382051"/>
            <a:ext cx="129539" cy="335089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3"/>
            <a:endCxn id="14" idx="0"/>
          </p:cNvCxnSpPr>
          <p:nvPr/>
        </p:nvCxnSpPr>
        <p:spPr>
          <a:xfrm>
            <a:off x="5302981" y="2934939"/>
            <a:ext cx="1411399" cy="782201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0483" y="5200473"/>
            <a:ext cx="312094" cy="3974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7735" y="5196292"/>
            <a:ext cx="312094" cy="39743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4987" y="5209511"/>
            <a:ext cx="312094" cy="39743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4015" y="5214029"/>
            <a:ext cx="312094" cy="39743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2585" y="5204992"/>
            <a:ext cx="312094" cy="39743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9837" y="5200811"/>
            <a:ext cx="312094" cy="39743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7089" y="5214030"/>
            <a:ext cx="312094" cy="39743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8246" y="5209849"/>
            <a:ext cx="312094" cy="39743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9303" y="5200811"/>
            <a:ext cx="312094" cy="39743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6112" y="5209509"/>
            <a:ext cx="312094" cy="39743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3837" y="5222728"/>
            <a:ext cx="312094" cy="39743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4994" y="5218547"/>
            <a:ext cx="312094" cy="397433"/>
          </a:xfrm>
          <a:prstGeom prst="rect">
            <a:avLst/>
          </a:prstGeom>
        </p:spPr>
      </p:pic>
      <p:cxnSp>
        <p:nvCxnSpPr>
          <p:cNvPr id="36" name="Straight Arrow Connector 35"/>
          <p:cNvCxnSpPr>
            <a:stCxn id="11" idx="2"/>
            <a:endCxn id="23" idx="0"/>
          </p:cNvCxnSpPr>
          <p:nvPr/>
        </p:nvCxnSpPr>
        <p:spPr>
          <a:xfrm flipH="1">
            <a:off x="2556530" y="4313289"/>
            <a:ext cx="612786" cy="887184"/>
          </a:xfrm>
          <a:prstGeom prst="straightConnector1">
            <a:avLst/>
          </a:prstGeom>
          <a:ln>
            <a:solidFill>
              <a:srgbClr val="3366FF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</p:cNvCxnSpPr>
          <p:nvPr/>
        </p:nvCxnSpPr>
        <p:spPr>
          <a:xfrm flipH="1">
            <a:off x="2857296" y="4313289"/>
            <a:ext cx="312020" cy="958249"/>
          </a:xfrm>
          <a:prstGeom prst="straightConnector1">
            <a:avLst/>
          </a:prstGeom>
          <a:ln>
            <a:solidFill>
              <a:srgbClr val="3366FF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2"/>
            <a:endCxn id="25" idx="0"/>
          </p:cNvCxnSpPr>
          <p:nvPr/>
        </p:nvCxnSpPr>
        <p:spPr>
          <a:xfrm>
            <a:off x="3169316" y="4313289"/>
            <a:ext cx="161718" cy="896222"/>
          </a:xfrm>
          <a:prstGeom prst="straightConnector1">
            <a:avLst/>
          </a:prstGeom>
          <a:ln>
            <a:solidFill>
              <a:srgbClr val="3366FF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2" idx="2"/>
            <a:endCxn id="26" idx="0"/>
          </p:cNvCxnSpPr>
          <p:nvPr/>
        </p:nvCxnSpPr>
        <p:spPr>
          <a:xfrm flipH="1">
            <a:off x="3840062" y="4313289"/>
            <a:ext cx="186207" cy="90074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2"/>
            <a:endCxn id="32" idx="0"/>
          </p:cNvCxnSpPr>
          <p:nvPr/>
        </p:nvCxnSpPr>
        <p:spPr>
          <a:xfrm>
            <a:off x="4026269" y="4313289"/>
            <a:ext cx="165890" cy="89622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3" idx="2"/>
            <a:endCxn id="33" idx="0"/>
          </p:cNvCxnSpPr>
          <p:nvPr/>
        </p:nvCxnSpPr>
        <p:spPr>
          <a:xfrm flipH="1">
            <a:off x="4709884" y="4313289"/>
            <a:ext cx="112452" cy="909439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2"/>
            <a:endCxn id="34" idx="0"/>
          </p:cNvCxnSpPr>
          <p:nvPr/>
        </p:nvCxnSpPr>
        <p:spPr>
          <a:xfrm>
            <a:off x="4822336" y="4313289"/>
            <a:ext cx="248705" cy="905258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4" idx="2"/>
            <a:endCxn id="27" idx="0"/>
          </p:cNvCxnSpPr>
          <p:nvPr/>
        </p:nvCxnSpPr>
        <p:spPr>
          <a:xfrm flipH="1">
            <a:off x="6118632" y="4313289"/>
            <a:ext cx="595748" cy="891703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4" idx="2"/>
            <a:endCxn id="28" idx="0"/>
          </p:cNvCxnSpPr>
          <p:nvPr/>
        </p:nvCxnSpPr>
        <p:spPr>
          <a:xfrm flipH="1">
            <a:off x="6505884" y="4313289"/>
            <a:ext cx="208496" cy="887522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5" cstate="screen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987" y="2752472"/>
            <a:ext cx="609600" cy="391160"/>
          </a:xfrm>
          <a:prstGeom prst="rect">
            <a:avLst/>
          </a:prstGeom>
        </p:spPr>
      </p:pic>
      <p:pic>
        <p:nvPicPr>
          <p:cNvPr id="63" name="Picture 62" descr="Screen Shot 2012-10-20 at 7.03.56 PM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8750" y="1623987"/>
            <a:ext cx="6419850" cy="466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4" name="TextBox 63"/>
          <p:cNvSpPr txBox="1"/>
          <p:nvPr/>
        </p:nvSpPr>
        <p:spPr>
          <a:xfrm>
            <a:off x="1414994" y="1704985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csci</a:t>
            </a:r>
            <a:r>
              <a:rPr lang="zh-CN" altLang="en-US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4430</a:t>
            </a:r>
            <a:endParaRPr 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80506" y="2670900"/>
            <a:ext cx="1413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Top-level Aggregator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620" y="3745384"/>
            <a:ext cx="1397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Mid-level Aggregators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00042" y="5215498"/>
            <a:ext cx="1174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Workers</a:t>
            </a:r>
          </a:p>
        </p:txBody>
      </p:sp>
      <p:cxnSp>
        <p:nvCxnSpPr>
          <p:cNvPr id="57" name="Straight Arrow Connector 56"/>
          <p:cNvCxnSpPr>
            <a:stCxn id="14" idx="2"/>
            <a:endCxn id="29" idx="0"/>
          </p:cNvCxnSpPr>
          <p:nvPr/>
        </p:nvCxnSpPr>
        <p:spPr>
          <a:xfrm>
            <a:off x="6714380" y="4313289"/>
            <a:ext cx="178756" cy="900741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4" idx="2"/>
            <a:endCxn id="30" idx="0"/>
          </p:cNvCxnSpPr>
          <p:nvPr/>
        </p:nvCxnSpPr>
        <p:spPr>
          <a:xfrm>
            <a:off x="6714380" y="4313289"/>
            <a:ext cx="539913" cy="896560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4" idx="2"/>
            <a:endCxn id="31" idx="0"/>
          </p:cNvCxnSpPr>
          <p:nvPr/>
        </p:nvCxnSpPr>
        <p:spPr>
          <a:xfrm>
            <a:off x="6714380" y="4313289"/>
            <a:ext cx="930970" cy="887522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 network&#10;&#10;Description automatically generated">
            <a:extLst>
              <a:ext uri="{FF2B5EF4-FFF2-40B4-BE49-F238E27FC236}">
                <a16:creationId xmlns:a16="http://schemas.microsoft.com/office/drawing/2014/main" id="{59017990-DEC0-5D2E-F7C4-17F3876E0B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779" y="2182942"/>
            <a:ext cx="6268006" cy="453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9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1.11111E-6 L 0.00087 -0.1581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response time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Less than 200 milliseconds</a:t>
            </a:r>
            <a:r>
              <a:rPr lang="en-US" dirty="0"/>
              <a:t> between receiving user query in the browser and displaying the results</a:t>
            </a:r>
          </a:p>
          <a:p>
            <a:pPr lvl="1"/>
            <a:r>
              <a:rPr lang="en-US" dirty="0"/>
              <a:t>RTT = O(10) to 100 milliseconds</a:t>
            </a:r>
          </a:p>
          <a:p>
            <a:pPr lvl="1"/>
            <a:r>
              <a:rPr lang="en-US" dirty="0"/>
              <a:t>What remains?</a:t>
            </a:r>
          </a:p>
          <a:p>
            <a:pPr lvl="1"/>
            <a:endParaRPr lang="en-US" dirty="0"/>
          </a:p>
          <a:p>
            <a:r>
              <a:rPr lang="en-US" dirty="0"/>
              <a:t>Next time, when the page is not loading fast enough, think about the poor servers working for you </a:t>
            </a:r>
            <a:r>
              <a:rPr lang="en-US" dirty="0">
                <a:sym typeface="Wingdings"/>
              </a:rPr>
              <a:t>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34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Map-Reduce</a:t>
            </a:r>
          </a:p>
          <a:p>
            <a:r>
              <a:rPr lang="en-US" altLang="zh-CN" dirty="0">
                <a:solidFill>
                  <a:schemeClr val="accent6"/>
                </a:solidFill>
              </a:rPr>
              <a:t>Now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AI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or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LLM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is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the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new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dominant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application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66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 rot="5400000">
            <a:off x="4281164" y="2543824"/>
            <a:ext cx="370442" cy="370471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5400000">
            <a:off x="4281164" y="3827923"/>
            <a:ext cx="370442" cy="370471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rot="5400000">
            <a:off x="2282389" y="2496878"/>
            <a:ext cx="2646259" cy="1721735"/>
            <a:chOff x="8426111" y="4014729"/>
            <a:chExt cx="2013198" cy="1309847"/>
          </a:xfrm>
        </p:grpSpPr>
        <p:cxnSp>
          <p:nvCxnSpPr>
            <p:cNvPr id="58" name="Straight Arrow Connector 57"/>
            <p:cNvCxnSpPr/>
            <p:nvPr/>
          </p:nvCxnSpPr>
          <p:spPr>
            <a:xfrm flipV="1">
              <a:off x="8426111" y="4014729"/>
              <a:ext cx="1364308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flipV="1">
              <a:off x="8930959" y="4114376"/>
              <a:ext cx="900732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 flipV="1">
              <a:off x="9435808" y="4155651"/>
              <a:ext cx="495522" cy="1168925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 flipV="1">
              <a:off x="10072241" y="4014729"/>
              <a:ext cx="367068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9942533" y="4114376"/>
              <a:ext cx="88436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 rot="5400000">
            <a:off x="2282389" y="2496878"/>
            <a:ext cx="2646259" cy="1721735"/>
            <a:chOff x="8426111" y="4014729"/>
            <a:chExt cx="2013198" cy="1309847"/>
          </a:xfrm>
        </p:grpSpPr>
        <p:cxnSp>
          <p:nvCxnSpPr>
            <p:cNvPr id="53" name="Straight Arrow Connector 52"/>
            <p:cNvCxnSpPr>
              <a:endCxn id="33" idx="2"/>
            </p:cNvCxnSpPr>
            <p:nvPr/>
          </p:nvCxnSpPr>
          <p:spPr>
            <a:xfrm flipV="1">
              <a:off x="8426111" y="4014729"/>
              <a:ext cx="387402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endCxn id="33" idx="3"/>
            </p:cNvCxnSpPr>
            <p:nvPr/>
          </p:nvCxnSpPr>
          <p:spPr>
            <a:xfrm flipH="1" flipV="1">
              <a:off x="8854785" y="4114376"/>
              <a:ext cx="76174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endCxn id="33" idx="4"/>
            </p:cNvCxnSpPr>
            <p:nvPr/>
          </p:nvCxnSpPr>
          <p:spPr>
            <a:xfrm flipH="1" flipV="1">
              <a:off x="8954424" y="4155651"/>
              <a:ext cx="481384" cy="1168925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endCxn id="33" idx="5"/>
            </p:cNvCxnSpPr>
            <p:nvPr/>
          </p:nvCxnSpPr>
          <p:spPr>
            <a:xfrm flipH="1" flipV="1">
              <a:off x="9054063" y="4114376"/>
              <a:ext cx="888470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endCxn id="33" idx="6"/>
            </p:cNvCxnSpPr>
            <p:nvPr/>
          </p:nvCxnSpPr>
          <p:spPr>
            <a:xfrm flipH="1" flipV="1">
              <a:off x="9095335" y="4014729"/>
              <a:ext cx="1343974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374179" y="1849397"/>
            <a:ext cx="370471" cy="3016700"/>
            <a:chOff x="2374179" y="2077997"/>
            <a:chExt cx="370471" cy="3016700"/>
          </a:xfrm>
        </p:grpSpPr>
        <p:sp>
          <p:nvSpPr>
            <p:cNvPr id="43" name="Oval 42"/>
            <p:cNvSpPr/>
            <p:nvPr/>
          </p:nvSpPr>
          <p:spPr>
            <a:xfrm rot="5400000">
              <a:off x="2374194" y="2077982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 rot="5400000">
              <a:off x="2374194" y="2741582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 rot="5400000">
              <a:off x="2374194" y="3405183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 rot="5400000">
              <a:off x="2374194" y="4071250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 rot="5400000">
              <a:off x="2374194" y="4724240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89803" y="2049718"/>
            <a:ext cx="484377" cy="2631159"/>
            <a:chOff x="1889803" y="2278318"/>
            <a:chExt cx="484377" cy="2631159"/>
          </a:xfrm>
        </p:grpSpPr>
        <p:cxnSp>
          <p:nvCxnSpPr>
            <p:cNvPr id="48" name="Straight Arrow Connector 47"/>
            <p:cNvCxnSpPr/>
            <p:nvPr/>
          </p:nvCxnSpPr>
          <p:spPr>
            <a:xfrm rot="5400000" flipV="1">
              <a:off x="2126497" y="2041624"/>
              <a:ext cx="0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rot="5400000" flipV="1">
              <a:off x="2134056" y="2686694"/>
              <a:ext cx="0" cy="48024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rot="5400000" flipV="1">
              <a:off x="2135020" y="4017326"/>
              <a:ext cx="4933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rot="5400000" flipV="1">
              <a:off x="2131912" y="4667209"/>
              <a:ext cx="11148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rot="5400000" flipV="1">
              <a:off x="2137486" y="3353725"/>
              <a:ext cx="0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1509754" y="1828800"/>
            <a:ext cx="370442" cy="3046746"/>
            <a:chOff x="1509754" y="2057400"/>
            <a:chExt cx="370442" cy="3046746"/>
          </a:xfrm>
        </p:grpSpPr>
        <p:sp>
          <p:nvSpPr>
            <p:cNvPr id="38" name="Can 37"/>
            <p:cNvSpPr/>
            <p:nvPr/>
          </p:nvSpPr>
          <p:spPr>
            <a:xfrm>
              <a:off x="1509754" y="2057400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an 38"/>
            <p:cNvSpPr/>
            <p:nvPr/>
          </p:nvSpPr>
          <p:spPr>
            <a:xfrm>
              <a:off x="1509754" y="2721000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Can 39"/>
            <p:cNvSpPr/>
            <p:nvPr/>
          </p:nvSpPr>
          <p:spPr>
            <a:xfrm>
              <a:off x="1509754" y="3384601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Can 40"/>
            <p:cNvSpPr/>
            <p:nvPr/>
          </p:nvSpPr>
          <p:spPr>
            <a:xfrm>
              <a:off x="1509754" y="4692511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Can 41"/>
            <p:cNvSpPr/>
            <p:nvPr/>
          </p:nvSpPr>
          <p:spPr>
            <a:xfrm>
              <a:off x="1509754" y="4045736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3690487" y="4969738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"/>
                <a:cs typeface="Gill Sans"/>
              </a:rPr>
              <a:t>Reduce Stage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3956" y="4969738"/>
            <a:ext cx="1272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"/>
                <a:cs typeface="Gill Sans"/>
              </a:rPr>
              <a:t>Map Stage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646842" y="2534506"/>
            <a:ext cx="907900" cy="1687129"/>
            <a:chOff x="4646842" y="2763106"/>
            <a:chExt cx="907900" cy="1687129"/>
          </a:xfrm>
        </p:grpSpPr>
        <p:cxnSp>
          <p:nvCxnSpPr>
            <p:cNvPr id="35" name="Straight Arrow Connector 34"/>
            <p:cNvCxnSpPr/>
            <p:nvPr/>
          </p:nvCxnSpPr>
          <p:spPr>
            <a:xfrm rot="5400000" flipV="1">
              <a:off x="4902993" y="3991623"/>
              <a:ext cx="6071" cy="518374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n 35"/>
            <p:cNvSpPr/>
            <p:nvPr/>
          </p:nvSpPr>
          <p:spPr>
            <a:xfrm>
              <a:off x="5187323" y="2763106"/>
              <a:ext cx="367419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rot="5400000" flipH="1" flipV="1">
              <a:off x="4900594" y="2692888"/>
              <a:ext cx="10870" cy="51837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Can 64"/>
            <p:cNvSpPr/>
            <p:nvPr/>
          </p:nvSpPr>
          <p:spPr>
            <a:xfrm>
              <a:off x="5181600" y="4038600"/>
              <a:ext cx="367419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651621" y="1898798"/>
            <a:ext cx="3120780" cy="3090174"/>
            <a:chOff x="4651621" y="2127398"/>
            <a:chExt cx="3120780" cy="3090174"/>
          </a:xfrm>
        </p:grpSpPr>
        <p:sp>
          <p:nvSpPr>
            <p:cNvPr id="67" name="Rectangle 66"/>
            <p:cNvSpPr/>
            <p:nvPr/>
          </p:nvSpPr>
          <p:spPr>
            <a:xfrm rot="5400000">
              <a:off x="4673467" y="2118638"/>
              <a:ext cx="3090174" cy="31076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/>
            <p:cNvGrpSpPr/>
            <p:nvPr/>
          </p:nvGrpSpPr>
          <p:grpSpPr>
            <a:xfrm rot="5400000">
              <a:off x="4496545" y="3112735"/>
              <a:ext cx="1284099" cy="973948"/>
              <a:chOff x="8954424" y="3132855"/>
              <a:chExt cx="976906" cy="740952"/>
            </a:xfrm>
            <a:noFill/>
          </p:grpSpPr>
          <p:sp>
            <p:nvSpPr>
              <p:cNvPr id="83" name="Oval 82"/>
              <p:cNvSpPr/>
              <p:nvPr/>
            </p:nvSpPr>
            <p:spPr>
              <a:xfrm>
                <a:off x="9372156" y="313285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Straight Arrow Connector 83"/>
              <p:cNvCxnSpPr/>
              <p:nvPr/>
            </p:nvCxnSpPr>
            <p:spPr>
              <a:xfrm flipV="1">
                <a:off x="8954424" y="3373424"/>
                <a:ext cx="459004" cy="500383"/>
              </a:xfrm>
              <a:prstGeom prst="straightConnector1">
                <a:avLst/>
              </a:prstGeom>
              <a:grpFill/>
              <a:ln w="19050" cmpd="sng">
                <a:solidFill>
                  <a:srgbClr val="09245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/>
              <p:nvPr/>
            </p:nvCxnSpPr>
            <p:spPr>
              <a:xfrm flipH="1" flipV="1">
                <a:off x="9612706" y="3373424"/>
                <a:ext cx="318624" cy="500383"/>
              </a:xfrm>
              <a:prstGeom prst="straightConnector1">
                <a:avLst/>
              </a:prstGeom>
              <a:grpFill/>
              <a:ln w="19050" cmpd="sng">
                <a:solidFill>
                  <a:srgbClr val="09245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 rot="5400000">
              <a:off x="4900269" y="3197094"/>
              <a:ext cx="2304975" cy="962884"/>
              <a:chOff x="8626067" y="2441595"/>
              <a:chExt cx="1753559" cy="732535"/>
            </a:xfrm>
            <a:noFill/>
          </p:grpSpPr>
          <p:sp>
            <p:nvSpPr>
              <p:cNvPr id="77" name="Oval 76"/>
              <p:cNvSpPr/>
              <p:nvPr/>
            </p:nvSpPr>
            <p:spPr>
              <a:xfrm>
                <a:off x="8626067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10097804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9383029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Arrow Connector 79"/>
              <p:cNvCxnSpPr/>
              <p:nvPr/>
            </p:nvCxnSpPr>
            <p:spPr>
              <a:xfrm flipH="1" flipV="1">
                <a:off x="8766978" y="2723439"/>
                <a:ext cx="646450" cy="450691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/>
              <p:cNvCxnSpPr/>
              <p:nvPr/>
            </p:nvCxnSpPr>
            <p:spPr>
              <a:xfrm flipV="1">
                <a:off x="9513067" y="2723439"/>
                <a:ext cx="10873" cy="409416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/>
              <p:nvPr/>
            </p:nvCxnSpPr>
            <p:spPr>
              <a:xfrm flipV="1">
                <a:off x="9612706" y="2723439"/>
                <a:ext cx="626009" cy="450691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 rot="5400000">
              <a:off x="5812246" y="3218965"/>
              <a:ext cx="2353315" cy="909411"/>
              <a:chOff x="8603979" y="1749741"/>
              <a:chExt cx="1790335" cy="691854"/>
            </a:xfrm>
            <a:noFill/>
          </p:grpSpPr>
          <p:sp>
            <p:nvSpPr>
              <p:cNvPr id="71" name="Can 70"/>
              <p:cNvSpPr/>
              <p:nvPr/>
            </p:nvSpPr>
            <p:spPr>
              <a:xfrm rot="16200000">
                <a:off x="9386615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Arrow Connector 71"/>
              <p:cNvCxnSpPr/>
              <p:nvPr/>
            </p:nvCxnSpPr>
            <p:spPr>
              <a:xfrm flipV="1">
                <a:off x="9523940" y="2047232"/>
                <a:ext cx="3585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Can 72"/>
              <p:cNvSpPr/>
              <p:nvPr/>
            </p:nvSpPr>
            <p:spPr>
              <a:xfrm rot="16200000">
                <a:off x="8619648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4" name="Straight Arrow Connector 73"/>
              <p:cNvCxnSpPr/>
              <p:nvPr/>
            </p:nvCxnSpPr>
            <p:spPr>
              <a:xfrm flipH="1" flipV="1">
                <a:off x="8760559" y="2047232"/>
                <a:ext cx="6419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Can 74"/>
              <p:cNvSpPr/>
              <p:nvPr/>
            </p:nvSpPr>
            <p:spPr>
              <a:xfrm rot="16200000">
                <a:off x="10096823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/>
              <p:cNvCxnSpPr/>
              <p:nvPr/>
            </p:nvCxnSpPr>
            <p:spPr>
              <a:xfrm flipH="1" flipV="1">
                <a:off x="10237734" y="2047232"/>
                <a:ext cx="981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617488" y="5486400"/>
            <a:ext cx="7909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The most popular software that follows this paradigm is </a:t>
            </a:r>
            <a:r>
              <a:rPr lang="en-US" sz="1800" dirty="0">
                <a:solidFill>
                  <a:srgbClr val="0000FF"/>
                </a:solidFill>
              </a:rPr>
              <a:t>Apache Spark</a:t>
            </a:r>
          </a:p>
        </p:txBody>
      </p:sp>
    </p:spTree>
    <p:extLst>
      <p:ext uri="{BB962C8B-B14F-4D97-AF65-F5344CB8AC3E}">
        <p14:creationId xmlns:p14="http://schemas.microsoft.com/office/powerpoint/2010/main" val="411558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3" grpId="0"/>
      <p:bldP spid="63" grpId="1"/>
      <p:bldP spid="64" grpId="0"/>
      <p:bldP spid="64" grpId="1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East-West traffic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Traffic </a:t>
            </a:r>
            <a:r>
              <a:rPr lang="en-US" dirty="0">
                <a:solidFill>
                  <a:srgbClr val="0000FF"/>
                </a:solidFill>
              </a:rPr>
              <a:t>between servers</a:t>
            </a:r>
            <a:r>
              <a:rPr lang="en-US" dirty="0"/>
              <a:t> in the datacenter</a:t>
            </a:r>
          </a:p>
          <a:p>
            <a:r>
              <a:rPr lang="en-US" dirty="0"/>
              <a:t>Communication within “big data” computations </a:t>
            </a:r>
          </a:p>
          <a:p>
            <a:r>
              <a:rPr lang="en-US" dirty="0"/>
              <a:t>Traffic may shift on small timescales (&lt; minutes)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42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traffic characteristics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key characteristics</a:t>
            </a:r>
          </a:p>
          <a:p>
            <a:pPr lvl="1"/>
            <a:r>
              <a:rPr lang="en-US" dirty="0"/>
              <a:t>Most flows are small</a:t>
            </a:r>
          </a:p>
          <a:p>
            <a:pPr lvl="1"/>
            <a:r>
              <a:rPr lang="en-US" dirty="0"/>
              <a:t>Most bytes come from large flows</a:t>
            </a:r>
          </a:p>
          <a:p>
            <a:endParaRPr lang="en-US" dirty="0"/>
          </a:p>
          <a:p>
            <a:r>
              <a:rPr lang="en-US" dirty="0"/>
              <a:t>Applications want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High bandwidth</a:t>
            </a:r>
            <a:r>
              <a:rPr lang="en-US" dirty="0"/>
              <a:t> (large flows)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Low latency</a:t>
            </a:r>
            <a:r>
              <a:rPr lang="en-US" dirty="0"/>
              <a:t> (small flows)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8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Ideal: Each server can talk to any other server at its full access link rate</a:t>
            </a:r>
          </a:p>
          <a:p>
            <a:r>
              <a:rPr lang="en-US" dirty="0"/>
              <a:t>Conceptually: Datacenter network as one giant switch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3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bandwidth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Ideal: Each server can talk to any other server at its full access link rate </a:t>
            </a:r>
          </a:p>
          <a:p>
            <a:r>
              <a:rPr lang="en-US" dirty="0"/>
              <a:t>Conceptually: Datacenter network as one giant switch</a:t>
            </a:r>
          </a:p>
          <a:p>
            <a:pPr lvl="1"/>
            <a:r>
              <a:rPr lang="en-US" dirty="0"/>
              <a:t>Would require a 10 </a:t>
            </a:r>
            <a:r>
              <a:rPr lang="en-US" dirty="0" err="1"/>
              <a:t>Pbits</a:t>
            </a:r>
            <a:r>
              <a:rPr lang="en-US" dirty="0"/>
              <a:t>/sec switch!</a:t>
            </a:r>
          </a:p>
          <a:p>
            <a:pPr lvl="2"/>
            <a:r>
              <a:rPr lang="en-US" dirty="0"/>
              <a:t>1M ports (one port/server)</a:t>
            </a:r>
          </a:p>
          <a:p>
            <a:pPr lvl="2"/>
            <a:r>
              <a:rPr lang="en-US" dirty="0"/>
              <a:t>10Gbps per port </a:t>
            </a:r>
          </a:p>
          <a:p>
            <a:r>
              <a:rPr lang="en-US" dirty="0">
                <a:solidFill>
                  <a:srgbClr val="0000FF"/>
                </a:solidFill>
              </a:rPr>
              <a:t>Practical approach:</a:t>
            </a:r>
            <a:r>
              <a:rPr lang="en-US" dirty="0"/>
              <a:t> build a network of switches (“fabric”) with high “bisection bandwidth”</a:t>
            </a:r>
          </a:p>
          <a:p>
            <a:pPr lvl="1"/>
            <a:r>
              <a:rPr lang="en-US" dirty="0"/>
              <a:t>Each switch has practical #ports and link speeds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9F4099-C587-AD6F-6038-3B7070603FE5}"/>
                  </a:ext>
                </a:extLst>
              </p14:cNvPr>
              <p14:cNvContentPartPr/>
              <p14:nvPr/>
            </p14:nvContentPartPr>
            <p14:xfrm>
              <a:off x="5340240" y="2829240"/>
              <a:ext cx="3779280" cy="2345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9F4099-C587-AD6F-6038-3B7070603F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0880" y="2819880"/>
                <a:ext cx="3798000" cy="236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7645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Bisection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 a network into two equal parts</a:t>
            </a:r>
          </a:p>
          <a:p>
            <a:r>
              <a:rPr lang="en-US" dirty="0"/>
              <a:t>Minimum bandwidth between the partitions is the bisection bandwidth</a:t>
            </a:r>
          </a:p>
          <a:p>
            <a:r>
              <a:rPr lang="en-US" dirty="0">
                <a:solidFill>
                  <a:srgbClr val="0000FF"/>
                </a:solidFill>
              </a:rPr>
              <a:t>Full bisection bandwidth</a:t>
            </a:r>
            <a:r>
              <a:rPr lang="en-US" dirty="0"/>
              <a:t>: bisection bandwidth in an N</a:t>
            </a:r>
            <a:r>
              <a:rPr lang="en-US" altLang="zh-CN" dirty="0"/>
              <a:t>-</a:t>
            </a:r>
            <a:r>
              <a:rPr lang="en-US" dirty="0"/>
              <a:t>node network is N/2 times the bandwidth of a single link </a:t>
            </a:r>
          </a:p>
          <a:p>
            <a:pPr lvl="1"/>
            <a:r>
              <a:rPr lang="en-US" dirty="0"/>
              <a:t>Nodes of any two halves can communicate at full speed with each other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771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Achieving full bisection bandwidth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Scale up</a:t>
            </a:r>
          </a:p>
          <a:p>
            <a:pPr lvl="1"/>
            <a:r>
              <a:rPr lang="en-US" dirty="0"/>
              <a:t>Make links fatter toward the core of the network</a:t>
            </a:r>
          </a:p>
          <a:p>
            <a:r>
              <a:rPr lang="en-US" dirty="0"/>
              <a:t>Problem: Scaling up a traditional tree topology is expensive!</a:t>
            </a:r>
          </a:p>
          <a:p>
            <a:pPr lvl="1"/>
            <a:r>
              <a:rPr lang="en-US" dirty="0"/>
              <a:t>Requires non-commodity / impractical / link and switch components </a:t>
            </a:r>
          </a:p>
          <a:p>
            <a:r>
              <a:rPr lang="en-US" dirty="0"/>
              <a:t>Solutions?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Over-subscribe</a:t>
            </a:r>
            <a:r>
              <a:rPr lang="en-US" dirty="0"/>
              <a:t> (i.e., provision less than full BBW)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Better topologies</a:t>
            </a:r>
          </a:p>
          <a:p>
            <a:endParaRPr lang="en-US" dirty="0"/>
          </a:p>
        </p:txBody>
      </p:sp>
      <p:pic>
        <p:nvPicPr>
          <p:cNvPr id="11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4400" y="2730500"/>
            <a:ext cx="3886200" cy="21590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4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Oversubscription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319213" y="5365750"/>
            <a:ext cx="7824787" cy="8128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Need techniques to </a:t>
            </a:r>
            <a:r>
              <a:rPr lang="en-US" dirty="0">
                <a:solidFill>
                  <a:srgbClr val="0000FF"/>
                </a:solidFill>
              </a:rPr>
              <a:t>avoid congesting oversubscribed links</a:t>
            </a:r>
            <a:r>
              <a:rPr lang="en-US" dirty="0"/>
              <a:t>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37439" y="1679073"/>
            <a:ext cx="6170119" cy="34449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</p:pic>
      <p:grpSp>
        <p:nvGrpSpPr>
          <p:cNvPr id="6" name="Group 5"/>
          <p:cNvGrpSpPr/>
          <p:nvPr/>
        </p:nvGrpSpPr>
        <p:grpSpPr>
          <a:xfrm>
            <a:off x="488031" y="1864074"/>
            <a:ext cx="2505397" cy="2477615"/>
            <a:chOff x="-1015559" y="1163801"/>
            <a:chExt cx="2505397" cy="247761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Oval Callout 9"/>
            <p:cNvSpPr/>
            <p:nvPr/>
          </p:nvSpPr>
          <p:spPr>
            <a:xfrm>
              <a:off x="-1015559" y="2987829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10G</a:t>
              </a:r>
            </a:p>
          </p:txBody>
        </p:sp>
        <p:sp>
          <p:nvSpPr>
            <p:cNvPr id="11" name="Oval Callout 10"/>
            <p:cNvSpPr/>
            <p:nvPr/>
          </p:nvSpPr>
          <p:spPr>
            <a:xfrm>
              <a:off x="-423040" y="2075815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20G</a:t>
              </a:r>
            </a:p>
          </p:txBody>
        </p:sp>
        <p:sp>
          <p:nvSpPr>
            <p:cNvPr id="12" name="Oval Callout 11"/>
            <p:cNvSpPr/>
            <p:nvPr/>
          </p:nvSpPr>
          <p:spPr>
            <a:xfrm>
              <a:off x="609599" y="1163801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40G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75360" y="1867084"/>
            <a:ext cx="2505397" cy="2477615"/>
            <a:chOff x="457199" y="1817388"/>
            <a:chExt cx="2505397" cy="2477615"/>
          </a:xfrm>
        </p:grpSpPr>
        <p:sp>
          <p:nvSpPr>
            <p:cNvPr id="7" name="Oval Callout 6"/>
            <p:cNvSpPr/>
            <p:nvPr/>
          </p:nvSpPr>
          <p:spPr>
            <a:xfrm>
              <a:off x="457199" y="3641416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solidFill>
              <a:srgbClr val="D3A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10G</a:t>
              </a:r>
            </a:p>
          </p:txBody>
        </p:sp>
        <p:sp>
          <p:nvSpPr>
            <p:cNvPr id="8" name="Oval Callout 7"/>
            <p:cNvSpPr/>
            <p:nvPr/>
          </p:nvSpPr>
          <p:spPr>
            <a:xfrm>
              <a:off x="1049718" y="2729402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solidFill>
              <a:srgbClr val="D3A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10G</a:t>
              </a:r>
            </a:p>
          </p:txBody>
        </p:sp>
        <p:sp>
          <p:nvSpPr>
            <p:cNvPr id="9" name="Oval Callout 8"/>
            <p:cNvSpPr/>
            <p:nvPr/>
          </p:nvSpPr>
          <p:spPr>
            <a:xfrm>
              <a:off x="2082357" y="1817388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solidFill>
              <a:srgbClr val="D3A6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20G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350497-C0BA-8E09-3E39-B2C9158EF90A}"/>
                  </a:ext>
                </a:extLst>
              </p14:cNvPr>
              <p14:cNvContentPartPr/>
              <p14:nvPr/>
            </p14:nvContentPartPr>
            <p14:xfrm>
              <a:off x="452880" y="2316240"/>
              <a:ext cx="551160" cy="475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350497-C0BA-8E09-3E39-B2C9158EF9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520" y="2306880"/>
                <a:ext cx="569880" cy="49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69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Oversubscription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enough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</a:t>
            </a:r>
            <a:r>
              <a:rPr lang="en-US" dirty="0"/>
              <a:t>: Less bandwidth in the ToR-Agg links than all the server bandwidth in the rack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 ratio</a:t>
            </a:r>
            <a:r>
              <a:rPr lang="en-US" dirty="0"/>
              <a:t>: Ratio between bandwidth underneath and bandwidth above</a:t>
            </a:r>
          </a:p>
          <a:p>
            <a:r>
              <a:rPr lang="en-US" dirty="0"/>
              <a:t>Not enough paths between server pairs</a:t>
            </a:r>
          </a:p>
          <a:p>
            <a:pPr lvl="1"/>
            <a:r>
              <a:rPr lang="en-US" dirty="0"/>
              <a:t>Load balancing issues</a:t>
            </a:r>
          </a:p>
          <a:p>
            <a:pPr lvl="1"/>
            <a:r>
              <a:rPr lang="en-US" dirty="0"/>
              <a:t>Failure recovery issues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825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Straight Connector 305"/>
          <p:cNvCxnSpPr>
            <a:stCxn id="107" idx="0"/>
          </p:cNvCxnSpPr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308" name="Straight Connector 307"/>
          <p:cNvCxnSpPr>
            <a:stCxn id="137" idx="0"/>
          </p:cNvCxnSpPr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 dirty="0"/>
              <a:t>Better topologies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3" name="Straight Connector 122"/>
          <p:cNvCxnSpPr>
            <a:stCxn id="29" idx="0"/>
            <a:endCxn id="102" idx="2"/>
          </p:cNvCxnSpPr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7" idx="0"/>
            <a:endCxn id="102" idx="2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3429000" y="3554165"/>
            <a:ext cx="72719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0" name="Straight Connector 119"/>
          <p:cNvCxnSpPr>
            <a:stCxn id="41" idx="0"/>
            <a:endCxn id="103" idx="2"/>
          </p:cNvCxnSpPr>
          <p:nvPr/>
        </p:nvCxnSpPr>
        <p:spPr>
          <a:xfrm flipV="1">
            <a:off x="3460993" y="3827934"/>
            <a:ext cx="331605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53" idx="0"/>
            <a:endCxn id="103" idx="2"/>
          </p:cNvCxnSpPr>
          <p:nvPr/>
        </p:nvCxnSpPr>
        <p:spPr>
          <a:xfrm flipH="1" flipV="1">
            <a:off x="3792598" y="3827934"/>
            <a:ext cx="300297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6324600" y="3555980"/>
            <a:ext cx="721669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8" name="Straight Connector 117"/>
          <p:cNvCxnSpPr>
            <a:stCxn id="89" idx="0"/>
            <a:endCxn id="105" idx="2"/>
          </p:cNvCxnSpPr>
          <p:nvPr/>
        </p:nvCxnSpPr>
        <p:spPr>
          <a:xfrm flipV="1">
            <a:off x="6349990" y="3829749"/>
            <a:ext cx="335445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101" idx="0"/>
            <a:endCxn id="105" idx="2"/>
          </p:cNvCxnSpPr>
          <p:nvPr/>
        </p:nvCxnSpPr>
        <p:spPr>
          <a:xfrm flipH="1" flipV="1">
            <a:off x="6685435" y="3829749"/>
            <a:ext cx="296457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876800" y="3556630"/>
            <a:ext cx="72752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6" name="Straight Connector 115"/>
          <p:cNvCxnSpPr>
            <a:stCxn id="65" idx="0"/>
            <a:endCxn id="104" idx="2"/>
          </p:cNvCxnSpPr>
          <p:nvPr/>
        </p:nvCxnSpPr>
        <p:spPr>
          <a:xfrm flipV="1">
            <a:off x="4914483" y="3830399"/>
            <a:ext cx="326080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/>
          <p:cNvCxnSpPr>
            <a:stCxn id="77" idx="0"/>
            <a:endCxn id="104" idx="2"/>
          </p:cNvCxnSpPr>
          <p:nvPr/>
        </p:nvCxnSpPr>
        <p:spPr>
          <a:xfrm flipH="1" flipV="1">
            <a:off x="5240563" y="3830399"/>
            <a:ext cx="305822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0" name="Straight Connector 109"/>
          <p:cNvCxnSpPr>
            <a:stCxn id="102" idx="0"/>
            <a:endCxn id="107" idx="2"/>
          </p:cNvCxnSpPr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0"/>
            <a:endCxn id="107" idx="2"/>
          </p:cNvCxnSpPr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5" idx="0"/>
            <a:endCxn id="107" idx="2"/>
          </p:cNvCxnSpPr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39" name="Straight Connector 138"/>
          <p:cNvCxnSpPr>
            <a:stCxn id="102" idx="0"/>
            <a:endCxn id="137" idx="2"/>
          </p:cNvCxnSpPr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0"/>
            <a:endCxn id="137" idx="2"/>
          </p:cNvCxnSpPr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05" idx="0"/>
            <a:endCxn id="137" idx="2"/>
          </p:cNvCxnSpPr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103" idx="0"/>
            <a:endCxn id="107" idx="2"/>
          </p:cNvCxnSpPr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>
            <a:stCxn id="103" idx="0"/>
            <a:endCxn id="137" idx="2"/>
          </p:cNvCxnSpPr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299" name="TextBox 298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409F6A-3858-02C8-B476-B9960B953C64}"/>
                  </a:ext>
                </a:extLst>
              </p14:cNvPr>
              <p14:cNvContentPartPr/>
              <p14:nvPr/>
            </p14:nvContentPartPr>
            <p14:xfrm>
              <a:off x="7527600" y="4431600"/>
              <a:ext cx="1164600" cy="34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409F6A-3858-02C8-B476-B9960B953C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8240" y="4422240"/>
                <a:ext cx="1183320" cy="35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9878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Straight Connector 166"/>
          <p:cNvCxnSpPr>
            <a:stCxn id="22" idx="0"/>
          </p:cNvCxnSpPr>
          <p:nvPr/>
        </p:nvCxnSpPr>
        <p:spPr bwMode="auto">
          <a:xfrm flipV="1">
            <a:off x="2859331" y="1676400"/>
            <a:ext cx="1712669" cy="7911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70" name="Straight Connector 169"/>
          <p:cNvCxnSpPr>
            <a:stCxn id="54" idx="0"/>
          </p:cNvCxnSpPr>
          <p:nvPr/>
        </p:nvCxnSpPr>
        <p:spPr bwMode="auto">
          <a:xfrm flipH="1" flipV="1">
            <a:off x="4800600" y="1676400"/>
            <a:ext cx="1548854" cy="7859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4" name="Straight Connector 163"/>
          <p:cNvCxnSpPr/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5" name="Straight Connector 164"/>
          <p:cNvCxnSpPr/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49127" y="20864"/>
            <a:ext cx="8763000" cy="1143000"/>
          </a:xfrm>
          <a:noFill/>
        </p:spPr>
        <p:txBody>
          <a:bodyPr/>
          <a:lstStyle/>
          <a:p>
            <a:r>
              <a:rPr lang="en-US" dirty="0"/>
              <a:t>Better topologies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17211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65699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28209" y="355663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0223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02131" y="246756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63758" y="246577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24" name="Straight Connector 23"/>
          <p:cNvCxnSpPr>
            <a:stCxn id="142" idx="0"/>
            <a:endCxn id="146" idx="2"/>
          </p:cNvCxnSpPr>
          <p:nvPr/>
        </p:nvCxnSpPr>
        <p:spPr>
          <a:xfrm flipV="1">
            <a:off x="2100091" y="2902923"/>
            <a:ext cx="759240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3" idx="0"/>
            <a:endCxn id="146" idx="2"/>
          </p:cNvCxnSpPr>
          <p:nvPr/>
        </p:nvCxnSpPr>
        <p:spPr>
          <a:xfrm flipH="1" flipV="1">
            <a:off x="2859331" y="2902923"/>
            <a:ext cx="689248" cy="6512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42" idx="0"/>
            <a:endCxn id="148" idx="2"/>
          </p:cNvCxnSpPr>
          <p:nvPr/>
        </p:nvCxnSpPr>
        <p:spPr>
          <a:xfrm flipV="1">
            <a:off x="2100091" y="2901133"/>
            <a:ext cx="192086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44" idx="0"/>
            <a:endCxn id="146" idx="2"/>
          </p:cNvCxnSpPr>
          <p:nvPr/>
        </p:nvCxnSpPr>
        <p:spPr>
          <a:xfrm flipH="1" flipV="1">
            <a:off x="2859331" y="2902923"/>
            <a:ext cx="2151758" cy="65370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43" idx="0"/>
            <a:endCxn id="148" idx="2"/>
          </p:cNvCxnSpPr>
          <p:nvPr/>
        </p:nvCxnSpPr>
        <p:spPr>
          <a:xfrm flipV="1">
            <a:off x="3548579" y="2901133"/>
            <a:ext cx="472379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5" idx="0"/>
            <a:endCxn id="146" idx="2"/>
          </p:cNvCxnSpPr>
          <p:nvPr/>
        </p:nvCxnSpPr>
        <p:spPr>
          <a:xfrm flipH="1" flipV="1">
            <a:off x="2859331" y="2902923"/>
            <a:ext cx="3583772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44" idx="0"/>
            <a:endCxn id="148" idx="2"/>
          </p:cNvCxnSpPr>
          <p:nvPr/>
        </p:nvCxnSpPr>
        <p:spPr>
          <a:xfrm flipH="1" flipV="1">
            <a:off x="4020958" y="2901133"/>
            <a:ext cx="990131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45" idx="0"/>
            <a:endCxn id="148" idx="2"/>
          </p:cNvCxnSpPr>
          <p:nvPr/>
        </p:nvCxnSpPr>
        <p:spPr>
          <a:xfrm flipH="1" flipV="1">
            <a:off x="4020958" y="2901133"/>
            <a:ext cx="2422145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02" idx="0"/>
            <a:endCxn id="144" idx="2"/>
          </p:cNvCxnSpPr>
          <p:nvPr/>
        </p:nvCxnSpPr>
        <p:spPr>
          <a:xfrm flipV="1">
            <a:off x="4914483" y="3830399"/>
            <a:ext cx="96606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41" idx="0"/>
            <a:endCxn id="145" idx="2"/>
          </p:cNvCxnSpPr>
          <p:nvPr/>
        </p:nvCxnSpPr>
        <p:spPr>
          <a:xfrm flipH="1" flipV="1">
            <a:off x="6443103" y="3829749"/>
            <a:ext cx="538789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28" idx="0"/>
            <a:endCxn id="145" idx="2"/>
          </p:cNvCxnSpPr>
          <p:nvPr/>
        </p:nvCxnSpPr>
        <p:spPr>
          <a:xfrm flipV="1">
            <a:off x="6349990" y="3829749"/>
            <a:ext cx="93113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5" idx="0"/>
            <a:endCxn id="144" idx="2"/>
          </p:cNvCxnSpPr>
          <p:nvPr/>
        </p:nvCxnSpPr>
        <p:spPr>
          <a:xfrm flipH="1" flipV="1">
            <a:off x="5011089" y="3830399"/>
            <a:ext cx="535296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9" idx="0"/>
            <a:endCxn id="143" idx="2"/>
          </p:cNvCxnSpPr>
          <p:nvPr/>
        </p:nvCxnSpPr>
        <p:spPr>
          <a:xfrm flipH="1" flipV="1">
            <a:off x="3548579" y="3827934"/>
            <a:ext cx="544316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76" idx="0"/>
            <a:endCxn id="143" idx="2"/>
          </p:cNvCxnSpPr>
          <p:nvPr/>
        </p:nvCxnSpPr>
        <p:spPr>
          <a:xfrm flipV="1">
            <a:off x="3460993" y="3827934"/>
            <a:ext cx="87586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50" idx="0"/>
            <a:endCxn id="142" idx="2"/>
          </p:cNvCxnSpPr>
          <p:nvPr/>
        </p:nvCxnSpPr>
        <p:spPr>
          <a:xfrm flipV="1">
            <a:off x="2007503" y="3829749"/>
            <a:ext cx="92588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63" idx="0"/>
            <a:endCxn id="142" idx="2"/>
          </p:cNvCxnSpPr>
          <p:nvPr/>
        </p:nvCxnSpPr>
        <p:spPr>
          <a:xfrm flipH="1" flipV="1">
            <a:off x="2100091" y="3829749"/>
            <a:ext cx="539314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1589" y="3551017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1" name="Straight Connector 40"/>
          <p:cNvCxnSpPr>
            <a:stCxn id="50" idx="0"/>
          </p:cNvCxnSpPr>
          <p:nvPr/>
        </p:nvCxnSpPr>
        <p:spPr>
          <a:xfrm flipV="1">
            <a:off x="2007503" y="3824787"/>
            <a:ext cx="566966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50" idx="0"/>
          </p:cNvCxnSpPr>
          <p:nvPr/>
        </p:nvCxnSpPr>
        <p:spPr>
          <a:xfrm flipV="1">
            <a:off x="2007503" y="3824787"/>
            <a:ext cx="566967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63" idx="0"/>
            <a:endCxn id="153" idx="2"/>
          </p:cNvCxnSpPr>
          <p:nvPr/>
        </p:nvCxnSpPr>
        <p:spPr>
          <a:xfrm flipH="1" flipV="1">
            <a:off x="2574469" y="3824786"/>
            <a:ext cx="64936" cy="319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836827" y="3547081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5" name="Straight Connector 44"/>
          <p:cNvCxnSpPr>
            <a:stCxn id="76" idx="0"/>
          </p:cNvCxnSpPr>
          <p:nvPr/>
        </p:nvCxnSpPr>
        <p:spPr>
          <a:xfrm flipV="1">
            <a:off x="3460993" y="3820850"/>
            <a:ext cx="558714" cy="32385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89" idx="0"/>
          </p:cNvCxnSpPr>
          <p:nvPr/>
        </p:nvCxnSpPr>
        <p:spPr>
          <a:xfrm flipH="1" flipV="1">
            <a:off x="4019707" y="3820850"/>
            <a:ext cx="73188" cy="32370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282102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8" name="Straight Connector 47"/>
          <p:cNvCxnSpPr>
            <a:stCxn id="115" idx="0"/>
          </p:cNvCxnSpPr>
          <p:nvPr/>
        </p:nvCxnSpPr>
        <p:spPr>
          <a:xfrm flipH="1" flipV="1">
            <a:off x="5464982" y="3827934"/>
            <a:ext cx="81403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2" idx="0"/>
          </p:cNvCxnSpPr>
          <p:nvPr/>
        </p:nvCxnSpPr>
        <p:spPr>
          <a:xfrm flipV="1">
            <a:off x="4914483" y="3827934"/>
            <a:ext cx="550499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13721" y="3551016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1" name="Straight Connector 50"/>
          <p:cNvCxnSpPr>
            <a:stCxn id="128" idx="0"/>
          </p:cNvCxnSpPr>
          <p:nvPr/>
        </p:nvCxnSpPr>
        <p:spPr>
          <a:xfrm flipV="1">
            <a:off x="6349990" y="3824785"/>
            <a:ext cx="546611" cy="31991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1" idx="0"/>
          </p:cNvCxnSpPr>
          <p:nvPr/>
        </p:nvCxnSpPr>
        <p:spPr>
          <a:xfrm flipH="1" flipV="1">
            <a:off x="6896601" y="3824785"/>
            <a:ext cx="85291" cy="31976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730627" y="246418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92254" y="246239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5" name="Straight Connector 54"/>
          <p:cNvCxnSpPr>
            <a:stCxn id="153" idx="0"/>
          </p:cNvCxnSpPr>
          <p:nvPr/>
        </p:nvCxnSpPr>
        <p:spPr>
          <a:xfrm flipV="1">
            <a:off x="2574469" y="2899541"/>
            <a:ext cx="2613358" cy="65147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019707" y="2899541"/>
            <a:ext cx="1168120" cy="6475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3" idx="0"/>
          </p:cNvCxnSpPr>
          <p:nvPr/>
        </p:nvCxnSpPr>
        <p:spPr>
          <a:xfrm flipV="1">
            <a:off x="2574469" y="2897751"/>
            <a:ext cx="3774985" cy="6532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5187827" y="2899541"/>
            <a:ext cx="277155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019707" y="2897751"/>
            <a:ext cx="2329747" cy="64933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 flipV="1">
            <a:off x="5187827" y="2899541"/>
            <a:ext cx="1708774" cy="6514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5464982" y="2897751"/>
            <a:ext cx="884472" cy="65641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 flipV="1">
            <a:off x="6349454" y="2897751"/>
            <a:ext cx="547147" cy="6532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516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Clos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Multi-stage network</a:t>
            </a:r>
          </a:p>
          <a:p>
            <a:r>
              <a:rPr lang="en-US" dirty="0"/>
              <a:t>k pods, where each pod has two layers of k/2 switches</a:t>
            </a:r>
          </a:p>
          <a:p>
            <a:pPr lvl="1"/>
            <a:r>
              <a:rPr lang="en-US" dirty="0"/>
              <a:t>k/2 ports up and k/2 down</a:t>
            </a:r>
          </a:p>
          <a:p>
            <a:r>
              <a:rPr lang="en-US"/>
              <a:t>All links have the same b/w</a:t>
            </a:r>
            <a:endParaRPr lang="en-US" dirty="0"/>
          </a:p>
          <a:p>
            <a:r>
              <a:rPr lang="en-US" dirty="0"/>
              <a:t>At most k</a:t>
            </a:r>
            <a:r>
              <a:rPr lang="en-US" baseline="30000" dirty="0"/>
              <a:t>3</a:t>
            </a:r>
            <a:r>
              <a:rPr lang="en-US" dirty="0"/>
              <a:t>/4 machines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k = 4</a:t>
            </a:r>
          </a:p>
          <a:p>
            <a:pPr lvl="1"/>
            <a:r>
              <a:rPr lang="en-US" dirty="0"/>
              <a:t>16 machines</a:t>
            </a:r>
          </a:p>
          <a:p>
            <a:r>
              <a:rPr lang="en-US" dirty="0"/>
              <a:t>For k=48, 27648 machines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320" name="Group 319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83" name="Rectangle 182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77" name="Straight Connector 276"/>
            <p:cNvCxnSpPr>
              <a:stCxn id="314" idx="0"/>
            </p:cNvCxnSpPr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>
              <a:stCxn id="315" idx="0"/>
            </p:cNvCxnSpPr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>
              <a:stCxn id="314" idx="0"/>
            </p:cNvCxnSpPr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>
              <a:stCxn id="315" idx="0"/>
            </p:cNvCxnSpPr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>
              <a:stCxn id="274" idx="0"/>
            </p:cNvCxnSpPr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>
              <a:stCxn id="313" idx="0"/>
            </p:cNvCxnSpPr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>
              <a:stCxn id="300" idx="0"/>
            </p:cNvCxnSpPr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>
              <a:stCxn id="287" idx="0"/>
            </p:cNvCxnSpPr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>
              <a:endCxn id="315" idx="2"/>
            </p:cNvCxnSpPr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>
              <a:endCxn id="315" idx="2"/>
            </p:cNvCxnSpPr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>
              <a:endCxn id="314" idx="2"/>
            </p:cNvCxnSpPr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>
              <a:endCxn id="314" idx="2"/>
            </p:cNvCxnSpPr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Rectangle 292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4" name="Straight Connector 293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Rectangle 296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8" name="Straight Connector 297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ectangle 299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1" name="Straight Connector 300"/>
            <p:cNvCxnSpPr>
              <a:stCxn id="287" idx="0"/>
            </p:cNvCxnSpPr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>
              <a:stCxn id="274" idx="0"/>
            </p:cNvCxnSpPr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Rectangle 302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4" name="Straight Connector 303"/>
            <p:cNvCxnSpPr>
              <a:stCxn id="300" idx="0"/>
            </p:cNvCxnSpPr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>
              <a:stCxn id="313" idx="0"/>
            </p:cNvCxnSpPr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Rectangle 305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8" name="Straight Connector 307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318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1" name="TextBox 320"/>
          <p:cNvSpPr txBox="1"/>
          <p:nvPr/>
        </p:nvSpPr>
        <p:spPr>
          <a:xfrm>
            <a:off x="4871450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1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5925956" y="4440581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2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918974" y="4443734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3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928713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CEEE59-0427-C463-9C48-3D651535A602}"/>
                  </a:ext>
                </a:extLst>
              </p14:cNvPr>
              <p14:cNvContentPartPr/>
              <p14:nvPr/>
            </p14:nvContentPartPr>
            <p14:xfrm>
              <a:off x="867240" y="668520"/>
              <a:ext cx="5501880" cy="4104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CEEE59-0427-C463-9C48-3D651535A6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7880" y="659160"/>
                <a:ext cx="5520600" cy="41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26469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</a:t>
            </a:r>
            <a:r>
              <a:rPr lang="en-US" altLang="zh-CN" dirty="0"/>
              <a:t>of</a:t>
            </a:r>
            <a:r>
              <a:rPr lang="en-US" dirty="0"/>
              <a:t> scale-out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Topology offers high bisection bandwidth</a:t>
            </a:r>
          </a:p>
          <a:p>
            <a:r>
              <a:rPr lang="en-US" dirty="0"/>
              <a:t>All other system components must be able to exploit this available capacity</a:t>
            </a:r>
          </a:p>
          <a:p>
            <a:pPr lvl="1"/>
            <a:r>
              <a:rPr lang="en-US" dirty="0"/>
              <a:t>Routing must use all paths</a:t>
            </a:r>
          </a:p>
          <a:p>
            <a:pPr lvl="1"/>
            <a:r>
              <a:rPr lang="en-US" dirty="0"/>
              <a:t>Transport protocol must </a:t>
            </a:r>
            <a:br>
              <a:rPr lang="en-US" dirty="0"/>
            </a:br>
            <a:r>
              <a:rPr lang="en-US" dirty="0"/>
              <a:t>fill all pipes (fast)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44</a:t>
            </a:fld>
            <a:endParaRPr lang="en-US"/>
          </a:p>
        </p:txBody>
      </p:sp>
      <p:grpSp>
        <p:nvGrpSpPr>
          <p:cNvPr id="133" name="Group 132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34" name="Rectangle 133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71" name="Straight Connector 170"/>
            <p:cNvCxnSpPr/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88" name="Straight Connector 187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ectangle 190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92" name="Straight Connector 191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 193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95" name="Straight Connector 194"/>
            <p:cNvCxnSpPr/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98" name="Straight Connector 197"/>
            <p:cNvCxnSpPr/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Rectangle 199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02" name="Straight Connector 201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A3AD86-23C5-5FA7-0CE8-72884E95494E}"/>
                  </a:ext>
                </a:extLst>
              </p14:cNvPr>
              <p14:cNvContentPartPr/>
              <p14:nvPr/>
            </p14:nvContentPartPr>
            <p14:xfrm>
              <a:off x="4844520" y="2918160"/>
              <a:ext cx="3234240" cy="2368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A3AD86-23C5-5FA7-0CE8-72884E9549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5160" y="2908800"/>
                <a:ext cx="3252960" cy="23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8682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9ACE-1904-555E-92DC-7E789F8B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reference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ABD22-B014-297B-D03F-59C7CFF88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9B565-9169-38F8-8CCC-5A7D8EFA4F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078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7C7271B-82AD-4E9E-B694-860C44FCA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traffic characteristics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3A8EE9BE-9C43-DC49-BD49-AB3D00E5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86" y="1828800"/>
            <a:ext cx="8493214" cy="314248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5D2AA2-1013-0B44-AC8A-2AECDE659E5A}"/>
              </a:ext>
            </a:extLst>
          </p:cNvPr>
          <p:cNvSpPr txBox="1"/>
          <p:nvPr/>
        </p:nvSpPr>
        <p:spPr>
          <a:xfrm>
            <a:off x="1013824" y="5943600"/>
            <a:ext cx="7157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A. Roy et al. Inside the social network’s (</a:t>
            </a:r>
            <a:r>
              <a:rPr lang="en-HK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datacenter</a:t>
            </a:r>
            <a:r>
              <a:rPr lang="en-HK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network. In Proc. of ACM SIGCOMM, 2015.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20B1AA-CDF1-632F-57E9-D055CFCCCA5E}"/>
                  </a:ext>
                </a:extLst>
              </p14:cNvPr>
              <p14:cNvContentPartPr/>
              <p14:nvPr/>
            </p14:nvContentPartPr>
            <p14:xfrm>
              <a:off x="657720" y="1946880"/>
              <a:ext cx="1923480" cy="2294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20B1AA-CDF1-632F-57E9-D055CFCCCA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360" y="1937520"/>
                <a:ext cx="1942200" cy="231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2426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64537" y="5714559"/>
            <a:ext cx="1101477" cy="18088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Server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1905000" y="2854045"/>
            <a:ext cx="1227999" cy="3141759"/>
            <a:chOff x="1905000" y="2854045"/>
            <a:chExt cx="1227999" cy="3141759"/>
          </a:xfrm>
        </p:grpSpPr>
        <p:sp>
          <p:nvSpPr>
            <p:cNvPr id="11" name="Rectangle 10"/>
            <p:cNvSpPr/>
            <p:nvPr/>
          </p:nvSpPr>
          <p:spPr>
            <a:xfrm>
              <a:off x="1964537" y="544956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64537" y="5178231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64537" y="4906902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64537" y="463310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64537" y="435534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64537" y="409034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964537" y="381901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64537" y="354768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964537" y="327389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64537" y="2989518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ToR Switch</a:t>
              </a:r>
              <a:endPara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2854045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251887" y="2854045"/>
            <a:ext cx="1227999" cy="3141759"/>
            <a:chOff x="3251887" y="2854045"/>
            <a:chExt cx="1227999" cy="3141759"/>
          </a:xfrm>
        </p:grpSpPr>
        <p:sp>
          <p:nvSpPr>
            <p:cNvPr id="23" name="Rectangle 22"/>
            <p:cNvSpPr/>
            <p:nvPr/>
          </p:nvSpPr>
          <p:spPr>
            <a:xfrm>
              <a:off x="3311424" y="571455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11424" y="544956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311424" y="5178231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11424" y="4906902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311424" y="463310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311424" y="435534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311424" y="409034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311424" y="381901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311424" y="354768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311424" y="327389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311424" y="2989518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51887" y="2854045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4598774" y="2854045"/>
            <a:ext cx="1227999" cy="3141759"/>
            <a:chOff x="4598774" y="2854045"/>
            <a:chExt cx="1227999" cy="3141759"/>
          </a:xfrm>
        </p:grpSpPr>
        <p:sp>
          <p:nvSpPr>
            <p:cNvPr id="36" name="Rectangle 35"/>
            <p:cNvSpPr/>
            <p:nvPr/>
          </p:nvSpPr>
          <p:spPr>
            <a:xfrm>
              <a:off x="4658311" y="571455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658311" y="544956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658311" y="5178231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658311" y="4906902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658311" y="463310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658311" y="435534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658311" y="409034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658311" y="381901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658311" y="354768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58311" y="327389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658311" y="2989518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598774" y="2854045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5945661" y="2843613"/>
            <a:ext cx="1227999" cy="3141759"/>
            <a:chOff x="5945661" y="2843613"/>
            <a:chExt cx="1227999" cy="3141759"/>
          </a:xfrm>
        </p:grpSpPr>
        <p:sp>
          <p:nvSpPr>
            <p:cNvPr id="49" name="Rectangle 48"/>
            <p:cNvSpPr/>
            <p:nvPr/>
          </p:nvSpPr>
          <p:spPr>
            <a:xfrm>
              <a:off x="6005198" y="570412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005198" y="543912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005198" y="516779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005198" y="489647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05198" y="462267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005198" y="4344914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005198" y="407991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005198" y="380858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005198" y="353725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005198" y="3263463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005198" y="2979086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945661" y="2843613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61" name="Rectangle 60"/>
          <p:cNvSpPr/>
          <p:nvPr/>
        </p:nvSpPr>
        <p:spPr>
          <a:xfrm>
            <a:off x="2812778" y="1853666"/>
            <a:ext cx="3334215" cy="66798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Aggregation</a:t>
            </a:r>
          </a:p>
        </p:txBody>
      </p:sp>
      <p:cxnSp>
        <p:nvCxnSpPr>
          <p:cNvPr id="62" name="Elbow Connector 61"/>
          <p:cNvCxnSpPr>
            <a:stCxn id="53" idx="0"/>
          </p:cNvCxnSpPr>
          <p:nvPr/>
        </p:nvCxnSpPr>
        <p:spPr>
          <a:xfrm rot="5400000" flipH="1" flipV="1">
            <a:off x="3263649" y="1773281"/>
            <a:ext cx="467865" cy="1964610"/>
          </a:xfrm>
          <a:prstGeom prst="bentConnector3">
            <a:avLst>
              <a:gd name="adj1" fmla="val 66684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5400000" flipH="1" flipV="1">
            <a:off x="3937092" y="2446725"/>
            <a:ext cx="467865" cy="61772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/>
          <p:cNvCxnSpPr/>
          <p:nvPr/>
        </p:nvCxnSpPr>
        <p:spPr>
          <a:xfrm rot="16200000" flipV="1">
            <a:off x="4610536" y="2391004"/>
            <a:ext cx="467865" cy="72916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6200000" flipV="1">
            <a:off x="5289196" y="1712344"/>
            <a:ext cx="457433" cy="2076051"/>
          </a:xfrm>
          <a:prstGeom prst="bentConnector3">
            <a:avLst>
              <a:gd name="adj1" fmla="val 67064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/>
          <p:nvPr/>
        </p:nvCxnSpPr>
        <p:spPr>
          <a:xfrm flipV="1">
            <a:off x="4479885" y="1568956"/>
            <a:ext cx="1057510" cy="284711"/>
          </a:xfrm>
          <a:prstGeom prst="bentConnector3">
            <a:avLst>
              <a:gd name="adj1" fmla="val 113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83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Straight Connector 305"/>
          <p:cNvCxnSpPr>
            <a:stCxn id="107" idx="0"/>
          </p:cNvCxnSpPr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308" name="Straight Connector 307"/>
          <p:cNvCxnSpPr>
            <a:stCxn id="137" idx="0"/>
          </p:cNvCxnSpPr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304" name="Cloud 303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Datacenter networks (Cont.)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3" name="Straight Connector 122"/>
          <p:cNvCxnSpPr>
            <a:stCxn id="29" idx="0"/>
            <a:endCxn id="102" idx="2"/>
          </p:cNvCxnSpPr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7" idx="0"/>
            <a:endCxn id="102" idx="2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2" name="Group 301"/>
          <p:cNvGrpSpPr/>
          <p:nvPr/>
        </p:nvGrpSpPr>
        <p:grpSpPr>
          <a:xfrm>
            <a:off x="3282290" y="3554165"/>
            <a:ext cx="989308" cy="1504939"/>
            <a:chOff x="3282290" y="3554165"/>
            <a:chExt cx="989308" cy="1504939"/>
          </a:xfrm>
        </p:grpSpPr>
        <p:sp>
          <p:nvSpPr>
            <p:cNvPr id="30" name="Rectangle 29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0" name="Straight Connector 119"/>
            <p:cNvCxnSpPr>
              <a:stCxn id="41" idx="0"/>
              <a:endCxn id="103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53" idx="0"/>
              <a:endCxn id="103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0" name="Group 299"/>
          <p:cNvGrpSpPr/>
          <p:nvPr/>
        </p:nvGrpSpPr>
        <p:grpSpPr>
          <a:xfrm>
            <a:off x="6171287" y="3555980"/>
            <a:ext cx="989308" cy="1503124"/>
            <a:chOff x="6171287" y="3555980"/>
            <a:chExt cx="989308" cy="1503124"/>
          </a:xfrm>
        </p:grpSpPr>
        <p:sp>
          <p:nvSpPr>
            <p:cNvPr id="78" name="Rectangle 77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8" name="Straight Connector 117"/>
            <p:cNvCxnSpPr>
              <a:stCxn id="89" idx="0"/>
              <a:endCxn id="105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01" idx="0"/>
              <a:endCxn id="105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oup 300"/>
          <p:cNvGrpSpPr/>
          <p:nvPr/>
        </p:nvGrpSpPr>
        <p:grpSpPr>
          <a:xfrm>
            <a:off x="4735780" y="3556630"/>
            <a:ext cx="989308" cy="1502474"/>
            <a:chOff x="4735780" y="3556630"/>
            <a:chExt cx="989308" cy="1502474"/>
          </a:xfrm>
        </p:grpSpPr>
        <p:sp>
          <p:nvSpPr>
            <p:cNvPr id="54" name="Rectangle 53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6" name="Straight Connector 115"/>
            <p:cNvCxnSpPr>
              <a:stCxn id="65" idx="0"/>
              <a:endCxn id="104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>
              <a:stCxn id="77" idx="0"/>
              <a:endCxn id="104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0" name="Straight Connector 109"/>
          <p:cNvCxnSpPr>
            <a:stCxn id="102" idx="0"/>
            <a:endCxn id="107" idx="2"/>
          </p:cNvCxnSpPr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0"/>
            <a:endCxn id="107" idx="2"/>
          </p:cNvCxnSpPr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5" idx="0"/>
            <a:endCxn id="107" idx="2"/>
          </p:cNvCxnSpPr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39" name="Straight Connector 138"/>
          <p:cNvCxnSpPr>
            <a:stCxn id="102" idx="0"/>
            <a:endCxn id="137" idx="2"/>
          </p:cNvCxnSpPr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0"/>
            <a:endCxn id="137" idx="2"/>
          </p:cNvCxnSpPr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05" idx="0"/>
            <a:endCxn id="137" idx="2"/>
          </p:cNvCxnSpPr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103" idx="0"/>
            <a:endCxn id="107" idx="2"/>
          </p:cNvCxnSpPr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>
            <a:stCxn id="103" idx="0"/>
            <a:endCxn id="137" idx="2"/>
          </p:cNvCxnSpPr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299" name="TextBox 298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animBg="1"/>
      <p:bldP spid="107" grpId="0" animBg="1"/>
      <p:bldP spid="137" grpId="0" animBg="1"/>
      <p:bldP spid="29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Straight Connector 163"/>
          <p:cNvCxnSpPr/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5" name="Straight Connector 164"/>
          <p:cNvCxnSpPr/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166" name="Cloud 165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04800" y="152400"/>
            <a:ext cx="8763000" cy="1143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Datacenter traffic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  <p:sp>
        <p:nvSpPr>
          <p:cNvPr id="2" name="Up-Down Arrow 1"/>
          <p:cNvSpPr/>
          <p:nvPr/>
        </p:nvSpPr>
        <p:spPr bwMode="auto">
          <a:xfrm>
            <a:off x="762000" y="2286000"/>
            <a:ext cx="484632" cy="2130552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rot="16200000">
            <a:off x="-476143" y="3149505"/>
            <a:ext cx="205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North-South Traffic</a:t>
            </a:r>
          </a:p>
        </p:txBody>
      </p:sp>
      <p:sp>
        <p:nvSpPr>
          <p:cNvPr id="160" name="Up-Down Arrow 159"/>
          <p:cNvSpPr/>
          <p:nvPr/>
        </p:nvSpPr>
        <p:spPr bwMode="auto">
          <a:xfrm rot="5400000">
            <a:off x="4273531" y="4733691"/>
            <a:ext cx="484632" cy="2130552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581400" y="5249823"/>
            <a:ext cx="1848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East-West Traffic</a:t>
            </a:r>
            <a:endParaRPr lang="en-US" dirty="0"/>
          </a:p>
        </p:txBody>
      </p:sp>
      <p:sp>
        <p:nvSpPr>
          <p:cNvPr id="167" name="Rectangle 166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>
            <a:stCxn id="182" idx="0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3429000" y="3554165"/>
            <a:ext cx="72719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71" name="Straight Connector 170"/>
          <p:cNvCxnSpPr/>
          <p:nvPr/>
        </p:nvCxnSpPr>
        <p:spPr>
          <a:xfrm flipV="1">
            <a:off x="3460993" y="3827934"/>
            <a:ext cx="331605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flipH="1" flipV="1">
            <a:off x="3792598" y="3827934"/>
            <a:ext cx="300297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6324600" y="3555980"/>
            <a:ext cx="721669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74" name="Straight Connector 173"/>
          <p:cNvCxnSpPr/>
          <p:nvPr/>
        </p:nvCxnSpPr>
        <p:spPr>
          <a:xfrm flipV="1">
            <a:off x="6349990" y="3829749"/>
            <a:ext cx="335445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 flipH="1" flipV="1">
            <a:off x="6685435" y="3829749"/>
            <a:ext cx="296457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4876800" y="3556630"/>
            <a:ext cx="72752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77" name="Straight Connector 176"/>
          <p:cNvCxnSpPr/>
          <p:nvPr/>
        </p:nvCxnSpPr>
        <p:spPr>
          <a:xfrm flipV="1">
            <a:off x="4914483" y="3830399"/>
            <a:ext cx="326080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 flipH="1" flipV="1">
            <a:off x="5240563" y="3830399"/>
            <a:ext cx="305822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80" name="Straight Connector 179"/>
          <p:cNvCxnSpPr/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84" name="Straight Connector 183"/>
          <p:cNvCxnSpPr/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2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60" grpId="0" animBg="1"/>
      <p:bldP spid="161" grpId="0"/>
    </p:bldLst>
  </p:timing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1490453612</TotalTime>
  <Pages>7</Pages>
  <Words>1716</Words>
  <Application>Microsoft Macintosh PowerPoint</Application>
  <PresentationFormat>On-screen Show (4:3)</PresentationFormat>
  <Paragraphs>373</Paragraphs>
  <Slides>49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1" baseType="lpstr">
      <vt:lpstr>ＭＳ Ｐゴシック</vt:lpstr>
      <vt:lpstr>Arial</vt:lpstr>
      <vt:lpstr>Arial Black</vt:lpstr>
      <vt:lpstr>Arial Narrow</vt:lpstr>
      <vt:lpstr>Calibri</vt:lpstr>
      <vt:lpstr>Gill Sans</vt:lpstr>
      <vt:lpstr>Gill Sans MT</vt:lpstr>
      <vt:lpstr>Helvetica Neue</vt:lpstr>
      <vt:lpstr>Monotype Sorts</vt:lpstr>
      <vt:lpstr>Times New Roman</vt:lpstr>
      <vt:lpstr>Wingdings</vt:lpstr>
      <vt:lpstr>csci teaching</vt:lpstr>
      <vt:lpstr>CSCI4430 Computer Networks  Lecture 5: Application Layer – Video; cloud &amp; datacenters</vt:lpstr>
      <vt:lpstr>Agenda</vt:lpstr>
      <vt:lpstr>How is video different? </vt:lpstr>
      <vt:lpstr>Why is video important?</vt:lpstr>
      <vt:lpstr>The video medium</vt:lpstr>
      <vt:lpstr>The video medium (cont’d)</vt:lpstr>
      <vt:lpstr>How do we serve video?</vt:lpstr>
      <vt:lpstr>HTTP streaming</vt:lpstr>
      <vt:lpstr>HTTP streaming</vt:lpstr>
      <vt:lpstr>Challenges</vt:lpstr>
      <vt:lpstr>Challenges: new interactions</vt:lpstr>
      <vt:lpstr>HTTP streaming: Revisited</vt:lpstr>
      <vt:lpstr>Issues with HTTP streaming</vt:lpstr>
      <vt:lpstr>DASH : Dynamic Adaptive Streaming over HTTP</vt:lpstr>
      <vt:lpstr>DASH</vt:lpstr>
      <vt:lpstr>DASH</vt:lpstr>
      <vt:lpstr>Short videos</vt:lpstr>
      <vt:lpstr>Cloud, datacenters</vt:lpstr>
      <vt:lpstr>Who’s serving Web services?</vt:lpstr>
      <vt:lpstr>Who’s serving Web services?</vt:lpstr>
      <vt:lpstr>Cloud datacenters run the world</vt:lpstr>
      <vt:lpstr>Cloud datacenters run the world</vt:lpstr>
      <vt:lpstr>Cloud datacenters run the world</vt:lpstr>
      <vt:lpstr>How big is a datacenter (DC)?</vt:lpstr>
      <vt:lpstr>Implications (1)</vt:lpstr>
      <vt:lpstr>Implications (2)</vt:lpstr>
      <vt:lpstr>Applications</vt:lpstr>
      <vt:lpstr>Partition-Aggregate</vt:lpstr>
      <vt:lpstr>Partition-Aggregate</vt:lpstr>
      <vt:lpstr>End-to-end response time</vt:lpstr>
      <vt:lpstr>Applications</vt:lpstr>
      <vt:lpstr>Map-Reduce</vt:lpstr>
      <vt:lpstr>East-West traffic</vt:lpstr>
      <vt:lpstr>Datacenter traffic characteristics</vt:lpstr>
      <vt:lpstr>High bandwidth</vt:lpstr>
      <vt:lpstr>High bandwidth </vt:lpstr>
      <vt:lpstr>Bisection bandwidth</vt:lpstr>
      <vt:lpstr>Achieving full bisection bandwidth</vt:lpstr>
      <vt:lpstr>Oversubscription</vt:lpstr>
      <vt:lpstr>Oversubscription</vt:lpstr>
      <vt:lpstr>Better topologies</vt:lpstr>
      <vt:lpstr>Better topologies</vt:lpstr>
      <vt:lpstr>Clos topology</vt:lpstr>
      <vt:lpstr>Challenges of scale-out design</vt:lpstr>
      <vt:lpstr>For reference</vt:lpstr>
      <vt:lpstr>Datacenter traffic characteristics</vt:lpstr>
      <vt:lpstr>Datacenter networks</vt:lpstr>
      <vt:lpstr>Datacenter networks (Cont.)</vt:lpstr>
      <vt:lpstr>Datacenter traffic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1422</cp:revision>
  <cp:lastPrinted>2023-09-25T05:27:02Z</cp:lastPrinted>
  <dcterms:created xsi:type="dcterms:W3CDTF">2014-01-14T18:15:50Z</dcterms:created>
  <dcterms:modified xsi:type="dcterms:W3CDTF">2025-01-27T07:31:51Z</dcterms:modified>
  <cp:category/>
</cp:coreProperties>
</file>