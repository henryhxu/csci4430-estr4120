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2.xml" ContentType="application/inkml+xml"/>
  <Override PartName="/ppt/notesSlides/notesSlide16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17.xml" ContentType="application/vnd.openxmlformats-officedocument.presentationml.notesSlide+xml"/>
  <Override PartName="/ppt/ink/ink5.xml" ContentType="application/inkml+xml"/>
  <Override PartName="/ppt/notesSlides/notesSlide18.xml" ContentType="application/vnd.openxmlformats-officedocument.presentationml.notesSlide+xml"/>
  <Override PartName="/ppt/ink/ink6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35" r:id="rId1"/>
  </p:sldMasterIdLst>
  <p:notesMasterIdLst>
    <p:notesMasterId r:id="rId81"/>
  </p:notesMasterIdLst>
  <p:handoutMasterIdLst>
    <p:handoutMasterId r:id="rId82"/>
  </p:handoutMasterIdLst>
  <p:sldIdLst>
    <p:sldId id="648" r:id="rId2"/>
    <p:sldId id="487" r:id="rId3"/>
    <p:sldId id="636" r:id="rId4"/>
    <p:sldId id="490" r:id="rId5"/>
    <p:sldId id="647" r:id="rId6"/>
    <p:sldId id="484" r:id="rId7"/>
    <p:sldId id="485" r:id="rId8"/>
    <p:sldId id="493" r:id="rId9"/>
    <p:sldId id="639" r:id="rId10"/>
    <p:sldId id="640" r:id="rId11"/>
    <p:sldId id="641" r:id="rId12"/>
    <p:sldId id="642" r:id="rId13"/>
    <p:sldId id="643" r:id="rId14"/>
    <p:sldId id="638" r:id="rId15"/>
    <p:sldId id="644" r:id="rId16"/>
    <p:sldId id="503" r:id="rId17"/>
    <p:sldId id="504" r:id="rId18"/>
    <p:sldId id="506" r:id="rId19"/>
    <p:sldId id="509" r:id="rId20"/>
    <p:sldId id="510" r:id="rId21"/>
    <p:sldId id="629" r:id="rId22"/>
    <p:sldId id="514" r:id="rId23"/>
    <p:sldId id="515" r:id="rId24"/>
    <p:sldId id="516" r:id="rId25"/>
    <p:sldId id="517" r:id="rId26"/>
    <p:sldId id="518" r:id="rId27"/>
    <p:sldId id="492" r:id="rId28"/>
    <p:sldId id="645" r:id="rId29"/>
    <p:sldId id="646" r:id="rId30"/>
    <p:sldId id="542" r:id="rId31"/>
    <p:sldId id="540" r:id="rId32"/>
    <p:sldId id="519" r:id="rId33"/>
    <p:sldId id="543" r:id="rId34"/>
    <p:sldId id="563" r:id="rId35"/>
    <p:sldId id="546" r:id="rId36"/>
    <p:sldId id="559" r:id="rId37"/>
    <p:sldId id="560" r:id="rId38"/>
    <p:sldId id="561" r:id="rId39"/>
    <p:sldId id="562" r:id="rId40"/>
    <p:sldId id="544" r:id="rId41"/>
    <p:sldId id="498" r:id="rId42"/>
    <p:sldId id="649" r:id="rId43"/>
    <p:sldId id="500" r:id="rId44"/>
    <p:sldId id="501" r:id="rId45"/>
    <p:sldId id="567" r:id="rId46"/>
    <p:sldId id="568" r:id="rId47"/>
    <p:sldId id="569" r:id="rId48"/>
    <p:sldId id="572" r:id="rId49"/>
    <p:sldId id="573" r:id="rId50"/>
    <p:sldId id="575" r:id="rId51"/>
    <p:sldId id="576" r:id="rId52"/>
    <p:sldId id="577" r:id="rId53"/>
    <p:sldId id="598" r:id="rId54"/>
    <p:sldId id="599" r:id="rId55"/>
    <p:sldId id="600" r:id="rId56"/>
    <p:sldId id="582" r:id="rId57"/>
    <p:sldId id="583" r:id="rId58"/>
    <p:sldId id="584" r:id="rId59"/>
    <p:sldId id="585" r:id="rId60"/>
    <p:sldId id="586" r:id="rId61"/>
    <p:sldId id="587" r:id="rId62"/>
    <p:sldId id="588" r:id="rId63"/>
    <p:sldId id="589" r:id="rId64"/>
    <p:sldId id="601" r:id="rId65"/>
    <p:sldId id="592" r:id="rId66"/>
    <p:sldId id="602" r:id="rId67"/>
    <p:sldId id="594" r:id="rId68"/>
    <p:sldId id="595" r:id="rId69"/>
    <p:sldId id="596" r:id="rId70"/>
    <p:sldId id="603" r:id="rId71"/>
    <p:sldId id="625" r:id="rId72"/>
    <p:sldId id="605" r:id="rId73"/>
    <p:sldId id="606" r:id="rId74"/>
    <p:sldId id="607" r:id="rId75"/>
    <p:sldId id="604" r:id="rId76"/>
    <p:sldId id="597" r:id="rId77"/>
    <p:sldId id="623" r:id="rId78"/>
    <p:sldId id="633" r:id="rId79"/>
    <p:sldId id="634" r:id="rId80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16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3A600"/>
    <a:srgbClr val="333399"/>
    <a:srgbClr val="FFCB05"/>
    <a:srgbClr val="FF9900"/>
    <a:srgbClr val="00274C"/>
    <a:srgbClr val="009900"/>
    <a:srgbClr val="D60093"/>
    <a:srgbClr val="FF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856"/>
    <p:restoredTop sz="96327"/>
  </p:normalViewPr>
  <p:slideViewPr>
    <p:cSldViewPr>
      <p:cViewPr varScale="1">
        <p:scale>
          <a:sx n="156" d="100"/>
          <a:sy n="156" d="100"/>
        </p:scale>
        <p:origin x="176" y="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2" d="100"/>
          <a:sy n="92" d="100"/>
        </p:scale>
        <p:origin x="4288" y="192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/>
            </a:lvl1pPr>
          </a:lstStyle>
          <a:p>
            <a:fld id="{B29687F7-08B4-A54B-BC56-F290ADA497A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747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1T07:32:11.275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12114" units="cm"/>
      <inkml:brushProperty name="height" value="0.12114" units="cm"/>
      <inkml:brushProperty name="color" value="#FF0000"/>
    </inkml:brush>
  </inkml:definitions>
  <inkml:trace contextRef="#ctx0" brushRef="#br0">2718 11935 8219,'-7'-4'292,"-1"0"855,-1 2-828,-1 0 1,2-1 693,1-1-272,4 0 368,-7 4-671,4 0 0,-2 0 86,0 0 4,6 0-358,-3 0-789,5 0 348,5 0 93,-4 0 0,5 4 177,-2 0 26,-2-1 208,3-3-224,-5 0 335,5 0-155,-4 0-33,4 0 0,-4 0-8,3 0-14,-3 0-36,4 0 18,-5 0-76,6 0 27,-5 0-151,4 0-431,-5 0 1,5 0 0,1 0 0</inkml:trace>
  <inkml:trace contextRef="#ctx0" brushRef="#br0" timeOffset="1">2672 11889 9144,'0'-6'700,"0"1"-450,0 0 1,0 2-65,0-5 0,4 5 126,0-5 1,0 4-139,-4-3 0,0-1 39,0-3 0,1-1 7,3 1 0,-3-1-80,3 1 0,-3-4 9,-1-1 0,4-3-85,0 4 1,0-5 62,-4 1 1,4-3-111,-1-1 0,1-1 110,-4-2 0,0 0-7,0-4 1,0-1-2,0-3 0,0 0 7,0 0 1,0-10 7,0-1 0,0-5-162,0 1 0,0-2 3,0-2 1,0-6 93,0 6 0,0-5-259,0 4 0,0-5 320,0-2 1,0 0-38,0 4 0,0 4-10,0-1 1,-4 5 1,1-5 0,-1-3-151,4-4 0,0-2 145,0-2 0,2 33 1,1-2-24,1-4 0,-1 0 0,1 5 0,-1 1 39,4-28 0,-3 11-16,4 11 0,-4 8 188,3 3 1,-4 8 52,1 4 197,-3 7 81,-1 3 663,0 5-484,0 5-988,0 2-286,0 4 1,0-3 23,0-1-1722,0-4 1588,0 2 1,0-4-2216,0 3 1540,0-3 1282,5 4 0,1-5 0,6 0 0</inkml:trace>
  <inkml:trace contextRef="#ctx0" brushRef="#br0" timeOffset="2">2627 11980 8429,'0'12'-360,"0"-6"1319,0-1-340,0-5 1,1-6-349,3-5 0,1-6 82,3-6 0,6-1-62,-3-3 1,3-6 30,-3-5 0,6-9 0,2 2 0,-1-12-437,1 0 0,-10 24 0,1 0 261,1-1 0,1-1 0,-1-1 0,0-2-22,1-1 1,-1-2 0,2 1 0,1 1-99,-1-1 0,1 0 0,-1-1 0,0 0 83,-1 0 0,-1-1 0,3-1 0,0-1-86,1-1 1,0-1 0,0 0 0,0 1-342,0-1 0,0 0 1,0-2-1,-1 0 262,1-1 0,1-1 0,0-2 0,-1 0 0,-1 0 0,-1 1 1,1 0-1,-1 0-45,-1 4 1,-1-1-1,-2 0 1,-1 0 4,0-1 0,0-1 0,0-2 0,0 1 64,0 3 1,-1 1 0,1-2-1,1 0 141,-1 5 0,-1 1 0,-1 0 0,1 1-174,0 0 1,1 0 0,-2 2 0,1 1 185,-2 3 1,1 0 0,0 2-1,-1 1 75,7-25 0,-1 3-13,1 1 1,-2 1 45,-3 7 1,4 3-60,-4 9 0,0 5 295,0 2 0,0 4-300,0 4 1,2 3 449,-5 4 0,3 5-465,-3-1 159,0 6-1009,-4-4 338,5 12 1,-4 0-272,3 5 0,1 1 231,-1-1 0,4 2-1147,-4 2 0,1-1 1549,-2 5 0,-1 0 0,3 4 0</inkml:trace>
  <inkml:trace contextRef="#ctx0" brushRef="#br0" timeOffset="3">2672 11969 9662,'4'-16'532,"0"-3"1,5-4-455,-1-4 1,6-2 99,1-5 1,5-6 85,-1-2 0,3-7-360,1-4 1,3-3 296,1-1 0,3 1 9,-3 3 0,3-2 9,-3 5 1,3-3-20,-3 4 0,5-5 37,-2 5 0,1-3-13,3-1 1,-6 3-256,-11 22 0,0-1 0,15-22 159,2-2 0,-16 26 0,0-1-52,1-2 0,0-1 0,-1 2 0,-1 0-68,2-1 0,0-1 0,1 1 0,0 1 43,-1-2 0,0 1 1,2 0-1,1 0-88,-1-2 0,0-1 1,0 3-1,1 1-7,-1-2 0,0 1 0,1-1 0,-1 0 66,-2 0 0,0 1 1,2-2-1,1 1 10,-1 1 0,0-1 0,-1 4 1,1-1-12,0-3 1,0 1-1,0-1 1,1 1-189,2-4 0,1-1 0,1 0 0,2 1 170,2-3 0,0 1 0,0-1 0,-1-1-419,1-1 1,1-2 0,2-1-1,1-2 325,0-1 1,0-1 0,3-3 0,0 0-53,-11 14 0,-1-1 0,0 0 0,11-14 0,-1 0-149,3-1 0,0-1 0,-2 5 0,-2 0 118,-1 1 1,-1 1 0,-2 3 0,-2 2 253,-1 1 0,0 1 0,-3 3 1,0 1-150,1-1 0,-1 1 1,0 2-1,-1 1 156,0 2 0,0 1 0,-2 1 0,0 0 144,0 0 0,0 1 1,16-17 165,1 1 0,-7 3-121,0 4 1,-5-1 361,5 5 0,-4 3-571,3 2 1,-5 0 56,2 0 0,1 5 705,-1-2 1,-1 4-768,-3 0 1,0-1-41,0 5 1,-5 0-253,-3 3 0,-3 2 270,0 2 1,-1-2-233,1 3 1,-1 2-507,1 1-1411,-6 2 1114,-1 2 995,-5 0 0,-5 11 0,-1 1 0</inkml:trace>
  <inkml:trace contextRef="#ctx0" brushRef="#br0" timeOffset="4">2775 12118 8204,'-7'-12'76,"-1"1"0,6-5-150,-2 1 1,2 0-165,2 4 0,2-5 672,2 1 1,6-4-128,5 4 1,6-5-213,2 1 0,1-3 3,7-1 0,1-5-148,6-2 1,4-3-181,7-2 0,-23 16 1,0-1 201,2 0 1,1-2 0,2-1-1,-1-2 24,1 1 0,-1-1 1,1-2-1,0 0-4,0 3 1,-1-1 0,2-4 0,0-1-226,1 2 1,2-1-1,1-1 1,0 1 237,0 0 0,1 1 0,0-1 0,-1-1-222,0 0 1,1-1 0,0 2 0,1-1 242,1-2 1,1-1 0,3-1 0,-1-1-16,2-1 1,0 0-1,-1 0 1,0 0-10,1 1 1,0 1 0,0 0 0,1 0 0,2-1 0,1 1 0,0 0 1,0 0 3,2-1 1,-1 1 0,0 0 0,-1 0-323,-2-1 1,-1 1 0,1 0 0,1 0 305,0-1 0,1 1 0,2-2 1,0 1 13,2 1 1,-1-1 0,0 0 0,-1-1 31,-2 4 1,0 0 0,2-4 0,1 1-32,2-2 0,1 1 0,-16 11 0,0-1 0,0 1-9,-1 1 0,-1 0 1,1 0-1,2-2 0,0 0 1,-1 0-151,-1 1 0,-1 0 0,1-1 0,1 0 0,0-1 0,0 0 151,2-1 1,-1 0 0,0 1 0,1-1 0,0 1 0,0 0-1,0-1 0,1 0 1,0 1-1,-1-1 0,-1 1 1,1 0 5,-2 1 0,0-1 0,0 0 0,1-1 1,-1 0-1,1-1-7,0 0 0,0 0 0,1 0 1,-1-1-1,0 1 0,1-1-4,-1 1 0,0 0 0,1-1 0,-1 1 0,1-1 0,0 1 31,-2 1 1,0 0 0,0 0 0,0-2 0,1 1 0,0-1-23,1 1 1,1 0-1,-1-1 1,-2 2-1,0 0 1,-1-1 66,1 1 1,1 0 0,-1 1 0,-1 0-1,0 0 1,0 1-21,1 0 1,1 1 0,-2 0 0,0-2 0,0 1 0,0 0-67,0 0 1,0 1 0,-1 0 0,16-12 0,0 1 58,0 2 1,-1 0 0,0 0 0,0-1 9,-4 3 1,1 0-1,0-1 1,0 0-81,0 0 0,-1 1 1,-4 1-1,-2 0 49,1 2 0,0 1 0,-5 1 0,0 2 115,-1-1 0,0 2 1,-4 3-1,1 0-138,-3 2 0,0 0 0,22-10 212,-6 6 0,-6 7-210,-10 8 0,-2-1 0,-5 8 0,0 6 0,-1 6 0</inkml:trace>
  <inkml:trace contextRef="#ctx0" brushRef="#br0" timeOffset="5">2821 12049 8491,'-10'-1'0,"2"-3"0,-1-2 146,5-6 1,-3 1 69,3-1 0,2 1-17,5-1 0,5-3 32,7 0 0,-1-5-129,5 1 0,1-3-15,7-1 0,-1 0-261,4 1 1,0-3 39,5-1 0,0 0 75,3-4 0,3 3-275,5-3 1,4-1 357,4-3 0,-26 17 0,1 0-201,1 0 1,1 0-1,-2-1 1,1 1 148,2 0 0,1 0 0,2-1 0,1 1 39,4-2 0,0 0 0,-1-1 1,-1 0-321,4 0 1,0-2-1,-2 0 1,0 0 316,3 1 1,2 0-1,1-2 1,0 0 22,4-1 1,-1-1-1,0 1 1,-1 1-26,-1-2 0,1 0 1,1 1-1,0 0-207,0-1 1,1 1 0,1 0 0,2-1 250,2-1 1,0-1 0,-4 1 0,1 0-249,3 0 1,0-1 0,-1-1 0,0 0 196,3 1 0,0 1 1,1-1-1,0 0 29,-19 8 0,0 0 0,1 0 0,18-6 0,1 0-29,-19 6 0,1 0 0,-1-1 0,1 2 0,0-1 0,-1 1 24,2-2 0,0-1 1,0 1-1,0 0 1,1 0-1,0 0-86,1-1 1,1-1 0,-1 0-1,-1 2 1,0 0 0,-1-1-119,3 0 0,-1-1 0,1 1 1,0-1-1,0 1 0,0-1 106,0 0 0,-1-1 0,1-1 1,1 0-1,2 0 0,-1-1 2,0 0 1,0-1 0,-1 1 0,-1 1 0,-1 0 0,1 1 34,0-2 1,1 1-1,0 0 1,-1 2 0,0 0-1,0-1 29,1-1 1,0 0 0,0 0 0,-1-1 0,1 0 0,0 0 1,0-1 0,2 1 1,-2 0-1,-1 1 1,0 1-1,0 0 33,0 0 0,-1 0 0,0 0 0,-1 1 0,0 1 0,-1-2-43,1 1 0,0-1 1,1 0-1,0 0 0,0-1 1,1 1 24,1-1 0,0 0 1,-1 0-1,-2 2 1,0 0-1,1 0-11,0-1 0,0 0 1,1 0-1,-2 0 1,0 0-1,0-1-4,1 0 0,1 0 1,-1 0-1,2 0 1,0-1-1,0 1 7,-1-1 1,1 2 0,0-2 0,-3 1 0,-1-1 0,1 1-2,0-2 0,0 1 1,0-1-1,-1 1 0,0 0 1,0 1 15,1-1 0,0 1 0,0 0 0,0 1 0,1 0 0,-1-1 1,0 1 1,0-2 0,0 1 0,-1 1 0,0-1-1,0 0 57,-3 0 0,0 0 0,1 0 0,0-1 0,0 1 0,0-1-42,2 0 1,0-1 0,0 1 0,1-1 0,0 0 0,0 1 2,1 0 0,-1 1 1,0 0-1,-1 0 0,0-1 1,-1 1-16,0-1 1,0 1-1,-1 0 1,0 1-1,1 0 1,-1 0-36,0-1 0,1-1 1,0 1-1,-1 0 0,0 0 1,0 0 49,-3 1 1,0 0 0,0 0 0,0 0 0,0-1 0,0 0 18,15-8 0,-1 0 0,0 0 0,0 0-22,0-1 1,0 1 0,-1 3 0,-1 1-13,-5 1 0,0 1 1,-1 1-1,0 1 31,-6 4 0,-1 1 0,0 0 0,0 0-150,-2 2 0,0 0 0,-3 3 1,-1 0-1312,24-9 1411,-4 11 0,-13 7 0,0 5 0,-9 0 0,-9 0 0</inkml:trace>
  <inkml:trace contextRef="#ctx0" brushRef="#br0" timeOffset="6">2730 12335 8337,'-12'0'5,"1"0"452,-1 0-196,6 0 88,1 0-324,20 0 1,-1-2 61,13-2 0,2 2-249,1-6 0,5 4 176,3-3 1,2-1-129,6-3 0,5-6-351,2-2 1,8 0 454,-29 8 0,1-1 0,1 2 1,0-1-2,2-4 1,1-1 0,-3 3 0,1 0 21,1-2 1,1-1 0,0 2 0,1-1 2,-1 0 0,2 0 0,2-2 0,0 1 19,1 0 1,0 1 0,2-1-1,-1-1-297,-1 0 1,0 0 0,3 1 0,0 2 311,1-2 0,0 1 0,1 0 1,1 0-26,1-2 1,1-1 0,1 1-1,1-1-25,-1-1 1,0 0-1,3 0 1,0 1-297,3-3 0,1 0 1,0 1-1,2-1 301,-2 1 0,2-1 0,-20 6 0,2 0 0,-1 0-273,19-6 0,1 0 0,-19 7 1,0-1-1,0 0 273,1 0 1,0 0 0,1-1 0,-1 0 0,1 0 0,-1 0 12,2 1 0,-1 0 0,0-1 0,1 0 0,-1 0 0,-1 0 1,0 2 0,1 0 0,-1 0 1,2 0-1,0-1 0,1 0 10,0 0 0,1-1 1,1 1-1,-1 0 1,1 0-1,0-1-15,-2 1 0,-1 0 0,1 0 0,1 0 0,0 0 0,0 0 7,-1 1 0,-1 0 0,1 0 0,1 0 0,1-1 0,0 0-2,3 1 0,0 0 0,0 0 0,-4 0 0,0-1 0,1 0-180,0 0 0,0-1 1,0 1-1,0 0 1,-1 0-1,0-1 161,3 1 1,-1 0 0,1 0 0,0-1 0,0 1 0,1 0-6,1 0 1,0 0 0,0-1 0,-3 1 0,0 0 0,0 0 0,2-1 0,0 1 0,0 0 0,-1 0 1,0-1-1,1 1-3,-1 0 0,1 0 0,0 0 1,1-2-1,1 0 0,-1 0-90,0-1 0,0 0 0,0 1 0,0-1 0,-1 2 0,0-1 100,0 0 0,-1 1 0,1-1 1,0 1-1,1 1 0,0-1 17,0 1 0,0 0 0,0 0 0,0-1 0,-1 1 0,1 0-18,0 0 0,0 0 1,0-1-1,-2 1 1,0 0-1,0 0 1,-1-1 0,0 1 0,1 0 0,1 1 1,0 0-1,-1 0-3,0 0 1,-1 0 0,1 0 0,2-1-1,0 0 1,0-1-1,0 0 0,0 0 0,0-1 0,0 0 1,-1 1-1,1-1-18,0 2 1,0 0-1,0 0 1,-1 0 0,-1-1-1,1 1-5,1 0 0,0 0 0,0-1 1,1 1-1,1-1 0,-1 0-11,2 0 1,-1-1 0,1 1-1,-1 0 1,1 0 0,0 0 25,-2-2 0,0 0 0,0 0 0,1 2 0,-1 0 0,0 0 12,1 0 1,-1-1 0,0 1 0,2-1-1,0 0 1,0 0-15,1 0 0,0 1 0,0-1 0,-1 2 0,0 0 0,0 0 52,-1 1 1,1 0-1,-1 0 1,1 0-1,-1 0 1,0 0-27,0-1 1,1-1-1,-1 1 1,2 1-1,0 0 1,0 1 4,2-2 0,1 2 0,-1-1 0,-1 0 1,-1 1-1,0-1-8,1 0 0,0 0 1,0 0-1,-1 0 1,1-1-1,-1 1 4,1 1 1,0 1-1,0-1 1,0-1-1,-1 0 1,0 0 31,1 1 0,0 1 0,0-1 0,-1-1 1,-2 0-1,1 0-33,2 1 0,1 1 0,-1-1 1,-1-1-1,-1 0 0,1 0 25,0 1 0,0 1 0,0-1 0,0-1 0,1-1 0,0 1-20,-1 0 1,0 0 0,-1 0 0,-1 1 0,0-1-1,-1 0 0,1 0 0,-1 0 1,0 1-1,-1 0 1,0 1-1,0 0-18,0-1 1,0 1 0,0-1 0,0 0-1,0-1 1,-1 1-4,0 1 1,0-1-1,0 0 1,-3 0 0,-1 0-1,1 0-53,-1 0 0,0 0 0,0 1 1,-2 0-1,-1 1 0,0 0-38,-2-1 0,0 1 1,0-1-1,18-5 0,0 1 12,0 3 1,-2 0 0,-7 0 0,-3 0-93,-3 3 0,-2 1 173,-4 3 0,-1 1 0,-3 0 0,-1 1 0,0 2 0,0 0 0,0 0 0,1 0 0</inkml:trace>
  <inkml:trace contextRef="#ctx0" brushRef="#br0" timeOffset="7">2752 12083 8327,'-11'-10'-516,"3"3"206,1-9 1132,4 4 0,5 1-249,9 4 0,5 2-335,7 5 0,1 0-120,3 0 0,2 4-279,5-1 1,2 6 148,2-1 1,4 2-162,7 1 1,3 1-344,6-1 1,4-4 497,-30-5 1,0-1 0,3 0 0,0 0-44,3-1 1,0 0 0,1 0 0,0 0-212,4 0 0,1 0 0,0-4 1,0-1 277,1-1 0,1 0 0,3-1 0,0-1 47,2 1 0,1-1 1,-1 0-1,1-1-396,1 0 1,0-1 0,3 0 0,1 0 461,0 2 1,0 1-1,6-3 1,0 0-72,0 0 0,0 1 0,-20 2 0,2-1 0,-1 1 18,-1-1 0,0 1 0,0-1 0,3 0 0,1 1 0,0-1-274,-1 1 1,1-1-1,0 0 1,3 0-1,0-1 1,0 0 199,1 0 1,0 0 0,-1 0 0,2-1-1,-1 0 1,0 0-164,0 1 0,-1 0 1,1 0-1,1-1 0,0-1 1,0 0 150,3 1 1,-1 0-1,1 0 1,1-1 0,0 0-1,1 0 20,0 0 0,0-1 0,0 1 0,1-2 0,1 0 1,-1 1-10,-1-1 1,0 0 0,1 0 0,0 0 0,2-2 0,-1 2-118,3 0 1,0 0-1,1 1 1,-15 1 0,-1 0-1,1 0 1,0 0 124,1 1 1,-1-1-1,1 1 1,0-1 0,-1 1-1,1-1 1,-1-1-1,1 1-89,-2 0 1,1-1-1,-1 1 1,1-1 0,0 1-1,0-1 1,-1 1 0,2 0 86,1-1 1,0 1 0,1-1 0,-1 1 0,1 0 0,0 0 0,0 0 0,-1 0 1,1 0 1,-1 1-1,1-1 1,-1 1-1,2-1 1,0 0-1,0 0 1,-1 1-4,-1 0 0,-1 1 1,1-1-1,-1 1 1,2-2-1,-1 0 0,1 0 1,0 0-2,0 1 1,1-1 0,-1 1 0,1-1 0,0 1 0,2-1-1,-1-1 1,0 1-4,-1 0 1,0-1 0,1 1 0,-1-1 0,1 2 0,0-1 0,0 1 0,0 0-2,-2-1 0,-1 1 1,0-1-1,1 1 1,1-1-1,0 1 1,1-1-1,-1 1 3,1-1 0,1-1 1,-1 1-1,0-1 1,1 1-1,-1-1 1,1 1-1,0-1 2,-1 1 1,0 0-1,1-1 1,-1 1 0,0-1-1,-1 1 1,1 0 0,0-1-7,-2 1 0,0-1 1,1 1-1,-1-1 0,2 1 1,-1-1-1,1 1 0,0 0 4,0-1 0,0 1 1,1 0-1,-1-1 1,1 0-1,0-1 1,1 1-1,-1-1-10,-1 1 1,1 0 0,-1-1 0,0 1 0,1 0 0,1-1 0,-1 1 0,0 0-53,-2 0 0,-1 1 0,0-1 0,1 1 0,1-1 0,0-1 0,0 1 0,0-1 65,-1 1 1,0 0-1,0-1 1,1 1-1,1-1 1,0 0-1,0 1 1,0-1-1,-2 1 0,1-1 0,-1 1 0,0 0 0,1 0 0,0 0 0,0 0 0,0-1 0,-2 0 0,-1 0 0,0-1 1,1 1-1,0 0 0,0 0 1,0 0-1,0 0 3,0 0 0,1 0 1,-1-1-1,1 1 0,0-2 1,0 1-1,0-1 0,0 0 1,-1 2 1,1 0 0,-1 0 0,0-1 0,1 0 0,-1-1 0,0 0 0,0 1 5,-2 0 1,1 1-1,-1 0 1,1-1-1,0 1 1,0-1-1,0 0 1,0 0-10,1-1 0,1 1 1,-1 0-1,1-1 1,-1 1-1,0 0 1,-1 0-1,1-1 11,-2 1 1,1 0 0,-1-1 0,1 1-1,-1 1 1,0-1 0,1 1 0,-2 0 1,15-5 1,-1 0 0,0 1 0,-15 4 0,1 1 0,0 0-1,-1 0 6,16-4 1,-1-1 0,0 1-1,-1 0 1,1 1 0,-1 0-15,-2 1 1,-1 0-1,0 0 1,0 1 0,0-1-1,0 1 3,-3 0 0,-1 0 0,1 1 1,-1 1-1,0 1 0,0 0 21,-2 0 0,0 0 1,0 0-1,-1 1 1,0 1-1,-1-1-37,-1 2 1,-1-1 0,0 1-1,-2 0 1,0 1 0,-1 1-136,-1-1 0,-1 1 1,-1 1-1,22-3 1,-2 2 13,-1 1 0,0 1 1,0 0-1,-2 0 146,-3 3 1,-1 0 0,-1 1 0,-2 0-16,-4 0 0,0 2 0,-1 0 0,0 2 0,0 2 0,-1 0 0,-1 0 0,-2 0 0</inkml:trace>
  <inkml:trace contextRef="#ctx0" brushRef="#br0" timeOffset="8">2672 12106 8406,'-16'-5'0,"3"-1"-342,-2-6 1,-1 1 704,0-1 1611,6 6-919,5 1-768,5 5 0,1 0-260,3 0 0,3 1 177,4 3 0,3-1-89,5 4 1,0 5 83,8 3 0,2 5-310,1-1 0,3 4-22,2 4 1,-2 2-46,-3 5 0,3 11-118,-3 4 0,-13-19 0,-1 1 230,2 3 0,-1 1 0,-2 1 0,-1 1-195,0 3 0,-1 0 0,-3 0 0,-1 0 254,-1 0 1,-1 0-1,-1 0 1,-1 0 72,-1 0 1,0 0-1,-1-5 1,0 0-151,-1-3 0,0 0 0,-1 27 249,3-6 0,-3-2-111,-1-6 1,2-5 5,1-6 1,4-5 51,4-6 0,2-5-646,2-3 0,-1-7-589,5-4 1123,0-3 0,4-11 0,0-3 0</inkml:trace>
  <inkml:trace contextRef="#ctx0" brushRef="#br0" timeOffset="9">3027 12266 8528,'-17'-11'321,"4"3"193,-2 0 1,6 5 310,2-5-164,4 5-456,-2-2 1,6 5-113,3 0 0,6 0-86,5 0 1,6 0 108,-2 0 0,2 2-192,2 1 0,4 8-1,0 4 0,3 9-99,-3-1 1,3 8 128,-3 4 0,3 5-309,-3 10 0,-12-20 0,0 2 428,-1 3 1,-1 2-1,2 5 1,0 0-335,-1 3 0,-1 1 0,2 4 0,0 1 343,-1 2 0,-1 0 1,1-1-1,0-1-336,-1-1 1,1-1 0,0 0 0,1 0 433,2 0 0,0 1 0,0 1 0,0 1 2,0-5 0,1 1 0,0 3 0,2 1 12,-1-5 1,0 1-1,0 1 1,0 2-64,-2 0 1,0 1 0,2 2 0,0 1-22,0-2 1,0 0-1,-1 2 1,-1-2-150,-2-5 1,0-1-1,0 3 1,0-1 55,2-1 1,1 0-1,-1-2 1,0 0-293,0-3 0,0-2 1,0-3-1,1-2 156,-1-5 0,0-1 1,12 22 208,-2-7 0,-1 0-213,-3-7 1,1-7 439,-9-8 0,2-5-792,-2-7 0,-2-4 169,2-3 307,3-13 0,-11-4 0,4-10 0</inkml:trace>
  <inkml:trace contextRef="#ctx0" brushRef="#br0" timeOffset="10">3266 12083 7963,'-22'-16'0,"-1"3"0,-4-2 374,0 7 0,1-1 24,3 6 0,1-1 21,3 4 1,3 0 233,4 0 232,6 5-770,1-4 1,7 5-163,6-2 1,1 3-34,10 4 0,5 4 136,7 0 1,2 6-239,1-2 1,1 6 95,3 2 1,3 5-371,5-2 1,3 4 365,1 4 1,-21-18-1,1 1-123,1 1 1,-1 2-1,5 1 1,0 0 266,1 2 1,0 0 0,1 1 0,-1 1-160,-2 1 0,0 1 0,1-2 0,-1 1 278,0 3 1,0-1-1,2 0 1,1 1-57,-1 1 1,0 0 0,0-1 0,0-1-12,-1 1 1,-1-1 0,1-2 0,0 1-21,0 1 0,2 0 0,2 0 0,1 0 30,1 0 1,1 1 0,1-2 0,-1 0-44,0-3 0,0 1 0,1 0 1,0 0 4,3 2 0,0-1 0,1 1 0,1 0-39,0 2 0,-1-1 1,1 0-1,-1-1-394,-1 0 0,0-1 0,0 2 0,0 0 360,2 2 0,0 0 1,0 2-1,0 1 38,2-1 0,-1 0 0,-2 1 0,-1 0 98,-2-1 0,-1 0 1,1 1-1,1 1-59,2 2 0,1 0 0,0-1 0,-1 0 73,1 0 0,-1-1 0,1 0 0,0 1-49,-5-3 1,1 0-1,3 3 1,1-2-45,2 0 1,-1-1 0,1 0 0,1-1 4,-2-2 0,1-1 1,-2-1-1,0 1-52,-2-1 0,-1-1 0,3-1 0,0 0-83,-1 2 1,1-1 0,-1 1 0,-2 0-114,-2 0 1,-2-1 0,1 3 0,0 0 155,-4 0 0,0-1 0,1 1 0,-1 1-5,1 0 1,-1 1 0,-1 1-1,-1 0 59,-1 0 0,-1 0 1,-2 1-1,-1-1-6,0-2 1,-1 0 0,-1-2 0,0 0-37,0-1 1,0-1 0,-1-4-1,1 0-142,-1-3 1,1-1 0,23 14-340,-3-9 1,-2-13 493,-1-7 0,0-3 0,-1-5 0,1-4 0,0-2 0</inkml:trace>
  <inkml:trace contextRef="#ctx0" brushRef="#br0" timeOffset="11">20112 9422 8575,'-5'-10'-1146,"-3"1"429,-2 2 1,3 4 2727,-1-1-1449,6-2 1,-4 3-547,6-4 1,0 3 154,0-4 0,0 1-93,0-5 27,0 1 1,0-1 72,0 1 0,4 0-112,0-1 0,4 1 26,-5-1-220,6 1 0,-6-1 38,5 1-388,-6 5 279,3-4-274,0 8-206,-4-8 500,5 9 0,-6-5 179,0 2 0,5-3 0,1-4 0</inkml:trace>
  <inkml:trace contextRef="#ctx0" brushRef="#br1" timeOffset="12">20009 9388 9728,'-7'0'-1245,"-1"0"624,1 0 666,-5 0 0,4 1 96,1 3 359,4-3-96,-7 9-109,9-3 1,-4 4 7,5 1 1,0-5 259,0 1-289,0-1 1,1 5-28,3-1 1,-2-3 54,6 0-209,-5-1 0,7 5-57,-3-1 0,0-1-68,0-2 1,-3 2 20,4-2 1,-2 2-16,2 1 0,1 2 24,-6 2 0,5-1 111,-4 5 0,5-4-11,-2 4 1,2 0 111,-1 4 0,2-4-53,-2 0 1,2 0-10,1 4 0,1 0 19,-1 0 0,2 0-8,2-1 1,-2 1-69,2 0 0,1-4-31,0 0 0,0 0-10,-1 4 0,2 0-35,2 0 1,-1-4 36,-3 0 0,-3 0 25,4 4 0,0 0-22,-1-1 0,1 1 46,-5 0 0,1 1-53,-1 3 0,4-3 54,0 3 1,2-3-29,-2-1 1,2 1-16,2 2 0,2 2-4,-2 3 0,2 2-51,-2-3 0,3-1 22,1 2 0,0-1-48,4 5 0,-2 0 14,2 3 0,-2-1-33,6 5 0,-2-4-164,1 4 0,-1-5 153,-2 1 1,-2-2 5,6 2 0,-4-3-16,3-1 1,-5 0-77,2-3 0,2 2 99,2 1 1,-2 0-282,1 0 0,0 1 140,0-1 1,3-4-137,-3 1 0,2-2 17,-1 2 1,-2-4-146,-3-4 0,-1 0 205,1 0 0,-3-1 30,-4-3 1,1-3-261,-4-4 1,-1-1 150,-4 0 1,1 1-130,-1-1 1,-3-3 129,-1-1 317,1 1 0,-2 3 0,-1 1 0</inkml:trace>
  <inkml:trace contextRef="#ctx0" brushRef="#br0" timeOffset="13">19838 9502 8438,'0'-6'-22,"0"-1"-866,0 4 249,0 1 809,0-3 0,1 5-100,3 0 1,-1 0-62,4 0 1,1 0-2,3 0 0,1 0 8,-1 0 0,1 0-4,-1 0 0,0 0-16,1 0 1,-1 4 158,1 0 0,-1 1-140,1-1 0,-5-3 250,1 3 1,-4 1-60,3-1 0,-3 3-53,4-3 1,-6 5 40,2-1 0,-3 2 20,-1 1 1,4 1-221,0-1 0,0 4 153,-4 1 1,3 4-204,1-1 0,4-1 91,-4 1 0,5 4-93,-2 3 1,3 2 26,2-1 1,-1 1 41,1 2 0,0 3 9,3-2 0,-2 3-5,2 4 0,-2-1-75,-1 5 0,3-4 84,0 4 1,0-1-58,-3 5 1,0 0-121,4-1 1,-3 1 127,7 0 1,-5 3 40,4 1 0,-1-1 1,1-3 1,2 3 47,-2 1 1,3 3 1,1-3 0,3-1 59,1-3 0,0 5-91,-5 2 0,5 3 165,0 1 0,3 0-380,-3 0 0,-11-28 0,1-1 260,0 1 1,0-1 0,0 2 0,0 0-62,2-1 1,0-1 0,0 2 0,-1 0-45,1-3 0,0-1 0,-1 1 1,1 1 45,2-2 1,0 1 0,-2 2 0,0 0-57,2-2 0,0 0 0,-2 2 0,0 0 43,2-2 1,0-1 0,0 2 0,1 0 2,2 0 0,1 1 1,1 2-1,-1 0 48,2 2 1,0-1 0,-2-1 0,0 0-53,-2 0 0,0-1 1,0 2-1,0 0 65,-1 0 0,1 0 0,2 1 0,0 0-27,-1 0 1,1-1 0,2 2 0,0-1 51,-3 0 0,1-1 1,1 1-1,-1 1-33,0 0 1,-1 1-1,0 0 1,-1 1 45,2-2 0,0 0 0,-2 2 1,1-1-279,-1-2 1,-1-1 0,1 2 0,0-1 230,0 2 1,0-1 0,1 2-1,1 0-34,0 1 0,0-1 0,0-2 0,-1 0 31,-1-1 0,0-1 1,-2-2-1,0-1-114,0 2 0,0-1 0,-1 1 0,0-1-176,1-1 0,0-1 0,-1 0 0,0-1-108,14 19 0,1-3-209,3-5 1,-2-1-1192,2-11 1738,-2-4 0,-1-7 0,3-7 0,4-4 0,2-3 0</inkml:trace>
  <inkml:trace contextRef="#ctx0" brushRef="#br0" timeOffset="14">20021 9651 8236,'-12'-18'-184,"2"-2"-276,3 4 1553,-4 1-131,10 4-809,-4 4 1,5 4 70,0 6 0,5 7-226,3 6 0,2 4 42,1-1 0,1 4-69,-1 4 0,2 3 114,2 8 1,-2 3-195,2 4 0,2 7-200,-2 5 1,-7-25 0,0 1 317,0 5 0,-1 0 0,0 5 1,-1 1-38,2 5 1,-1 1 0,0 2 0,-1 1-310,0 0 0,0 1 1,-1 1-1,1 0 358,0-2 1,-1 1 0,1 3 0,-1 0 28,-2-2 0,1 0 0,1 1 0,0 0 86,-1-3 1,0 0 0,-1 2 0,0 0-77,1 1 0,0 2 1,-1 0-1,1 1 50,2-2 0,0 0 0,-2 1 0,-1-1-49,1-3 0,0-1 1,0 0-1,0 0 0,1-1 1,1-1 0,0 4 0,0 1-27,-1-1 0,1 0 1,0 1-1,1 0 17,0-3 1,1 0 0,-2 2 0,1-1-25,0 3 1,1 1-1,-2 0 1,1 0 6,-2-1 1,1 1-1,0 1 1,-1 0-1,1-2 1,0 0-1,-1 0 1,0 1 11,-1 3 1,0 0-1,1 1 1,0 0-8,-1 1 0,-1 0 0,0-1 0,1 0-276,-1-2 1,1-2-1,0 0 1,0 0 289,1 1 1,1 0 0,0 0 0,0 0 12,-1-2 0,1 0 1,0-1-1,0-1-232,-1-6 1,1 1 0,1 0-1,1 0 227,0-2 0,-1-1 0,3 0 0,-1-1-28,-1-4 1,0-1 0,2 1 0,0-2 10,0-6 0,-1 0 0,0 1 1,0 0 385,10 26 0,0-3-639,4-8 0,-2-11-630,-2-12 1,3-5 1096,-3-2 1,-1-5-2544,1-8 2284,-5-2 0,-3 1 0,-6 0 0</inkml:trace>
  <inkml:trace contextRef="#ctx0" brushRef="#br0" timeOffset="15">19975 9525 8199,'-11'0'-82,"-1"0"0,1 0-123,-1 0 0,0 0 677,-4 0 0,3 6-61,-7 6 0,1 6-353,-3 8 0,-2 5-41,-3 7 1,0 4-125,-7 7 1,1 4-106,12-23 0,0 1 0,0 2 0,0 2 158,-1 0 1,-1 2 0,-2 1 0,-1 0-242,-1-2 0,0 0 1,-1 3-1,-1 1 254,-1 0 1,-1 0 0,-2 2 0,-1 0 31,-2 1 0,0 1 0,0 0 0,0-1 0,1-2 1,1 1 0,-1 1 0,0 1-31,-1 1 0,0 1 1,-2 0-1,-2-1 36,1 1 0,-1 0 1,-1-2-1,0-1-396,5 1 0,0 0 0,-3 0 0,1 1 407,0 2 0,-1 1 1,-3-2-1,-2 0-2,0 2 1,1 0 0,13-16 0,0 1-1,1-1 11,1 1 1,0 0-1,0 0 1,-1 2-1,1 0 1,-1 1 2,-1-1 1,-1 0 0,0 1-1,0 2 1,-1 0 0,0 0-14,0-1 1,1 0-1,-1 0 1,0 1-1,0 1 1,0-1-258,0-1 0,0 0 1,0 0-1,0 0 1,0 1-1,-1 0 253,-1 0 1,-1 0-1,1 0 1,-1 1 0,0 0-1,0 0 6,0-1 1,1 0 0,0 0 0,0 1 0,0 0 0,0 0-18,2-2 0,1-1 0,-1 1 0,-1 0 0,0-1 0,-1 0 30,0 1 0,-1 0 1,1 0-1,-1-1 0,0-1 1,1 1-91,2 0 0,0-1 1,1 1-1,-1 0 0,0-1 1,-1 1 99,2-3 1,-1 0 0,0 0 0,1 0 0,0 1 0,1 0 59,-2 0 0,0 0 0,0 1 0,1 0 0,0 0 0,1 0-61,-1 0 0,1-1 0,-1 0 0,2 1 0,0 0 0,0-1 15,-15 14 0,0-1 1,16-14-1,1 1 0,0-1 19,-1 1 1,0-2 0,0 1 0,0 1 0,0-1-1,0 1 1,-12 15 0,0 1 0,-1-2 1,1 0-29,3-2 1,2-1 0,-1 3-1,1 0 32,2-1 1,1 1-1,1-2 1,1 0 30,3-3 0,1-2 0,0-1 0,1-1 72,2-4 0,0-2 0,1 1 0,-1 0-97,0-2 1,0 0-1,3-1 1,1-2 715,-16 21 1,6-7-638,6-13 1,6-7 1866,1-8-1735,4-2 1402,0-7-1614,6-1 524,1-5-1049,5 0-513,5 0 240,1 0 1,2 0 254,-1 0 1,1-1-462,3-3 0,2-3 929,2-9 0,3-6 0,5-8 0</inkml:trace>
  <inkml:trace contextRef="#ctx0" brushRef="#br0" timeOffset="16">19621 9354 8148,'0'-23'190,"0"-4"86,0 1 0,0 3 53,0 4 1,0 5 500,0-2-642,0 9 1,-5 2-77,-3 5 1,-2 2-184,-1 6 0,-6 1 125,-2 10 0,-4 5-7,-3 6 0,-9 5-82,-6 3 1,16-16 0,0 0-316,-1 2 1,-1 2 0,-3 3-1,-1 1 269,-1 1 0,-1-1 0,-4 5 0,-2 0-13,-1 1 1,0 0 0,-3 3 0,-1 0-386,0-1 0,0 0-1,-4 3 1,0 2 475,14-14 0,-1 0 0,1 0 0,-2 1 0,1 0 1,-1 0 8,0 1 1,-1-1 0,0 1-1,0-2 1,1 1 0,0 0-7,0 0 1,1 0 0,-1 1 0,0-1-1,-1 0 1,1 0 19,-2 3 1,0 0-1,0 0 1,-2 0 0,0 0-1,0 0-17,0 1 0,-1 0 1,1 1-1,-1 0 1,0 1-1,1 1-331,-2-1 0,0 1 0,0 0 0,0 2 0,-1 1 1,0 0 359,-2 2 0,-1 0 0,0 0 0,-1 1 0,0 0 0,0 0 3,0 2 1,0-1-1,0 1 1,0-1-1,0 0 1,0 0-22,2-1 1,-1 0-1,0 0 1,-1 1-1,0 0 1,-1 0-2,12-10 1,0 0-1,0 1 1,0-1-1,-1 0 1,1 0 0,0-1-1,0 1-26,-11 9 0,0 0 0,0 0 0,0 1 0,-1-1 0,1 1 27,1-2 0,1-1 0,-1 1 1,-1 2-1,0-1 0,0 1 23,11-10 0,0 0 0,0 1 0,-1-1 1,0 0-1,-1 0 0,1 0 0,0 0-17,0-1 1,1 0 0,0 1 0,0-1 0,-1 1 0,1 0 0,-1 0 0,1 0 27,-11 10 1,0 0 0,0 1 0,12-10 0,-1 0 0,1 0 0,-1 0-11,0 0 1,0 0-1,-1 0 1,1 1 0,1-1-1,-1 1 1,0 0-1,1 0 55,-11 10 1,0-1-1,1 1 1,12-10-1,0 0 1,0 0-1,0 1-15,-10 10 0,0 0 1,0 0-1,-1-1 0,1 1 1,0 0-4,1 0 0,1 1 0,-1-2 0,0 0 0,-1-1 0,2 0-68,2-2 0,2 1 0,-1-2 0,0 1 0,1-1 0,0-1-156,2-1 0,1-1 0,0 0 0,1-1 0,1 0 0,0 0 195,0 0 0,0 1 0,0-1 0,2-2 0,0 0 0,0-1-60,2-1 1,0-1 0,1-1 0,-15 17 0,1-1 83,5-2 0,0-1 1,0 0-1,-1 0-2,3-1 0,0 0 0,3-2 0,0-2 104,2-3 1,1-1 0,2-1-1,1 1-121,4-5 1,0-1 0,1-3 0,1 0 888,-16 19 0,8-8-1034,4-11 0,1-2 998,7-10 1,5-3-1346,6-5 1389,-2-4-1533,4 2 0,-2-5 461,8 0 0,3-7-978,4-4 0,6-8 1103,2-11 0,7-11 0,3-11 0</inkml:trace>
  <inkml:trace contextRef="#ctx0" brushRef="#br0" timeOffset="17">19632 8943 8214,'-27'0'0,"2"-6"0,-8 5 416,3-3 1,-4 4 627,-4 4 1,2 9-507,-2 10 1,-3 5-214,0 6 1,-4 5-823,-1 3 1,23-19-1,0 0 519,-2 1 1,0 1 0,-3 3 0,-1 0-272,-3 2 0,-1 1 0,-3 3 0,-1-1 67,-3 2 1,0-1 0,-3 1-1,-1 0-291,-2 3 0,-3 0 0,14-12 0,0 0 0,-1 0 357,-2 1 1,0-1 0,-1 1 0,-1 2 0,-1 1 0,-1-1-330,1-1 0,-1 0 0,0 0 0,-3 1 0,0 1 1,-1 0 347,-2 0 0,0 0 1,-1 1-1,-3 2 1,-1 0-1,0 0 105,-1 0 1,1-1 0,0 2 0,11-8 0,-1 2 0,1-1 0,0 0 89,-11 7 0,0 0 0,-1 0 1,11-6-1,0 0 0,0-1 0,-1 1-240,1-1 1,-1 1 0,0-1 0,0 1 0,-1 2 0,-1 0 0,0 0 0,1 0 233,-1-1 0,0 0 1,1 1-1,-1 0 1,-1 1-1,1 0 1,-1 1-1,0-1-181,2-1 0,-1-1 0,1 1 0,-1-1 0,-2 2 0,0 0 0,0 0 0,0 1 120,-1 0 1,-1 0-1,1 1 1,-1-1-1,-1 1 1,0-1-1,0 1 1,0 0-25,1 0 1,1 0 0,0 1 0,-1-1 0,-2 0 0,1 0 0,-1 0 0,0 0-77,1-1 0,1 1 1,0-1-1,-1 0 0,0 1 1,-1 0-1,0 0 1,0 0 74,-2 1 1,0 1 0,0-1 0,-1 0 0,2 0 0,0 1-1,0-2 1,-1 1-91,0 0 0,0-1 0,-1 0 0,1 0 0,0 1 1,-1 0-1,1 0 0,0 0 63,1 0 1,0-1-1,-1 0 1,1 0 0,-2 1-1,0 0 1,0 0 0,0 0-12,11-6 1,0-1 0,0 1 0,0-1 0,0 0 0,-1 1 0,1-1 0,-1 0-1,1 0 1,0 0 153,-10 6 0,1 1 0,-1-1 0,1 0 0,0 1 0,-1 0 0,1 0 0,0 0-24,2-1 1,1 1 0,0-1 0,-1 0 0,0 0 0,0 0-1,0 0 1,0 0 4,0 1 0,-1-1 0,1 0 1,-1 1-1,1-1 0,1 2 0,-1-1 1,0 1-45,2-1 0,-1 2 0,1-1 1,-1 0-1,2 1 0,-1-1 1,1 1-1,1 0-19,0-1 0,2 0 0,-1 0 0,1 0 0,0 0 1,-1-1-1,1 0 0,1 1-3,0-1 1,0 0 0,0 0 0,1 1 0,-1-2 0,1 1 0,0-1 0,1 0 9,3-2 0,0-1 1,0 0-1,0 1 0,0-1 1,0 1-1,1-1 0,-1 0-28,-8 8 1,0-2 0,0 1 0,1 0-1,-1 0 1,1 1 24,1-2 0,0 1 1,2 0-1,1 0 1,1 0-1,1-1 66,2-1 0,2-1 1,-1 0-1,1-2 1,1 0-1,0-1-77,-14 12 0,2-2 1,3-1-1,1-1 245,4-3 0,2 0 0,3-2 0,2-2-262,6-5 1,2-1 0,-18 17 1513,16-12-2059,4-3 0,18-21 899,8 1 0,10-12-1862,17-7 1492,-1-11 0,9-2 0,-4-4 0</inkml:trace>
  <inkml:trace contextRef="#ctx0" brushRef="#br0" timeOffset="18">8840 12643 8092,'-23'-5'0,"5"4"1195,3-3 1,3 1-502,5-1 0,7 3 62,7-3 1,10-1-279,6 1 1,11-4 35,12 0 0,6-2-138,9-2 0,-29 7 0,2-1-284,3 0 1,2 1 0,-3 1 0,1 1 129,5 1 1,0 0 0,-2 0 0,0-1-65,4 1 1,0 0-1,-2 0 1,-1 1-70,3 0 1,0 2 0,-5-1 0,-1 0 28,1-1 0,-1 2 0,-5 0 0,0 1-420,27 2 1,-1 0 100,-2-4 0,-6 0-564,-6 0 0,-5 0 192,-10 0 0,-2 0-732,-5 0-873,0 0 912,-11 0 634,-1 0 1,-14 0 631,-5 0 0,-4 0 0,-11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3T14:09:46.630"/>
    </inkml:context>
    <inkml:brush xml:id="br0">
      <inkml:brushProperty name="height" value="0.053" units="cm"/>
      <inkml:brushProperty name="color" value="#FF0000"/>
    </inkml:brush>
  </inkml:definitions>
  <inkml:trace contextRef="#ctx0" brushRef="#br0">9413 3851 7853,'10'-51'231,"-3"5"1,-7 2 0,0 2 584,0 4 0,2 1-409,4 3 0,-4 7 781,4 4 1,-4 4-545,-2 2 0,1 7 336,5 5-616,-4 3 1,6 17-298,-8 8 0,-6 15 1,-2 10-24,-1 7 1,-1 14 230,-1 11-575,-5 12 0,7-2 240,0-41 0,1-1 1,-4 42-181,1 2 0,5-2 61,-5 1 0,7-10-165,-2-1 0,4-15 121,2-8 1,2-13-101,4-10 1,-2-15 62,7-13 0,-1-8-84,1-9 1,4-8-334,-3-16 0,1-9 216,-1-7 1,1-8-96,-7-10 1,5 2 185,-5 4 0,0 6 760,-6 11 0,0 9 412,0 9 1521,-8-1-1254,-1 10 1718,-9 4-694,9 15-1578,1 7 0,18 1 143,7 3 0,2-1-267,10-4 0,-1-4-334,7 3 0,5-3 66,0-2 1,6 0-372,-6 0 1,4 2 51,-9 4 1,1 4-162,-13 7 0,-8 9-350,-9 9 0,-8 3 321,-10 14 0,-7-3-208,-15 14 0,-14-2 145,-3 3 1,-3-5-662,8-8 1,-2-14 492,8-9 0,2-9-659,9-7 0,10-14 331,8-15 0,7-23 945,-2-18 0,4-14 0,2-7 0</inkml:trace>
  <inkml:trace contextRef="#ctx0" brushRef="#br0" timeOffset="1">10394 4384 7853,'0'-17'-413,"0"0"0,-6 0 0,1-1 0,1 1 1005,2 0 1,-4 0-82,0 0 0,-5 0-26,5-1 0,-7 7-125,1-1 1,-3 3-334,-2-3 1,-2 5 32,-4 7 1,-4 2 3,-7 3 0,5 7 8,0 11 1,0-2-183,-5 7 0,0 3 178,-1 9 0,3-4-68,3 5 0,4-5 396,8-2 0,6 1-116,-1-1 1,8-2 36,-2-3 0,6-4 14,6-8 0,4-2 25,7-3 1,6 1-107,0-7 0,7 0-25,-1-6 1,4 0-192,1 0 1,-5-2 113,-1-4 1,-7-2-380,2-3 1,2-4 151,-2 3 1,0 3-330,-6-3 1,1 1 199,-1-6 1,-6-6-274,1 0 1,-7-2 117,7 2 1,-8 4 77,2-4 1,-5 2 159,-1-2 0,0 10-229,0-5 626,-7 5 54,-3 4-154,-7 1 0,2 10-39,3 4 1,5 9 220,7 8 0,0 5 29,0-5 1,0 6-64,0-6 0,0 6-331,0-7 1,7 7 80,5-6 1,3-2-198,2-9 0,6 1 80,0-7 0,10-1-683,1-5 1,0-3 40,7-9 0,1-1-229,-2-16 0,0 6 274,-6-6 0,-1 1 209,-4-7 0,-5 7 414,-6-1 1,-3 8-77,-4-2 0,-3 4 321,-8 2 0,0 0-205,0-1 0,-6 7 163,1 0 1,-3 5 568,2-6 348,4 9-151,-5-5-556,7 8 1,-2 0 168,-4 0-349,4 8 1,-6 7 25,8 8 0,-7 7-49,-5-1 0,3-2-11,-3 1 0,1 1 28,-6 5 0,5 1-106,1-1 0,5-1-406,-6-5 0,9-3 224,-3-8 1,4 1-349,2-1 1,2-8 202,4-3 0,5-6 53,12-6 1,-2-11 68,8-12 1,-6-3 220,5-2 1,-5-7-82,6 1 1,-2 0 378,1 6 0,-3-1-69,-7 1 1,-1 5-102,0 1 0,0 5-34,0-6 0,-5 14-42,-1-2 0,-5 11-375,5 0 19,-7-3 0,10 9-125,-9 0 0,1 9-51,-6 14 0,0-2-232,0 8 0,0-1-604,0 7 1,0-1 512,0 1 0,2-3 114,4-3 1,3 1 572,9-7 0,1 0 0,4-6 0,3 1 0,9-1 0</inkml:trace>
  <inkml:trace contextRef="#ctx0" brushRef="#br0" timeOffset="2">11581 4247 7886,'-24'-25'0,"-1"6"76,-4-4 1,-2 9 160,9 3 1,-7 5 1158,6-5 0,-6 7-636,6-2 0,-5 12-217,5 5 0,0 5-175,5 1 1,3 8 57,4 3 1,-5 11 26,5 1 1,-2 6-108,1-6 1,4 2-454,8-2 1,0-4 133,0 4 1,10-11-508,7-6 1,8-6 343,9-5 1,-3-5-603,3-7 0,-9-7 321,10-5 1,-5-11-326,5-6 1,5-11 191,0-5 0,0-13-54,-5-5 0,-7-6-900,1-5 1,-8-14 1240,-9 37 0,-1-1 0,-1 0 1,-1 1 262,0-4 0,-1 1 0,-2 5 0,-2 0 0,2-42 0,-3 3 0,3 2 0,-4 23 0,4 11 0,-4 20 460,-2 9 1,-8 11 162,-3 7 0,-3 7 723,3 9 0,-10 16 696,4 19 0,-6 19-407,0 9 1,4 10-467,-4 8 0,5 3-794,12-43 1,1-1-1,0-2 1,2 0-269,3 48 1,2-7 12,4 2 0,11-14-1919,12-9 1,5-8-2229,6-9 1,-3-18 668,3-11 3358,-4-12 0,-1-11 0,-1 0 0,0 0 0</inkml:trace>
  <inkml:trace contextRef="#ctx0" brushRef="#br0" timeOffset="3">12184 4264 8001,'0'-17'-252,"-2"0"0,-2-1 1,-4 1 2836,-1 0 1,5 0-1291,-2 0 0,-1 5 336,1 1 0,-2 7 166,2-2-856,5 4-959,-7 2 1,8 8 0,0 5 55,0 8 1,6 0-264,-1 8 268,9 0 0,-10 5-105,7 0 1,-5-5 29,5 0 0,-1-3-117,1 3 0,5 3 237,-5-3 0,-1-4-62,1-2 1,1-4 101,5-2 1,0-5-32,0-1 1,0-1 192,1 1 1,-1-3-26,0-8 1,2-2-137,4-4 0,-8 2 23,8-7 0,-13 5-160,7-5 0,-4-3-185,5-9 1,-1 4 119,0-4 1,0 2-206,1-2 0,-1-1 81,0-5 1,-6-2 24,1 8 0,-8-5 125,1 5 1,-1-6-19,2 6 0,-4 0-228,4 6 0,-4 6-51,-2-1-1614,0 8 1391,0-3 0,1 7-280,5 0 0,2 7 324,3 5 1,5 3 426,-5 2 0,4 6-55,3 0 1,-7 8 122,1-3 0,-7 3 97,7-2 1,-6 1 197,5-7 1,-5 6 24,5-6 1,-1 0-130,1-6 1,5-2-59,-5-3 1,10-5-16,2-7 1,0 0-227,-6 0 0,6-7 84,0-5 1,-6-3 236,-5-2 1,-3-1-82,3 1 1,1 0 114,-7 0 1,2 0 197,-3-1 0,-3 1-151,4 0 1,-4-6-140,-2 0 0,2 0 283,3 6-707,5 0 1,1 2 118,1 3-310,-1 5 269,7 7 1,-1 1 77,0 5 0,-5 4 49,-1 7 0,-1-4-1,1 4 0,4-7-6,-3 13 1,1-8 31,-1 8 1,1-4 285,-7-2 0,5 1-75,-5-1 0,0 6 35,-6 0 1,5 0-208,1-6 1,0 0-704,-6 0-96,0 0 402,0 1-1432,0-9 1291,0-1 1,6-10-241,-1-4 0,1-5 280,-6-12 0,0 4-748,0-4 1274,8-4 0,-6-7 0,5-10 0</inkml:trace>
  <inkml:trace contextRef="#ctx0" brushRef="#br0" timeOffset="4">13320 3765 8001,'-23'0'-489,"0"0"2758,0-7 3091,5 5-1875,9-14-2698,1 15 1,10-7-1326,4 8 0,5 0 380,12 0 0,-2 2-1551,8 4 1709,0 3 0,5 8 0,1 0 0</inkml:trace>
  <inkml:trace contextRef="#ctx0" brushRef="#br0" timeOffset="5">13853 4247 7948,'-34'0'0,"1"-6"1619,4 0 0,-1-5-819,7 5 1,0 0 193,6 6 0,-1 0-441,1 0 1,0 2-425,0 4 1,5 4 8,1 7 0,5 2-67,-5 4 0,7 3 65,-2 9 0,4-6 95,2-1 0,2-1-146,4 2 1,-2 1 10,7-7 1,1 6-68,5-6 1,0-6-20,0-6 0,0-7-87,1 2 1,5-6-219,0-6 0,5-11 174,-5-12 0,6-11-262,-6-6 0,6-5 151,-7-7 0,7-3-765,-6-7 0,0-7 156,-6 1 0,-1-9 136,-5 3 0,2-2 256,-7 2 1,0 5 387,-6 12 0,0 8 246,0 15 1,0 1 932,0 17-126,-8 6 0,-1 18-441,-9 15 1,7 10 1675,-1 13 0,3 6-1136,-3 11 0,-1 5 93,7 6 0,-1 3-601,1 3 0,4 3-268,-4 3 1,6-9-624,6-8 0,-2-2-680,7 2 0,3-6-892,9-11 1,-4-11 903,4-12 0,2-6-841,-2-6 0,5-5 945,-5-12 0,6-5 76,-6-12 0,7-4 316,-1-7 0,-2-8-390,2-4 0,-8-4 870,1-1 0,5-9 0,0-1 0</inkml:trace>
  <inkml:trace contextRef="#ctx0" brushRef="#br0" timeOffset="6">14386 3903 7951,'0'-17'883,"0"-1"1,-1 1-339,-5 0 0,4 6 1248,-4-1 0,2 8-873,-1-1 1,3 10 180,-4 7 0,4 5-327,2 6 0,0 9-95,0 8 0,0 8-419,0-2 1,0 6-12,0 5 1,2 4-310,4 8 0,-4-4-15,3 4 1,-3-4 323,-2 9 1,6-5-29,0-6 1,5-12-1410,-5-10 1,2-15-269,-3-8 0,-1-9-398,8-9 1,-9-9 247,3-9 1,-2-8 814,2-15 1,-4-4-498,3-13 1,-10 5 1287,-7-4 0,1 1 0,-7-1 0,-3-4 0</inkml:trace>
  <inkml:trace contextRef="#ctx0" brushRef="#br0" timeOffset="7">14335 4315 7951,'-25'-15'1095,"-4"4"0,3-3 416,-3 9 358,8-1 431,-4 6 0,17 0-1151,8 0 0,10 0-72,13 0 0,5-2-516,13-4 1,-3-1-584,8-5 1,0-3 57,5 3 1,-1-1-793,-4 2 0,2-5 67,-8 5 0,0-4-432,-6-3 0,-5 1 21,0 0 0,-10 0-418,-2 0 803,0-8 1,-15 6-151,4-4-83,-4 4 1,-8 1 397,0 1 1,1 0-101,5 0 0,0-2 280,0-4 1,0 2 147,0-8 1,-2 6 835,-4-5 1,4-1-488,-4-5 0,4 5 564,2 0 0,-1 8 42,-5-2 1826,4 12 0,-13 3-611,3 8 0,3 15 115,-3 8 1,3 16-1266,-3 6 0,3 13-263,3 5 1,4 4-451,-4 1 1,4 1 106,2 0 1,0 0-964,0 0 1,2-8 559,4-4 0,-2-11-232,7-6 1,-5-11-40,5-6-2631,-7-12 2135,11-3 0,-7-10 401,4-4 0,3-5-220,-4-12 1,7 2 300,5-8 0,-4 2 64,4-1 1,-4 3 142,-2 7 1,-6 1 590,1 0 1,-3 6 248,3-1 248,3 8 768,-5-11 2207,7 13-2533,0-5 1,-2 8-637,-3 5 0,-2 4-677,-5 7 1,-3 2 106,4 4 0,-2 4-839,1 7 1,-3 2-215,4 4 1,-4-1-825,-2 7 0,0-6 642,0 5 1,0-14-1096,0-2 2295,8-8 0,9-4 0,10 0 0</inkml:trace>
  <inkml:trace contextRef="#ctx0" brushRef="#br0" timeOffset="8">15436 4419 7891,'-17'0'0,"5"0"5658,1 0-968,7 0-3084,-3 0 0,14 0 0,7 0 1,7-2-412,7-4 1,5 4-1451,1-4 1,1 4 229,-1 2 1,6 0-1816,0 0 0,6 0 549,-6 0 1291,8 0 0,-4 0 0,8 0 0</inkml:trace>
  <inkml:trace contextRef="#ctx0" brushRef="#br0" timeOffset="9">16624 4298 7963,'-16'-25'592,"5"6"0,-10-4 0,5 4 1321,5 2 0,7 0-1460,-2 0 0,-3 1 189,-3 5 0,-3 5-355,-2 12 1,-6 5-52,0 12 1,-2 10-103,2 7 1,2 8 88,-7-2 0,6 9 76,0 2 1,4 1-64,7-7 1,-3-5-62,9 0 0,-1-10 61,6-1 1,13-11-199,5-12 0,10-4-10,1-8 0,11-10 131,6-7 0,4-16-265,1-13 1,3-11 65,3-6 1,-1-11-564,-25 34 0,1-1 0,-3-5 1,-1-1 404,4-4 1,-1-1-1,-5-2 1,-2-1-366,3-2 1,-2-1 0,-8 3 0,-2 1 116,0 5 1,-1 1 0,-1-31 140,-7 16 0,-6 23 567,-6 12 0,-11 14-256,-12 9 0,-3 3 771,-3 2 1,7 13-469,-1 4 1,6 18 913,-6-1 1,6 19-442,-5 5 0,1 14 261,-2 9 0,-1 3-320,7 2 1,2 1-190,9 5 0,5-6-215,7 0 1,7-10-143,5-12 1,13-7 108,9-11 0,2-8-63,10-15 0,-6-2 186,6-15 0,6-1-115,5-5 1,2-15-74,-1-8 1,-3-15-499,8-8 1,-5-4 306,5-1 1,-13-1-274,1 1 1,-13 5-538,-3 0 1,-5 8 170,-12-2 1,-5 5 146,-13 7 0,-2 3-701,-4 8 0,-5-1 534,-12 1 0,-4 8-175,-7 3 1,-1 6 410,1 6 1,0 9 471,-1 8 1,3 7 947,3-1 1,4 4-733,8 1 1,0 0 413,-1 1 0,9 5-346,3 0 1,14-6 467,9-5 0,10-2-269,13 1 1,12-10-773,11-13 0,4-5 7,1-5 0,9-13-1359,3-10 1,-1-12-1102,1-6 1,-13-12 1351,2-5 0,-14-3-611,-3-3 1,-10-6 987,-13 1 0,-12-7 934,-12 7 0,-3-12 0,-2 6 0,0 0 0</inkml:trace>
  <inkml:trace contextRef="#ctx0" brushRef="#br0" timeOffset="10">18086 3507 7963,'-7'-11'0,"-5"-1"0,-3 7 1676,-2-7 1,5 8 127,1-1 472,7 3 0,-6 2-1176,5 0 1,3 9 121,-4 9 0,2 8-561,-2 14 0,5 12-290,-5 11 1,2 6-897,-2 5 1,4 12 334,-1-37 1,1 0-1,0 1 1,2 1-937,-1 1 0,2-1 0,6 43 505,5-8 1,11-10-2228,5-13 0,7-6 1444,5-11 0,-2-11-84,8-12 1,-8-12 1487,2-5 0,3-10 0,-3-2 0,0 1 0</inkml:trace>
  <inkml:trace contextRef="#ctx0" brushRef="#br0" timeOffset="11">18689 4230 7982,'-18'-12'1291,"1"1"1,0-1-548,0-5 0,0 0 786,-1 0 1,1-1-750,0 1 0,0 0 590,0 0 1,-8 7-623,-4 4 1,2 5-319,-1 1 0,5 13-184,-6 4 0,6 14-42,-6 3 1,8 6 136,-2 6 0,6 4-65,6-4 1,-3-2-119,9 1 0,-1-6 66,6 1 0,9-12-165,9-5 1,6-6 9,11-5 0,-1-4-2,1-8 1,-1-2-34,0-4 0,-5-4 69,0-7 1,-2-6-410,1 0 1,-3 0 171,-8 6 0,1 0-214,-1 0 1,-8 0 163,-3-1 1,-4 1-374,-2 0 0,0 6-328,0-1-103,0 1 675,-8 1 1,5 2-193,-9 8-1026,8 0 1021,-3 0 1,12 2 388,1 4 0,7 2-57,-1 3 0,3 5-71,2-5 0,1 4 206,-1 2 0,0 1 259,0-1 1,0-6 114,1 1 0,1-3 470,4 3 0,-4 1 211,4-7 1,-4 0-401,-2-6 1,0-2-591,1-4 1,-1-5 29,0-12 1,2-4-1554,4-8 0,-4 1 813,4 0 1,-6-1-625,-5 1 0,-5 7-331,-7 4 1,0 10 863,0 1 0,0 10 679,0 2 1,-7 8-93,-5 9 0,-1 8 776,1 4 0,5-4-445,7-2 0,2-4-255,3-2 1,5-2-102,7-3 1,8-5-236,4-7 0,-2-2 337,1-3 0,-7-5-185,2-7 0,-4 2 504,-1 3-363,-1-3 0,-6 7 1614,1-3-155,-9 3 609,5 8-1264,-8 0 1,2 0 819,4 0-611,-4 0 1,7 8-358,-3 3 0,-4 6 36,4 6 0,-4-2-129,-2 8 1,0 5-194,0 6 1,0 14 11,0-2 1,0 7-488,0 4 0,0 6-153,0 11 0,0 2-613,0-8 0,-2 7 397,-4-7 1,-2-1 245,-3-10 0,-6-4-26,-1-7 0,1-8-20,-6-4 1,-2-12 99,2-5 1,-1-11 106,1-7 0,2-5-163,-8-5 1,8-7 157,-2-11 0,0-11 123,6-12 0,-2-13 535,13-10 0,0-5-310,6-7 0,2-1 233,4 8 0,9 7-222,8 10 0,15-3-762,2 3 0,18 5 633,11 7 0,3 6 0,14-1 0,-39 22 0,0 0 0,3 1 0,-1 0 0</inkml:trace>
  <inkml:trace contextRef="#ctx0" brushRef="#br0" timeOffset="12">20650 4075 7928,'-17'-17'1539,"-6"1"116,0 5 1,6 3-409,6 8 1,5 15-1,-4 10-683,3 12 1,-5 10 0,5 16 851,-3 12 0,-1 17-1065,2-41 0,0 1 1,3 0-1,1 1-488,-1 4 0,0 0 0,2-3 0,-1-1 234,-1 2 0,0-1 0,-1-3 0,1 0-468,0 40 1,0-10 27,6-24 0,2-4-325,4-18 0,-2-7-1936,7-16 1805,1-5 1,5-10-57,0-9 1,1-7 368,-1-15 0,0-14-283,0-4 1,-2-13 273,-3-3 1,7-15-150,-7-8 1,-3 38 0,-1-1 331,-5 0 1,-1-1-1,4-3 1,0-1 31,-3-1 0,0 0 0,2-2 1,1 0 205,-3 1 1,0 1 0,0 9-1,0 1 253,-3-30 0,-2 25 2439,-4 14-1696,-4 13 3996,1 18-3181,1 3 0,14 9-343,0 3 0,7-3-359,-1 4 0,3 2-459,2-3 0,2 9-484,4-3 1,-4-1 62,4 1 1,-4 1-522,-2 5 1,1 8 278,-1 3 1,-2 5-610,-3 1 1,-5 6 215,-7 0 0,0 6-924,0-6 0,-7 6 159,-5-6 1,-5 0 649,-6-5 1,-4-1-6,-7 1 0,5-14 176,1-4 0,6-6-688,0 1 707,2-5 1,11-16-640,3-8 0,12-8 426,5-10 0,12-7 618,6-3 0,11-5 0,4-2 0</inkml:trace>
  <inkml:trace contextRef="#ctx0" brushRef="#br0" timeOffset="13">21029 4092 7928,'0'-17'2204,"0"7"-1744,0-5 0,2 11 221,4-7 1186,-4 7-758,5-4-106,1 8-773,-6 0 1,11 14-321,-7 3 1,2 11-343,-3 1 0,-3 4 351,4 1 0,-4 6-465,-2 0 1,6 6 105,-1-6 1,1 0 122,-6-5 0,0-1-122,0 0 0,0-7-605,0-4-93,0-11 295,0-5 162,0-30 0,0 2 237,0-19 0,6-2 256,0 2 0,5-2 187,-5 2 0,5 5 323,-5 1 1,2 2-20,-3 9 1,-3 0 1049,4 6 3791,4-1-3828,-1 1 1,8 6 363,1-1 1,4 8-867,1-1 1,8 1 15,-2-2 1,3 2-306,3-7 1,5 7-431,0-2 0,-2 4-155,-9 2 1,1 0-233,-7 0 1,-2 2 47,-9 4 0,1 4 241,-7 7 0,0 8-1040,-6 3 1,-6 5 446,0 1 0,-5 1-326,5-1 1,-5-5 353,5-1 0,-6-1 404,7 2 0,-1-5 36,6-6 0,2-3 159,4-4 0,3-3-80,8-8 0,1-2-132,-1-4 0,6-11 192,0-11 0,0-5 74,-6-1 0,-2-6-1024,-3-1 1,1-6 398,-7 1 1,-1-2-2413,-5 2 2951,-7-3 0,-10 12 0,-10-5 0</inkml:trace>
  <inkml:trace contextRef="#ctx0" brushRef="#br0" timeOffset="14">22182 4401 7870,'-11'-5'2086,"-1"-1"-1487,8-7 0,-3 3 139,7-7 0,0 0-48,0-1 0,0 1 103,0 0 0,0 0-82,0 0 0,0 0-254,0-1 0,-2-5-134,-4 0 1,2 6-111,-7 6 1,-1 7-310,-5-2 0,-2 4 141,-4 2 1,4 2-482,-4 4 1,4 9 140,1 8 1,1 8-92,0-3 1,2 5 27,3 1 1,5 1 51,7-1 0,0-1 13,0-5 0,2-1 53,3-4 1,7-10 216,11 4 0,-2-11 54,7 0 0,1-8 94,6-9 1,1-9-199,4-14 0,-4-8-23,4-4 0,-3-9-163,-3-3 1,-1-7 133,-5 2 1,-3-3-187,-8-3 0,-7 8 24,-4 3 0,-4 5 168,-2 1 0,0 8-85,0 4 1,0 12 563,0 5 0,-2 5 2250,-4 7-1993,4 3 1,-6 10 817,8 4 0,-5 7-685,-1 16 1,-5 7 19,5 16 0,-6 7-294,7 4 1,-3 6-113,2 5 1,4-1-332,-3 7 1,1-7-160,-2 1 1,4-9-121,-4-2 1,10-9-287,2-3 0,7-9 249,-1-13 0,3-10-401,2-7 1,2-10 475,4-2 1,-4-8-23,4-9 0,2-8 306,-2-4 0,8-3 106,-3-3 0,-1 1 3,2 0 1,-8-1-108,2 1 1,-4 1-44,-2 5-160,-7-5 1,3 14 73,-7-4 1,0 10 569,-6 1-271,0 9 11,0-5 0,-6 16-30,0 3 1,0 4-110,6 3 1,0-1-123,0 0 1,0 6-347,0 0 0,0 2-48,0-2 1,2-2 189,4 7 1,-4-7-33,4 2 1,-2 2 34,1-2 1,-1 0-101,8-6 1,-7-6 7,7 1 0,-6-8 62,5 1 0,2-3 8,10-2 0,-4-7-114,4-5 1,2-5-158,-2-6 0,2 2 121,-2-8 0,-4 7 180,4-7 0,-10 8-46,-1-2 1,-2 4 699,1 2 1,-1 5-233,-5 1 1406,-3 7 0,12-6 836,-9 5-77,9 3-1707,-5 2-762,8 9 1,1 8-3513,-1 1 3589,-8-1 0,7 0 0,-7 0 0</inkml:trace>
  <inkml:trace contextRef="#ctx0" brushRef="#br0" timeOffset="15">23782 4264 7944,'0'-29'254,"0"2"0,0 3 0,0 1 519,0-2 0,-2 12 1,-3-5 137,-7 3 0,1 7-44,-6 3 0,3 5-231,-9 5 1,-4 7-45,-1 11 0,-5 4-198,-1 7 0,5 6 2,1 0 0,6 8-311,0-2 0,4 2-63,7-3 0,-3-3-194,9-7 0,1-1 223,10 1 1,5-9-1247,12-3 0,10-6 515,7-5 0,8-6-825,-3-12 0,5-6 442,2-10 0,-6-1-665,0-12 1577,-1 5 1,15-28 0,1 5-1</inkml:trace>
  <inkml:trace contextRef="#ctx0" brushRef="#br0" timeOffset="16">24367 3748 7944,'-17'0'0,"6"0"579,-1 0 1,7-6 1411,-7 1 0,6 1-131,-5 10 0,5 5-773,-5 12 0,-1 6 240,-5 11 0,0 6-504,0 11-32,-1 12 0,-5 9-562,1 8 1,-1 4 431,5-4 1,3 2-224,4-14 1,3-3-643,8-14 1,2-7 31,4-16 0,3-7-48,8-4 1,1-4-1053,-1-2 0,0-7 583,0-5 1,2-3-1258,4-2 1,-2-2 1265,8-3 0,-6-5-1104,6-7 1,-6-2 287,5-4 1,-1-4 1495,2-7 0,3-1 0,-5 1 0</inkml:trace>
  <inkml:trace contextRef="#ctx0" brushRef="#br0" timeOffset="17">23937 4247 7957,'-23'0'7454,"0"0"-5777,8 0 1,9 0 1406,12 0 1,4 5-1646,7 1 0,8 0-1010,3-6 0,7 0-429,5 0 0,2 0 0,4 0 0,4 2-1137,-4 4 1,3-5 1136,3 5 0,7 4 0,2-1 0</inkml:trace>
  <inkml:trace contextRef="#ctx0" brushRef="#br0" timeOffset="18">15798 4986 8086,'1'-29'290,"3"3"1,2-1 0,0 2 0,0-2 3112,-1 1-977,1 5-1130,-6-4-977,-8 15 1,-3 3-187,-12 7 1,2 15-1,-8 10-209,-1 11 1,-9 10 33,-1 11 0,-6 6 1,6 12-637,2 5-1391,-6-4 1862,26-30 1,0 0 0,-23 27-951,13 7 1,9-8 472,7-3 0,8-13-200,-1-5 1,5-13 368,5-3 1,-1-10 8,8-14 1,-7-3-128,7-8 282,-8 0 0,3-2 634,-7-4 1,0-11 0,0-10-1</inkml:trace>
  <inkml:trace contextRef="#ctx0" brushRef="#br0" timeOffset="19">15178 5467 8086,'-8'-17'241,"-1"-6"61,-8 0 0,7 0 538,4 6 0,-1 0-289,1 0 1,-2 0 1812,3-1-1108,3 1-33,-6 8-782,8 1 0,0 10-600,0 4 1,0 11 97,0 12 1,0 5 147,0 6 1,0 0-50,0 12 0,0-4 108,0 9 0,0 2-177,0-2 0,0 1-30,0-7 1,6-1 602,-1-4 1,7 2-213,-6-8 0,7-2 401,-1-9 0,3-7-65,2-10 1,2 1-17,4-7 0,4-10-320,7-13 0,6-8-66,1-9 1,12-8-1399,-1-4 0,9-9 539,-4-3 0,6 3-2688,-5 9 1,-1-2 290,-5 8 2992,-8 8 0,2-3 0,-8 8 0,-4 3 0,-7-1 0</inkml:trace>
  <inkml:trace contextRef="#ctx0" brushRef="#br0" timeOffset="20">16348 1977 8050,'0'-34'491,"0"5"0,0 2 0,-2 3 1382,-3 3 1,3 7 374,-4 3-247,4 7-1603,2-4 1,-2 16-1,-2 5-221,-1 8 0,-3 16-7,2 14 1,2 8-129,-7 10 1,1 8-227,-1 3 0,-3 4-313,9 2 119,-1-8 0,6 4-519,0-7 1,0-3 148,0-9 1,8-5-356,3-12 1,4-6-1,3-12 0,-1-10 498,0-13 1,0-5 48,0-5 0,1-7 152,-1-11 1,-2-11-211,-3-12 0,1-6 614,-7-5 0,-1 4 0,-5-7 0</inkml:trace>
  <inkml:trace contextRef="#ctx0" brushRef="#br0" timeOffset="21">16417 1943 8050,'-17'-15'789,"0"3"0,5-1 122,1 7 0,7-2 1971,-2 3-1856,4 3 1,10-8 323,3 4 1,7 5-642,5-5 0,3-2-237,9 2 1,5-7-745,0 2 0,0 1 252,-5-1 0,5 1-592,0-1 0,-2 3 281,-9 8 0,-4 0-182,-8 0 0,0 0-733,0 0 0,-7 8 466,-4 3 1,-4 4 73,-2 2 1,-8 6 264,-4 0 1,-3 6 21,-2-6 0,0 2 123,-1-2 1,1-2 237,0 7 1,0-5 551,0 6 0,-1-6-397,1 5 1,-6-5 444,0 6 0,0-2-283,6 1 0,-2-1 1241,-4-4 0,4-2-578,-4 8 1,10-8 97,1 2 0,8-4-422,-1-2 0,3 0 7,2 0 0,0-5-218,0-1 1,13-7-155,4 2 0,4-2-173,-3 1 0,4-3 109,1 4 1,6-4-38,-6-2 1,0 0 284,-6 0-476,0 8 0,-1 1 41,-5 8 0,-3 6-553,-8 0 1,-8 8 7,-3-3 1,-6 5-246,-6 1 1,2 1-497,-8-1 0,2-7 609,-2-4 0,5-4-585,6-2 1,1-7 591,0-5 0,7-5-415,5-5 1,7-9 1102,9-14 0,0-9 0,14-14 0</inkml:trace>
  <inkml:trace contextRef="#ctx0" brushRef="#br0" timeOffset="22">17415 1960 8050,'0'-25'814,"0"6"102,0-4 1,0 10 2755,0 1-2751,-7 9 0,-3-3 172,-7 12 1,5 5-481,1 12 1,-1 11-152,-5 12 1,0 6-117,0 5 0,-2 6 165,-4 12 1,4 3-713,-4 8 1,11 6 373,6-1 1,4-5-953,2-6 0,2-9 543,4-2 0,4-23-1143,7-18 0,0-8 275,0-9 1,6-5 94,0-12 1,-2-7 485,-9-16 0,3-2-34,-4-14 0,9-3-576,-3-10 1,2 1 521,-13-12 1,5 1 610,-5-18 0,0 2 0,-6-14 0,0 49 0,0-1 0,0-1 0,0 1 0</inkml:trace>
  <inkml:trace contextRef="#ctx0" brushRef="#br0" timeOffset="23">17364 1771 8050,'-23'-12'2589,"0"1"372,0 7-1555,13-3 1239,3 7 1,14 1-1365,5 5 1,11 2 1016,5 3 1,7 5-1692,5-5 0,-2 4-607,8 2 0,-8 1 0,2-1 0,2 6 0,-1 0 0,-1 7 0,-6-1 0,-1 3 0,-5 3 0,-5 1 0,-11 4 0,1-2 0,-7 8 0,-10-6-360,-13 6 1,-10 0-848,-13 6 0,-4-1-700,-8 1 1,-7-1 771,-4 1 0,-4-8-1027,-2-4 0,8-7-3112,4-11 5274,11-6 0,4-11 0,7-3 0,1-9 0,-1-10 0</inkml:trace>
  <inkml:trace contextRef="#ctx0" brushRef="#br0" timeOffset="24">18396 1719 8050,'-8'-17'0,"1"0"0,-7 2 6129,3 3-4139,7 5 1,-4 8-423,8 5 0,0 11-794,0 12 0,-1 11-410,-5 6 0,4 11 1,-4 6 433,4 4-625,2 2 1,0 7-277,0 5 1,-2 5 59,-3 5 0,3-3-263,-4 4 0,4-12-151,2-5 1,0-7-589,0-5 0,0-13-1301,0-16 991,0-7 247,0-17 329,0-3 127,0-7 1,0-7-23,0-5 0,-6-11-3,1-5 1,-1-7-689,6-5 0,-6-17 668,0-12 1,1-11 696,5 0 0,-4 31 0,0-2 0,-1-1 0,0-1 0</inkml:trace>
  <inkml:trace contextRef="#ctx0" brushRef="#br0" timeOffset="25">18327 1737 8050,'10'-25'0,"-3"4"263,-7-8 1,6 8 1201,0-2 1,7 6 1329,-1 5 0,3 5-1474,2 7 1,6 0 307,0 0 0,8 7-822,-3 5 1,5 3-110,1 2 1,7 2-280,-1 4 0,0-2-102,-6 8 0,-1-6-109,-5 6 1,-3-1-135,-8 7 0,-1-3-174,-5-3 1,-3 3 160,-8-3 1,-2 1-825,-4-1 0,-5 4 365,-12-5 0,-4-3-1721,-7-2 1,-1 2 986,1-2 1,-6-6-3815,0-6 4946,-1-7 0,7 4 0,0-8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3T14:09:46.656"/>
    </inkml:context>
    <inkml:brush xml:id="br0">
      <inkml:brushProperty name="height" value="0.053" units="cm"/>
      <inkml:brushProperty name="color" value="#FF0000"/>
    </inkml:brush>
  </inkml:definitions>
  <inkml:trace contextRef="#ctx0" brushRef="#br0">21597 8236 8050,'0'-18'475,"0"1"1,2-4 0,2 2 2421,1 4-1461,1 9 1,-6 0-339,0 12 0,0 5-522,0 12 1,-6 4-353,1 8 0,-9 7-419,3 3 0,1 3 162,-1-2 0,1 9-64,-1-3 1,-5 3-124,5-3 0,1-2-1312,-1-5 702,7 5 0,-4-8-731,8 4 1,0-12 649,0-11 1,2-5-124,4-7 1,4-5 275,7-12 1,6-7 757,0-16 0,0 0 0,2-20 0,1 5 0</inkml:trace>
  <inkml:trace contextRef="#ctx0" brushRef="#br0" timeOffset="1">21958 8356 8050,'-17'0'506,"0"0"0,0 2 197,-1 4 0,3-3 525,4 9 0,1-1-62,4 6 0,4 3-214,-3 2 1,5-2-107,5 3 0,5 1-332,7-1 1,0 2 37,1-2 0,5-6-169,0 0 1,7-1-228,-1-11 1,3 1 89,3-6 0,-3-4-198,-3-7 0,2-3-144,-9-14 1,7-1-334,-6-5 0,-2 5-714,-9 0 1,-5 1 520,-7-7 1,0 3-773,0 3 1,-9 4 651,-9 8 1,-6 2-544,-11 4 0,1 3 122,-1 8 1163,1 0 0,0 0 0,-1 0 0</inkml:trace>
  <inkml:trace contextRef="#ctx0" brushRef="#br0" timeOffset="2">22423 8786 8050,'-8'9'606,"-1"-1"0,-3-8 2004,1 0-926,7 0-1188,-4 0 1,12-2-32,8-4 1,1-5-58,16-12 1,-1-4-61,7-7 0,-1-1-320,1 1 0,5-2 110,0-4 1,8-2-367,-2-4 0,-4-2 16,-2 8 1,-4-2-235,-1 2 1,-3 5 236,-3 1 1,-4 7-71,-8 10 1,-8 0-44,-3 0 104,4 7 727,-8 2 0,3 8-262,-10 0 1,1 2 97,-8 4 1,7 4-99,-7 7 0,1 8 90,-7 3 1,1 5-84,0 1 0,0 0-220,0 1 0,5-1 56,1 1 1,5 3 51,-6-4 0,9 4-29,-3-9 1,4 2-21,2-3 1,0 3 209,0-8 0,2-6-103,4-6 1,-3-5-187,9 6 0,-1-9 134,7 3 0,-1-6-199,0-6 0,0-3-21,0-8 1,1 0-179,-1-1 1,6-6-538,0-5 1,0-2 377,-6 3 1,2-5-54,4 5 1,-10 1 31,4-2 0,-3 8-565,3-2 711,0-4 1,-7 8 244,-4-4 1,-3 12 53,3 5 519,-4-3 172,6 7 1,-8-4-47,0 12-103,0-4 1,0 13-160,0-4 0,0 5 715,0 1 1,0 0-600,0 0 0,0 6-417,0 0 1,5 6-725,1-6 1,2 5 464,-2-5 1,-3 2-1470,9-2 0,-6-4 792,5 4 0,1-6-900,5-5 1,0 1 853,0-7 1,6 0 181,0-6 1,2-8 86,-2-4 1,-4-9 615,4-2 0,4-7 0,-1 3 0</inkml:trace>
  <inkml:trace contextRef="#ctx0" brushRef="#br0" timeOffset="3">23748 8236 8050,'0'-18'2267,"0"1"-1768,0 0-94,0 7-42,-8-5 29,6 6-329,-13-9 1,11 9-244,-7 3 0,5 4-10,-5 2 1,-1 0-269,-5 0 1,5 0 132,1 0 130,-8 8 0,0 3 309,-4 12 1,4-2-167,1 8 1,1-8 809,0 2 0,0 2-305,0-2 1,5 1 602,1-1 1,7-9-82,-2 3 1,4-4 150,2 4 1,0-5-338,0-1 0,2-7 263,4 2 1,-2 2-431,7-3 0,-5 7-229,5-7 1,1 7-218,5-6 0,0 5 84,0-5 1,1 7-374,-1-1 0,0-3 138,0 3 0,1-7-246,-1 7 422,0-1 0,-2 7-101,-3-1 145,-5 0 0,-7 0-78,0 0 0,-7 1-444,-5-1 1,-5 2 257,-6 4 1,2-4-2042,-8 4 1,3-10-132,-3-1 0,-2-9 2191,8 3 0,-15-4 0,2-2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1-03T14:09:46.660"/>
    </inkml:context>
    <inkml:brush xml:id="br0">
      <inkml:brushProperty name="height" value="0.053" units="cm"/>
      <inkml:brushProperty name="color" value="#FF0000"/>
    </inkml:brush>
  </inkml:definitions>
  <inkml:trace contextRef="#ctx0" brushRef="#br0">20771 7462 8050,'-10'-8'1495,"-3"-1"307,7-9 0,-5 7 702,5 0-2088,0 7 1,6 4-357,0 11 0,0 12-248,0 6 0,0 5 255,0 6-695,-7 4 1,3 15 361,-8 4 0,7 2-474,-7-2 0,6 4 141,-5-4 0,7-3-172,-2-3 0,4-7 195,2-10 1,0-2-65,0-15 0,2-2 40,4-10 0,4-7 231,7-15 0,2-10 369,4-20 0,4 5 0,-1-21 0,-1 3 0</inkml:trace>
  <inkml:trace contextRef="#ctx0" brushRef="#br0" timeOffset="1">21063 7617 8050,'-7'-10'3399,"5"2"-1882,-13 8 306,13 0-1225,-14 0 1,14 8-177,-3 3 0,-3 7 200,2 5 0,1 3-191,5 9 0,0-1-136,0 0 0,7 1-101,5-1 1,5-7-15,6-4 1,4-4 43,7-2 1,0-7 21,1-4 0,-1-6-214,1-6 1,-7-6 120,1-11 0,0-9-1207,5-8 0,-7-6 534,-4 6 1,-6-8-1189,-5 2 1,-5 4 746,-7 2 0,0 6-123,0 5 0,-2 6 398,-3 12 1,-5 3 100,-7 8 0,0 0 144,-1 0 1,3 2 194,4 4 0,1-3-140,4 9-77,4-1 487,-5 7 0,14-7 114,5 1 1,-3-9 176,3 3 0,-1 2-45,7-3 0,-1 1 283,0-6 0,0 0 345,0 0 1,1 0-369,-1 0 0,0 6 467,0 0 1,-1 1-407,-5-1 0,2-2-4,-7 7 0,6-5-188,-7 5 0,3-5 93,-2 6-653,-4-1 187,13 6 1,-11-1-30,7-5 1,-5 2 122,5-7 0,-5 6 470,6-7 0,-7 9 84,7-3 272,-8 4 0,11 3-310,-4-1 1,-1 0-105,2 0 1,-1-1-193,6-5 1,0 2-90,1-7 0,-1 0-439,0-6 0,6-4 239,0-7 0,6-3-929,-6-14 0,-1-3 482,-4-9 1,-7-2-1554,1-4 0,-9-4 224,3 4 1,-6 4-153,-6 2 0,-3 6 741,-8 5 1136,-8 4 0,-2 8 0,-7 0 0</inkml:trace>
  <inkml:trace contextRef="#ctx0" brushRef="#br0" timeOffset="2">22216 8029 8050,'-7'10'387,"3"5"1,-6-4 1954,3 5-1319,1-7 1,14-1-446,3-8 0,6-2-19,6-4 1,4-5-140,7-12 0,1-4-102,-1-7 1,6-2-154,1-5 1,1 3 13,-2-8 1,-4 0-183,4-5 0,-3 5 85,-3 0 1,-7 6-304,-4-6 0,-4 8 119,-2-2 0,-7 9-327,-5 3 1,3 7 187,-2-2 1,-1 4-148,-5 1 569,8 9 545,-6 1-366,6 8 1,-14 8-168,0 3 1,-5 12 504,5 6 1,-7 9-239,1 2 0,-3 8-183,-2-2 1,5-2-21,1 2 0,5-6-311,-5 6 1,7-8 11,-2 2 1,4-6 10,2-5 1,0 2 104,0-8 1,0-1-19,0-4 1,2-9 169,4-3 1,3-4-173,8-2 0,1-8 251,-1-3 1,0-5 6,0-1 0,4-6-386,-3 0 0,3 0-193,-10 6 1,4-6-246,3 0 0,-1-1-248,0 1 0,-6 4 358,1-4 1,-6 2-89,5-2 0,-1 4 88,1-4 1,3 2-180,-9-2 0,7 4-294,-7-4 804,9 4 172,-5 1 120,1 9 652,5 1 1,-13 10-473,4 4 0,-4 9 391,-2 8 1,0 8-313,0-3 0,0 5-63,0 1 0,2-1-424,3-5 0,-3 3-466,4-8 0,2 5-117,-2-5 1,5-5-636,-5-7 0,7-1-123,-1 1 0,-3-3-120,3-8 287,-1 0 1,6 0-61,0 0 1241,1 0 0,-1-8 0,0-2 0</inkml:trace>
  <inkml:trace contextRef="#ctx0" brushRef="#br0" timeOffset="3">23696 7393 8050,'0'-11'729,"0"-1"1,-5 6 2048,-1-5-1238,0 7-950,6-11-1123,0 5 0,0-1 428,0-1 0,0 7-973,0-7 664,0 8-703,-8-3 0,5 7 572,-9 0 1,6 0-49,-5 0 0,0 7 148,-7 5 0,1 5 797,0 6 1,-6-2 239,0 8 0,-6-1 610,6 7 0,0-7-185,6 1 0,0-6 695,0 6 0,0-8-528,-1 1 1,9-2-24,3-3 556,4 0-1184,2 0 0,8-5 28,3-1 1,5-7-43,1 2 1,2-3-1,4 3 1,-4-4-58,4 4 0,-2 1-157,2-1 0,-4 8-122,4-3 1,-4 4 48,-2 2 0,1 1-116,-1-1 0,0 2 87,0 4 0,-7-4-333,-5 4 0,-3-4-248,-2-2 0,0 0 263,0 1 0,-7-1-1611,-5 0 0,-11-6 812,-5 1 1,-5-6-2628,-1 5 1,-1-7 3540,1 2 0,-8-20 0,-2-5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1-17T04:11:16.107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12769 12472 8146,'-6'6'0,"0"4"0,-4-4 2237,2 6 1,2 1-904,2 2 0,3 8-506,-3 7 1,3 4-377,1 4 0,0 6-196,0 9 1,5 0-213,3 8 0,2-1 255,1 1 0,1 2-925,-7-29 0,1 1 1,5 28 95,1-2 1,-1-9-243,1-6 0,-1-10-131,0-5 1,-3-11-1960,0-1 944,-6-5 1388,8-7 1,-8-4-620,1-6 1149,-1-9 0,-2-11 0,0-6 0</inkml:trace>
  <inkml:trace contextRef="#ctx0" brushRef="#br0" timeOffset="1">12837 12609 7986,'0'-46'0,"0"4"0,0 0 0,-1 5 388,-3-1 0,1 7-32,-4 0 1,3 10 18,-4-2 0,1 5-45,-5 3 0,5 5 89,-1 10 0,1 5 115,-5 2 0,2 14-141,2 5 1,-2 10-122,3 2 1,-7 9-20,-2-2 1,0 7-799,1-2 1,2 3 82,-2-3 1,-2 3-476,2-3 1,0-2 468,3-6 468,1-8 0,1-2 0,2-8 0,4-6 0,3-7 0</inkml:trace>
  <inkml:trace contextRef="#ctx0" brushRef="#br0" timeOffset="2">12620 12506 7986,'0'-12'1328,"0"1"0,0 3 190,0 1 1,1 4-746,3-1 1,4 4 331,7 4 0,3 6-483,5 6 0,3 8 333,1-1 0,5 6-919,-2-3 0,-1 4-829,2-8 1,2 6-282,1-9 0,1 2-2920,-8-6 3904,0-2 1,1 3-1,1-4 1</inkml:trace>
  <inkml:trace contextRef="#ctx0" brushRef="#br0" timeOffset="3">12814 14550 7930,'0'-16'0,"0"3"367,0-2 0,0 2 1211,0 2-1191,0 4 1,-1-7-59,-3 3 1,2-2-111,-6 6 1,2-4-353,-2 4 0,-1-7 163,5-1 0,-5 3-446,2 5 0,-3 0 269,-2 0 1,1 2 31,-1 5 0,1 0 114,0 0 1,-5 5-44,1 2 1,-4 9 591,4 3 1,0 2-236,3 2 0,1 0 782,-1 0 0,-2-1-432,3 1 0,-3 0 396,6 0 1,3-4-257,2 0 1,1-1-38,2 1 0,0-3-336,0-4 1,5-1-156,3 1 1,6-1-259,1 0 0,5-3 135,-1 0 0,3-6-576,1 2 1,1 1 8,3-1 1,-3 0-298,2-4 1,-1 0 262,-3 0 0,5 1-160,0 3 0,-2-2 196,-6 6 0,-2 1-6,-6 6 0,-1-1 189,-2 5 0,-4 0-4,-8 4 1,-6 5 3,-6 2 1,-8 2 9,1-1 1,-3 2-521,-1-3 1,2-2-28,-6-1 1,10-8-198,-2-4 1,8-8 963,-1-3 0,4-13 0,0-3 0</inkml:trace>
  <inkml:trace contextRef="#ctx0" brushRef="#br0" timeOffset="4">13168 14504 7851,'-16'0'0,"3"-5"0,-3 4 2027,4-3 1,1 3-730,-1 1 0,1 0 616,-1 0-816,6 0 67,-4 0-1390,9 5 1,1 1 210,7 6 1,3-1-230,2 1 0,-1 3 244,1 0 0,-1 2 70,1-2 1,0 3 38,3 5 0,-3-2 201,-1-2 0,5 3-224,-5-3 0,3 1 92,-3-1 1,1-4-264,-1-7 0,4-3 250,1-5 0,4-1-750,-1-3 1,3-5 310,0-10 1,0 0-374,-3-8 1,1-1 86,-4 2 1,1 0-41,-5 7 1,0-1 293,-8 5 1,4 0 295,-4 3 35,-1 1-282,-3-1 512,-5 1 1,3 3-103,-6 1 0,6 3-25,-2-4 0,3 4-215,1-3-497,0 4 24,5-2 258,1 5 316,5 0 1,-3 5-116,0 3 0,-5 2 23,5 1 1,-4 1-56,4-1 1,-5 1-143,5-1 1,-4 1-5,3-1 0,1-3-141,3-1 0,-3-3 28,0 4 1,-1-6 128,5 2 1,-1-1 474,1 0 0,-1-1-233,0 1 1,1-1 184,-1-2 0,1-4-92,-1 0 1,0-4 381,1 5 1,-1-6-105,1 1 1,-5-6 27,1-1 1,-2-2 55,2 2 1,2 1 20,-2-5 0,-2 5 164,2-1 0,-5 2-195,5 2 0,-4-4-303,3 0 1,0 3 89,0 4 0,4 5-224,-4-5 0,3 6-197,2-2 1,0 2-236,4 2 0,-7 6 185,2 1 0,0 5-247,1 3 0,2-1-6,-7 5 0,-2-1 126,-1 1 1,1 1-987,-1-5 930,0 5 0,-3-8-1785,3-1 1595,-3-4 0,4-18 632,-5-4 0,0-15 0,0-6 0</inkml:trace>
  <inkml:trace contextRef="#ctx0" brushRef="#br0" timeOffset="5">13899 14002 7851,'-11'-11'470,"1"-1"966,2 1 1374,-2 4-2074,9 2 1,-4 7-335,5 1 0,5 4-1413,2 4 0,5 1 336,3-1 675,-2-5 0,3 10 0,-5-4 0</inkml:trace>
  <inkml:trace contextRef="#ctx0" brushRef="#br0" timeOffset="6">14504 13854 7851,'0'-23'0,"0"4"0,0 0 0,0 8 0,0 0 139,-5 7 0,0 0 2078,-2 8 0,-3 8-768,2 7 0,2 4-154,-2 3 0,5 3-803,0 6 1,1 4-143,2 3 0,0 2-578,0 2 1,0 0 205,0-1 1,5 5-1018,3-1 1,2-3 797,2-4 1,0-7-858,4 0 0,-4-7-139,3-9 0,-1-8-103,2-7 1,-5-4 629,1-4 1,-2-4-622,-7-7 1331,6-3 0,-7-10 0,3-1 0</inkml:trace>
  <inkml:trace contextRef="#ctx0" brushRef="#br0" timeOffset="7">14345 14173 7851,'-28'0'0,"2"2"1348,-4 1 1,10 2 146,1 3 568,5 2-1521,2-9 0,11 5-310,5-6 0,10-2 6,5-2 0,6-6-740,2-5 0,4-4-256,0 4 0,-2-4-592,2 4 1,2-1 159,1 5 0,3 0-298,-7-1 1488,-2 6 0,5-4 0,-4 3 0</inkml:trace>
  <inkml:trace contextRef="#ctx0" brushRef="#br0" timeOffset="8">14916 14048 7851,'-17'-7'416,"-1"-3"0,-1 8-357,0-6 1,2 4 938,-2-3 1,-2 4-346,6-1 0,-4-1-165,4 1 1,-2 1 45,2 3 1,4 5-169,-1 2 0,1 3 102,3 2 1,2 4-99,-2 3 1,6 2 17,-2-2 0,3 2-124,1-2 0,0 3-237,0 1 0,3-2-234,1-2 0,5-2 222,-1-6 1,3 1-871,4-1 1,-1-5 437,5-2 1,2-5-284,5-7 1,0-2 192,4-13 0,-3 2-507,3-10 1,-1-4 26,2-7 1,-2-4 38,-2-3 0,-4-5 444,-12 24 0,0 0 0,7-29 504,-6-2 0,-2 0 0,-3 2 0,-3-1 0,-3-1 0</inkml:trace>
  <inkml:trace contextRef="#ctx0" brushRef="#br0" timeOffset="9">15064 13408 7851,'-11'-18'0,"4"2"2320,-3 4-1645,4 1 0,0 6 765,2 5 1,2 6-705,2 9 0,0 8 584,0 8 0,0 7-660,0 4 1,4 6-429,0 1 1,5 6-305,-1-2 0,2 4 297,1 4 0,1-6-240,-1 2 0,0-9 103,1-2 1,-1-7-387,1-8 0,-5-8 90,1-8-637,-6-8 1,7-7 350,-5-7 1,5-8-411,-1-5 1,-2-6 246,2-5 0,-1-5 382,5-2 0,-1 1 187,0 6 0,-3 3-91,0 6 1,-5 1 825,5 6 1,-4 1-299,4 10 1034,-6 0 1,4 4-562,-2 0 1,-1 5 1293,4 3 0,-3 4-680,4 3 1,-1-3-217,5 4 1,-1-4-1221,1 0 0,-1 3 0,0 0 0,1 0 0,-1-3 0,1 1-28,-1 2 1,2-1-2315,2 5 0,-2-5 410,2 1 1932,-2 3 0,-2-6 0,1 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2T02:02:49.657"/>
    </inkml:context>
    <inkml:brush xml:id="br0">
      <inkml:brushProperty name="height" value="0.053" units="cm"/>
      <inkml:brushProperty name="color" value="#FF0000"/>
    </inkml:brush>
  </inkml:definitions>
  <inkml:trace contextRef="#ctx0" brushRef="#br0">9788 5650 7853,'0'-23'-989,"0"0"1,0 0 2637,0 5 0,-2 1 0,-2 0 1493,-2 0-1143,-7 7-1310,11 3 1,-6 8-346,8 5 1,0 11-134,0 12 1,2 11-113,4 6 0,-2 6 66,7 5 1,-5 3 46,6 3 0,-9 4 26,3-4 0,-2 2-184,2-2 0,-4 2-47,3-7 0,3-7-53,-2-5 1,7-9-29,-1-3 1,-3-15 127,3-13 1,1-8-225,10-9 0,-2-12 75,8-23 1,-6-4-419,6-19 0,-3 2 60,3-13 0,2 3 138,-8 2 0,0 3 91,-6 14 0,-8 1 204,-3 5 0,-4 10 624,-2 8-407,0 7 1165,0 17-993,-8 3 1,7 9 206,-5 3 1,10 11 11,1 7 1,9 7-123,-3-1 1,5 5-39,1 7 0,0 3 10,0 7 0,1 1-98,-1 0 1,-6 5-116,1 0 1,-1 8 312,6-1 1,1-5-139,-1-2 1,0-11 2,0-5 1,3-7-120,2-5 1,5-12-240,8-11 0,-1-8-45,1-10 0,1-11 0,4-23 0,-1-2-428,7-15 0,-8-6-60,2-5 0,-4-10-2026,-1-3 1,-1 7 1203,1-6 1,-6 17-1031,-1 0 0,-5 12 1218,6-1 1,-14 20-2250,2 9 3371,-11 8 0,2 6 0,-8 4 0,0 3 0</inkml:trace>
  <inkml:trace contextRef="#ctx0" brushRef="#br0" timeOffset="1">11563 5615 7853,'-23'-11'1617,"0"-1"0,0 8 0,6-1 2088,-1 3-2653,9 2 991,1 0-1593,23 0 1,5 0-239,14 0 0,0 0-968,1 0 0,7 0 559,4 0 0,-2 0-1309,2 0 1,-8 0 794,2 0 1,3 5-1398,-3 1 1,-2 6 1104,-9-7 1,-6 9-464,-12-3 1466,-3-3 0,-8 15 0,0-4 0</inkml:trace>
  <inkml:trace contextRef="#ctx0" brushRef="#br0" timeOffset="2">11614 5822 7853,'-42'17'-1312,"8"-2"984,-1-3 1,9 1 5619,8-7-3468,9 0 1,3-6-300,12 0 0,5 0 285,12 0 1,0 2-938,12 3 0,-5-3-763,10 4 1,-1-4 10,1-2 0,-2 0-1462,8 0 0,-2 2-262,2 4 0,2-5-1128,-8 5 1,8-4 2730,-2-2 0,4 0 0,2 0 0</inkml:trace>
  <inkml:trace contextRef="#ctx0" brushRef="#br0" timeOffset="3">12717 5632 7853,'-7'-11'0,"-5"-1"2577,-3 1-1802,5-6 1,4 5 0,12 3 0,8-1 1029,7 0 1,7 7-1054,13-3 0,3-2 118,7 2 1,9-1-366,3 1 0,12 4-228,5-4 0,6 5 60,6 1 0,2 0-954,3 0 0,-3 0 585,-8 0 1,-5 5-624,-1 1 1,-15 5-1380,-1-5 1,-9 0 1013,-3-6 1,-6 0-478,0 0 0,-8 0 1497,2 0 0,-3-6 0,-3 0 0,1 1 0</inkml:trace>
  <inkml:trace contextRef="#ctx0" brushRef="#br0" timeOffset="4">13562 6028 7853,'0'-17'473,"-2"-4"1,-2 2-1,-4 4 1430,-1-1 0,3 7-270,-6-3 1045,9 1-1298,-13-6-1203,14 7-87,-13 2 1,11 16-274,-7 4 0,1 5 224,-1 6 1,-10 5-288,3 13 0,-5-3 130,0 8 0,-3 6-53,-9 5 1,1 8-286,-1-2 0,-5-2-55,0 3 0,0-3 183,5 2 0,3 0 165,3-11 1,4-6-1399,8-18 562,7-3-10,2-15 0,10-6 144,4-16 0,9-9-150,8-19 0,2-4 604,-2-8 0,-4 1 409,4-1 0,-2-4 0,2 5 0,4 3 0</inkml:trace>
  <inkml:trace contextRef="#ctx0" brushRef="#br0" timeOffset="5">13217 6218 7853,'17'-44'0,"0"-4"831,1 8-310,-9 7-246,7 8 0,-13 8 1855,9 0-1402,-1 0 0,1 7 1226,-1 4 1,1-1-1008,5 1 1,0 0-12,1 6 1,-1 8-417,0 3 0,0 7-46,0 5 0,-5 3-115,-1 9 0,-1 7-361,1 4 0,-3 9-135,-8 3 0,0 7-165,0-2 1,0-4-682,0-1 0,0 1 455,0-1 0,0-1-1108,0-5 1,0-8 781,0-4 0,0-9 26,0-3 0,6-7-154,0 2-1426,-1-11 1466,-5-5 0,0-14-660,0-5 1602,-7-3 0,-11-10 0,-8-2 0</inkml:trace>
  <inkml:trace contextRef="#ctx0" brushRef="#br0" timeOffset="6">13251 6373 7853,'-17'-25'0,"-4"6"0,4-4 4809,3 4-3213,7 2 0,5 5-76,-4 1 1275,4 7-1829,10-11 0,1 13-2,9-4-1442,7-4 447,1 8 1,9-5-1090,-1 7-1185,1 0 1161,7 7 1,-4-3-1178,8 8 2321,0-1 0,13 6 0,3 1 0</inkml:trace>
  <inkml:trace contextRef="#ctx0" brushRef="#br0" timeOffset="7">13562 4289 7853,'-2'-17'553,"-4"-1"1,2 7 2296,-7-1-1870,-1 9 1,-3-3-27,3 12 1,-1 3-587,7 8 0,-7 8-157,1 4 1,3 4-153,-3 1 1,6 2 66,-5 5 0,0-3-73,-7 8 1,1 0 118,0 5 1,0 1-54,-1 0 1,7-3-41,-1-3 1,7 2 63,-7-8 1,8-5 181,-1-6 0,3-8 224,2 2-12,0-12 1,7-1-137,5-5 0,3-3 361,2 4 0,1-6-281,-1-6 1,8 2 107,3-7 1,-1 5-191,2-5 1,0 1-248,5-1 1,3-3 22,3 9 1,-6-7-112,1 6 0,-1-1-287,-5 1 1,-2 4 225,1-4-1163,-7 4 0,4 2-80,-7 0-918,-9 0 1,-1 2 1081,-8 4 1,0-2-3397,0 7 4472,0 1 0,0 5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t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defTabSz="965200" eaLnBrk="0" hangingPunct="0">
              <a:defRPr sz="1100" b="0" i="1"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1775"/>
            <a:ext cx="31718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00" tIns="0" rIns="2010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sz="1100" b="0" i="1">
                <a:latin typeface="Times New Roman" charset="0"/>
              </a:defRPr>
            </a:lvl1pPr>
          </a:lstStyle>
          <a:p>
            <a:fld id="{C7E9A20B-E167-2E4E-BE18-AA9F5BF5FBB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154" tIns="48580" rIns="97154" bIns="48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notes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343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8413" y="727075"/>
            <a:ext cx="4781550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151473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ternetlivestats.com/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965200"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4EF427-E3A8-D542-91D3-317F25033480}" type="slidenum"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ＭＳ Ｐゴシック" charset="0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ＭＳ Ｐゴシック" charset="0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8413" y="727075"/>
            <a:ext cx="4781550" cy="3586163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30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206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8413" y="727075"/>
            <a:ext cx="4781550" cy="35861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34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364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hape 40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3794" name="Shape 41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1772835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hape 6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5842" name="Shape 62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4129561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hape 102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7890" name="Shape 103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31775081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hape 146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9938" name="Shape 147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4098502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hape 192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1986" name="Shape 193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961075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hape 24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4034" name="Shape 242"/>
          <p:cNvSpPr>
            <a:spLocks noGrp="1"/>
          </p:cNvSpPr>
          <p:nvPr>
            <p:ph type="body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x-none" altLang="x-none" sz="2300"/>
          </a:p>
        </p:txBody>
      </p:sp>
    </p:spTree>
    <p:extLst>
      <p:ext uri="{BB962C8B-B14F-4D97-AF65-F5344CB8AC3E}">
        <p14:creationId xmlns:p14="http://schemas.microsoft.com/office/powerpoint/2010/main" val="2291151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Shape 12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63" name="Shape 12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125703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Shape 12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63" name="Shape 12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315822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Shape 126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1263" name="Shape 126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41558493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https://www.internetlivestats.com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96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4581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46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750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0649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/>
          <a:p>
            <a:r>
              <a:rPr lang="en-US">
                <a:ea typeface="ＭＳ Ｐゴシック" charset="0"/>
                <a:cs typeface="ＭＳ Ｐゴシック" charset="0"/>
              </a:rPr>
              <a:t>Row vs column</a:t>
            </a:r>
          </a:p>
        </p:txBody>
      </p:sp>
      <p:sp>
        <p:nvSpPr>
          <p:cNvPr id="106499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414" y="8685894"/>
            <a:ext cx="2972098" cy="45659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6493" tIns="43247" rIns="86493" bIns="43247"/>
          <a:lstStyle>
            <a:lvl1pPr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02756" indent="-270291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081164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513629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1946095" indent="-216233" defTabSz="905475" eaLnBrk="0" hangingPunct="0"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378560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811026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243491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675957" indent="-216233" algn="r" defTabSz="905475" eaLnBrk="0" fontAlgn="base" hangingPunct="0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eaLnBrk="1" hangingPunct="1"/>
            <a:fld id="{9896610A-824C-E640-895C-51CF8E6845E5}" type="slidenum">
              <a:rPr lang="en-US" sz="1200" b="0">
                <a:latin typeface="Times New Roman" charset="0"/>
              </a:rPr>
              <a:pPr eaLnBrk="1" hangingPunct="1"/>
              <a:t>68</a:t>
            </a:fld>
            <a:endParaRPr lang="en-US" sz="120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8957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38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802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Shape 97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977" name="Shape 97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3000" dirty="0"/>
          </a:p>
        </p:txBody>
      </p:sp>
    </p:spTree>
    <p:extLst>
      <p:ext uri="{BB962C8B-B14F-4D97-AF65-F5344CB8AC3E}">
        <p14:creationId xmlns:p14="http://schemas.microsoft.com/office/powerpoint/2010/main" val="34396653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E9A20B-E167-2E4E-BE18-AA9F5BF5FBB1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856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262" name="Shape 2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1266769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7A6ABD5D-5C43-3B8B-4A47-61649E3D115D}"/>
              </a:ext>
            </a:extLst>
          </p:cNvPr>
          <p:cNvGrpSpPr/>
          <p:nvPr/>
        </p:nvGrpSpPr>
        <p:grpSpPr>
          <a:xfrm>
            <a:off x="-37202" y="-17808"/>
            <a:ext cx="9251052" cy="6875808"/>
            <a:chOff x="-37202" y="-17808"/>
            <a:chExt cx="9251052" cy="687580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FDF3C8-2579-FE76-C255-8D388A2880AF}"/>
                </a:ext>
              </a:extLst>
            </p:cNvPr>
            <p:cNvGrpSpPr/>
            <p:nvPr/>
          </p:nvGrpSpPr>
          <p:grpSpPr>
            <a:xfrm>
              <a:off x="-37202" y="-17808"/>
              <a:ext cx="9244426" cy="1548158"/>
              <a:chOff x="-37202" y="-17808"/>
              <a:chExt cx="9244426" cy="1548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D509864-1F3D-8C50-E36A-348788167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40960" y="-11183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E07DA5-2FB8-1986-62D0-9BB0764651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7202" y="-17808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766DB696-4315-02EB-D756-79083474C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-635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6" name="Picture 5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0A6BFE68-C6E3-7A10-DCB8-5FD39DDBA1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9824" y="-11183"/>
                <a:ext cx="787400" cy="9525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743C08E-B7FB-2D84-E28E-CC3A7E03C06F}"/>
                </a:ext>
              </a:extLst>
            </p:cNvPr>
            <p:cNvGrpSpPr/>
            <p:nvPr/>
          </p:nvGrpSpPr>
          <p:grpSpPr>
            <a:xfrm>
              <a:off x="-37202" y="769936"/>
              <a:ext cx="9251052" cy="6088064"/>
              <a:chOff x="-37202" y="769936"/>
              <a:chExt cx="9251052" cy="608806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BA3378A-AFC4-1653-B4E5-9C6B3D6766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803132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53205CB-0D4F-3284-FBBF-4BC351A30A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796507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C72CAB5D-6617-2E21-A6CA-E328F087A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8163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AC10B77-A31F-38D5-8382-985CF6E443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22888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A3D89739-FD09-01B4-E7B4-C701FC01DE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7525" y="38322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73D27228-5C6E-DC91-30A7-0AFAC1693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0637" y="3825599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5C2DA61-3005-968A-BDF3-075B1EEF4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769936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66484D52-BFEA-C60D-525E-8A2E735CE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9880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EDF70D3-66A0-0672-CB97-8ED9B35050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05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6A4AD92-9E85-875E-19B0-E18A6D7FBE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1737" y="38100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0FF33F9-2A42-D7B7-13B2-7D74E6EE83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5111" y="2295524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F948A23-E96A-3660-C39C-A546002B61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5321300"/>
                <a:ext cx="3098800" cy="1536700"/>
              </a:xfrm>
              <a:prstGeom prst="rect">
                <a:avLst/>
              </a:prstGeom>
            </p:spPr>
          </p:pic>
          <p:pic>
            <p:nvPicPr>
              <p:cNvPr id="20" name="Picture 19" descr="Diagram, schematic&#10;&#10;Description automatically generated">
                <a:extLst>
                  <a:ext uri="{FF2B5EF4-FFF2-40B4-BE49-F238E27FC236}">
                    <a16:creationId xmlns:a16="http://schemas.microsoft.com/office/drawing/2014/main" id="{8B622CB2-32C0-5EFC-FFC0-B7C19B9D93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898" y="5981700"/>
                <a:ext cx="825500" cy="901700"/>
              </a:xfrm>
              <a:prstGeom prst="rect">
                <a:avLst/>
              </a:prstGeom>
            </p:spPr>
          </p:pic>
        </p:grpSp>
      </p:grpSp>
      <p:sp>
        <p:nvSpPr>
          <p:cNvPr id="18440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96" charset="2"/>
              <a:buNone/>
              <a:defRPr/>
            </a:lvl1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8441" name="Rectangle 9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20574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16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56800-6334-BE84-16B6-7402A699A2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93E6A-DFC3-F407-380A-65EE47A5BD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832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6FBCA-2034-049B-7243-88D60D4898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D3DFD9-081B-E3C1-6BDB-F23B9D5426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48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86200" cy="44196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8B70F-5298-827C-1F78-46F1790437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621DC-16FE-7694-2F83-79847B007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549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258BA9-ABEF-2D2D-F1E7-F2356DD503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6F0A74-64F4-300F-53EB-BC2B1B6CDC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70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5C166-3163-C0BB-0B5E-A60433A07D1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18343-21BC-17F6-D79A-F8EF5B15B4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80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733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473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22297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6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867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867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78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title style</a:t>
            </a:r>
            <a:endParaRPr/>
          </a:p>
        </p:txBody>
      </p:sp>
      <p:sp>
        <p:nvSpPr>
          <p:cNvPr id="11" name="Shape 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37584" indent="-401822">
              <a:spcBef>
                <a:spcPts val="1687"/>
              </a:spcBef>
              <a:buChar char="-"/>
              <a:defRPr sz="2500" i="1"/>
            </a:lvl2pPr>
            <a:lvl3pPr marL="1250112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3pPr>
            <a:lvl4pPr marL="1562640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4pPr>
            <a:lvl5pPr marL="1875168" indent="-401822">
              <a:spcBef>
                <a:spcPts val="1687"/>
              </a:spcBef>
              <a:buFont typeface="Gill Sans"/>
              <a:buChar char="-"/>
              <a:defRPr sz="2500" i="1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C076283-46FE-75A6-72E4-8CE13BC3D9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6B11F8-0795-6902-0730-FC53F014C6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94082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9187BA-81F8-B3C4-BE54-802E5CB4AADB}"/>
              </a:ext>
            </a:extLst>
          </p:cNvPr>
          <p:cNvGrpSpPr/>
          <p:nvPr/>
        </p:nvGrpSpPr>
        <p:grpSpPr>
          <a:xfrm>
            <a:off x="-37202" y="769936"/>
            <a:ext cx="9251052" cy="6088064"/>
            <a:chOff x="-37202" y="769936"/>
            <a:chExt cx="9251052" cy="60880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BC71FB7-FA16-2D27-CACE-D02A556CD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803132"/>
              <a:ext cx="3098800" cy="15367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7861273-92E0-492B-CA3C-71BA2BBCF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796507"/>
              <a:ext cx="3098800" cy="15367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6201456-9595-A276-41A8-30205C2FE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8163" y="2295524"/>
              <a:ext cx="3098800" cy="15367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F482A01-0A49-6750-039E-5DF6F6D8C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2288899"/>
              <a:ext cx="3098800" cy="15367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1AB3331-87E4-5291-9B07-04FBF9319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57525" y="3832224"/>
              <a:ext cx="3098800" cy="15367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03EAB-DE9B-8605-F5EA-86EE04BB7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637" y="3825599"/>
              <a:ext cx="3098800" cy="15367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8BC458A-594C-2231-0980-29D3BCD4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769936"/>
              <a:ext cx="3098800" cy="15367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6605DDB-0D60-730A-9DC4-C473EFEB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98800" y="5321300"/>
              <a:ext cx="3098800" cy="15367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E3E6929-9A7F-4C0B-5CAA-0969F1F1A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5050" y="5321300"/>
              <a:ext cx="3098800" cy="15367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1D58DE-9738-3628-3BB8-CDE6E501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1737" y="3810000"/>
              <a:ext cx="3098800" cy="15367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67987B-DB8A-1727-6CAC-CEB7FF1A9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2295524"/>
              <a:ext cx="3098800" cy="15367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D0A162-213F-2600-105C-FE0FC8A8E8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321300"/>
              <a:ext cx="3098800" cy="1536700"/>
            </a:xfrm>
            <a:prstGeom prst="rect">
              <a:avLst/>
            </a:prstGeom>
          </p:spPr>
        </p:pic>
        <p:pic>
          <p:nvPicPr>
            <p:cNvPr id="19" name="Picture 18" descr="Diagram, schematic&#10;&#10;Description automatically generated">
              <a:extLst>
                <a:ext uri="{FF2B5EF4-FFF2-40B4-BE49-F238E27FC236}">
                  <a16:creationId xmlns:a16="http://schemas.microsoft.com/office/drawing/2014/main" id="{DB469211-2D9E-AB17-3FC0-B7AEAAB22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898" y="5981700"/>
              <a:ext cx="825500" cy="9017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C3F89B2-E890-6C43-5892-22AD02C50523}"/>
              </a:ext>
            </a:extLst>
          </p:cNvPr>
          <p:cNvGrpSpPr/>
          <p:nvPr/>
        </p:nvGrpSpPr>
        <p:grpSpPr>
          <a:xfrm>
            <a:off x="-37202" y="-17808"/>
            <a:ext cx="9244426" cy="1548158"/>
            <a:chOff x="-37202" y="-17808"/>
            <a:chExt cx="9244426" cy="1548158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50C326B-E0CE-7E4B-AAB3-6C17E7E24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0960" y="-11183"/>
              <a:ext cx="3098800" cy="153670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E40EC80-B3CD-B537-331F-0ADE24D7A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7202" y="-17808"/>
              <a:ext cx="3098800" cy="15367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4A493CE-633E-1F89-D9FA-C4320B1A3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05111" y="-6350"/>
              <a:ext cx="3098800" cy="1536700"/>
            </a:xfrm>
            <a:prstGeom prst="rect">
              <a:avLst/>
            </a:prstGeom>
          </p:spPr>
        </p:pic>
        <p:pic>
          <p:nvPicPr>
            <p:cNvPr id="22" name="Picture 21" descr="Diagram, schematic&#10;&#10;Description automatically generated">
              <a:extLst>
                <a:ext uri="{FF2B5EF4-FFF2-40B4-BE49-F238E27FC236}">
                  <a16:creationId xmlns:a16="http://schemas.microsoft.com/office/drawing/2014/main" id="{63BA936B-D5C9-23EF-D13E-28E80A17A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19824" y="-11183"/>
              <a:ext cx="787400" cy="952500"/>
            </a:xfrm>
            <a:prstGeom prst="rect">
              <a:avLst/>
            </a:prstGeom>
          </p:spPr>
        </p:pic>
      </p:grpSp>
      <p:sp>
        <p:nvSpPr>
          <p:cNvPr id="1028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002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37" name="Line 13"/>
          <p:cNvSpPr>
            <a:spLocks noChangeShapeType="1"/>
          </p:cNvSpPr>
          <p:nvPr/>
        </p:nvSpPr>
        <p:spPr bwMode="auto">
          <a:xfrm>
            <a:off x="0" y="1371600"/>
            <a:ext cx="8305800" cy="0"/>
          </a:xfrm>
          <a:prstGeom prst="line">
            <a:avLst/>
          </a:prstGeom>
          <a:noFill/>
          <a:ln w="44450">
            <a:solidFill>
              <a:srgbClr val="FFCB05"/>
            </a:solidFill>
            <a:round/>
            <a:headEnd/>
            <a:tailEnd/>
          </a:ln>
          <a:effectLst>
            <a:outerShdw dist="53882" dir="2700000" algn="ctr" rotWithShape="0">
              <a:srgbClr val="D3A600"/>
            </a:outerShdw>
          </a:effectLst>
        </p:spPr>
        <p:txBody>
          <a:bodyPr wrap="none" anchor="ctr"/>
          <a:lstStyle/>
          <a:p>
            <a:pPr eaLnBrk="0" hangingPunct="0"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9C51-8850-8B4B-97BB-F12E7B15E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397EC8AD-C9B9-C2A9-BCD1-F1E8E706B6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9836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280C2-1938-4849-A597-1B25F1D80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05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500" b="0">
          <a:solidFill>
            <a:schemeClr val="tx1"/>
          </a:solidFill>
          <a:effectLst/>
          <a:latin typeface="Helvetica Neue" panose="02000503000000020004" pitchFamily="2" charset="0"/>
          <a:ea typeface="Helvetica Neue" panose="02000503000000020004" pitchFamily="2" charset="0"/>
          <a:cs typeface="Helvetica Neue" panose="02000503000000020004" pitchFamily="2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  <a:ea typeface="ＭＳ Ｐゴシック" charset="-128"/>
          <a:cs typeface="ＭＳ Ｐゴシック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Ø"/>
        <a:defRPr sz="28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itchFamily="2" charset="2"/>
        <a:buChar char="q"/>
        <a:defRPr sz="2400">
          <a:solidFill>
            <a:schemeClr val="accent2"/>
          </a:solidFill>
          <a:latin typeface="+mn-lt"/>
          <a:ea typeface="ＭＳ Ｐゴシック" charset="-128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accent2"/>
          </a:solidFill>
          <a:latin typeface="+mn-lt"/>
          <a:ea typeface="ＭＳ Ｐゴシック" charset="-128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n"/>
        <a:defRPr sz="1200">
          <a:solidFill>
            <a:schemeClr val="accent2"/>
          </a:solidFill>
          <a:latin typeface="+mn-lt"/>
          <a:ea typeface="ＭＳ Ｐゴシック" charset="-128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charset="0"/>
        <a:buChar char="l"/>
        <a:defRPr sz="1200">
          <a:solidFill>
            <a:schemeClr val="accent2"/>
          </a:solidFill>
          <a:latin typeface="+mn-lt"/>
          <a:ea typeface="ＭＳ Ｐゴシック" charset="-128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SzPct val="50000"/>
        <a:buFont typeface="Monotype Sorts" pitchFamily="96" charset="2"/>
        <a:buChar char="l"/>
        <a:defRPr sz="1200"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azza.com/cuhk.edu.hk/spring2025/csci4430" TargetMode="External"/><Relationship Id="rId2" Type="http://schemas.openxmlformats.org/officeDocument/2006/relationships/hyperlink" Target="https://github.com/henryhxu/CSCI4430-ESTR4120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enryhxu.github.io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personalpages.manchester.ac.uk/staff/m.dodge/cybergeography/atlas/historical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://personalpages.manchester.ac.uk/staff/m.dodge/cybergeography/atlas/historical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personalpages.manchester.ac.uk/staff/m.dodge/cybergeography/atlas/historical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personalpages.manchester.ac.uk/staff/m.dodge/cybergeography/atlas/historical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8150" y="3733800"/>
            <a:ext cx="8248650" cy="1220647"/>
          </a:xfrm>
        </p:spPr>
        <p:txBody>
          <a:bodyPr/>
          <a:lstStyle/>
          <a:p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Hong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Xu,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Henry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CSE@CUHK,</a:t>
            </a:r>
            <a:r>
              <a:rPr lang="zh-CN" altLang="en-US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latin typeface="Arial" charset="0"/>
                <a:ea typeface="ＭＳ Ｐゴシック" charset="0"/>
                <a:cs typeface="ＭＳ Ｐゴシック" charset="0"/>
              </a:rPr>
              <a:t>2025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 algn="l"/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Material with thanks to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 err="1">
                <a:latin typeface="Arial" charset="0"/>
                <a:ea typeface="ＭＳ Ｐゴシック" charset="0"/>
                <a:cs typeface="ＭＳ Ｐゴシック" charset="0"/>
              </a:rPr>
              <a:t>Mosharaf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Chowdhury,</a:t>
            </a:r>
            <a:r>
              <a:rPr lang="zh-CN" alt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Aditya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Akella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Sugih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Jamin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Philip Levis, Sylvia Ratnasamy, Peter </a:t>
            </a:r>
            <a:r>
              <a:rPr lang="en-US" sz="1800" i="1" dirty="0" err="1">
                <a:latin typeface="Arial" charset="0"/>
                <a:ea typeface="ＭＳ Ｐゴシック" charset="0"/>
                <a:cs typeface="ＭＳ Ｐゴシック" charset="0"/>
              </a:rPr>
              <a:t>Steenkiste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, and many other colleague</a:t>
            </a:r>
            <a:r>
              <a:rPr lang="en-US" altLang="zh-CN" sz="1800" i="1" dirty="0">
                <a:latin typeface="Arial" charset="0"/>
                <a:ea typeface="ＭＳ Ｐゴシック" charset="0"/>
                <a:cs typeface="ＭＳ Ｐゴシック" charset="0"/>
              </a:rPr>
              <a:t>s</a:t>
            </a:r>
            <a:r>
              <a:rPr lang="en-US" sz="1800" i="1" dirty="0">
                <a:latin typeface="Arial" charset="0"/>
                <a:ea typeface="ＭＳ Ｐゴシック" charset="0"/>
                <a:cs typeface="ＭＳ Ｐゴシック" charset="0"/>
              </a:rPr>
              <a:t>.</a:t>
            </a:r>
          </a:p>
          <a:p>
            <a:pPr>
              <a:buFont typeface="Monotype Sorts" charset="0"/>
              <a:buNone/>
            </a:pP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None/>
            </a:pPr>
            <a:endParaRPr lang="en-US" dirty="0">
              <a:effectLst>
                <a:outerShdw blurRad="38100" dist="38100" dir="2700000" algn="tl">
                  <a:srgbClr val="DDDDDD"/>
                </a:outerShdw>
              </a:effectLst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-3858" y="1090432"/>
            <a:ext cx="9144000" cy="2286000"/>
          </a:xfrm>
        </p:spPr>
        <p:txBody>
          <a:bodyPr/>
          <a:lstStyle/>
          <a:p>
            <a:pPr algn="ctr"/>
            <a:r>
              <a:rPr lang="en-US" altLang="zh-CN" dirty="0">
                <a:effectLst/>
              </a:rPr>
              <a:t>CSCI4430</a:t>
            </a:r>
            <a:r>
              <a:rPr lang="zh-CN" altLang="en-US" b="1" dirty="0">
                <a:ea typeface="ＭＳ Ｐゴシック" charset="0"/>
              </a:rPr>
              <a:t> </a:t>
            </a:r>
            <a:r>
              <a:rPr lang="en-US" dirty="0"/>
              <a:t>Computer Networks</a:t>
            </a:r>
            <a:br>
              <a:rPr lang="en-US" dirty="0">
                <a:effectLst/>
                <a:latin typeface="Arial Black" charset="0"/>
                <a:ea typeface="ＭＳ Ｐゴシック" charset="0"/>
                <a:cs typeface="ＭＳ Ｐゴシック" charset="0"/>
              </a:rPr>
            </a:br>
            <a:br>
              <a:rPr lang="en-US" sz="2400">
                <a:latin typeface="Arial Black" charset="0"/>
                <a:ea typeface="ＭＳ Ｐゴシック" charset="0"/>
                <a:cs typeface="ＭＳ Ｐゴシック" charset="0"/>
              </a:rPr>
            </a:br>
            <a:r>
              <a:rPr lang="en-US" altLang="zh-CN" sz="3200" b="1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Lecture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1: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Intro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and</a:t>
            </a:r>
            <a:r>
              <a:rPr lang="zh-CN" altLang="en-US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latin typeface="Arial" panose="020B0604020202020204" pitchFamily="34" charset="0"/>
                <a:ea typeface="ＭＳ Ｐゴシック" charset="0"/>
                <a:cs typeface="Arial" panose="020B0604020202020204" pitchFamily="34" charset="0"/>
              </a:rPr>
              <a:t>Overview</a:t>
            </a:r>
            <a:endParaRPr lang="en-US" b="1" dirty="0">
              <a:effectLst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Class policies, logistics, and roadmap</a:t>
            </a:r>
          </a:p>
          <a:p>
            <a:r>
              <a:rPr lang="en-US" dirty="0"/>
              <a:t>Overview of the basics</a:t>
            </a:r>
          </a:p>
          <a:p>
            <a:pPr lvl="1"/>
            <a:r>
              <a:rPr lang="en-US" dirty="0"/>
              <a:t>How is the network shared?</a:t>
            </a:r>
          </a:p>
          <a:p>
            <a:pPr lvl="1"/>
            <a:r>
              <a:rPr lang="en-US" dirty="0"/>
              <a:t>How do we evaluate a network?</a:t>
            </a:r>
          </a:p>
          <a:p>
            <a:pPr lvl="1"/>
            <a:r>
              <a:rPr 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What is a network made of?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A7110-46C5-944A-8204-D403F69077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64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2A5DA-1712-7840-B48F-EF212B209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altLang="zh-CN" dirty="0"/>
              <a:t>websites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B9F655-E4CF-9449-8B65-E20A86B2F9C0}"/>
              </a:ext>
            </a:extLst>
          </p:cNvPr>
          <p:cNvSpPr txBox="1"/>
          <p:nvPr/>
        </p:nvSpPr>
        <p:spPr>
          <a:xfrm>
            <a:off x="457200" y="2590800"/>
            <a:ext cx="8001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https://github.com/henryhxu/CSCI4430</a:t>
            </a:r>
            <a:endParaRPr lang="en-US" sz="2600" b="0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488F1-7F94-B542-ACC6-422228ECE5AD}"/>
              </a:ext>
            </a:extLst>
          </p:cNvPr>
          <p:cNvSpPr txBox="1"/>
          <p:nvPr/>
        </p:nvSpPr>
        <p:spPr>
          <a:xfrm>
            <a:off x="457200" y="4343400"/>
            <a:ext cx="8001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HK" sz="2600" b="0" dirty="0">
                <a:solidFill>
                  <a:schemeClr val="tx2"/>
                </a:solidFill>
                <a:hlinkClick r:id="rId3"/>
              </a:rPr>
              <a:t>https://piazza.com/cuhk.edu.hk/spring2025/csci4430</a:t>
            </a:r>
            <a:endParaRPr lang="en-HK" sz="2600" b="0" dirty="0">
              <a:solidFill>
                <a:schemeClr val="tx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784656-DAD2-6B41-8418-CD29B252BEE2}"/>
              </a:ext>
            </a:extLst>
          </p:cNvPr>
          <p:cNvSpPr txBox="1"/>
          <p:nvPr/>
        </p:nvSpPr>
        <p:spPr>
          <a:xfrm>
            <a:off x="457200" y="1978457"/>
            <a:ext cx="228139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/>
              <a:t>All</a:t>
            </a:r>
            <a:r>
              <a:rPr lang="zh-CN" altLang="en-US" sz="2600" dirty="0"/>
              <a:t> </a:t>
            </a:r>
            <a:r>
              <a:rPr lang="en-US" altLang="zh-CN" sz="2600" dirty="0"/>
              <a:t>materials:</a:t>
            </a:r>
            <a:endParaRPr lang="en-US" sz="2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F484B0-6355-9B43-96F8-075E33FDA1E0}"/>
              </a:ext>
            </a:extLst>
          </p:cNvPr>
          <p:cNvSpPr txBox="1"/>
          <p:nvPr/>
        </p:nvSpPr>
        <p:spPr>
          <a:xfrm>
            <a:off x="457200" y="3774758"/>
            <a:ext cx="318869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/>
              <a:t>Discussions,</a:t>
            </a:r>
            <a:r>
              <a:rPr lang="zh-CN" altLang="en-US" sz="2600" dirty="0"/>
              <a:t> </a:t>
            </a:r>
            <a:r>
              <a:rPr lang="en-US" altLang="zh-CN" sz="2600" dirty="0"/>
              <a:t>Q&amp;A: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592507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me:</a:t>
            </a:r>
            <a:r>
              <a:rPr lang="zh-CN" altLang="en-US" dirty="0"/>
              <a:t> </a:t>
            </a:r>
            <a:r>
              <a:rPr lang="en-US" dirty="0"/>
              <a:t>H</a:t>
            </a:r>
            <a:r>
              <a:rPr lang="en-US" altLang="zh-CN" dirty="0"/>
              <a:t>ong</a:t>
            </a:r>
            <a:r>
              <a:rPr lang="zh-CN" altLang="en-US" dirty="0"/>
              <a:t> </a:t>
            </a:r>
            <a:r>
              <a:rPr lang="en-US" altLang="zh-CN" dirty="0"/>
              <a:t>Xu,</a:t>
            </a:r>
            <a:r>
              <a:rPr lang="zh-CN" altLang="en-US" dirty="0"/>
              <a:t> </a:t>
            </a:r>
            <a:r>
              <a:rPr lang="en-US" altLang="zh-CN" dirty="0"/>
              <a:t>Henry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sz="2400" dirty="0"/>
              <a:t>P</a:t>
            </a:r>
            <a:r>
              <a:rPr lang="en-US" altLang="zh-CN" sz="2400" dirty="0" err="1"/>
              <a:t>h.D.</a:t>
            </a:r>
            <a:r>
              <a:rPr lang="zh-CN" altLang="en-US" sz="2400" dirty="0"/>
              <a:t> </a:t>
            </a:r>
            <a:r>
              <a:rPr lang="en-US" altLang="zh-CN" sz="2400" dirty="0"/>
              <a:t>from</a:t>
            </a:r>
            <a:r>
              <a:rPr lang="zh-CN" altLang="en-US" sz="2400" dirty="0"/>
              <a:t> </a:t>
            </a:r>
            <a:r>
              <a:rPr lang="en-US" altLang="zh-CN" sz="2400" dirty="0"/>
              <a:t>Toronto</a:t>
            </a:r>
            <a:endParaRPr lang="en-HK" sz="2400" dirty="0"/>
          </a:p>
          <a:p>
            <a:r>
              <a:rPr lang="en-US" altLang="zh-CN" sz="2400" dirty="0"/>
              <a:t>B.Eng.</a:t>
            </a:r>
            <a:r>
              <a:rPr lang="zh-CN" altLang="en-US" sz="2400" dirty="0"/>
              <a:t> </a:t>
            </a:r>
            <a:r>
              <a:rPr lang="en-US" altLang="zh-CN" sz="2400" dirty="0"/>
              <a:t>from</a:t>
            </a:r>
            <a:r>
              <a:rPr lang="zh-CN" altLang="en-US" sz="2400" dirty="0"/>
              <a:t> </a:t>
            </a:r>
            <a:r>
              <a:rPr lang="en-US" altLang="zh-CN" sz="2400" dirty="0"/>
              <a:t>CUHK,</a:t>
            </a:r>
            <a:r>
              <a:rPr lang="zh-CN" altLang="en-US" sz="2400" dirty="0"/>
              <a:t> </a:t>
            </a:r>
            <a:r>
              <a:rPr lang="en-US" altLang="zh-CN" sz="2400" dirty="0"/>
              <a:t>2003–2007,</a:t>
            </a:r>
            <a:r>
              <a:rPr lang="zh-CN" altLang="en-US" sz="2400" dirty="0"/>
              <a:t> </a:t>
            </a:r>
            <a:r>
              <a:rPr lang="en-US" altLang="zh-CN" sz="2400" dirty="0"/>
              <a:t>NA</a:t>
            </a:r>
            <a:r>
              <a:rPr lang="zh-CN" altLang="en-US" sz="2400" dirty="0"/>
              <a:t> </a:t>
            </a:r>
            <a:r>
              <a:rPr lang="en-US" altLang="zh-CN" sz="2400" dirty="0"/>
              <a:t>College</a:t>
            </a:r>
            <a:endParaRPr lang="en-US" sz="2400" dirty="0"/>
          </a:p>
          <a:p>
            <a:r>
              <a:rPr lang="en-US" sz="2400" dirty="0"/>
              <a:t>Research: </a:t>
            </a:r>
            <a:r>
              <a:rPr lang="en-US" altLang="zh-CN" sz="2400" dirty="0"/>
              <a:t>Computer</a:t>
            </a:r>
            <a:r>
              <a:rPr lang="zh-CN" altLang="en-US" sz="2400" dirty="0"/>
              <a:t> </a:t>
            </a:r>
            <a:r>
              <a:rPr lang="en-US" altLang="zh-CN" sz="2400" dirty="0"/>
              <a:t>networks,</a:t>
            </a:r>
            <a:r>
              <a:rPr lang="zh-CN" altLang="en-US" sz="2400" dirty="0"/>
              <a:t> </a:t>
            </a:r>
            <a:r>
              <a:rPr lang="en-US" altLang="zh-CN" sz="2400" dirty="0"/>
              <a:t>ML</a:t>
            </a:r>
            <a:r>
              <a:rPr lang="zh-CN" altLang="en-US" sz="2400" dirty="0"/>
              <a:t> </a:t>
            </a:r>
            <a:r>
              <a:rPr lang="en-US" altLang="zh-CN" sz="2400" dirty="0"/>
              <a:t>systems</a:t>
            </a:r>
            <a:endParaRPr lang="en-US" sz="2400" dirty="0"/>
          </a:p>
          <a:p>
            <a:pPr lvl="1"/>
            <a:r>
              <a:rPr lang="en-US" sz="2200" kern="1200" dirty="0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https://henryhxu.github.io/</a:t>
            </a:r>
            <a:endParaRPr lang="en-US" sz="2200" kern="1200" dirty="0">
              <a:solidFill>
                <a:schemeClr val="tx2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r>
              <a:rPr lang="en-US" altLang="zh-CN" sz="2400" dirty="0"/>
              <a:t>Research</a:t>
            </a:r>
            <a:r>
              <a:rPr lang="zh-CN" altLang="en-US" sz="2400" dirty="0"/>
              <a:t> </a:t>
            </a:r>
            <a:r>
              <a:rPr lang="en-US" altLang="zh-CN" sz="2400" dirty="0"/>
              <a:t>opportunities</a:t>
            </a:r>
            <a:r>
              <a:rPr lang="zh-CN" altLang="en-US" sz="2400" dirty="0"/>
              <a:t> </a:t>
            </a:r>
            <a:r>
              <a:rPr lang="en-US" altLang="zh-CN" sz="2400" dirty="0"/>
              <a:t>available</a:t>
            </a:r>
          </a:p>
          <a:p>
            <a:endParaRPr lang="en-US" dirty="0"/>
          </a:p>
          <a:p>
            <a:r>
              <a:rPr lang="en-US" sz="2400" dirty="0">
                <a:solidFill>
                  <a:schemeClr val="accent6"/>
                </a:solidFill>
              </a:rPr>
              <a:t>Office hours: </a:t>
            </a:r>
            <a:r>
              <a:rPr lang="en-US" altLang="zh-CN" sz="2400" dirty="0">
                <a:solidFill>
                  <a:schemeClr val="accent6"/>
                </a:solidFill>
              </a:rPr>
              <a:t>Tue</a:t>
            </a:r>
            <a:r>
              <a:rPr lang="en-US" sz="2400" dirty="0">
                <a:solidFill>
                  <a:schemeClr val="accent6"/>
                </a:solidFill>
              </a:rPr>
              <a:t> 10am–12pm (</a:t>
            </a:r>
            <a:r>
              <a:rPr lang="en-US" altLang="zh-CN" sz="2400" dirty="0">
                <a:solidFill>
                  <a:schemeClr val="accent6"/>
                </a:solidFill>
              </a:rPr>
              <a:t>can</a:t>
            </a:r>
            <a:r>
              <a:rPr lang="zh-CN" altLang="en-US" sz="2400" dirty="0">
                <a:solidFill>
                  <a:schemeClr val="accent6"/>
                </a:solidFill>
              </a:rPr>
              <a:t> </a:t>
            </a:r>
            <a:r>
              <a:rPr lang="en-US" altLang="zh-CN" sz="2400" dirty="0">
                <a:solidFill>
                  <a:schemeClr val="accent6"/>
                </a:solidFill>
              </a:rPr>
              <a:t>be</a:t>
            </a:r>
            <a:r>
              <a:rPr lang="zh-CN" altLang="en-US" sz="2400" dirty="0">
                <a:solidFill>
                  <a:schemeClr val="accent6"/>
                </a:solidFill>
              </a:rPr>
              <a:t> </a:t>
            </a:r>
            <a:r>
              <a:rPr lang="en-US" sz="2400" dirty="0">
                <a:solidFill>
                  <a:schemeClr val="accent6"/>
                </a:solidFill>
              </a:rPr>
              <a:t>virtual)</a:t>
            </a:r>
            <a:endParaRPr lang="en-US" sz="2400" b="1" dirty="0">
              <a:solidFill>
                <a:schemeClr val="accent6"/>
              </a:solidFill>
            </a:endParaRPr>
          </a:p>
          <a:p>
            <a:pPr lvl="1"/>
            <a:r>
              <a:rPr lang="en-US" altLang="zh-CN" dirty="0"/>
              <a:t>B</a:t>
            </a:r>
            <a:r>
              <a:rPr lang="en-US" dirty="0"/>
              <a:t>y appointment (via </a:t>
            </a:r>
            <a:r>
              <a:rPr lang="en-US" altLang="zh-CN" dirty="0"/>
              <a:t>Piazza</a:t>
            </a:r>
            <a:r>
              <a:rPr lang="zh-CN" altLang="en-US" dirty="0"/>
              <a:t> </a:t>
            </a:r>
            <a:r>
              <a:rPr lang="en-US" altLang="zh-CN" dirty="0"/>
              <a:t>private</a:t>
            </a:r>
            <a:r>
              <a:rPr lang="zh-CN" altLang="en-US" dirty="0"/>
              <a:t> </a:t>
            </a:r>
            <a:r>
              <a:rPr lang="en-US" altLang="zh-CN" dirty="0"/>
              <a:t>messages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747FA-5D3F-484B-84FB-AD04074C08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2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</a:t>
            </a:r>
            <a:r>
              <a:rPr lang="zh-CN" altLang="en-US" dirty="0"/>
              <a:t> </a:t>
            </a:r>
            <a:r>
              <a:rPr lang="en-US" altLang="zh-CN" dirty="0"/>
              <a:t>team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Wu</a:t>
            </a:r>
            <a:r>
              <a:rPr lang="zh-CN" altLang="en-US" sz="2400" dirty="0"/>
              <a:t> </a:t>
            </a:r>
            <a:r>
              <a:rPr lang="en-US" altLang="zh-CN" sz="2400" dirty="0" err="1"/>
              <a:t>Shaofeng</a:t>
            </a:r>
            <a:r>
              <a:rPr lang="zh-CN" altLang="en-US" sz="2400" dirty="0"/>
              <a:t> </a:t>
            </a:r>
            <a:r>
              <a:rPr lang="en-US" altLang="zh-CN" sz="2400" dirty="0"/>
              <a:t>(head</a:t>
            </a:r>
            <a:r>
              <a:rPr lang="zh-CN" altLang="en-US" sz="2400" dirty="0"/>
              <a:t> </a:t>
            </a:r>
            <a:r>
              <a:rPr lang="en-US" altLang="zh-CN" sz="2400" dirty="0"/>
              <a:t>TA),</a:t>
            </a:r>
            <a:r>
              <a:rPr lang="zh-CN" altLang="en-US" sz="2400" dirty="0"/>
              <a:t> </a:t>
            </a:r>
            <a:r>
              <a:rPr lang="en-US" altLang="zh-CN" sz="2400" dirty="0"/>
              <a:t>Yang</a:t>
            </a:r>
            <a:r>
              <a:rPr lang="zh-CN" altLang="en-US" sz="2400" dirty="0"/>
              <a:t> </a:t>
            </a:r>
            <a:r>
              <a:rPr lang="en-US" altLang="zh-CN" sz="2400" dirty="0" err="1"/>
              <a:t>Yitao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/>
              <a:t>Feng</a:t>
            </a:r>
            <a:r>
              <a:rPr lang="zh-CN" altLang="en-US" sz="2400" dirty="0"/>
              <a:t> </a:t>
            </a:r>
            <a:r>
              <a:rPr lang="en-US" altLang="zh-CN" sz="2400" dirty="0" err="1"/>
              <a:t>Yicheng</a:t>
            </a:r>
            <a:endParaRPr lang="en-US" dirty="0"/>
          </a:p>
          <a:p>
            <a:r>
              <a:rPr lang="en-US" sz="2400" dirty="0">
                <a:solidFill>
                  <a:schemeClr val="accent6"/>
                </a:solidFill>
              </a:rPr>
              <a:t>Office hours: </a:t>
            </a:r>
            <a:r>
              <a:rPr lang="en-US" altLang="zh-CN" sz="2400" dirty="0">
                <a:solidFill>
                  <a:schemeClr val="accent6"/>
                </a:solidFill>
              </a:rPr>
              <a:t>check</a:t>
            </a:r>
            <a:r>
              <a:rPr lang="zh-CN" altLang="en-US" sz="2400" dirty="0">
                <a:solidFill>
                  <a:schemeClr val="accent6"/>
                </a:solidFill>
              </a:rPr>
              <a:t> </a:t>
            </a:r>
            <a:r>
              <a:rPr lang="en-US" altLang="zh-CN" sz="2400" dirty="0">
                <a:solidFill>
                  <a:schemeClr val="accent6"/>
                </a:solidFill>
              </a:rPr>
              <a:t>course</a:t>
            </a:r>
            <a:r>
              <a:rPr lang="zh-CN" altLang="en-US" sz="2400" dirty="0">
                <a:solidFill>
                  <a:schemeClr val="accent6"/>
                </a:solidFill>
              </a:rPr>
              <a:t> </a:t>
            </a:r>
            <a:r>
              <a:rPr lang="en-US" altLang="zh-CN" sz="2400" dirty="0">
                <a:solidFill>
                  <a:schemeClr val="accent6"/>
                </a:solidFill>
              </a:rPr>
              <a:t>website</a:t>
            </a:r>
            <a:endParaRPr lang="en-US" sz="2400" b="1" dirty="0">
              <a:solidFill>
                <a:schemeClr val="accent6"/>
              </a:solidFill>
            </a:endParaRPr>
          </a:p>
          <a:p>
            <a:pPr lvl="1"/>
            <a:r>
              <a:rPr lang="en-US" dirty="0">
                <a:solidFill>
                  <a:srgbClr val="0000FF"/>
                </a:solidFill>
              </a:rPr>
              <a:t>No office hours this week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747FA-5D3F-484B-84FB-AD04074C08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1D5A71C-79BA-9EDB-8837-26A3505FA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390900"/>
            <a:ext cx="1829364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0E06C3A-7C3F-AC95-31C0-E93CE4AC6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1456" y="3390900"/>
            <a:ext cx="1738488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C3C15D3-5739-E5E1-7201-F7795CCF6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540" y="3396343"/>
            <a:ext cx="1946366" cy="2432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17A707-825C-D7E5-D145-973B4C8F6844}"/>
              </a:ext>
            </a:extLst>
          </p:cNvPr>
          <p:cNvSpPr txBox="1"/>
          <p:nvPr/>
        </p:nvSpPr>
        <p:spPr>
          <a:xfrm>
            <a:off x="1219200" y="5850523"/>
            <a:ext cx="1184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 err="1"/>
              <a:t>Shaofeng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F5D26-D891-11FE-3D21-D47D51C3F48F}"/>
              </a:ext>
            </a:extLst>
          </p:cNvPr>
          <p:cNvSpPr txBox="1"/>
          <p:nvPr/>
        </p:nvSpPr>
        <p:spPr>
          <a:xfrm>
            <a:off x="3730151" y="5850523"/>
            <a:ext cx="1184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 err="1"/>
              <a:t>Yitao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720B0-2BA2-52E8-D959-79F167130A9A}"/>
              </a:ext>
            </a:extLst>
          </p:cNvPr>
          <p:cNvSpPr txBox="1"/>
          <p:nvPr/>
        </p:nvSpPr>
        <p:spPr>
          <a:xfrm>
            <a:off x="6629400" y="5850523"/>
            <a:ext cx="11847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 err="1"/>
              <a:t>Yicheng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081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Prerequisites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CENG3150/CSCI3150, or equivalent</a:t>
            </a:r>
            <a:r>
              <a:rPr lang="zh-CN" altLang="en-US" dirty="0"/>
              <a:t> </a:t>
            </a:r>
            <a:r>
              <a:rPr lang="en-US" altLang="zh-CN" dirty="0"/>
              <a:t>OS</a:t>
            </a:r>
            <a:r>
              <a:rPr lang="zh-CN" altLang="en-US" dirty="0"/>
              <a:t> </a:t>
            </a:r>
            <a:r>
              <a:rPr lang="en-US" altLang="zh-CN" dirty="0"/>
              <a:t>courses</a:t>
            </a:r>
            <a:endParaRPr lang="en-US" altLang="en-US" dirty="0"/>
          </a:p>
          <a:p>
            <a:pPr lvl="1"/>
            <a:r>
              <a:rPr lang="en-US" altLang="en-US" dirty="0"/>
              <a:t>If you haven’t taken it or have failed it, you are advised NOT to take this course</a:t>
            </a:r>
          </a:p>
          <a:p>
            <a:pPr lvl="1"/>
            <a:r>
              <a:rPr lang="en-US" altLang="en-US" dirty="0"/>
              <a:t>Talk to me if you are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sure</a:t>
            </a:r>
            <a:endParaRPr lang="en-US" altLang="en-US" dirty="0"/>
          </a:p>
          <a:p>
            <a:r>
              <a:rPr lang="en-US" altLang="en-US" dirty="0"/>
              <a:t>Comfortable with C/C++ programming</a:t>
            </a:r>
          </a:p>
          <a:p>
            <a:r>
              <a:rPr lang="en-US" altLang="en-US" dirty="0"/>
              <a:t>Comfortable with Linux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620C18-FC6F-324E-9799-4F807EB644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595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course</a:t>
            </a:r>
            <a:r>
              <a:rPr lang="zh-CN" altLang="en-US" dirty="0"/>
              <a:t> </a:t>
            </a:r>
            <a:r>
              <a:rPr lang="en-US" dirty="0"/>
              <a:t>about?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The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question: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How</a:t>
            </a:r>
            <a:r>
              <a:rPr lang="zh-CN" altLang="en-US" b="1" i="1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can</a:t>
            </a:r>
            <a:r>
              <a:rPr lang="zh-CN" altLang="en-US" b="1" i="1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computers</a:t>
            </a:r>
            <a:r>
              <a:rPr lang="zh-CN" altLang="en-US" b="1" i="1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communicate?</a:t>
            </a:r>
            <a:endParaRPr lang="en-US" b="1" i="1" dirty="0">
              <a:solidFill>
                <a:srgbClr val="FF0000"/>
              </a:solidFill>
            </a:endParaRPr>
          </a:p>
          <a:p>
            <a:pPr lvl="1"/>
            <a:r>
              <a:rPr lang="en-US" altLang="zh-CN" dirty="0"/>
              <a:t>Well,</a:t>
            </a:r>
            <a:r>
              <a:rPr lang="zh-CN" altLang="en-US" dirty="0"/>
              <a:t> </a:t>
            </a:r>
            <a:r>
              <a:rPr lang="en-US" altLang="zh-CN" dirty="0"/>
              <a:t>slightly</a:t>
            </a:r>
            <a:r>
              <a:rPr lang="zh-CN" altLang="en-US" dirty="0"/>
              <a:t> </a:t>
            </a:r>
            <a:r>
              <a:rPr lang="en-US" altLang="zh-CN" dirty="0"/>
              <a:t>simpler</a:t>
            </a:r>
            <a:r>
              <a:rPr lang="zh-CN" altLang="en-US" dirty="0"/>
              <a:t> </a:t>
            </a:r>
            <a:r>
              <a:rPr lang="en-US" altLang="zh-CN" dirty="0"/>
              <a:t>than</a:t>
            </a:r>
            <a:r>
              <a:rPr lang="zh-CN" altLang="en-US" dirty="0"/>
              <a:t> </a:t>
            </a:r>
            <a:r>
              <a:rPr lang="en-US" altLang="zh-CN" dirty="0"/>
              <a:t>communication</a:t>
            </a:r>
            <a:r>
              <a:rPr lang="zh-CN" altLang="en-US" dirty="0"/>
              <a:t> </a:t>
            </a:r>
            <a:r>
              <a:rPr lang="en-US" altLang="zh-CN" dirty="0"/>
              <a:t>among</a:t>
            </a:r>
            <a:r>
              <a:rPr lang="zh-CN" altLang="en-US" dirty="0"/>
              <a:t> </a:t>
            </a:r>
            <a:r>
              <a:rPr lang="en-US" altLang="zh-CN" dirty="0"/>
              <a:t>people…</a:t>
            </a:r>
          </a:p>
          <a:p>
            <a:pPr lvl="1"/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machines</a:t>
            </a:r>
            <a:r>
              <a:rPr lang="zh-CN" altLang="en-US" dirty="0"/>
              <a:t> </a:t>
            </a:r>
            <a:r>
              <a:rPr lang="en-US" altLang="zh-CN" dirty="0"/>
              <a:t>=&gt;</a:t>
            </a:r>
            <a:r>
              <a:rPr lang="zh-CN" altLang="en-US" dirty="0"/>
              <a:t> </a:t>
            </a:r>
            <a:r>
              <a:rPr lang="en-US" altLang="zh-CN" dirty="0"/>
              <a:t>link</a:t>
            </a:r>
          </a:p>
          <a:p>
            <a:pPr lvl="1"/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machines</a:t>
            </a:r>
            <a:r>
              <a:rPr lang="zh-CN" altLang="en-US" dirty="0"/>
              <a:t> </a:t>
            </a:r>
            <a:r>
              <a:rPr lang="en-US" altLang="zh-CN" dirty="0"/>
              <a:t>=&gt;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</a:p>
          <a:p>
            <a:pPr lvl="1"/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networks</a:t>
            </a:r>
            <a:r>
              <a:rPr lang="zh-CN" altLang="en-US" dirty="0"/>
              <a:t> </a:t>
            </a:r>
            <a:r>
              <a:rPr lang="en-US" altLang="zh-CN" dirty="0"/>
              <a:t>=&gt;</a:t>
            </a:r>
            <a:r>
              <a:rPr lang="zh-CN" altLang="en-US" dirty="0"/>
              <a:t> </a:t>
            </a:r>
            <a:r>
              <a:rPr lang="en-US" altLang="zh-CN" dirty="0"/>
              <a:t>Inter-network</a:t>
            </a:r>
            <a:r>
              <a:rPr lang="zh-CN" altLang="en-US" dirty="0"/>
              <a:t> </a:t>
            </a:r>
            <a:r>
              <a:rPr lang="en-US" altLang="zh-CN" dirty="0"/>
              <a:t>=&gt;</a:t>
            </a:r>
            <a:r>
              <a:rPr lang="zh-CN" altLang="en-US" dirty="0"/>
              <a:t> </a:t>
            </a:r>
            <a:r>
              <a:rPr lang="en-US" altLang="zh-CN" dirty="0"/>
              <a:t>Internet!</a:t>
            </a:r>
            <a:endParaRPr lang="en-US" dirty="0"/>
          </a:p>
          <a:p>
            <a:r>
              <a:rPr lang="en-US" dirty="0"/>
              <a:t>What it’s </a:t>
            </a:r>
            <a:r>
              <a:rPr lang="en-US" altLang="zh-CN" dirty="0"/>
              <a:t>NOT</a:t>
            </a:r>
            <a:r>
              <a:rPr lang="en-US" dirty="0"/>
              <a:t> about</a:t>
            </a:r>
          </a:p>
          <a:p>
            <a:pPr lvl="1"/>
            <a:r>
              <a:rPr lang="en-US" dirty="0"/>
              <a:t>How to design web pages</a:t>
            </a:r>
          </a:p>
          <a:p>
            <a:pPr lvl="1"/>
            <a:r>
              <a:rPr lang="en-US" dirty="0"/>
              <a:t>How to write web services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AB2248-7B06-EC43-9C9C-1B1029EEA6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40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What is a network?	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system of “links” that interconnect “nodes” in order to move “information” </a:t>
            </a:r>
            <a:r>
              <a:rPr lang="en-US" altLang="zh-CN" dirty="0"/>
              <a:t>across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We will focus primarily on the Internet</a:t>
            </a:r>
          </a:p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6632375-0665-694B-8D83-DFC566AA2E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Oval 3"/>
          <p:cNvSpPr/>
          <p:nvPr/>
        </p:nvSpPr>
        <p:spPr bwMode="auto">
          <a:xfrm>
            <a:off x="4038600" y="3124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Oval 4"/>
          <p:cNvSpPr/>
          <p:nvPr/>
        </p:nvSpPr>
        <p:spPr bwMode="auto">
          <a:xfrm>
            <a:off x="3352800" y="3886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4038600" y="47244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4038600" y="3886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648200" y="3886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5257800" y="4267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5257800" y="3505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2667000" y="32766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2667000" y="38862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13" name="Oval 12"/>
          <p:cNvSpPr/>
          <p:nvPr/>
        </p:nvSpPr>
        <p:spPr bwMode="auto">
          <a:xfrm>
            <a:off x="2667000" y="4495800"/>
            <a:ext cx="304800" cy="304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charset="0"/>
              <a:cs typeface="ＭＳ Ｐゴシック" charset="0"/>
            </a:endParaRPr>
          </a:p>
        </p:txBody>
      </p:sp>
      <p:cxnSp>
        <p:nvCxnSpPr>
          <p:cNvPr id="35853" name="Straight Connector 14"/>
          <p:cNvCxnSpPr>
            <a:cxnSpLocks noChangeShapeType="1"/>
            <a:stCxn id="11" idx="5"/>
            <a:endCxn id="5" idx="1"/>
          </p:cNvCxnSpPr>
          <p:nvPr/>
        </p:nvCxnSpPr>
        <p:spPr bwMode="auto">
          <a:xfrm>
            <a:off x="2927350" y="3536950"/>
            <a:ext cx="46990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4" name="Straight Connector 15"/>
          <p:cNvCxnSpPr>
            <a:cxnSpLocks noChangeShapeType="1"/>
            <a:stCxn id="12" idx="6"/>
            <a:endCxn id="5" idx="2"/>
          </p:cNvCxnSpPr>
          <p:nvPr/>
        </p:nvCxnSpPr>
        <p:spPr bwMode="auto">
          <a:xfrm>
            <a:off x="2971800" y="4038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5" name="Straight Connector 18"/>
          <p:cNvCxnSpPr>
            <a:cxnSpLocks noChangeShapeType="1"/>
            <a:stCxn id="13" idx="7"/>
            <a:endCxn id="5" idx="3"/>
          </p:cNvCxnSpPr>
          <p:nvPr/>
        </p:nvCxnSpPr>
        <p:spPr bwMode="auto">
          <a:xfrm flipV="1">
            <a:off x="2927350" y="4146550"/>
            <a:ext cx="46990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6" name="Straight Connector 21"/>
          <p:cNvCxnSpPr>
            <a:cxnSpLocks noChangeShapeType="1"/>
            <a:stCxn id="6" idx="0"/>
            <a:endCxn id="7" idx="4"/>
          </p:cNvCxnSpPr>
          <p:nvPr/>
        </p:nvCxnSpPr>
        <p:spPr bwMode="auto">
          <a:xfrm flipV="1">
            <a:off x="4191000" y="4191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7" name="Straight Connector 24"/>
          <p:cNvCxnSpPr>
            <a:cxnSpLocks noChangeShapeType="1"/>
            <a:stCxn id="7" idx="0"/>
            <a:endCxn id="4" idx="4"/>
          </p:cNvCxnSpPr>
          <p:nvPr/>
        </p:nvCxnSpPr>
        <p:spPr bwMode="auto">
          <a:xfrm flipV="1">
            <a:off x="4191000" y="3429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8" name="Straight Connector 28"/>
          <p:cNvCxnSpPr>
            <a:cxnSpLocks noChangeShapeType="1"/>
            <a:stCxn id="5" idx="6"/>
            <a:endCxn id="7" idx="2"/>
          </p:cNvCxnSpPr>
          <p:nvPr/>
        </p:nvCxnSpPr>
        <p:spPr bwMode="auto">
          <a:xfrm>
            <a:off x="3657600" y="4038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59" name="Straight Connector 32"/>
          <p:cNvCxnSpPr>
            <a:cxnSpLocks noChangeShapeType="1"/>
            <a:stCxn id="8" idx="2"/>
            <a:endCxn id="7" idx="6"/>
          </p:cNvCxnSpPr>
          <p:nvPr/>
        </p:nvCxnSpPr>
        <p:spPr bwMode="auto">
          <a:xfrm flipH="1">
            <a:off x="4343400" y="4038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0" name="Straight Connector 35"/>
          <p:cNvCxnSpPr>
            <a:cxnSpLocks noChangeShapeType="1"/>
            <a:stCxn id="8" idx="7"/>
            <a:endCxn id="10" idx="3"/>
          </p:cNvCxnSpPr>
          <p:nvPr/>
        </p:nvCxnSpPr>
        <p:spPr bwMode="auto">
          <a:xfrm flipV="1">
            <a:off x="4908550" y="3765550"/>
            <a:ext cx="39370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1" name="Straight Connector 38"/>
          <p:cNvCxnSpPr>
            <a:cxnSpLocks noChangeShapeType="1"/>
            <a:stCxn id="8" idx="5"/>
            <a:endCxn id="9" idx="1"/>
          </p:cNvCxnSpPr>
          <p:nvPr/>
        </p:nvCxnSpPr>
        <p:spPr bwMode="auto">
          <a:xfrm>
            <a:off x="4908550" y="4146550"/>
            <a:ext cx="393700" cy="165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2" name="Straight Connector 47"/>
          <p:cNvCxnSpPr>
            <a:cxnSpLocks noChangeShapeType="1"/>
            <a:stCxn id="5" idx="7"/>
            <a:endCxn id="4" idx="3"/>
          </p:cNvCxnSpPr>
          <p:nvPr/>
        </p:nvCxnSpPr>
        <p:spPr bwMode="auto">
          <a:xfrm flipV="1">
            <a:off x="3613150" y="3384550"/>
            <a:ext cx="469900" cy="546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3" name="Straight Connector 50"/>
          <p:cNvCxnSpPr>
            <a:cxnSpLocks noChangeShapeType="1"/>
            <a:stCxn id="5" idx="5"/>
            <a:endCxn id="6" idx="1"/>
          </p:cNvCxnSpPr>
          <p:nvPr/>
        </p:nvCxnSpPr>
        <p:spPr bwMode="auto">
          <a:xfrm>
            <a:off x="3613150" y="4146550"/>
            <a:ext cx="469900" cy="622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864" name="Straight Connector 52"/>
          <p:cNvCxnSpPr>
            <a:cxnSpLocks noChangeShapeType="1"/>
            <a:stCxn id="4" idx="5"/>
            <a:endCxn id="8" idx="1"/>
          </p:cNvCxnSpPr>
          <p:nvPr/>
        </p:nvCxnSpPr>
        <p:spPr bwMode="auto">
          <a:xfrm>
            <a:off x="4298950" y="3384550"/>
            <a:ext cx="393700" cy="546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709260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52D3-DB98-A541-A88E-20873E4D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evolve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1969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E4891-C909-FB49-A3B1-F6FBDEABB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link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ARPAnet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UCLA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SRI</a:t>
            </a:r>
            <a:r>
              <a:rPr lang="zh-CN" altLang="en-US" dirty="0"/>
              <a:t> </a:t>
            </a:r>
            <a:r>
              <a:rPr lang="en-US" altLang="zh-CN" dirty="0"/>
              <a:t>(Stanford</a:t>
            </a:r>
            <a:r>
              <a:rPr lang="zh-CN" altLang="en-US" dirty="0"/>
              <a:t> </a:t>
            </a:r>
            <a:r>
              <a:rPr lang="en-US" altLang="zh-CN" dirty="0"/>
              <a:t>Research</a:t>
            </a:r>
            <a:r>
              <a:rPr lang="zh-CN" altLang="en-US" dirty="0"/>
              <a:t> </a:t>
            </a:r>
            <a:r>
              <a:rPr lang="en-US" altLang="zh-CN" dirty="0"/>
              <a:t>Institute)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703DBF-AEA4-3047-AE92-CAA3E6BF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67000"/>
            <a:ext cx="6400800" cy="32553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529F6F-3CA0-3244-AEDC-A3357D2080DF}"/>
              </a:ext>
            </a:extLst>
          </p:cNvPr>
          <p:cNvSpPr txBox="1"/>
          <p:nvPr/>
        </p:nvSpPr>
        <p:spPr>
          <a:xfrm>
            <a:off x="685800" y="6170711"/>
            <a:ext cx="792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hlinkClick r:id="rId3"/>
              </a:rPr>
              <a:t>http://personalpages.manchester.ac.uk/staff/m.dodge/cybergeography/atlas/historical.html</a:t>
            </a:r>
            <a:endParaRPr lang="en-US" sz="1400" b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8320F-AD30-C44E-A2B5-59FFC92730EA}"/>
              </a:ext>
            </a:extLst>
          </p:cNvPr>
          <p:cNvSpPr txBox="1"/>
          <p:nvPr/>
        </p:nvSpPr>
        <p:spPr>
          <a:xfrm>
            <a:off x="5468949" y="4666054"/>
            <a:ext cx="2097049" cy="58477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Link</a:t>
            </a:r>
            <a:r>
              <a:rPr lang="zh-CN" altLang="en-US" sz="3200" dirty="0">
                <a:solidFill>
                  <a:srgbClr val="FF0000"/>
                </a:solidFill>
              </a:rPr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layer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BC53E8-BED0-054C-AC25-0DF6206F8096}"/>
              </a:ext>
            </a:extLst>
          </p:cNvPr>
          <p:cNvSpPr txBox="1"/>
          <p:nvPr/>
        </p:nvSpPr>
        <p:spPr>
          <a:xfrm>
            <a:off x="4136854" y="3921203"/>
            <a:ext cx="4092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Q:</a:t>
            </a:r>
            <a:r>
              <a:rPr lang="zh-CN" altLang="en-US" sz="2400" dirty="0"/>
              <a:t> </a:t>
            </a:r>
            <a:r>
              <a:rPr lang="en-US" altLang="zh-CN" sz="2400" dirty="0"/>
              <a:t>how</a:t>
            </a:r>
            <a:r>
              <a:rPr lang="zh-CN" altLang="en-US" sz="2400" dirty="0"/>
              <a:t> </a:t>
            </a:r>
            <a:r>
              <a:rPr lang="en-US" altLang="zh-CN" sz="2400" dirty="0"/>
              <a:t>do</a:t>
            </a:r>
            <a:r>
              <a:rPr lang="zh-CN" altLang="en-US" sz="2400" dirty="0"/>
              <a:t> </a:t>
            </a:r>
            <a:r>
              <a:rPr lang="en-US" altLang="zh-CN" sz="2400" dirty="0"/>
              <a:t>two</a:t>
            </a:r>
            <a:r>
              <a:rPr lang="zh-CN" altLang="en-US" sz="2400" dirty="0"/>
              <a:t> </a:t>
            </a:r>
            <a:r>
              <a:rPr lang="en-US" altLang="zh-CN" sz="2400" dirty="0"/>
              <a:t>nodes</a:t>
            </a:r>
            <a:r>
              <a:rPr lang="zh-CN" altLang="en-US" sz="2400" dirty="0"/>
              <a:t> </a:t>
            </a:r>
            <a:r>
              <a:rPr lang="en-US" altLang="zh-CN" sz="2400" dirty="0"/>
              <a:t>talk?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8096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52D3-DB98-A541-A88E-20873E4D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evolve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1969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E4891-C909-FB49-A3B1-F6FBDEABB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end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1969,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few</a:t>
            </a:r>
            <a:r>
              <a:rPr lang="zh-CN" altLang="en-US" dirty="0"/>
              <a:t> </a:t>
            </a:r>
            <a:r>
              <a:rPr lang="en-US" altLang="zh-CN" dirty="0"/>
              <a:t>nodes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529F6F-3CA0-3244-AEDC-A3357D2080DF}"/>
              </a:ext>
            </a:extLst>
          </p:cNvPr>
          <p:cNvSpPr txBox="1"/>
          <p:nvPr/>
        </p:nvSpPr>
        <p:spPr>
          <a:xfrm>
            <a:off x="685800" y="6170711"/>
            <a:ext cx="792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hlinkClick r:id="rId2"/>
              </a:rPr>
              <a:t>http://personalpages.manchester.ac.uk/staff/m.dodge/cybergeography/atlas/historical.html</a:t>
            </a:r>
            <a:endParaRPr lang="en-US" sz="1400" b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833573-9112-774B-900B-A2D6F5ADF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095500"/>
            <a:ext cx="3239851" cy="419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B1CB66-5F30-5543-9D3D-C33C337CFD71}"/>
              </a:ext>
            </a:extLst>
          </p:cNvPr>
          <p:cNvSpPr txBox="1"/>
          <p:nvPr/>
        </p:nvSpPr>
        <p:spPr>
          <a:xfrm>
            <a:off x="5468949" y="4666054"/>
            <a:ext cx="2190023" cy="584775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MAC</a:t>
            </a:r>
            <a:r>
              <a:rPr lang="zh-CN" altLang="en-US" sz="3200" dirty="0">
                <a:solidFill>
                  <a:srgbClr val="FF0000"/>
                </a:solidFill>
              </a:rPr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layer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EBB452-BEAC-2048-A673-3038067BBB6A}"/>
              </a:ext>
            </a:extLst>
          </p:cNvPr>
          <p:cNvSpPr txBox="1"/>
          <p:nvPr/>
        </p:nvSpPr>
        <p:spPr>
          <a:xfrm>
            <a:off x="4267201" y="3581400"/>
            <a:ext cx="48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Q:</a:t>
            </a:r>
            <a:r>
              <a:rPr lang="zh-CN" altLang="en-US" sz="2400" dirty="0"/>
              <a:t> </a:t>
            </a:r>
            <a:r>
              <a:rPr lang="en-US" altLang="zh-CN" sz="2400" dirty="0"/>
              <a:t>how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distinguish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coordinate</a:t>
            </a:r>
            <a:r>
              <a:rPr lang="zh-CN" altLang="en-US" sz="2400" dirty="0"/>
              <a:t> </a:t>
            </a:r>
            <a:r>
              <a:rPr lang="en-US" altLang="zh-CN" sz="2400" dirty="0"/>
              <a:t>multiple</a:t>
            </a:r>
            <a:r>
              <a:rPr lang="zh-CN" altLang="en-US" sz="2400" dirty="0"/>
              <a:t> </a:t>
            </a:r>
            <a:r>
              <a:rPr lang="en-US" altLang="zh-CN" sz="2400" dirty="0"/>
              <a:t>nodes?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35409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0380BD-156B-D743-8943-577A83683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64" y="1725062"/>
            <a:ext cx="6799735" cy="44770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FD52D3-DB98-A541-A88E-20873E4D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evolve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1971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529F6F-3CA0-3244-AEDC-A3357D2080DF}"/>
              </a:ext>
            </a:extLst>
          </p:cNvPr>
          <p:cNvSpPr txBox="1"/>
          <p:nvPr/>
        </p:nvSpPr>
        <p:spPr>
          <a:xfrm>
            <a:off x="685800" y="6170711"/>
            <a:ext cx="792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hlinkClick r:id="rId3"/>
              </a:rPr>
              <a:t>http://personalpages.manchester.ac.uk/staff/m.dodge/cybergeography/atlas/historical.html</a:t>
            </a:r>
            <a:endParaRPr lang="en-US" sz="14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1CB66-5F30-5543-9D3D-C33C337CFD71}"/>
              </a:ext>
            </a:extLst>
          </p:cNvPr>
          <p:cNvSpPr txBox="1"/>
          <p:nvPr/>
        </p:nvSpPr>
        <p:spPr>
          <a:xfrm>
            <a:off x="5468949" y="4666054"/>
            <a:ext cx="2872902" cy="584775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Network</a:t>
            </a:r>
            <a:r>
              <a:rPr lang="zh-CN" altLang="en-US" sz="3200" dirty="0">
                <a:solidFill>
                  <a:srgbClr val="FF0000"/>
                </a:solidFill>
              </a:rPr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layer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EBB452-BEAC-2048-A673-3038067BBB6A}"/>
              </a:ext>
            </a:extLst>
          </p:cNvPr>
          <p:cNvSpPr txBox="1"/>
          <p:nvPr/>
        </p:nvSpPr>
        <p:spPr>
          <a:xfrm>
            <a:off x="4267201" y="3581400"/>
            <a:ext cx="487680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Q:</a:t>
            </a:r>
            <a:r>
              <a:rPr lang="zh-CN" altLang="en-US" sz="2400" dirty="0"/>
              <a:t> </a:t>
            </a:r>
            <a:r>
              <a:rPr lang="en-US" altLang="zh-CN" sz="2400" dirty="0"/>
              <a:t>how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route</a:t>
            </a:r>
            <a:r>
              <a:rPr lang="zh-CN" altLang="en-US" sz="2400" dirty="0"/>
              <a:t> </a:t>
            </a:r>
            <a:r>
              <a:rPr lang="en-US" altLang="zh-CN" sz="2400" dirty="0"/>
              <a:t>data</a:t>
            </a:r>
            <a:r>
              <a:rPr lang="zh-CN" altLang="en-US" sz="2400" dirty="0"/>
              <a:t> </a:t>
            </a:r>
            <a:r>
              <a:rPr lang="en-US" altLang="zh-CN" sz="2400" dirty="0"/>
              <a:t>traffic</a:t>
            </a:r>
            <a:r>
              <a:rPr lang="zh-CN" altLang="en-US" sz="2400" dirty="0"/>
              <a:t> </a:t>
            </a:r>
            <a:r>
              <a:rPr lang="en-US" altLang="zh-CN" sz="2400" dirty="0"/>
              <a:t>across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network?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9765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D60BB5-72C6-BB40-9A4A-96DA8E686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43" y="1547873"/>
            <a:ext cx="6796558" cy="45729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FD52D3-DB98-A541-A88E-20873E4D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evolve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1980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529F6F-3CA0-3244-AEDC-A3357D2080DF}"/>
              </a:ext>
            </a:extLst>
          </p:cNvPr>
          <p:cNvSpPr txBox="1"/>
          <p:nvPr/>
        </p:nvSpPr>
        <p:spPr>
          <a:xfrm>
            <a:off x="685800" y="6170711"/>
            <a:ext cx="7924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hlinkClick r:id="rId3"/>
              </a:rPr>
              <a:t>http://personalpages.manchester.ac.uk/staff/m.dodge/cybergeography/atlas/historical.html</a:t>
            </a:r>
            <a:endParaRPr lang="en-US" sz="14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1CB66-5F30-5543-9D3D-C33C337CFD71}"/>
              </a:ext>
            </a:extLst>
          </p:cNvPr>
          <p:cNvSpPr txBox="1"/>
          <p:nvPr/>
        </p:nvSpPr>
        <p:spPr>
          <a:xfrm>
            <a:off x="5468949" y="4666054"/>
            <a:ext cx="3145220" cy="584775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Transport</a:t>
            </a:r>
            <a:r>
              <a:rPr lang="zh-CN" altLang="en-US" sz="3200" dirty="0">
                <a:solidFill>
                  <a:srgbClr val="FF0000"/>
                </a:solidFill>
              </a:rPr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layer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EBB452-BEAC-2048-A673-3038067BBB6A}"/>
              </a:ext>
            </a:extLst>
          </p:cNvPr>
          <p:cNvSpPr txBox="1"/>
          <p:nvPr/>
        </p:nvSpPr>
        <p:spPr>
          <a:xfrm>
            <a:off x="4267201" y="3581400"/>
            <a:ext cx="487680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Q:</a:t>
            </a:r>
            <a:r>
              <a:rPr lang="zh-CN" altLang="en-US" sz="2400" dirty="0"/>
              <a:t> </a:t>
            </a:r>
            <a:r>
              <a:rPr lang="en-US" altLang="zh-CN" sz="2400" dirty="0"/>
              <a:t>how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efficiently</a:t>
            </a:r>
            <a:r>
              <a:rPr lang="zh-CN" altLang="en-US" sz="2400" dirty="0"/>
              <a:t> </a:t>
            </a:r>
            <a:r>
              <a:rPr lang="en-US" altLang="zh-CN" sz="2400" dirty="0"/>
              <a:t>share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bandwidth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network?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3895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927EE2-B0B7-BB4A-AC9F-E8331AD21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61" y="1867762"/>
            <a:ext cx="8549939" cy="42582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FD52D3-DB98-A541-A88E-20873E4D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does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evolve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Now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B1CB66-5F30-5543-9D3D-C33C337CFD71}"/>
              </a:ext>
            </a:extLst>
          </p:cNvPr>
          <p:cNvSpPr txBox="1"/>
          <p:nvPr/>
        </p:nvSpPr>
        <p:spPr>
          <a:xfrm>
            <a:off x="5468949" y="4666054"/>
            <a:ext cx="3485249" cy="584775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</a:rPr>
              <a:t>Application</a:t>
            </a:r>
            <a:r>
              <a:rPr lang="zh-CN" altLang="en-US" sz="3200" dirty="0">
                <a:solidFill>
                  <a:srgbClr val="FF0000"/>
                </a:solidFill>
              </a:rPr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layer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EBB452-BEAC-2048-A673-3038067BBB6A}"/>
              </a:ext>
            </a:extLst>
          </p:cNvPr>
          <p:cNvSpPr txBox="1"/>
          <p:nvPr/>
        </p:nvSpPr>
        <p:spPr>
          <a:xfrm>
            <a:off x="4267201" y="3581400"/>
            <a:ext cx="487680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Q:</a:t>
            </a:r>
            <a:r>
              <a:rPr lang="zh-CN" altLang="en-US" sz="2400" dirty="0"/>
              <a:t> </a:t>
            </a:r>
            <a:r>
              <a:rPr lang="en-US" altLang="zh-CN" sz="2400" dirty="0"/>
              <a:t>what</a:t>
            </a:r>
            <a:r>
              <a:rPr lang="zh-CN" altLang="en-US" sz="2400" dirty="0"/>
              <a:t> </a:t>
            </a:r>
            <a:r>
              <a:rPr lang="en-US" altLang="zh-CN" sz="2400" dirty="0"/>
              <a:t>online</a:t>
            </a:r>
            <a:r>
              <a:rPr lang="zh-CN" altLang="en-US" sz="2400" dirty="0"/>
              <a:t> </a:t>
            </a:r>
            <a:r>
              <a:rPr lang="en-US" altLang="zh-CN" sz="2400" dirty="0"/>
              <a:t>services</a:t>
            </a:r>
            <a:r>
              <a:rPr lang="zh-CN" altLang="en-US" sz="2400" dirty="0"/>
              <a:t> </a:t>
            </a:r>
            <a:r>
              <a:rPr lang="en-US" altLang="zh-CN" sz="2400" dirty="0"/>
              <a:t>can</a:t>
            </a:r>
            <a:r>
              <a:rPr lang="zh-CN" altLang="en-US" sz="2400" dirty="0"/>
              <a:t> </a:t>
            </a:r>
            <a:r>
              <a:rPr lang="en-US" altLang="zh-CN" sz="2400" dirty="0"/>
              <a:t>we</a:t>
            </a:r>
            <a:r>
              <a:rPr lang="zh-CN" altLang="en-US" sz="2400" dirty="0"/>
              <a:t> </a:t>
            </a:r>
            <a:r>
              <a:rPr lang="en-US" altLang="zh-CN" sz="2400" dirty="0"/>
              <a:t>run</a:t>
            </a:r>
            <a:r>
              <a:rPr lang="zh-CN" altLang="en-US" sz="2400" dirty="0"/>
              <a:t> </a:t>
            </a:r>
            <a:r>
              <a:rPr lang="en-US" altLang="zh-CN" sz="2400" dirty="0"/>
              <a:t>on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Internet?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6932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52D3-DB98-A541-A88E-20873E4D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E4891-C909-FB49-A3B1-F6FBDEABB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whole</a:t>
            </a:r>
            <a:r>
              <a:rPr lang="zh-CN" altLang="en-US" dirty="0"/>
              <a:t> </a:t>
            </a:r>
            <a:r>
              <a:rPr lang="en-US" altLang="zh-CN" dirty="0"/>
              <a:t>stack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layers;</a:t>
            </a:r>
            <a:r>
              <a:rPr lang="zh-CN" altLang="en-US" dirty="0"/>
              <a:t> </a:t>
            </a:r>
            <a:r>
              <a:rPr lang="en-US" altLang="zh-CN" dirty="0"/>
              <a:t>details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layer</a:t>
            </a:r>
          </a:p>
          <a:p>
            <a:r>
              <a:rPr lang="en-US" altLang="zh-CN" dirty="0"/>
              <a:t>Computer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  <a:r>
              <a:rPr lang="zh-CN" altLang="en-US" dirty="0"/>
              <a:t> </a:t>
            </a:r>
            <a:r>
              <a:rPr lang="en-US" altLang="zh-CN" dirty="0"/>
              <a:t>(or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Internet)</a:t>
            </a:r>
            <a:r>
              <a:rPr lang="zh-CN" altLang="en-US" dirty="0"/>
              <a:t> </a:t>
            </a:r>
            <a:r>
              <a:rPr lang="en-US" altLang="zh-CN" dirty="0"/>
              <a:t>evolution</a:t>
            </a:r>
            <a:r>
              <a:rPr lang="zh-CN" altLang="en-US" dirty="0"/>
              <a:t> </a:t>
            </a:r>
            <a:r>
              <a:rPr lang="en-US" altLang="zh-CN" dirty="0"/>
              <a:t>follows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bottom-up</a:t>
            </a:r>
            <a:r>
              <a:rPr lang="zh-CN" altLang="en-US" dirty="0"/>
              <a:t> </a:t>
            </a:r>
            <a:r>
              <a:rPr lang="en-US" altLang="zh-CN" dirty="0"/>
              <a:t>pattern</a:t>
            </a:r>
            <a:r>
              <a:rPr lang="zh-CN" altLang="en-US" dirty="0"/>
              <a:t> </a:t>
            </a:r>
            <a:r>
              <a:rPr lang="en-US" altLang="zh-CN" dirty="0"/>
              <a:t>naturally</a:t>
            </a:r>
          </a:p>
          <a:p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top-down</a:t>
            </a:r>
            <a:r>
              <a:rPr lang="zh-CN" altLang="en-US" dirty="0"/>
              <a:t> </a:t>
            </a:r>
            <a:r>
              <a:rPr lang="en-US" altLang="zh-CN" dirty="0"/>
              <a:t>manner</a:t>
            </a:r>
          </a:p>
          <a:p>
            <a:r>
              <a:rPr lang="en-US" altLang="zh-CN" dirty="0"/>
              <a:t>It’s</a:t>
            </a:r>
            <a:r>
              <a:rPr lang="zh-CN" altLang="en-US" dirty="0"/>
              <a:t> </a:t>
            </a:r>
            <a:r>
              <a:rPr lang="en-US" altLang="zh-CN" dirty="0"/>
              <a:t>important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keep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difference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mind;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confusions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understood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remembering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discrepancy</a:t>
            </a:r>
          </a:p>
          <a:p>
            <a:r>
              <a:rPr lang="en-US" altLang="zh-CN" dirty="0"/>
              <a:t>Answer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question:</a:t>
            </a:r>
            <a:r>
              <a:rPr lang="zh-CN" altLang="en-US" dirty="0"/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what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happens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when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you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enter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 err="1">
                <a:solidFill>
                  <a:srgbClr val="0000FF"/>
                </a:solidFill>
              </a:rPr>
              <a:t>google.com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in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your</a:t>
            </a:r>
            <a:r>
              <a:rPr lang="zh-CN" altLang="en-US" i="1" dirty="0">
                <a:solidFill>
                  <a:srgbClr val="0000FF"/>
                </a:solidFill>
              </a:rPr>
              <a:t> </a:t>
            </a:r>
            <a:r>
              <a:rPr lang="en-US" altLang="zh-CN" i="1" dirty="0">
                <a:solidFill>
                  <a:srgbClr val="0000FF"/>
                </a:solidFill>
              </a:rPr>
              <a:t>browser</a:t>
            </a:r>
          </a:p>
        </p:txBody>
      </p:sp>
    </p:spTree>
    <p:extLst>
      <p:ext uri="{BB962C8B-B14F-4D97-AF65-F5344CB8AC3E}">
        <p14:creationId xmlns:p14="http://schemas.microsoft.com/office/powerpoint/2010/main" val="3765948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52D3-DB98-A541-A88E-20873E4D7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E4891-C909-FB49-A3B1-F6FBDEABB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Quite</a:t>
            </a:r>
            <a:r>
              <a:rPr lang="zh-CN" altLang="en-US" dirty="0"/>
              <a:t> </a:t>
            </a:r>
            <a:r>
              <a:rPr lang="en-US" altLang="zh-CN" dirty="0"/>
              <a:t>different</a:t>
            </a:r>
            <a:r>
              <a:rPr lang="zh-CN" altLang="en-US" dirty="0"/>
              <a:t> </a:t>
            </a:r>
            <a:r>
              <a:rPr lang="en-US" altLang="zh-CN" dirty="0"/>
              <a:t>from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CS</a:t>
            </a:r>
            <a:r>
              <a:rPr lang="zh-CN" altLang="en-US" dirty="0"/>
              <a:t> </a:t>
            </a:r>
            <a:r>
              <a:rPr lang="en-US" altLang="zh-CN" dirty="0"/>
              <a:t>fields</a:t>
            </a:r>
          </a:p>
          <a:p>
            <a:pPr lvl="1"/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unifying</a:t>
            </a:r>
            <a:r>
              <a:rPr lang="zh-CN" altLang="en-US" dirty="0"/>
              <a:t> </a:t>
            </a:r>
            <a:r>
              <a:rPr lang="en-US" altLang="zh-CN" dirty="0"/>
              <a:t>framework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theory</a:t>
            </a:r>
          </a:p>
          <a:p>
            <a:pPr lvl="1"/>
            <a:r>
              <a:rPr lang="en-US" altLang="zh-CN" dirty="0"/>
              <a:t>“just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bag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protocols”</a:t>
            </a:r>
            <a:r>
              <a:rPr lang="zh-CN" altLang="en-US" dirty="0"/>
              <a:t> </a:t>
            </a:r>
            <a:endParaRPr lang="en-US" altLang="zh-CN" dirty="0"/>
          </a:p>
          <a:p>
            <a:pPr lvl="2"/>
            <a:r>
              <a:rPr lang="en-US" altLang="zh-CN" dirty="0"/>
              <a:t>HTTP,</a:t>
            </a:r>
            <a:r>
              <a:rPr lang="zh-CN" altLang="en-US" dirty="0"/>
              <a:t> </a:t>
            </a:r>
            <a:r>
              <a:rPr lang="en-US" altLang="zh-CN" dirty="0"/>
              <a:t>IMAP,</a:t>
            </a:r>
            <a:r>
              <a:rPr lang="zh-CN" altLang="en-US" dirty="0"/>
              <a:t> </a:t>
            </a:r>
            <a:r>
              <a:rPr lang="en-US" altLang="zh-CN" dirty="0"/>
              <a:t>RTSP,</a:t>
            </a:r>
            <a:r>
              <a:rPr lang="zh-CN" altLang="en-US" dirty="0"/>
              <a:t> </a:t>
            </a:r>
            <a:r>
              <a:rPr lang="en-US" altLang="zh-CN" dirty="0"/>
              <a:t>DNS,</a:t>
            </a:r>
            <a:r>
              <a:rPr lang="zh-CN" altLang="en-US" dirty="0"/>
              <a:t> </a:t>
            </a:r>
            <a:r>
              <a:rPr lang="en-US" altLang="zh-CN" dirty="0"/>
              <a:t>TCP,</a:t>
            </a:r>
            <a:r>
              <a:rPr lang="zh-CN" altLang="en-US" dirty="0"/>
              <a:t> </a:t>
            </a:r>
            <a:r>
              <a:rPr lang="en-US" altLang="zh-CN" dirty="0"/>
              <a:t>UDP,</a:t>
            </a:r>
            <a:r>
              <a:rPr lang="zh-CN" altLang="en-US" dirty="0"/>
              <a:t> </a:t>
            </a:r>
            <a:r>
              <a:rPr lang="en-US" altLang="zh-CN" dirty="0"/>
              <a:t>IP,</a:t>
            </a:r>
            <a:r>
              <a:rPr lang="zh-CN" altLang="en-US" dirty="0"/>
              <a:t> </a:t>
            </a:r>
            <a:r>
              <a:rPr lang="en-US" altLang="zh-CN" dirty="0"/>
              <a:t>BGP,</a:t>
            </a:r>
            <a:r>
              <a:rPr lang="zh-CN" altLang="en-US" dirty="0"/>
              <a:t> </a:t>
            </a:r>
            <a:r>
              <a:rPr lang="en-US" altLang="zh-CN" dirty="0"/>
              <a:t>OSPF,</a:t>
            </a:r>
            <a:r>
              <a:rPr lang="zh-CN" altLang="en-US" dirty="0"/>
              <a:t> </a:t>
            </a:r>
            <a:r>
              <a:rPr lang="en-US" altLang="zh-CN" dirty="0"/>
              <a:t>ARP,</a:t>
            </a:r>
            <a:r>
              <a:rPr lang="zh-CN" altLang="en-US" dirty="0"/>
              <a:t> </a:t>
            </a:r>
            <a:r>
              <a:rPr lang="en-US" altLang="zh-CN" dirty="0"/>
              <a:t>DHCP,</a:t>
            </a:r>
            <a:r>
              <a:rPr lang="zh-CN" altLang="en-US" dirty="0"/>
              <a:t> </a:t>
            </a:r>
            <a:r>
              <a:rPr lang="en-US" altLang="zh-CN" dirty="0"/>
              <a:t>CSMA/CD,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There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is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no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right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or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wrong!</a:t>
            </a:r>
            <a:endParaRPr lang="en-HK" altLang="zh-CN" dirty="0"/>
          </a:p>
          <a:p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should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design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philosophy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tradeoffs</a:t>
            </a:r>
            <a:r>
              <a:rPr lang="en-US" altLang="zh-CN" dirty="0">
                <a:solidFill>
                  <a:schemeClr val="accent6"/>
                </a:solidFill>
              </a:rPr>
              <a:t>,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more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than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anything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else</a:t>
            </a:r>
          </a:p>
          <a:p>
            <a:pPr lvl="1"/>
            <a:r>
              <a:rPr lang="en-US" altLang="zh-CN" dirty="0">
                <a:solidFill>
                  <a:schemeClr val="accent6"/>
                </a:solidFill>
              </a:rPr>
              <a:t>There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is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good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and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bad</a:t>
            </a:r>
            <a:r>
              <a:rPr lang="zh-CN" altLang="en-US" dirty="0">
                <a:solidFill>
                  <a:schemeClr val="accent6"/>
                </a:solidFill>
              </a:rPr>
              <a:t> </a:t>
            </a:r>
            <a:r>
              <a:rPr lang="en-US" altLang="zh-CN" dirty="0">
                <a:solidFill>
                  <a:schemeClr val="accent6"/>
                </a:solidFill>
              </a:rPr>
              <a:t>design!</a:t>
            </a:r>
          </a:p>
        </p:txBody>
      </p:sp>
    </p:spTree>
    <p:extLst>
      <p:ext uri="{BB962C8B-B14F-4D97-AF65-F5344CB8AC3E}">
        <p14:creationId xmlns:p14="http://schemas.microsoft.com/office/powerpoint/2010/main" val="1567778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workload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programming</a:t>
            </a:r>
            <a:r>
              <a:rPr lang="en-US" dirty="0"/>
              <a:t> assignments</a:t>
            </a:r>
          </a:p>
          <a:p>
            <a:pPr lvl="1"/>
            <a:r>
              <a:rPr lang="en-US" dirty="0"/>
              <a:t>First one is an individual assignment</a:t>
            </a:r>
          </a:p>
          <a:p>
            <a:pPr lvl="1"/>
            <a:r>
              <a:rPr lang="en-US" dirty="0"/>
              <a:t>The rest are in groups of </a:t>
            </a:r>
            <a:r>
              <a:rPr lang="en-US" altLang="zh-CN" dirty="0"/>
              <a:t>2</a:t>
            </a:r>
          </a:p>
          <a:p>
            <a:pPr lvl="1"/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bonus</a:t>
            </a:r>
            <a:r>
              <a:rPr lang="zh-CN" altLang="en-US" dirty="0"/>
              <a:t> </a:t>
            </a:r>
            <a:r>
              <a:rPr lang="en-US" altLang="zh-CN" dirty="0"/>
              <a:t>parts</a:t>
            </a:r>
            <a:endParaRPr lang="en-US" dirty="0"/>
          </a:p>
          <a:p>
            <a:r>
              <a:rPr lang="en-US" altLang="zh-CN" dirty="0"/>
              <a:t>Quizzes</a:t>
            </a:r>
          </a:p>
          <a:p>
            <a:pPr lvl="1"/>
            <a:r>
              <a:rPr lang="en-US" altLang="zh-CN" dirty="0"/>
              <a:t>Randomly</a:t>
            </a:r>
            <a:r>
              <a:rPr lang="zh-CN" altLang="en-US" dirty="0"/>
              <a:t> </a:t>
            </a:r>
            <a:r>
              <a:rPr lang="en-US" altLang="zh-CN" dirty="0"/>
              <a:t>pick</a:t>
            </a:r>
            <a:r>
              <a:rPr lang="zh-CN" altLang="en-US" dirty="0"/>
              <a:t> </a:t>
            </a:r>
            <a:r>
              <a:rPr lang="en-US" altLang="zh-CN" dirty="0"/>
              <a:t>5</a:t>
            </a:r>
            <a:r>
              <a:rPr lang="zh-CN" altLang="en-US" dirty="0"/>
              <a:t> </a:t>
            </a:r>
            <a:r>
              <a:rPr lang="en-US" altLang="zh-CN" dirty="0"/>
              <a:t>tutorials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have</a:t>
            </a:r>
            <a:r>
              <a:rPr lang="zh-CN" altLang="en-US" dirty="0"/>
              <a:t> </a:t>
            </a:r>
            <a:r>
              <a:rPr lang="en-US" altLang="zh-CN" dirty="0"/>
              <a:t>quiz</a:t>
            </a:r>
          </a:p>
          <a:p>
            <a:pPr lvl="1"/>
            <a:r>
              <a:rPr lang="en-US" altLang="zh-CN" dirty="0"/>
              <a:t>MC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simple</a:t>
            </a:r>
            <a:r>
              <a:rPr lang="zh-CN" altLang="en-US" dirty="0"/>
              <a:t> </a:t>
            </a:r>
            <a:r>
              <a:rPr lang="en-US" altLang="zh-CN" dirty="0"/>
              <a:t>calculation,</a:t>
            </a:r>
            <a:r>
              <a:rPr lang="zh-CN" altLang="en-US" dirty="0"/>
              <a:t> </a:t>
            </a:r>
            <a:r>
              <a:rPr lang="en-US" altLang="zh-CN" dirty="0"/>
              <a:t>takes</a:t>
            </a:r>
            <a:r>
              <a:rPr lang="zh-CN" altLang="en-US" dirty="0"/>
              <a:t> </a:t>
            </a:r>
            <a:r>
              <a:rPr lang="en-US" altLang="zh-CN" dirty="0"/>
              <a:t>&lt;3min</a:t>
            </a:r>
          </a:p>
          <a:p>
            <a:r>
              <a:rPr lang="en-US" altLang="zh-CN" dirty="0"/>
              <a:t>Final</a:t>
            </a:r>
            <a:r>
              <a:rPr lang="zh-CN" altLang="en-US" dirty="0"/>
              <a:t> </a:t>
            </a:r>
            <a:r>
              <a:rPr lang="en-US" altLang="zh-CN" dirty="0"/>
              <a:t>e</a:t>
            </a:r>
            <a:r>
              <a:rPr lang="en-US" dirty="0"/>
              <a:t>xam</a:t>
            </a:r>
          </a:p>
          <a:p>
            <a:pPr lvl="1"/>
            <a:r>
              <a:rPr lang="en-US" altLang="zh-CN" dirty="0"/>
              <a:t>TBD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BD255-9484-A542-A6C3-F47B75424B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97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Assessment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4118315"/>
              </p:ext>
            </p:extLst>
          </p:nvPr>
        </p:nvGraphicFramePr>
        <p:xfrm>
          <a:off x="685800" y="1600200"/>
          <a:ext cx="7924800" cy="3627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/>
                        <a:t>Allocation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Assignment</a:t>
                      </a:r>
                      <a:r>
                        <a:rPr lang="en-US" sz="2800" baseline="0" dirty="0">
                          <a:solidFill>
                            <a:schemeClr val="accent2"/>
                          </a:solidFill>
                        </a:rPr>
                        <a:t> 1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dirty="0">
                          <a:solidFill>
                            <a:schemeClr val="accent2"/>
                          </a:solidFill>
                        </a:rPr>
                        <a:t>10</a:t>
                      </a:r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Assignment</a:t>
                      </a:r>
                      <a:r>
                        <a:rPr lang="en-US" sz="2800" baseline="0" dirty="0">
                          <a:solidFill>
                            <a:schemeClr val="accent2"/>
                          </a:solidFill>
                        </a:rPr>
                        <a:t> 2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dirty="0">
                          <a:solidFill>
                            <a:schemeClr val="accent2"/>
                          </a:solidFill>
                        </a:rPr>
                        <a:t>15</a:t>
                      </a:r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Assignment</a:t>
                      </a:r>
                      <a:r>
                        <a:rPr lang="en-US" sz="2800" baseline="0" dirty="0">
                          <a:solidFill>
                            <a:schemeClr val="accent2"/>
                          </a:solidFill>
                        </a:rPr>
                        <a:t> 3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dirty="0">
                          <a:solidFill>
                            <a:schemeClr val="accent2"/>
                          </a:solidFill>
                        </a:rPr>
                        <a:t>20</a:t>
                      </a:r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800" dirty="0">
                          <a:solidFill>
                            <a:schemeClr val="accent2"/>
                          </a:solidFill>
                        </a:rPr>
                        <a:t>Quizzes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Final</a:t>
                      </a:r>
                      <a:r>
                        <a:rPr lang="zh-CN" altLang="en-US" sz="2800" dirty="0">
                          <a:solidFill>
                            <a:schemeClr val="accent2"/>
                          </a:solidFill>
                        </a:rPr>
                        <a:t> </a:t>
                      </a:r>
                      <a:r>
                        <a:rPr lang="en-US" altLang="zh-CN" sz="2800" dirty="0">
                          <a:solidFill>
                            <a:schemeClr val="accent2"/>
                          </a:solidFill>
                        </a:rPr>
                        <a:t>Exam</a:t>
                      </a:r>
                      <a:endParaRPr lang="en-US" sz="2800" dirty="0">
                        <a:solidFill>
                          <a:schemeClr val="accent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dirty="0">
                          <a:solidFill>
                            <a:schemeClr val="accent2"/>
                          </a:solidFill>
                        </a:rPr>
                        <a:t>50</a:t>
                      </a:r>
                      <a:r>
                        <a:rPr lang="en-US" sz="2800" dirty="0">
                          <a:solidFill>
                            <a:schemeClr val="accent2"/>
                          </a:solidFill>
                        </a:rP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Bonus </a:t>
                      </a:r>
                      <a:r>
                        <a:rPr lang="en-US" altLang="zh-CN" sz="2800" dirty="0">
                          <a:solidFill>
                            <a:srgbClr val="0000FF"/>
                          </a:solidFill>
                        </a:rPr>
                        <a:t>in</a:t>
                      </a:r>
                      <a:r>
                        <a:rPr lang="zh-CN" altLang="en-US" sz="28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altLang="zh-CN" sz="2800" dirty="0">
                          <a:solidFill>
                            <a:srgbClr val="0000FF"/>
                          </a:solidFill>
                        </a:rPr>
                        <a:t>assignments</a:t>
                      </a:r>
                      <a:endParaRPr lang="en-US" sz="2800" dirty="0">
                        <a:solidFill>
                          <a:srgbClr val="0000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dirty="0">
                          <a:solidFill>
                            <a:srgbClr val="0000FF"/>
                          </a:solidFill>
                        </a:rPr>
                        <a:t>X</a:t>
                      </a:r>
                      <a:r>
                        <a:rPr lang="en-US" sz="2800" dirty="0">
                          <a:solidFill>
                            <a:srgbClr val="0000FF"/>
                          </a:solidFill>
                        </a:rPr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061870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A3049-0682-4544-BC5B-AAD77BDFB8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E3512C-1811-A545-AD5E-A11B96EA23EE}"/>
              </a:ext>
            </a:extLst>
          </p:cNvPr>
          <p:cNvSpPr/>
          <p:nvPr/>
        </p:nvSpPr>
        <p:spPr bwMode="auto">
          <a:xfrm>
            <a:off x="685800" y="5181600"/>
            <a:ext cx="7924800" cy="685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3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Assignment 1:</a:t>
            </a:r>
            <a:r>
              <a:rPr lang="en-US" dirty="0"/>
              <a:t> measure end-to-end throughput and delay of networks (i.e., simple speed test)</a:t>
            </a:r>
          </a:p>
          <a:p>
            <a:r>
              <a:rPr lang="en-US" dirty="0">
                <a:solidFill>
                  <a:srgbClr val="0000FF"/>
                </a:solidFill>
              </a:rPr>
              <a:t>Assignment 2:</a:t>
            </a:r>
            <a:r>
              <a:rPr lang="en-US" dirty="0"/>
              <a:t> video streaming from CDNs (i.e., simple Netflix)</a:t>
            </a:r>
          </a:p>
          <a:p>
            <a:r>
              <a:rPr lang="en-US" dirty="0">
                <a:solidFill>
                  <a:srgbClr val="0000FF"/>
                </a:solidFill>
              </a:rPr>
              <a:t>Assignment 3:</a:t>
            </a:r>
            <a:r>
              <a:rPr lang="en-US" dirty="0"/>
              <a:t> reliable transport (i.e., how to transfer data over an unreliable network)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00FF"/>
                </a:solidFill>
              </a:rPr>
              <a:t>All on (emulated) realistic networks using </a:t>
            </a:r>
            <a:r>
              <a:rPr lang="en-US" i="1" dirty="0">
                <a:solidFill>
                  <a:srgbClr val="0000FF"/>
                </a:solidFill>
              </a:rPr>
              <a:t>mininet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CB9BD-DAC7-2D44-BEEE-0AECB371EE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90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Piazza for all communication</a:t>
            </a:r>
          </a:p>
          <a:p>
            <a:pPr lvl="1"/>
            <a:r>
              <a:rPr lang="en-US" dirty="0"/>
              <a:t>Sign up </a:t>
            </a:r>
            <a:r>
              <a:rPr lang="en-US" altLang="zh-CN" dirty="0"/>
              <a:t>code</a:t>
            </a:r>
            <a:r>
              <a:rPr lang="zh-CN" altLang="en-US" dirty="0"/>
              <a:t> </a:t>
            </a:r>
            <a:r>
              <a:rPr lang="en-US" altLang="zh-CN" dirty="0"/>
              <a:t>“</a:t>
            </a:r>
            <a:r>
              <a:rPr lang="en-US" altLang="zh-CN" dirty="0" err="1"/>
              <a:t>cuhk_networking</a:t>
            </a:r>
            <a:r>
              <a:rPr lang="en-US" altLang="zh-CN" dirty="0"/>
              <a:t>”</a:t>
            </a:r>
            <a:endParaRPr lang="en-US" dirty="0"/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Never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email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me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or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the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TA!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We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may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not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respond</a:t>
            </a:r>
            <a:endParaRPr lang="en-HK" altLang="zh-CN" dirty="0">
              <a:solidFill>
                <a:srgbClr val="0000FF"/>
              </a:solidFill>
            </a:endParaRPr>
          </a:p>
          <a:p>
            <a:pPr lvl="2"/>
            <a:r>
              <a:rPr lang="en-US" altLang="zh-CN" dirty="0">
                <a:solidFill>
                  <a:srgbClr val="0000FF"/>
                </a:solidFill>
              </a:rPr>
              <a:t>Use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private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messages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for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private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matters</a:t>
            </a:r>
          </a:p>
          <a:p>
            <a:pPr lvl="2"/>
            <a:r>
              <a:rPr lang="en-US" altLang="zh-CN" dirty="0">
                <a:solidFill>
                  <a:srgbClr val="0000FF"/>
                </a:solidFill>
              </a:rPr>
              <a:t>Only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email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us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when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you’re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emailed</a:t>
            </a:r>
            <a:r>
              <a:rPr lang="zh-CN" altLang="en-US" dirty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to</a:t>
            </a:r>
            <a:endParaRPr lang="en-US" dirty="0"/>
          </a:p>
          <a:p>
            <a:r>
              <a:rPr lang="en-US" dirty="0"/>
              <a:t>Assignment submission via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 err="1"/>
              <a:t>autograder</a:t>
            </a:r>
            <a:endParaRPr lang="en-US" dirty="0"/>
          </a:p>
          <a:p>
            <a:pPr lvl="1"/>
            <a:r>
              <a:rPr lang="en-US" dirty="0"/>
              <a:t>Start forming groups</a:t>
            </a:r>
          </a:p>
          <a:p>
            <a:pPr lvl="1"/>
            <a:r>
              <a:rPr lang="en-US" dirty="0"/>
              <a:t>Details will be sent out soon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8F79F-0619-B043-ACC9-9CEC2050D0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46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p</a:t>
            </a:r>
            <a:r>
              <a:rPr lang="en-US" dirty="0"/>
              <a:t>olicie</a:t>
            </a:r>
            <a:r>
              <a:rPr lang="en-US" altLang="zh-CN" dirty="0"/>
              <a:t>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</a:t>
            </a:r>
            <a:r>
              <a:rPr lang="en-US" altLang="zh-CN" dirty="0"/>
              <a:t>s</a:t>
            </a:r>
            <a:r>
              <a:rPr lang="en-US" dirty="0"/>
              <a:t> </a:t>
            </a:r>
            <a:r>
              <a:rPr lang="en-US" altLang="zh-CN" dirty="0"/>
              <a:t>o</a:t>
            </a:r>
            <a:r>
              <a:rPr lang="en-US" dirty="0"/>
              <a:t>n the course webpage</a:t>
            </a:r>
          </a:p>
          <a:p>
            <a:r>
              <a:rPr lang="en-US" altLang="x-none" dirty="0">
                <a:solidFill>
                  <a:srgbClr val="0000FF"/>
                </a:solidFill>
              </a:rPr>
              <a:t>Don’t cheat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7B26BA-B3EC-8F45-97DD-C377E5E69B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Talk Internet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E1E91D-47BF-674E-A595-2F109B0393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81F2EB77-FB6C-2244-A076-ADF097535D4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2781" name="Shape 31"/>
          <p:cNvSpPr>
            <a:spLocks noChangeArrowheads="1"/>
          </p:cNvSpPr>
          <p:nvPr/>
        </p:nvSpPr>
        <p:spPr bwMode="auto">
          <a:xfrm>
            <a:off x="228600" y="3708400"/>
            <a:ext cx="20891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end-system</a:t>
            </a:r>
          </a:p>
        </p:txBody>
      </p:sp>
      <p:sp>
        <p:nvSpPr>
          <p:cNvPr id="32" name="Shape 32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chemeClr val="accent2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3" name="Shape 33"/>
          <p:cNvSpPr>
            <a:spLocks noChangeArrowheads="1"/>
          </p:cNvSpPr>
          <p:nvPr/>
        </p:nvSpPr>
        <p:spPr bwMode="auto">
          <a:xfrm>
            <a:off x="1803400" y="6126162"/>
            <a:ext cx="29210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Windows PC</a:t>
            </a:r>
          </a:p>
        </p:txBody>
      </p:sp>
      <p:sp>
        <p:nvSpPr>
          <p:cNvPr id="34" name="Shape 34"/>
          <p:cNvSpPr>
            <a:spLocks noChangeArrowheads="1"/>
          </p:cNvSpPr>
          <p:nvPr/>
        </p:nvSpPr>
        <p:spPr bwMode="auto">
          <a:xfrm>
            <a:off x="1416050" y="5156200"/>
            <a:ext cx="208915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Linux server</a:t>
            </a:r>
          </a:p>
        </p:txBody>
      </p:sp>
      <p:sp>
        <p:nvSpPr>
          <p:cNvPr id="35" name="Shape 35"/>
          <p:cNvSpPr>
            <a:spLocks noChangeArrowheads="1"/>
          </p:cNvSpPr>
          <p:nvPr/>
        </p:nvSpPr>
        <p:spPr bwMode="auto">
          <a:xfrm>
            <a:off x="4819650" y="5164138"/>
            <a:ext cx="20891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MAC laptop</a:t>
            </a:r>
          </a:p>
        </p:txBody>
      </p:sp>
      <p:sp>
        <p:nvSpPr>
          <p:cNvPr id="36" name="Shape 36"/>
          <p:cNvSpPr>
            <a:spLocks noChangeArrowheads="1"/>
          </p:cNvSpPr>
          <p:nvPr/>
        </p:nvSpPr>
        <p:spPr bwMode="auto">
          <a:xfrm>
            <a:off x="4156075" y="1584325"/>
            <a:ext cx="232092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car navigator</a:t>
            </a:r>
          </a:p>
        </p:txBody>
      </p:sp>
      <p:sp>
        <p:nvSpPr>
          <p:cNvPr id="37" name="Shape 37"/>
          <p:cNvSpPr>
            <a:spLocks noChangeArrowheads="1"/>
          </p:cNvSpPr>
          <p:nvPr/>
        </p:nvSpPr>
        <p:spPr bwMode="auto">
          <a:xfrm>
            <a:off x="2328862" y="2414588"/>
            <a:ext cx="2928938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CN" sz="28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sensor</a:t>
            </a:r>
            <a:endParaRPr lang="en-US" altLang="x-none" sz="2800" b="0" dirty="0">
              <a:solidFill>
                <a:schemeClr val="accent2"/>
              </a:solidFill>
              <a:latin typeface="Arial" charset="0"/>
              <a:sym typeface="Calibri" charset="0"/>
            </a:endParaRPr>
          </a:p>
        </p:txBody>
      </p:sp>
      <p:sp>
        <p:nvSpPr>
          <p:cNvPr id="38" name="Shape 38"/>
          <p:cNvSpPr>
            <a:spLocks noChangeArrowheads="1"/>
          </p:cNvSpPr>
          <p:nvPr/>
        </p:nvSpPr>
        <p:spPr bwMode="auto">
          <a:xfrm>
            <a:off x="5738813" y="3316288"/>
            <a:ext cx="209073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smartphone</a:t>
            </a:r>
          </a:p>
        </p:txBody>
      </p:sp>
      <p:sp>
        <p:nvSpPr>
          <p:cNvPr id="39" name="Shape 39"/>
          <p:cNvSpPr>
            <a:spLocks noChangeArrowheads="1"/>
          </p:cNvSpPr>
          <p:nvPr/>
        </p:nvSpPr>
        <p:spPr bwMode="auto">
          <a:xfrm>
            <a:off x="6477000" y="4521200"/>
            <a:ext cx="128587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CN" sz="28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tablet</a:t>
            </a:r>
            <a:endParaRPr lang="en-US" altLang="x-none" sz="2800" b="0" dirty="0">
              <a:solidFill>
                <a:schemeClr val="accent2"/>
              </a:solidFill>
              <a:latin typeface="Arial" charset="0"/>
              <a:sym typeface="Calibri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 consists of many end-systems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FCD0AB-F0B0-8C44-A110-2412E69632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4886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dvAuto="0"/>
      <p:bldP spid="34" grpId="0" advAuto="0"/>
      <p:bldP spid="35" grpId="0" advAuto="0"/>
      <p:bldP spid="36" grpId="0" advAuto="0"/>
      <p:bldP spid="37" grpId="0" advAuto="0"/>
      <p:bldP spid="38" grpId="0" advAuto="0"/>
      <p:bldP spid="39" grpId="0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5" name="Shape 45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6" name="Shape 46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7" name="Shape 47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8" name="Shape 48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9" name="Shape 49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50" name="Shape 50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51" name="Shape 51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52" name="Shape 52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53" name="Shape 53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54" name="Shape 54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4830" name="Shape 56"/>
          <p:cNvSpPr>
            <a:spLocks noChangeArrowheads="1"/>
          </p:cNvSpPr>
          <p:nvPr/>
        </p:nvSpPr>
        <p:spPr bwMode="auto">
          <a:xfrm>
            <a:off x="5683250" y="3639940"/>
            <a:ext cx="1139732" cy="53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>
                <a:solidFill>
                  <a:srgbClr val="000000"/>
                </a:solidFill>
                <a:latin typeface="Arial" charset="0"/>
                <a:sym typeface="Calibri" charset="0"/>
              </a:rPr>
              <a:t>switch</a:t>
            </a:r>
          </a:p>
        </p:txBody>
      </p:sp>
      <p:sp>
        <p:nvSpPr>
          <p:cNvPr id="57" name="Shape 57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58" name="Shape 58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59" name="Shape 59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60" name="Shape 60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0433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433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0" name="Shape 31"/>
          <p:cNvSpPr>
            <a:spLocks noChangeArrowheads="1"/>
          </p:cNvSpPr>
          <p:nvPr/>
        </p:nvSpPr>
        <p:spPr bwMode="auto">
          <a:xfrm>
            <a:off x="228600" y="3708400"/>
            <a:ext cx="20891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end-system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Connected by </a:t>
            </a:r>
            <a:r>
              <a:rPr lang="en-US" altLang="zh-CN" dirty="0"/>
              <a:t>switches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B10F43-5EF9-3B4E-8C66-06B7D09060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27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64"/>
          <p:cNvSpPr>
            <a:spLocks noChangeArrowheads="1"/>
          </p:cNvSpPr>
          <p:nvPr/>
        </p:nvSpPr>
        <p:spPr bwMode="auto">
          <a:xfrm>
            <a:off x="1970088" y="2343150"/>
            <a:ext cx="1839912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phone lines</a:t>
            </a:r>
          </a:p>
        </p:txBody>
      </p:sp>
      <p:sp>
        <p:nvSpPr>
          <p:cNvPr id="36866" name="Shape 65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67" name="Shape 66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68" name="Shape 67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70" name="Shape 69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71" name="Shape 70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72" name="Shape 71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72" name="Shape 72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73" name="Shape 73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74" name="Shape 74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6876" name="Shape 75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77" name="Shape 76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77" name="Shape 77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78" name="Shape 78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6880" name="Shape 79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80" name="Shape 80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6882" name="Shape 81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83" name="Shape 82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83" name="Shape 83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4" name="Shape 84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6886" name="Shape 85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86" name="Shape 86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7" name="Shape 87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8" name="Shape 88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9" name="Shape 89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90" name="Shape 90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91" name="Shape 91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895" name="Shape 94"/>
          <p:cNvSpPr>
            <a:spLocks noChangeArrowheads="1"/>
          </p:cNvSpPr>
          <p:nvPr/>
        </p:nvSpPr>
        <p:spPr bwMode="auto">
          <a:xfrm>
            <a:off x="4057650" y="2155825"/>
            <a:ext cx="60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link</a:t>
            </a:r>
          </a:p>
        </p:txBody>
      </p:sp>
      <p:sp>
        <p:nvSpPr>
          <p:cNvPr id="95" name="Shape 95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6" name="Shape 96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7" name="Shape 97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8" name="Shape 98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9" name="Shape 99"/>
          <p:cNvSpPr>
            <a:spLocks noChangeArrowheads="1"/>
          </p:cNvSpPr>
          <p:nvPr/>
        </p:nvSpPr>
        <p:spPr bwMode="auto">
          <a:xfrm>
            <a:off x="4030663" y="3860800"/>
            <a:ext cx="949325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>
                <a:solidFill>
                  <a:srgbClr val="0000FF"/>
                </a:solidFill>
                <a:latin typeface="Arial" charset="0"/>
                <a:sym typeface="Calibri" charset="0"/>
              </a:rPr>
              <a:t>fibers</a:t>
            </a:r>
          </a:p>
        </p:txBody>
      </p:sp>
      <p:sp>
        <p:nvSpPr>
          <p:cNvPr id="100" name="Shape 100"/>
          <p:cNvSpPr>
            <a:spLocks noChangeArrowheads="1"/>
          </p:cNvSpPr>
          <p:nvPr/>
        </p:nvSpPr>
        <p:spPr bwMode="auto">
          <a:xfrm>
            <a:off x="685800" y="4648200"/>
            <a:ext cx="190182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>
                <a:solidFill>
                  <a:srgbClr val="0000FF"/>
                </a:solidFill>
                <a:latin typeface="Arial" charset="0"/>
                <a:sym typeface="Calibri" charset="0"/>
              </a:rPr>
              <a:t>cable TV lines</a:t>
            </a:r>
          </a:p>
        </p:txBody>
      </p:sp>
      <p:sp>
        <p:nvSpPr>
          <p:cNvPr id="101" name="Shape 101"/>
          <p:cNvSpPr>
            <a:spLocks noChangeArrowheads="1"/>
          </p:cNvSpPr>
          <p:nvPr/>
        </p:nvSpPr>
        <p:spPr bwMode="auto">
          <a:xfrm>
            <a:off x="6403975" y="4095750"/>
            <a:ext cx="1901825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>
                <a:solidFill>
                  <a:srgbClr val="0000FF"/>
                </a:solidFill>
                <a:latin typeface="Arial" charset="0"/>
                <a:sym typeface="Calibri" charset="0"/>
              </a:rPr>
              <a:t>wireless links</a:t>
            </a:r>
          </a:p>
        </p:txBody>
      </p:sp>
      <p:sp>
        <p:nvSpPr>
          <p:cNvPr id="40" name="Shape 56"/>
          <p:cNvSpPr>
            <a:spLocks noChangeArrowheads="1"/>
          </p:cNvSpPr>
          <p:nvPr/>
        </p:nvSpPr>
        <p:spPr bwMode="auto">
          <a:xfrm>
            <a:off x="5683250" y="3640138"/>
            <a:ext cx="1141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>
                <a:solidFill>
                  <a:srgbClr val="000000"/>
                </a:solidFill>
                <a:latin typeface="Arial" charset="0"/>
                <a:sym typeface="Calibri" charset="0"/>
              </a:rPr>
              <a:t>switch</a:t>
            </a:r>
          </a:p>
        </p:txBody>
      </p:sp>
      <p:sp>
        <p:nvSpPr>
          <p:cNvPr id="41" name="Shape 31"/>
          <p:cNvSpPr>
            <a:spLocks noChangeArrowheads="1"/>
          </p:cNvSpPr>
          <p:nvPr/>
        </p:nvSpPr>
        <p:spPr bwMode="auto">
          <a:xfrm>
            <a:off x="228600" y="3708400"/>
            <a:ext cx="20891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end-system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links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0D50BF-8369-CB44-A246-26312CAC03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96808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dvAuto="0"/>
      <p:bldP spid="89" grpId="0" animBg="1"/>
      <p:bldP spid="90" grpId="0" animBg="1"/>
      <p:bldP spid="91" grpId="0" animBg="1"/>
      <p:bldP spid="99" grpId="0" advAuto="0"/>
      <p:bldP spid="100" grpId="0" advAuto="0"/>
      <p:bldP spid="101" grpId="0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6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7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16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7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18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0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1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2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5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6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17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26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27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0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0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3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2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33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6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27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36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9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0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1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940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1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8942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8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1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42" name="Shape 142"/>
          <p:cNvSpPr>
            <a:spLocks noChangeArrowheads="1"/>
          </p:cNvSpPr>
          <p:nvPr/>
        </p:nvSpPr>
        <p:spPr bwMode="auto">
          <a:xfrm>
            <a:off x="2509838" y="5810250"/>
            <a:ext cx="44021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>
                <a:solidFill>
                  <a:srgbClr val="333399"/>
                </a:solidFill>
                <a:latin typeface="Arial" charset="0"/>
                <a:sym typeface="Calibri" charset="0"/>
              </a:rPr>
              <a:t>Internet Service Provider</a:t>
            </a:r>
          </a:p>
        </p:txBody>
      </p:sp>
      <p:sp>
        <p:nvSpPr>
          <p:cNvPr id="143" name="Shape 143"/>
          <p:cNvSpPr>
            <a:spLocks noChangeArrowheads="1"/>
          </p:cNvSpPr>
          <p:nvPr/>
        </p:nvSpPr>
        <p:spPr bwMode="auto">
          <a:xfrm>
            <a:off x="1931988" y="3243263"/>
            <a:ext cx="4003675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>
                <a:solidFill>
                  <a:srgbClr val="0000FF"/>
                </a:solidFill>
                <a:latin typeface="Arial" charset="0"/>
                <a:sym typeface="Calibri" charset="0"/>
              </a:rPr>
              <a:t>phone company</a:t>
            </a:r>
          </a:p>
        </p:txBody>
      </p:sp>
      <p:sp>
        <p:nvSpPr>
          <p:cNvPr id="144" name="Shape 144"/>
          <p:cNvSpPr>
            <a:spLocks noChangeArrowheads="1"/>
          </p:cNvSpPr>
          <p:nvPr/>
        </p:nvSpPr>
        <p:spPr bwMode="auto">
          <a:xfrm>
            <a:off x="1103313" y="5135563"/>
            <a:ext cx="334168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>
                <a:solidFill>
                  <a:srgbClr val="0000FF"/>
                </a:solidFill>
                <a:latin typeface="Arial" charset="0"/>
                <a:sym typeface="Calibri" charset="0"/>
              </a:rPr>
              <a:t>cable company</a:t>
            </a:r>
          </a:p>
        </p:txBody>
      </p:sp>
      <p:sp>
        <p:nvSpPr>
          <p:cNvPr id="145" name="Shape 145"/>
          <p:cNvSpPr>
            <a:spLocks noChangeArrowheads="1"/>
          </p:cNvSpPr>
          <p:nvPr/>
        </p:nvSpPr>
        <p:spPr bwMode="auto">
          <a:xfrm>
            <a:off x="4371975" y="4618038"/>
            <a:ext cx="41624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x-none" sz="28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university net</a:t>
            </a:r>
          </a:p>
        </p:txBody>
      </p:sp>
      <p:sp>
        <p:nvSpPr>
          <p:cNvPr id="43" name="Shape 94"/>
          <p:cNvSpPr>
            <a:spLocks noChangeArrowheads="1"/>
          </p:cNvSpPr>
          <p:nvPr/>
        </p:nvSpPr>
        <p:spPr bwMode="auto">
          <a:xfrm>
            <a:off x="4057650" y="2155825"/>
            <a:ext cx="60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link</a:t>
            </a:r>
          </a:p>
        </p:txBody>
      </p:sp>
      <p:sp>
        <p:nvSpPr>
          <p:cNvPr id="44" name="Shape 56"/>
          <p:cNvSpPr>
            <a:spLocks noChangeArrowheads="1"/>
          </p:cNvSpPr>
          <p:nvPr/>
        </p:nvSpPr>
        <p:spPr bwMode="auto">
          <a:xfrm>
            <a:off x="5683250" y="3640138"/>
            <a:ext cx="1141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>
                <a:solidFill>
                  <a:srgbClr val="000000"/>
                </a:solidFill>
                <a:latin typeface="Arial" charset="0"/>
                <a:sym typeface="Calibri" charset="0"/>
              </a:rPr>
              <a:t>switch</a:t>
            </a:r>
          </a:p>
        </p:txBody>
      </p:sp>
      <p:sp>
        <p:nvSpPr>
          <p:cNvPr id="45" name="Shape 31"/>
          <p:cNvSpPr>
            <a:spLocks noChangeArrowheads="1"/>
          </p:cNvSpPr>
          <p:nvPr/>
        </p:nvSpPr>
        <p:spPr bwMode="auto">
          <a:xfrm>
            <a:off x="228600" y="3708400"/>
            <a:ext cx="20891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end-system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Managed by many parties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7CAE9-4B3F-AE41-A5F3-10A869A369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34243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advAuto="0"/>
      <p:bldP spid="143" grpId="0" advAuto="0"/>
      <p:bldP spid="144" grpId="0" advAuto="0"/>
      <p:bldP spid="145" grpId="0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50" name="Shape 150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51" name="Shape 151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0964" name="Shape 152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65" name="Shape 153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66" name="Shape 154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68" name="Shape 156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69" name="Shape 157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70" name="Shape 158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59" name="Shape 159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60" name="Shape 160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61" name="Shape 161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0974" name="Shape 162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75" name="Shape 163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64" name="Shape 164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65" name="Shape 165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0978" name="Shape 166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67" name="Shape 167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0980" name="Shape 168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81" name="Shape 169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70" name="Shape 170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71" name="Shape 171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0984" name="Shape 172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73" name="Shape 173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74" name="Shape 174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75" name="Shape 175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0988" name="Shape 176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89" name="Shape 177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90" name="Shape 178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0992" name="Shape 180"/>
          <p:cNvSpPr>
            <a:spLocks noChangeArrowheads="1"/>
          </p:cNvSpPr>
          <p:nvPr/>
        </p:nvSpPr>
        <p:spPr bwMode="auto">
          <a:xfrm>
            <a:off x="5683250" y="3640138"/>
            <a:ext cx="114141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>
                <a:solidFill>
                  <a:schemeClr val="accent2"/>
                </a:solidFill>
                <a:latin typeface="Arial" charset="0"/>
                <a:sym typeface="Calibri" charset="0"/>
              </a:rPr>
              <a:t>switch</a:t>
            </a:r>
          </a:p>
        </p:txBody>
      </p:sp>
      <p:sp>
        <p:nvSpPr>
          <p:cNvPr id="182" name="Shape 182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83" name="Shape 183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84" name="Shape 184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85" name="Shape 185"/>
          <p:cNvSpPr>
            <a:spLocks noChangeAspect="1"/>
          </p:cNvSpPr>
          <p:nvPr/>
        </p:nvSpPr>
        <p:spPr>
          <a:xfrm>
            <a:off x="914400" y="4175760"/>
            <a:ext cx="251927" cy="548640"/>
          </a:xfrm>
          <a:prstGeom prst="rect">
            <a:avLst/>
          </a:pr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86" name="Shape 186"/>
          <p:cNvSpPr>
            <a:spLocks noChangeArrowheads="1"/>
          </p:cNvSpPr>
          <p:nvPr/>
        </p:nvSpPr>
        <p:spPr bwMode="auto">
          <a:xfrm>
            <a:off x="171469" y="4648002"/>
            <a:ext cx="819131" cy="53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>
                <a:solidFill>
                  <a:srgbClr val="0000FF"/>
                </a:solidFill>
                <a:latin typeface="Arial" charset="0"/>
                <a:sym typeface="Calibri" charset="0"/>
              </a:rPr>
              <a:t>data</a:t>
            </a:r>
            <a:endParaRPr lang="en-US" altLang="x-none" sz="3000" b="0" dirty="0">
              <a:solidFill>
                <a:srgbClr val="0000FF"/>
              </a:solidFill>
              <a:latin typeface="Arial" charset="0"/>
              <a:sym typeface="Calibri" charset="0"/>
            </a:endParaRPr>
          </a:p>
        </p:txBody>
      </p:sp>
      <p:sp>
        <p:nvSpPr>
          <p:cNvPr id="187" name="Shape 187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pic>
        <p:nvPicPr>
          <p:cNvPr id="188" name="Picture 187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D3A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70050" y="3552825"/>
            <a:ext cx="6135688" cy="120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0" name="Shape 190"/>
          <p:cNvSpPr>
            <a:spLocks noChangeArrowheads="1"/>
          </p:cNvSpPr>
          <p:nvPr/>
        </p:nvSpPr>
        <p:spPr bwMode="auto">
          <a:xfrm>
            <a:off x="4149725" y="3960813"/>
            <a:ext cx="820738" cy="53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>
                <a:solidFill>
                  <a:srgbClr val="0000FF"/>
                </a:solidFill>
                <a:latin typeface="Arial" charset="0"/>
                <a:sym typeface="Calibri" charset="0"/>
              </a:rPr>
              <a:t>path</a:t>
            </a:r>
          </a:p>
        </p:txBody>
      </p:sp>
      <p:sp>
        <p:nvSpPr>
          <p:cNvPr id="41002" name="Shape 191"/>
          <p:cNvSpPr>
            <a:spLocks noChangeArrowheads="1"/>
          </p:cNvSpPr>
          <p:nvPr/>
        </p:nvSpPr>
        <p:spPr bwMode="auto">
          <a:xfrm>
            <a:off x="2509838" y="5810250"/>
            <a:ext cx="440213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>
                <a:solidFill>
                  <a:srgbClr val="333399"/>
                </a:solidFill>
                <a:latin typeface="Arial" charset="0"/>
                <a:sym typeface="Calibri" charset="0"/>
              </a:rPr>
              <a:t>Internet Service Provider</a:t>
            </a:r>
          </a:p>
        </p:txBody>
      </p:sp>
      <p:sp>
        <p:nvSpPr>
          <p:cNvPr id="44" name="Shape 94"/>
          <p:cNvSpPr>
            <a:spLocks noChangeArrowheads="1"/>
          </p:cNvSpPr>
          <p:nvPr/>
        </p:nvSpPr>
        <p:spPr bwMode="auto">
          <a:xfrm>
            <a:off x="4057650" y="2155825"/>
            <a:ext cx="6096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>
                <a:solidFill>
                  <a:schemeClr val="accent2"/>
                </a:solidFill>
                <a:latin typeface="Arial" charset="0"/>
                <a:sym typeface="Calibri" charset="0"/>
              </a:rPr>
              <a:t>link</a:t>
            </a:r>
          </a:p>
        </p:txBody>
      </p:sp>
      <p:sp>
        <p:nvSpPr>
          <p:cNvPr id="45" name="Shape 31"/>
          <p:cNvSpPr>
            <a:spLocks noChangeArrowheads="1"/>
          </p:cNvSpPr>
          <p:nvPr/>
        </p:nvSpPr>
        <p:spPr bwMode="auto">
          <a:xfrm>
            <a:off x="228600" y="3708400"/>
            <a:ext cx="20891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2800" b="0" dirty="0">
                <a:solidFill>
                  <a:schemeClr val="accent2"/>
                </a:solidFill>
                <a:latin typeface="Arial" charset="0"/>
                <a:sym typeface="Calibri" charset="0"/>
              </a:rPr>
              <a:t>end-system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Transfers data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C0209D-A93C-B840-A05B-A38FAA4AA9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9629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C 0.07691 0.02199 0.15399 0.04421 0.2493 0.03796 C 0.34461 0.03194 0.48628 -0.00417 0.57135 -0.03796 C 0.65625 -0.07153 0.70729 -0.11806 0.75833 -0.16435 " pathEditMode="relative" rAng="0" ptsTypes="AAAA">
                                      <p:cBhvr>
                                        <p:cTn id="12" dur="20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917" y="-6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" grpId="0" animBg="1" advAuto="0"/>
      <p:bldP spid="185" grpId="1" animBg="1"/>
      <p:bldP spid="186" grpId="0" advAuto="0"/>
      <p:bldP spid="188" grpId="0" advAuto="0"/>
      <p:bldP spid="190" grpId="0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federated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1702006"/>
          </a:xfrm>
        </p:spPr>
        <p:txBody>
          <a:bodyPr/>
          <a:lstStyle/>
          <a:p>
            <a:r>
              <a:rPr lang="en-US" dirty="0"/>
              <a:t>The Internet ties together different networks </a:t>
            </a:r>
            <a:r>
              <a:rPr lang="en-US" dirty="0">
                <a:solidFill>
                  <a:srgbClr val="0000FF"/>
                </a:solidFill>
              </a:rPr>
              <a:t>by the </a:t>
            </a:r>
            <a:r>
              <a:rPr lang="en-US" b="1" dirty="0">
                <a:solidFill>
                  <a:srgbClr val="0000FF"/>
                </a:solidFill>
              </a:rPr>
              <a:t>IP protocol</a:t>
            </a:r>
            <a:endParaRPr lang="en-US" dirty="0"/>
          </a:p>
          <a:p>
            <a:pPr lvl="1"/>
            <a:r>
              <a:rPr lang="en-US" i="1" dirty="0"/>
              <a:t>A common interface binds them all together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7C9A-0666-D249-883B-6F4CEA6618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27</a:t>
            </a:fld>
            <a:endParaRPr lang="en-US"/>
          </a:p>
        </p:txBody>
      </p:sp>
      <p:grpSp>
        <p:nvGrpSpPr>
          <p:cNvPr id="34" name="Group 33"/>
          <p:cNvGrpSpPr>
            <a:grpSpLocks noChangeAspect="1"/>
          </p:cNvGrpSpPr>
          <p:nvPr/>
        </p:nvGrpSpPr>
        <p:grpSpPr>
          <a:xfrm>
            <a:off x="2255458" y="3505200"/>
            <a:ext cx="4633085" cy="2743200"/>
            <a:chOff x="554038" y="1527175"/>
            <a:chExt cx="7947025" cy="4705350"/>
          </a:xfrm>
        </p:grpSpPr>
        <p:sp>
          <p:nvSpPr>
            <p:cNvPr id="35" name="Shape 105"/>
            <p:cNvSpPr/>
            <p:nvPr/>
          </p:nvSpPr>
          <p:spPr>
            <a:xfrm>
              <a:off x="5106988" y="3697288"/>
              <a:ext cx="2751137" cy="1606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7"/>
                  </a:cubicBezTo>
                  <a:cubicBezTo>
                    <a:pt x="12954" y="20639"/>
                    <a:pt x="6724" y="20639"/>
                    <a:pt x="2882" y="16797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6" name="Shape 106"/>
            <p:cNvSpPr/>
            <p:nvPr/>
          </p:nvSpPr>
          <p:spPr>
            <a:xfrm>
              <a:off x="2071688" y="1946275"/>
              <a:ext cx="3643312" cy="19018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7" name="Shape 107"/>
            <p:cNvSpPr/>
            <p:nvPr/>
          </p:nvSpPr>
          <p:spPr>
            <a:xfrm>
              <a:off x="1098550" y="4241800"/>
              <a:ext cx="2820988" cy="1643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</a:path>
              </a:pathLst>
            </a:custGeom>
            <a:solidFill>
              <a:schemeClr val="tx1">
                <a:lumMod val="20000"/>
                <a:lumOff val="80000"/>
              </a:scheme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8" name="Shape 108"/>
            <p:cNvSpPr>
              <a:spLocks noChangeShapeType="1"/>
            </p:cNvSpPr>
            <p:nvPr/>
          </p:nvSpPr>
          <p:spPr bwMode="auto">
            <a:xfrm>
              <a:off x="3827463" y="1935163"/>
              <a:ext cx="315912" cy="1201737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9" name="Shape 109"/>
            <p:cNvSpPr>
              <a:spLocks noChangeShapeType="1"/>
            </p:cNvSpPr>
            <p:nvPr/>
          </p:nvSpPr>
          <p:spPr bwMode="auto">
            <a:xfrm flipH="1" flipV="1">
              <a:off x="6262688" y="4391025"/>
              <a:ext cx="2073275" cy="86201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0" name="Shape 110"/>
            <p:cNvSpPr>
              <a:spLocks noChangeShapeType="1"/>
            </p:cNvSpPr>
            <p:nvPr/>
          </p:nvSpPr>
          <p:spPr bwMode="auto">
            <a:xfrm flipH="1">
              <a:off x="701675" y="4911725"/>
              <a:ext cx="2286000" cy="1169988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1" name="Shape 112"/>
            <p:cNvSpPr>
              <a:spLocks noChangeShapeType="1"/>
            </p:cNvSpPr>
            <p:nvPr/>
          </p:nvSpPr>
          <p:spPr bwMode="auto">
            <a:xfrm>
              <a:off x="2041525" y="2679700"/>
              <a:ext cx="2009775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2" name="Shape 113"/>
            <p:cNvSpPr>
              <a:spLocks noChangeShapeType="1"/>
            </p:cNvSpPr>
            <p:nvPr/>
          </p:nvSpPr>
          <p:spPr bwMode="auto">
            <a:xfrm>
              <a:off x="1163638" y="4445000"/>
              <a:ext cx="1844675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3" name="Shape 114"/>
            <p:cNvSpPr>
              <a:spLocks noChangeShapeType="1"/>
            </p:cNvSpPr>
            <p:nvPr/>
          </p:nvSpPr>
          <p:spPr bwMode="auto">
            <a:xfrm flipH="1">
              <a:off x="2403475" y="4911725"/>
              <a:ext cx="638175" cy="979488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4" name="Shape 115"/>
            <p:cNvSpPr/>
            <p:nvPr/>
          </p:nvSpPr>
          <p:spPr>
            <a:xfrm>
              <a:off x="1857375" y="2490788"/>
              <a:ext cx="357188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5" name="Shape 116"/>
            <p:cNvSpPr/>
            <p:nvPr/>
          </p:nvSpPr>
          <p:spPr>
            <a:xfrm>
              <a:off x="1009650" y="4259263"/>
              <a:ext cx="357188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6" name="Shape 117"/>
            <p:cNvSpPr/>
            <p:nvPr/>
          </p:nvSpPr>
          <p:spPr>
            <a:xfrm>
              <a:off x="2197100" y="5749925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7" name="Shape 118"/>
            <p:cNvSpPr>
              <a:spLocks noChangeShapeType="1"/>
            </p:cNvSpPr>
            <p:nvPr/>
          </p:nvSpPr>
          <p:spPr bwMode="auto">
            <a:xfrm>
              <a:off x="2136775" y="1754188"/>
              <a:ext cx="1882775" cy="130810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8" name="Shape 119"/>
            <p:cNvSpPr>
              <a:spLocks noChangeShapeType="1"/>
            </p:cNvSpPr>
            <p:nvPr/>
          </p:nvSpPr>
          <p:spPr bwMode="auto">
            <a:xfrm>
              <a:off x="2795588" y="1860550"/>
              <a:ext cx="1255712" cy="1190625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49" name="Shape 120"/>
            <p:cNvSpPr/>
            <p:nvPr/>
          </p:nvSpPr>
          <p:spPr>
            <a:xfrm>
              <a:off x="1955800" y="1527175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0" name="Shape 121"/>
            <p:cNvSpPr/>
            <p:nvPr/>
          </p:nvSpPr>
          <p:spPr>
            <a:xfrm>
              <a:off x="2616200" y="1660525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1" name="Shape 122"/>
            <p:cNvSpPr>
              <a:spLocks noChangeShapeType="1"/>
            </p:cNvSpPr>
            <p:nvPr/>
          </p:nvSpPr>
          <p:spPr bwMode="auto">
            <a:xfrm flipV="1">
              <a:off x="1063625" y="4859338"/>
              <a:ext cx="1944688" cy="563562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52" name="Shape 123"/>
            <p:cNvSpPr/>
            <p:nvPr/>
          </p:nvSpPr>
          <p:spPr>
            <a:xfrm>
              <a:off x="901700" y="5249863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3" name="Shape 124"/>
            <p:cNvSpPr>
              <a:spLocks noChangeShapeType="1"/>
            </p:cNvSpPr>
            <p:nvPr/>
          </p:nvSpPr>
          <p:spPr bwMode="auto">
            <a:xfrm flipH="1">
              <a:off x="6242050" y="3646488"/>
              <a:ext cx="1743075" cy="733425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54" name="Shape 125"/>
            <p:cNvSpPr>
              <a:spLocks noChangeShapeType="1"/>
            </p:cNvSpPr>
            <p:nvPr/>
          </p:nvSpPr>
          <p:spPr bwMode="auto">
            <a:xfrm>
              <a:off x="6305550" y="4433888"/>
              <a:ext cx="765175" cy="97790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55" name="Shape 126"/>
            <p:cNvSpPr/>
            <p:nvPr/>
          </p:nvSpPr>
          <p:spPr>
            <a:xfrm>
              <a:off x="7821613" y="3455988"/>
              <a:ext cx="358775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6" name="Shape 127"/>
            <p:cNvSpPr/>
            <p:nvPr/>
          </p:nvSpPr>
          <p:spPr>
            <a:xfrm>
              <a:off x="6902450" y="5249863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7" name="Shape 128"/>
            <p:cNvSpPr>
              <a:spLocks noChangeShapeType="1"/>
            </p:cNvSpPr>
            <p:nvPr/>
          </p:nvSpPr>
          <p:spPr bwMode="auto">
            <a:xfrm flipH="1" flipV="1">
              <a:off x="6305550" y="4359275"/>
              <a:ext cx="1668463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58" name="Shape 129"/>
            <p:cNvSpPr/>
            <p:nvPr/>
          </p:nvSpPr>
          <p:spPr>
            <a:xfrm>
              <a:off x="7821613" y="4633913"/>
              <a:ext cx="358775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59" name="Shape 130"/>
            <p:cNvSpPr/>
            <p:nvPr/>
          </p:nvSpPr>
          <p:spPr>
            <a:xfrm>
              <a:off x="554038" y="5875338"/>
              <a:ext cx="357187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0" name="Shape 131"/>
            <p:cNvSpPr/>
            <p:nvPr/>
          </p:nvSpPr>
          <p:spPr>
            <a:xfrm>
              <a:off x="8143875" y="5054600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1" name="Shape 132"/>
            <p:cNvSpPr>
              <a:spLocks noChangeShapeType="1"/>
            </p:cNvSpPr>
            <p:nvPr/>
          </p:nvSpPr>
          <p:spPr bwMode="auto">
            <a:xfrm>
              <a:off x="4040188" y="3114675"/>
              <a:ext cx="2254250" cy="12763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62" name="Shape 133"/>
            <p:cNvSpPr>
              <a:spLocks noChangeShapeType="1"/>
            </p:cNvSpPr>
            <p:nvPr/>
          </p:nvSpPr>
          <p:spPr bwMode="auto">
            <a:xfrm flipH="1">
              <a:off x="3051175" y="3114675"/>
              <a:ext cx="1052513" cy="171291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63" name="Shape 134"/>
            <p:cNvSpPr>
              <a:spLocks noChangeShapeType="1"/>
            </p:cNvSpPr>
            <p:nvPr/>
          </p:nvSpPr>
          <p:spPr bwMode="auto">
            <a:xfrm flipH="1">
              <a:off x="3062288" y="4391025"/>
              <a:ext cx="3243262" cy="50006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64" name="Shape 138"/>
            <p:cNvSpPr/>
            <p:nvPr/>
          </p:nvSpPr>
          <p:spPr>
            <a:xfrm>
              <a:off x="3875088" y="2867025"/>
              <a:ext cx="447675" cy="446088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5" name="Shape 139"/>
            <p:cNvSpPr/>
            <p:nvPr/>
          </p:nvSpPr>
          <p:spPr>
            <a:xfrm>
              <a:off x="2830513" y="4652963"/>
              <a:ext cx="446087" cy="44608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6" name="Shape 140"/>
            <p:cNvSpPr/>
            <p:nvPr/>
          </p:nvSpPr>
          <p:spPr>
            <a:xfrm>
              <a:off x="6062663" y="4170363"/>
              <a:ext cx="447675" cy="44608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7" name="Shape 141"/>
            <p:cNvSpPr/>
            <p:nvPr/>
          </p:nvSpPr>
          <p:spPr>
            <a:xfrm>
              <a:off x="3643313" y="1697038"/>
              <a:ext cx="357187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68" name="Shape 143"/>
            <p:cNvSpPr>
              <a:spLocks noChangeArrowheads="1"/>
            </p:cNvSpPr>
            <p:nvPr/>
          </p:nvSpPr>
          <p:spPr bwMode="auto">
            <a:xfrm>
              <a:off x="4352132" y="2478478"/>
              <a:ext cx="1376361" cy="546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0000FF"/>
                  </a:solidFill>
                  <a:latin typeface="Arial" charset="0"/>
                  <a:sym typeface="Calibri" charset="0"/>
                </a:rPr>
                <a:t>HKBN</a:t>
              </a:r>
              <a:endParaRPr lang="en-US" altLang="x-none" sz="1600" b="0" dirty="0">
                <a:solidFill>
                  <a:srgbClr val="0000FF"/>
                </a:solidFill>
                <a:latin typeface="Arial" charset="0"/>
                <a:sym typeface="Calibri" charset="0"/>
              </a:endParaRPr>
            </a:p>
          </p:txBody>
        </p:sp>
        <p:sp>
          <p:nvSpPr>
            <p:cNvPr id="69" name="Shape 144"/>
            <p:cNvSpPr>
              <a:spLocks noChangeArrowheads="1"/>
            </p:cNvSpPr>
            <p:nvPr/>
          </p:nvSpPr>
          <p:spPr bwMode="auto">
            <a:xfrm>
              <a:off x="2717798" y="4902982"/>
              <a:ext cx="1347788" cy="968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0000FF"/>
                  </a:solidFill>
                  <a:latin typeface="Arial" charset="0"/>
                  <a:sym typeface="Calibri" charset="0"/>
                </a:rPr>
                <a:t>China</a:t>
              </a:r>
              <a:r>
                <a:rPr lang="zh-CN" altLang="en-US" sz="1600" b="0" dirty="0">
                  <a:solidFill>
                    <a:srgbClr val="0000FF"/>
                  </a:solidFill>
                  <a:latin typeface="Arial" charset="0"/>
                  <a:sym typeface="Calibri" charset="0"/>
                </a:rPr>
                <a:t> </a:t>
              </a:r>
              <a:r>
                <a:rPr lang="en-US" altLang="zh-CN" sz="1600" b="0" dirty="0">
                  <a:solidFill>
                    <a:srgbClr val="0000FF"/>
                  </a:solidFill>
                  <a:latin typeface="Arial" charset="0"/>
                  <a:sym typeface="Calibri" charset="0"/>
                </a:rPr>
                <a:t>Mobile</a:t>
              </a:r>
              <a:endParaRPr lang="en-US" altLang="x-none" sz="1600" b="0" dirty="0">
                <a:solidFill>
                  <a:srgbClr val="0000FF"/>
                </a:solidFill>
                <a:latin typeface="Arial" charset="0"/>
                <a:sym typeface="Calibri" charset="0"/>
              </a:endParaRPr>
            </a:p>
          </p:txBody>
        </p:sp>
        <p:sp>
          <p:nvSpPr>
            <p:cNvPr id="70" name="Shape 145"/>
            <p:cNvSpPr>
              <a:spLocks noChangeArrowheads="1"/>
            </p:cNvSpPr>
            <p:nvPr/>
          </p:nvSpPr>
          <p:spPr bwMode="auto">
            <a:xfrm>
              <a:off x="4852987" y="4606944"/>
              <a:ext cx="1870076" cy="546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35717" tIns="35717" rIns="35717" bIns="35717" anchor="ctr">
              <a:spAutoFit/>
            </a:bodyPr>
            <a:lstStyle>
              <a:lvl1pPr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1pPr>
              <a:lvl2pPr marL="742950" indent="-28575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2pPr>
              <a:lvl3pPr marL="11430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3pPr>
              <a:lvl4pPr marL="16002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4pPr>
              <a:lvl5pPr marL="2057400" indent="-228600" eaLnBrk="0" hangingPunct="0"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5pPr>
              <a:lvl6pPr marL="25146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6pPr>
              <a:lvl7pPr marL="29718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7pPr>
              <a:lvl8pPr marL="34290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8pPr>
              <a:lvl9pPr marL="3886200" indent="-228600" algn="r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chemeClr val="tx1"/>
                  </a:solidFill>
                  <a:latin typeface="Courier New" charset="0"/>
                  <a:ea typeface="ＭＳ Ｐゴシック" charset="-128"/>
                </a:defRPr>
              </a:lvl9pPr>
            </a:lstStyle>
            <a:p>
              <a:pPr algn="ctr" eaLnBrk="1" hangingPunct="1"/>
              <a:r>
                <a:rPr lang="en-US" altLang="zh-CN" sz="1600" b="0" dirty="0">
                  <a:solidFill>
                    <a:srgbClr val="0000FF"/>
                  </a:solidFill>
                  <a:latin typeface="Arial" charset="0"/>
                  <a:sym typeface="Calibri" charset="0"/>
                </a:rPr>
                <a:t>PCCW</a:t>
              </a:r>
              <a:endParaRPr lang="en-US" altLang="x-none" sz="1600" b="0" dirty="0">
                <a:solidFill>
                  <a:srgbClr val="0000FF"/>
                </a:solidFill>
                <a:latin typeface="Arial" charset="0"/>
                <a:sym typeface="Calibr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6501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7E7B4-3DD7-DB44-B01A-6A5F4171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</a:t>
            </a:r>
            <a:r>
              <a:rPr lang="en-US" altLang="zh-CN" dirty="0"/>
              <a:t>necting</a:t>
            </a:r>
            <a:r>
              <a:rPr lang="zh-CN" altLang="en-US" dirty="0"/>
              <a:t> </a:t>
            </a:r>
            <a:r>
              <a:rPr lang="en-US" altLang="zh-CN" dirty="0"/>
              <a:t>everyone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4A1DD-9EA6-DF4E-AA76-3E224C9AF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Any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end-hosts</a:t>
            </a:r>
            <a:r>
              <a:rPr lang="zh-CN" altLang="en-US" dirty="0"/>
              <a:t> </a:t>
            </a:r>
            <a:r>
              <a:rPr lang="en-US" altLang="zh-CN" dirty="0"/>
              <a:t>(anywhere!)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talk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via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Internet</a:t>
            </a:r>
          </a:p>
          <a:p>
            <a:r>
              <a:rPr lang="en-US" altLang="zh-CN" dirty="0"/>
              <a:t>Q: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connect</a:t>
            </a:r>
            <a:r>
              <a:rPr lang="zh-CN" altLang="en-US" dirty="0"/>
              <a:t> </a:t>
            </a:r>
            <a:r>
              <a:rPr lang="en-US" altLang="zh-CN" dirty="0"/>
              <a:t>millions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millions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nets?</a:t>
            </a:r>
            <a:endParaRPr lang="en-US" dirty="0"/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CE03B819-C99B-944D-987F-570DC62B44CB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048000"/>
            <a:ext cx="6685906" cy="3506014"/>
            <a:chOff x="154891" y="1905681"/>
            <a:chExt cx="8436427" cy="4559651"/>
          </a:xfrm>
        </p:grpSpPr>
        <p:grpSp>
          <p:nvGrpSpPr>
            <p:cNvPr id="5" name="Group 2">
              <a:extLst>
                <a:ext uri="{FF2B5EF4-FFF2-40B4-BE49-F238E27FC236}">
                  <a16:creationId xmlns:a16="http://schemas.microsoft.com/office/drawing/2014/main" id="{775AD8F9-DA32-0D4E-AE63-CA04F309D6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AE163579-C33B-C64F-B837-928DFCF7EE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TextBox 1">
                <a:extLst>
                  <a:ext uri="{FF2B5EF4-FFF2-40B4-BE49-F238E27FC236}">
                    <a16:creationId xmlns:a16="http://schemas.microsoft.com/office/drawing/2014/main" id="{E55F77B9-E1E9-B64D-8C05-C0B34B79EE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6" name="Group 131">
              <a:extLst>
                <a:ext uri="{FF2B5EF4-FFF2-40B4-BE49-F238E27FC236}">
                  <a16:creationId xmlns:a16="http://schemas.microsoft.com/office/drawing/2014/main" id="{6D6C9943-4CE4-F740-8FCB-54CE16E314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55" name="Freeform 84">
                <a:extLst>
                  <a:ext uri="{FF2B5EF4-FFF2-40B4-BE49-F238E27FC236}">
                    <a16:creationId xmlns:a16="http://schemas.microsoft.com/office/drawing/2014/main" id="{E193DDC8-2B8D-904D-A7C4-0FDD2FE05B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TextBox 133">
                <a:extLst>
                  <a:ext uri="{FF2B5EF4-FFF2-40B4-BE49-F238E27FC236}">
                    <a16:creationId xmlns:a16="http://schemas.microsoft.com/office/drawing/2014/main" id="{A64D3707-0BCB-3742-BF9D-A8C7D50CB9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7" name="Group 135">
              <a:extLst>
                <a:ext uri="{FF2B5EF4-FFF2-40B4-BE49-F238E27FC236}">
                  <a16:creationId xmlns:a16="http://schemas.microsoft.com/office/drawing/2014/main" id="{C3FD11BE-E59B-0944-AADA-1A6968887F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53" name="Freeform 84">
                <a:extLst>
                  <a:ext uri="{FF2B5EF4-FFF2-40B4-BE49-F238E27FC236}">
                    <a16:creationId xmlns:a16="http://schemas.microsoft.com/office/drawing/2014/main" id="{5809094D-A22A-484B-AA7B-A4FEBC01C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TextBox 137">
                <a:extLst>
                  <a:ext uri="{FF2B5EF4-FFF2-40B4-BE49-F238E27FC236}">
                    <a16:creationId xmlns:a16="http://schemas.microsoft.com/office/drawing/2014/main" id="{55DD12AC-FBE7-974A-9F32-A021CD2244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8" name="Group 138">
              <a:extLst>
                <a:ext uri="{FF2B5EF4-FFF2-40B4-BE49-F238E27FC236}">
                  <a16:creationId xmlns:a16="http://schemas.microsoft.com/office/drawing/2014/main" id="{E5A8D4F8-D7B8-8E43-B26A-F080A51E91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51" name="Freeform 84">
                <a:extLst>
                  <a:ext uri="{FF2B5EF4-FFF2-40B4-BE49-F238E27FC236}">
                    <a16:creationId xmlns:a16="http://schemas.microsoft.com/office/drawing/2014/main" id="{F183FE38-659D-1F4E-94E4-8B0F7A2F61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TextBox 140">
                <a:extLst>
                  <a:ext uri="{FF2B5EF4-FFF2-40B4-BE49-F238E27FC236}">
                    <a16:creationId xmlns:a16="http://schemas.microsoft.com/office/drawing/2014/main" id="{6A5359BA-B9BA-484B-85FD-6A3B4EB79D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9" name="Group 141">
              <a:extLst>
                <a:ext uri="{FF2B5EF4-FFF2-40B4-BE49-F238E27FC236}">
                  <a16:creationId xmlns:a16="http://schemas.microsoft.com/office/drawing/2014/main" id="{076A4608-5356-854E-B303-E7631A42B1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9" name="Freeform 84">
                <a:extLst>
                  <a:ext uri="{FF2B5EF4-FFF2-40B4-BE49-F238E27FC236}">
                    <a16:creationId xmlns:a16="http://schemas.microsoft.com/office/drawing/2014/main" id="{03A44E03-A6F8-5A44-9C88-6EE784ECA2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TextBox 143">
                <a:extLst>
                  <a:ext uri="{FF2B5EF4-FFF2-40B4-BE49-F238E27FC236}">
                    <a16:creationId xmlns:a16="http://schemas.microsoft.com/office/drawing/2014/main" id="{5A54D705-EEC7-A74E-9AE9-D668EBD047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0" name="Group 144">
              <a:extLst>
                <a:ext uri="{FF2B5EF4-FFF2-40B4-BE49-F238E27FC236}">
                  <a16:creationId xmlns:a16="http://schemas.microsoft.com/office/drawing/2014/main" id="{3A97DC09-345F-2F4E-838E-52A3A795D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7" name="Freeform 84">
                <a:extLst>
                  <a:ext uri="{FF2B5EF4-FFF2-40B4-BE49-F238E27FC236}">
                    <a16:creationId xmlns:a16="http://schemas.microsoft.com/office/drawing/2014/main" id="{B36BAAF1-1D37-2E41-8766-571ACC3E0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TextBox 146">
                <a:extLst>
                  <a:ext uri="{FF2B5EF4-FFF2-40B4-BE49-F238E27FC236}">
                    <a16:creationId xmlns:a16="http://schemas.microsoft.com/office/drawing/2014/main" id="{CF1A9668-9C9B-894E-9845-91BCB0E99D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1" name="Group 147">
              <a:extLst>
                <a:ext uri="{FF2B5EF4-FFF2-40B4-BE49-F238E27FC236}">
                  <a16:creationId xmlns:a16="http://schemas.microsoft.com/office/drawing/2014/main" id="{766E450F-B0C7-7940-B285-22C816AD34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5" name="Freeform 84">
                <a:extLst>
                  <a:ext uri="{FF2B5EF4-FFF2-40B4-BE49-F238E27FC236}">
                    <a16:creationId xmlns:a16="http://schemas.microsoft.com/office/drawing/2014/main" id="{CDECE502-03C3-334E-9061-0953928D9F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TextBox 149">
                <a:extLst>
                  <a:ext uri="{FF2B5EF4-FFF2-40B4-BE49-F238E27FC236}">
                    <a16:creationId xmlns:a16="http://schemas.microsoft.com/office/drawing/2014/main" id="{7B86EB0B-099B-CD43-AC8D-35F1843FF4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2" name="Group 150">
              <a:extLst>
                <a:ext uri="{FF2B5EF4-FFF2-40B4-BE49-F238E27FC236}">
                  <a16:creationId xmlns:a16="http://schemas.microsoft.com/office/drawing/2014/main" id="{1ECA7F11-81FE-684A-9581-AAB0813A3C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3" name="Freeform 84">
                <a:extLst>
                  <a:ext uri="{FF2B5EF4-FFF2-40B4-BE49-F238E27FC236}">
                    <a16:creationId xmlns:a16="http://schemas.microsoft.com/office/drawing/2014/main" id="{74640D60-CCA5-E246-8301-FBA72212EA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TextBox 152">
                <a:extLst>
                  <a:ext uri="{FF2B5EF4-FFF2-40B4-BE49-F238E27FC236}">
                    <a16:creationId xmlns:a16="http://schemas.microsoft.com/office/drawing/2014/main" id="{8FCA071B-90AC-DC4E-B42A-64CDC899D7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3" name="Group 153">
              <a:extLst>
                <a:ext uri="{FF2B5EF4-FFF2-40B4-BE49-F238E27FC236}">
                  <a16:creationId xmlns:a16="http://schemas.microsoft.com/office/drawing/2014/main" id="{DD2ECB2C-F5E7-C643-8341-761F711B6A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1" name="Freeform 84">
                <a:extLst>
                  <a:ext uri="{FF2B5EF4-FFF2-40B4-BE49-F238E27FC236}">
                    <a16:creationId xmlns:a16="http://schemas.microsoft.com/office/drawing/2014/main" id="{8AC89483-8BB1-2B46-9D74-2F13B9F000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TextBox 155">
                <a:extLst>
                  <a:ext uri="{FF2B5EF4-FFF2-40B4-BE49-F238E27FC236}">
                    <a16:creationId xmlns:a16="http://schemas.microsoft.com/office/drawing/2014/main" id="{4CFAEC23-47CB-1F41-AE0E-58C6342F88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4" name="Group 156">
              <a:extLst>
                <a:ext uri="{FF2B5EF4-FFF2-40B4-BE49-F238E27FC236}">
                  <a16:creationId xmlns:a16="http://schemas.microsoft.com/office/drawing/2014/main" id="{9F1F35E9-1AAD-3447-B25E-15B0171F1D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39" name="Freeform 84">
                <a:extLst>
                  <a:ext uri="{FF2B5EF4-FFF2-40B4-BE49-F238E27FC236}">
                    <a16:creationId xmlns:a16="http://schemas.microsoft.com/office/drawing/2014/main" id="{DCBE692D-3CF6-4240-A02F-ED7840CC4E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TextBox 158">
                <a:extLst>
                  <a:ext uri="{FF2B5EF4-FFF2-40B4-BE49-F238E27FC236}">
                    <a16:creationId xmlns:a16="http://schemas.microsoft.com/office/drawing/2014/main" id="{78940F80-4546-3F4C-B902-B3A4079D88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5" name="Group 160">
              <a:extLst>
                <a:ext uri="{FF2B5EF4-FFF2-40B4-BE49-F238E27FC236}">
                  <a16:creationId xmlns:a16="http://schemas.microsoft.com/office/drawing/2014/main" id="{4CEB8734-4C0E-8440-B488-78D91BD8B7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37" name="Freeform 84">
                <a:extLst>
                  <a:ext uri="{FF2B5EF4-FFF2-40B4-BE49-F238E27FC236}">
                    <a16:creationId xmlns:a16="http://schemas.microsoft.com/office/drawing/2014/main" id="{84BBA7EF-11BA-1A41-8384-0C3D7F2405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TextBox 162">
                <a:extLst>
                  <a:ext uri="{FF2B5EF4-FFF2-40B4-BE49-F238E27FC236}">
                    <a16:creationId xmlns:a16="http://schemas.microsoft.com/office/drawing/2014/main" id="{D4A56146-16E8-6D4F-AB9B-04B43A7B75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6" name="Group 163">
              <a:extLst>
                <a:ext uri="{FF2B5EF4-FFF2-40B4-BE49-F238E27FC236}">
                  <a16:creationId xmlns:a16="http://schemas.microsoft.com/office/drawing/2014/main" id="{8510F631-F05D-5743-B65A-0F68CA8A39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740A3B21-51DA-F54E-81F6-175344E748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TextBox 165">
                <a:extLst>
                  <a:ext uri="{FF2B5EF4-FFF2-40B4-BE49-F238E27FC236}">
                    <a16:creationId xmlns:a16="http://schemas.microsoft.com/office/drawing/2014/main" id="{679BD3E2-D5BD-C843-8B04-94EDA37C69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7" name="Group 166">
              <a:extLst>
                <a:ext uri="{FF2B5EF4-FFF2-40B4-BE49-F238E27FC236}">
                  <a16:creationId xmlns:a16="http://schemas.microsoft.com/office/drawing/2014/main" id="{D4F16B07-39CD-3B4B-963D-5ECA4B0E0F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33" name="Freeform 84">
                <a:extLst>
                  <a:ext uri="{FF2B5EF4-FFF2-40B4-BE49-F238E27FC236}">
                    <a16:creationId xmlns:a16="http://schemas.microsoft.com/office/drawing/2014/main" id="{5351652D-5C9A-694A-9BA7-F404C0341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TextBox 168">
                <a:extLst>
                  <a:ext uri="{FF2B5EF4-FFF2-40B4-BE49-F238E27FC236}">
                    <a16:creationId xmlns:a16="http://schemas.microsoft.com/office/drawing/2014/main" id="{9202EDF7-A3CF-724B-9E9E-19D97FF102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8" name="Group 169">
              <a:extLst>
                <a:ext uri="{FF2B5EF4-FFF2-40B4-BE49-F238E27FC236}">
                  <a16:creationId xmlns:a16="http://schemas.microsoft.com/office/drawing/2014/main" id="{686A1736-B522-0340-8C33-778B7C0BD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31" name="Freeform 84">
                <a:extLst>
                  <a:ext uri="{FF2B5EF4-FFF2-40B4-BE49-F238E27FC236}">
                    <a16:creationId xmlns:a16="http://schemas.microsoft.com/office/drawing/2014/main" id="{638D047A-F7E4-B544-8B8C-104AE49409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TextBox 171">
                <a:extLst>
                  <a:ext uri="{FF2B5EF4-FFF2-40B4-BE49-F238E27FC236}">
                    <a16:creationId xmlns:a16="http://schemas.microsoft.com/office/drawing/2014/main" id="{D31C199E-B8F8-514E-B8D1-603FF6528A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9" name="Group 172">
              <a:extLst>
                <a:ext uri="{FF2B5EF4-FFF2-40B4-BE49-F238E27FC236}">
                  <a16:creationId xmlns:a16="http://schemas.microsoft.com/office/drawing/2014/main" id="{294029E1-FA1A-B247-A5FB-A5A1249B1F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29" name="Freeform 84">
                <a:extLst>
                  <a:ext uri="{FF2B5EF4-FFF2-40B4-BE49-F238E27FC236}">
                    <a16:creationId xmlns:a16="http://schemas.microsoft.com/office/drawing/2014/main" id="{8B10A319-BE3A-BD4E-AAF2-E2BC90D20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TextBox 174">
                <a:extLst>
                  <a:ext uri="{FF2B5EF4-FFF2-40B4-BE49-F238E27FC236}">
                    <a16:creationId xmlns:a16="http://schemas.microsoft.com/office/drawing/2014/main" id="{E3001C5D-B67E-D541-9BBC-252B4CA3C4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20" name="Group 175">
              <a:extLst>
                <a:ext uri="{FF2B5EF4-FFF2-40B4-BE49-F238E27FC236}">
                  <a16:creationId xmlns:a16="http://schemas.microsoft.com/office/drawing/2014/main" id="{C92F1D48-619C-5240-A15C-21352570FF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27" name="Freeform 84">
                <a:extLst>
                  <a:ext uri="{FF2B5EF4-FFF2-40B4-BE49-F238E27FC236}">
                    <a16:creationId xmlns:a16="http://schemas.microsoft.com/office/drawing/2014/main" id="{4B17ABFB-F661-EE45-A41D-631046D9DA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TextBox 177">
                <a:extLst>
                  <a:ext uri="{FF2B5EF4-FFF2-40B4-BE49-F238E27FC236}">
                    <a16:creationId xmlns:a16="http://schemas.microsoft.com/office/drawing/2014/main" id="{289A3EBC-6C3B-C841-A768-F75ABAFABD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CBEB32D3-81C6-3F44-9A8F-08D1AA8D21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2" name="TextBox 179">
              <a:extLst>
                <a:ext uri="{FF2B5EF4-FFF2-40B4-BE49-F238E27FC236}">
                  <a16:creationId xmlns:a16="http://schemas.microsoft.com/office/drawing/2014/main" id="{D2D3338E-3DA2-8D48-9D5C-447A7E5FD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3" name="TextBox 180">
              <a:extLst>
                <a:ext uri="{FF2B5EF4-FFF2-40B4-BE49-F238E27FC236}">
                  <a16:creationId xmlns:a16="http://schemas.microsoft.com/office/drawing/2014/main" id="{8215F56B-E17E-B149-974D-7A07D5DFE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4" name="TextBox 181">
              <a:extLst>
                <a:ext uri="{FF2B5EF4-FFF2-40B4-BE49-F238E27FC236}">
                  <a16:creationId xmlns:a16="http://schemas.microsoft.com/office/drawing/2014/main" id="{FD03DF14-CAD3-8246-9CC6-241F5B97A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5" name="TextBox 182">
              <a:extLst>
                <a:ext uri="{FF2B5EF4-FFF2-40B4-BE49-F238E27FC236}">
                  <a16:creationId xmlns:a16="http://schemas.microsoft.com/office/drawing/2014/main" id="{D7F7F70B-F433-CB49-B32C-F046F034F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6" name="TextBox 183">
              <a:extLst>
                <a:ext uri="{FF2B5EF4-FFF2-40B4-BE49-F238E27FC236}">
                  <a16:creationId xmlns:a16="http://schemas.microsoft.com/office/drawing/2014/main" id="{89D7457C-B340-D443-A055-E4DD37E0D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05086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F3D1-7081-6443-A774-86E7B2288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Connecting</a:t>
            </a:r>
            <a:r>
              <a:rPr lang="zh-CN" altLang="en-US" dirty="0"/>
              <a:t> </a:t>
            </a:r>
            <a:r>
              <a:rPr lang="en-US" altLang="zh-CN" dirty="0"/>
              <a:t>everyone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21900-0996-BA4C-92A3-93A9ACA0B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508C7917-D403-7848-96DB-7437C288B9B3}"/>
              </a:ext>
            </a:extLst>
          </p:cNvPr>
          <p:cNvGrpSpPr>
            <a:grpSpLocks/>
          </p:cNvGrpSpPr>
          <p:nvPr/>
        </p:nvGrpSpPr>
        <p:grpSpPr bwMode="auto">
          <a:xfrm>
            <a:off x="249237" y="1918514"/>
            <a:ext cx="8437563" cy="4559300"/>
            <a:chOff x="154891" y="1905681"/>
            <a:chExt cx="8436427" cy="4559651"/>
          </a:xfrm>
        </p:grpSpPr>
        <p:grpSp>
          <p:nvGrpSpPr>
            <p:cNvPr id="5" name="Group 2">
              <a:extLst>
                <a:ext uri="{FF2B5EF4-FFF2-40B4-BE49-F238E27FC236}">
                  <a16:creationId xmlns:a16="http://schemas.microsoft.com/office/drawing/2014/main" id="{3BD6655D-7771-9D4D-A4B2-34B2205338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9396" y="2297655"/>
              <a:ext cx="648422" cy="418253"/>
              <a:chOff x="3053396" y="4304255"/>
              <a:chExt cx="648422" cy="418253"/>
            </a:xfrm>
          </p:grpSpPr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84499374-F31C-9E41-844F-E658993B08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TextBox 1">
                <a:extLst>
                  <a:ext uri="{FF2B5EF4-FFF2-40B4-BE49-F238E27FC236}">
                    <a16:creationId xmlns:a16="http://schemas.microsoft.com/office/drawing/2014/main" id="{77D9F28D-4D3A-1740-858A-032AAD0FB4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6" name="Group 131">
              <a:extLst>
                <a:ext uri="{FF2B5EF4-FFF2-40B4-BE49-F238E27FC236}">
                  <a16:creationId xmlns:a16="http://schemas.microsoft.com/office/drawing/2014/main" id="{BA7B2D6A-1EF2-744D-B2A2-9CDDEFB340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696" y="3097755"/>
              <a:ext cx="648422" cy="418253"/>
              <a:chOff x="3053396" y="4304255"/>
              <a:chExt cx="648422" cy="418253"/>
            </a:xfrm>
          </p:grpSpPr>
          <p:sp>
            <p:nvSpPr>
              <p:cNvPr id="55" name="Freeform 84">
                <a:extLst>
                  <a:ext uri="{FF2B5EF4-FFF2-40B4-BE49-F238E27FC236}">
                    <a16:creationId xmlns:a16="http://schemas.microsoft.com/office/drawing/2014/main" id="{29479AC8-1481-A041-9159-50288864A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TextBox 133">
                <a:extLst>
                  <a:ext uri="{FF2B5EF4-FFF2-40B4-BE49-F238E27FC236}">
                    <a16:creationId xmlns:a16="http://schemas.microsoft.com/office/drawing/2014/main" id="{04A142BA-406F-1A4A-B61B-8540D6CDD0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7" name="Group 135">
              <a:extLst>
                <a:ext uri="{FF2B5EF4-FFF2-40B4-BE49-F238E27FC236}">
                  <a16:creationId xmlns:a16="http://schemas.microsoft.com/office/drawing/2014/main" id="{951E1D39-8BB6-E149-A6F2-A3E2912BE6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37896" y="2551655"/>
              <a:ext cx="648422" cy="418253"/>
              <a:chOff x="3053396" y="4304255"/>
              <a:chExt cx="648422" cy="418253"/>
            </a:xfrm>
          </p:grpSpPr>
          <p:sp>
            <p:nvSpPr>
              <p:cNvPr id="53" name="Freeform 84">
                <a:extLst>
                  <a:ext uri="{FF2B5EF4-FFF2-40B4-BE49-F238E27FC236}">
                    <a16:creationId xmlns:a16="http://schemas.microsoft.com/office/drawing/2014/main" id="{AC9E4634-17F2-014B-96EB-1BBDBBD44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TextBox 137">
                <a:extLst>
                  <a:ext uri="{FF2B5EF4-FFF2-40B4-BE49-F238E27FC236}">
                    <a16:creationId xmlns:a16="http://schemas.microsoft.com/office/drawing/2014/main" id="{CF807BA0-236C-ED40-BDD6-A30EB3F812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8" name="Group 138">
              <a:extLst>
                <a:ext uri="{FF2B5EF4-FFF2-40B4-BE49-F238E27FC236}">
                  <a16:creationId xmlns:a16="http://schemas.microsoft.com/office/drawing/2014/main" id="{B3381363-773B-C642-A5A1-DC133C0EB3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196" y="5409155"/>
              <a:ext cx="648422" cy="418253"/>
              <a:chOff x="3053396" y="4304255"/>
              <a:chExt cx="648422" cy="418253"/>
            </a:xfrm>
          </p:grpSpPr>
          <p:sp>
            <p:nvSpPr>
              <p:cNvPr id="51" name="Freeform 84">
                <a:extLst>
                  <a:ext uri="{FF2B5EF4-FFF2-40B4-BE49-F238E27FC236}">
                    <a16:creationId xmlns:a16="http://schemas.microsoft.com/office/drawing/2014/main" id="{CBCD95D9-7771-7C47-ABCD-F498FFF0D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TextBox 140">
                <a:extLst>
                  <a:ext uri="{FF2B5EF4-FFF2-40B4-BE49-F238E27FC236}">
                    <a16:creationId xmlns:a16="http://schemas.microsoft.com/office/drawing/2014/main" id="{39C8DED9-6FB8-354C-8EA9-E9BEBEF31F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9" name="Group 141">
              <a:extLst>
                <a:ext uri="{FF2B5EF4-FFF2-40B4-BE49-F238E27FC236}">
                  <a16:creationId xmlns:a16="http://schemas.microsoft.com/office/drawing/2014/main" id="{D369DAA5-0581-8D47-A0C7-9B9DF9A052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096" y="4786855"/>
              <a:ext cx="648422" cy="418253"/>
              <a:chOff x="3053396" y="4304255"/>
              <a:chExt cx="648422" cy="418253"/>
            </a:xfrm>
          </p:grpSpPr>
          <p:sp>
            <p:nvSpPr>
              <p:cNvPr id="49" name="Freeform 84">
                <a:extLst>
                  <a:ext uri="{FF2B5EF4-FFF2-40B4-BE49-F238E27FC236}">
                    <a16:creationId xmlns:a16="http://schemas.microsoft.com/office/drawing/2014/main" id="{4420A0F2-9B9F-1D49-B7D3-EA84B8C420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TextBox 143">
                <a:extLst>
                  <a:ext uri="{FF2B5EF4-FFF2-40B4-BE49-F238E27FC236}">
                    <a16:creationId xmlns:a16="http://schemas.microsoft.com/office/drawing/2014/main" id="{6330633C-8730-DD46-9BCB-8CD647F173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0" name="Group 144">
              <a:extLst>
                <a:ext uri="{FF2B5EF4-FFF2-40B4-BE49-F238E27FC236}">
                  <a16:creationId xmlns:a16="http://schemas.microsoft.com/office/drawing/2014/main" id="{F55079D1-2D6E-B649-AFE5-6FAF9B5585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496" y="4126455"/>
              <a:ext cx="648422" cy="418253"/>
              <a:chOff x="3053396" y="4304255"/>
              <a:chExt cx="648422" cy="418253"/>
            </a:xfrm>
          </p:grpSpPr>
          <p:sp>
            <p:nvSpPr>
              <p:cNvPr id="47" name="Freeform 84">
                <a:extLst>
                  <a:ext uri="{FF2B5EF4-FFF2-40B4-BE49-F238E27FC236}">
                    <a16:creationId xmlns:a16="http://schemas.microsoft.com/office/drawing/2014/main" id="{515AF0C9-8482-1944-BA53-64174768E8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TextBox 146">
                <a:extLst>
                  <a:ext uri="{FF2B5EF4-FFF2-40B4-BE49-F238E27FC236}">
                    <a16:creationId xmlns:a16="http://schemas.microsoft.com/office/drawing/2014/main" id="{E2B7AA68-9C37-2547-90CA-ABEB3183FE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1" name="Group 147">
              <a:extLst>
                <a:ext uri="{FF2B5EF4-FFF2-40B4-BE49-F238E27FC236}">
                  <a16:creationId xmlns:a16="http://schemas.microsoft.com/office/drawing/2014/main" id="{51A220A4-57F3-1E42-802B-D885504FA8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87196" y="2983455"/>
              <a:ext cx="648422" cy="418253"/>
              <a:chOff x="3053396" y="4304255"/>
              <a:chExt cx="648422" cy="418253"/>
            </a:xfrm>
          </p:grpSpPr>
          <p:sp>
            <p:nvSpPr>
              <p:cNvPr id="45" name="Freeform 84">
                <a:extLst>
                  <a:ext uri="{FF2B5EF4-FFF2-40B4-BE49-F238E27FC236}">
                    <a16:creationId xmlns:a16="http://schemas.microsoft.com/office/drawing/2014/main" id="{D1FFAE05-2445-9547-A356-DBA245BFC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TextBox 149">
                <a:extLst>
                  <a:ext uri="{FF2B5EF4-FFF2-40B4-BE49-F238E27FC236}">
                    <a16:creationId xmlns:a16="http://schemas.microsoft.com/office/drawing/2014/main" id="{6E11DCF0-A820-E444-9380-5F23F61A84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2" name="Group 150">
              <a:extLst>
                <a:ext uri="{FF2B5EF4-FFF2-40B4-BE49-F238E27FC236}">
                  <a16:creationId xmlns:a16="http://schemas.microsoft.com/office/drawing/2014/main" id="{BD48600B-647D-1744-B8C5-9B55D1AD83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9596" y="2056355"/>
              <a:ext cx="648422" cy="418253"/>
              <a:chOff x="3053396" y="4304255"/>
              <a:chExt cx="648422" cy="418253"/>
            </a:xfrm>
          </p:grpSpPr>
          <p:sp>
            <p:nvSpPr>
              <p:cNvPr id="43" name="Freeform 84">
                <a:extLst>
                  <a:ext uri="{FF2B5EF4-FFF2-40B4-BE49-F238E27FC236}">
                    <a16:creationId xmlns:a16="http://schemas.microsoft.com/office/drawing/2014/main" id="{D7E80319-A1AA-4144-864E-DB69D0FA2A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TextBox 152">
                <a:extLst>
                  <a:ext uri="{FF2B5EF4-FFF2-40B4-BE49-F238E27FC236}">
                    <a16:creationId xmlns:a16="http://schemas.microsoft.com/office/drawing/2014/main" id="{A7E999D9-61ED-E94B-BEE5-2EF2DD0B5F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3" name="Group 153">
              <a:extLst>
                <a:ext uri="{FF2B5EF4-FFF2-40B4-BE49-F238E27FC236}">
                  <a16:creationId xmlns:a16="http://schemas.microsoft.com/office/drawing/2014/main" id="{A776E1B9-482C-AC40-BE11-267E0D7C55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696" y="2704055"/>
              <a:ext cx="648422" cy="418253"/>
              <a:chOff x="3053396" y="4304255"/>
              <a:chExt cx="648422" cy="418253"/>
            </a:xfrm>
          </p:grpSpPr>
          <p:sp>
            <p:nvSpPr>
              <p:cNvPr id="41" name="Freeform 84">
                <a:extLst>
                  <a:ext uri="{FF2B5EF4-FFF2-40B4-BE49-F238E27FC236}">
                    <a16:creationId xmlns:a16="http://schemas.microsoft.com/office/drawing/2014/main" id="{82BDC288-94C6-6A48-9918-474A4C679D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TextBox 155">
                <a:extLst>
                  <a:ext uri="{FF2B5EF4-FFF2-40B4-BE49-F238E27FC236}">
                    <a16:creationId xmlns:a16="http://schemas.microsoft.com/office/drawing/2014/main" id="{6B144F1D-64AC-4B42-B7A5-D494C00428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4" name="Group 156">
              <a:extLst>
                <a:ext uri="{FF2B5EF4-FFF2-40B4-BE49-F238E27FC236}">
                  <a16:creationId xmlns:a16="http://schemas.microsoft.com/office/drawing/2014/main" id="{AC2C4550-C222-F54A-85D0-EE70B66CC2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3996" y="2030955"/>
              <a:ext cx="648422" cy="418253"/>
              <a:chOff x="3053396" y="4304255"/>
              <a:chExt cx="648422" cy="418253"/>
            </a:xfrm>
          </p:grpSpPr>
          <p:sp>
            <p:nvSpPr>
              <p:cNvPr id="39" name="Freeform 84">
                <a:extLst>
                  <a:ext uri="{FF2B5EF4-FFF2-40B4-BE49-F238E27FC236}">
                    <a16:creationId xmlns:a16="http://schemas.microsoft.com/office/drawing/2014/main" id="{D5F6AE51-F10D-BF4D-A855-030325C6A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TextBox 158">
                <a:extLst>
                  <a:ext uri="{FF2B5EF4-FFF2-40B4-BE49-F238E27FC236}">
                    <a16:creationId xmlns:a16="http://schemas.microsoft.com/office/drawing/2014/main" id="{661DF19A-CA3A-1C4F-A344-2038FF8369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5" name="Group 160">
              <a:extLst>
                <a:ext uri="{FF2B5EF4-FFF2-40B4-BE49-F238E27FC236}">
                  <a16:creationId xmlns:a16="http://schemas.microsoft.com/office/drawing/2014/main" id="{37675D74-BD2E-974B-9B60-C125A296A4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4696" y="5663155"/>
              <a:ext cx="648422" cy="418253"/>
              <a:chOff x="3053396" y="4304255"/>
              <a:chExt cx="648422" cy="418253"/>
            </a:xfrm>
          </p:grpSpPr>
          <p:sp>
            <p:nvSpPr>
              <p:cNvPr id="37" name="Freeform 84">
                <a:extLst>
                  <a:ext uri="{FF2B5EF4-FFF2-40B4-BE49-F238E27FC236}">
                    <a16:creationId xmlns:a16="http://schemas.microsoft.com/office/drawing/2014/main" id="{7BA94929-136C-D440-BBBA-E636CE4ED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8" name="TextBox 162">
                <a:extLst>
                  <a:ext uri="{FF2B5EF4-FFF2-40B4-BE49-F238E27FC236}">
                    <a16:creationId xmlns:a16="http://schemas.microsoft.com/office/drawing/2014/main" id="{0B2E6796-BAFB-B14C-AEFF-E495CA31EA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6" name="Group 163">
              <a:extLst>
                <a:ext uri="{FF2B5EF4-FFF2-40B4-BE49-F238E27FC236}">
                  <a16:creationId xmlns:a16="http://schemas.microsoft.com/office/drawing/2014/main" id="{D0F542D5-B5C8-5C4B-BCF2-C17558FA31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42896" y="5015455"/>
              <a:ext cx="648422" cy="418253"/>
              <a:chOff x="3053396" y="4304255"/>
              <a:chExt cx="648422" cy="418253"/>
            </a:xfrm>
          </p:grpSpPr>
          <p:sp>
            <p:nvSpPr>
              <p:cNvPr id="35" name="Freeform 84">
                <a:extLst>
                  <a:ext uri="{FF2B5EF4-FFF2-40B4-BE49-F238E27FC236}">
                    <a16:creationId xmlns:a16="http://schemas.microsoft.com/office/drawing/2014/main" id="{87F95FAF-3875-0744-A1B8-9110050DCC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TextBox 165">
                <a:extLst>
                  <a:ext uri="{FF2B5EF4-FFF2-40B4-BE49-F238E27FC236}">
                    <a16:creationId xmlns:a16="http://schemas.microsoft.com/office/drawing/2014/main" id="{2352D061-9C31-A94D-889A-B67D86E6CC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7" name="Group 166">
              <a:extLst>
                <a:ext uri="{FF2B5EF4-FFF2-40B4-BE49-F238E27FC236}">
                  <a16:creationId xmlns:a16="http://schemas.microsoft.com/office/drawing/2014/main" id="{B0292711-4910-9B4C-B668-E84D475E1E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14296" y="4101055"/>
              <a:ext cx="648422" cy="418253"/>
              <a:chOff x="3053396" y="4304255"/>
              <a:chExt cx="648422" cy="418253"/>
            </a:xfrm>
          </p:grpSpPr>
          <p:sp>
            <p:nvSpPr>
              <p:cNvPr id="33" name="Freeform 84">
                <a:extLst>
                  <a:ext uri="{FF2B5EF4-FFF2-40B4-BE49-F238E27FC236}">
                    <a16:creationId xmlns:a16="http://schemas.microsoft.com/office/drawing/2014/main" id="{1A3DDC60-B637-D846-B538-1C2672F635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TextBox 168">
                <a:extLst>
                  <a:ext uri="{FF2B5EF4-FFF2-40B4-BE49-F238E27FC236}">
                    <a16:creationId xmlns:a16="http://schemas.microsoft.com/office/drawing/2014/main" id="{2343E0B5-5E0D-3D46-B05F-0D20839BCA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8" name="Group 169">
              <a:extLst>
                <a:ext uri="{FF2B5EF4-FFF2-40B4-BE49-F238E27FC236}">
                  <a16:creationId xmlns:a16="http://schemas.microsoft.com/office/drawing/2014/main" id="{54F70776-E91F-A14C-A043-97EF774222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69496" y="5904455"/>
              <a:ext cx="648422" cy="418253"/>
              <a:chOff x="3053396" y="4304255"/>
              <a:chExt cx="648422" cy="418253"/>
            </a:xfrm>
          </p:grpSpPr>
          <p:sp>
            <p:nvSpPr>
              <p:cNvPr id="31" name="Freeform 84">
                <a:extLst>
                  <a:ext uri="{FF2B5EF4-FFF2-40B4-BE49-F238E27FC236}">
                    <a16:creationId xmlns:a16="http://schemas.microsoft.com/office/drawing/2014/main" id="{CDDD1562-AE9B-2749-A82C-40575FD99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TextBox 171">
                <a:extLst>
                  <a:ext uri="{FF2B5EF4-FFF2-40B4-BE49-F238E27FC236}">
                    <a16:creationId xmlns:a16="http://schemas.microsoft.com/office/drawing/2014/main" id="{E055BE67-BE2F-CC49-86F5-16EAB732EA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19" name="Group 172">
              <a:extLst>
                <a:ext uri="{FF2B5EF4-FFF2-40B4-BE49-F238E27FC236}">
                  <a16:creationId xmlns:a16="http://schemas.microsoft.com/office/drawing/2014/main" id="{85D506BC-8661-AA4A-A115-564CE90AF1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55096" y="6044155"/>
              <a:ext cx="648422" cy="418253"/>
              <a:chOff x="3053396" y="4304255"/>
              <a:chExt cx="648422" cy="418253"/>
            </a:xfrm>
          </p:grpSpPr>
          <p:sp>
            <p:nvSpPr>
              <p:cNvPr id="29" name="Freeform 84">
                <a:extLst>
                  <a:ext uri="{FF2B5EF4-FFF2-40B4-BE49-F238E27FC236}">
                    <a16:creationId xmlns:a16="http://schemas.microsoft.com/office/drawing/2014/main" id="{5B65CD38-1951-E34F-9E90-3EBDCD704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TextBox 174">
                <a:extLst>
                  <a:ext uri="{FF2B5EF4-FFF2-40B4-BE49-F238E27FC236}">
                    <a16:creationId xmlns:a16="http://schemas.microsoft.com/office/drawing/2014/main" id="{ADFEFAE0-C37B-7A47-B2CC-831FD2B7A5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grpSp>
          <p:nvGrpSpPr>
            <p:cNvPr id="20" name="Group 175">
              <a:extLst>
                <a:ext uri="{FF2B5EF4-FFF2-40B4-BE49-F238E27FC236}">
                  <a16:creationId xmlns:a16="http://schemas.microsoft.com/office/drawing/2014/main" id="{A7E99DCC-8812-6349-837E-8BDB39660B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896" y="5891755"/>
              <a:ext cx="648422" cy="418253"/>
              <a:chOff x="3053396" y="4304255"/>
              <a:chExt cx="648422" cy="418253"/>
            </a:xfrm>
          </p:grpSpPr>
          <p:sp>
            <p:nvSpPr>
              <p:cNvPr id="27" name="Freeform 84">
                <a:extLst>
                  <a:ext uri="{FF2B5EF4-FFF2-40B4-BE49-F238E27FC236}">
                    <a16:creationId xmlns:a16="http://schemas.microsoft.com/office/drawing/2014/main" id="{5139AF96-E6E2-1D41-A6EF-31CFA913B7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396" y="4304255"/>
                <a:ext cx="596988" cy="418253"/>
              </a:xfrm>
              <a:custGeom>
                <a:avLst/>
                <a:gdLst>
                  <a:gd name="T0" fmla="*/ 2147483647 w 1036"/>
                  <a:gd name="T1" fmla="*/ 2147483647 h 675"/>
                  <a:gd name="T2" fmla="*/ 2147483647 w 1036"/>
                  <a:gd name="T3" fmla="*/ 2147483647 h 675"/>
                  <a:gd name="T4" fmla="*/ 2147483647 w 1036"/>
                  <a:gd name="T5" fmla="*/ 2147483647 h 675"/>
                  <a:gd name="T6" fmla="*/ 2147483647 w 1036"/>
                  <a:gd name="T7" fmla="*/ 2147483647 h 675"/>
                  <a:gd name="T8" fmla="*/ 2147483647 w 1036"/>
                  <a:gd name="T9" fmla="*/ 2147483647 h 675"/>
                  <a:gd name="T10" fmla="*/ 2147483647 w 1036"/>
                  <a:gd name="T11" fmla="*/ 2147483647 h 675"/>
                  <a:gd name="T12" fmla="*/ 2147483647 w 1036"/>
                  <a:gd name="T13" fmla="*/ 2147483647 h 675"/>
                  <a:gd name="T14" fmla="*/ 2147483647 w 1036"/>
                  <a:gd name="T15" fmla="*/ 2147483647 h 675"/>
                  <a:gd name="T16" fmla="*/ 2147483647 w 1036"/>
                  <a:gd name="T17" fmla="*/ 2147483647 h 675"/>
                  <a:gd name="T18" fmla="*/ 2147483647 w 1036"/>
                  <a:gd name="T19" fmla="*/ 2147483647 h 675"/>
                  <a:gd name="T20" fmla="*/ 2147483647 w 1036"/>
                  <a:gd name="T21" fmla="*/ 2147483647 h 675"/>
                  <a:gd name="T22" fmla="*/ 2147483647 w 1036"/>
                  <a:gd name="T23" fmla="*/ 2147483647 h 675"/>
                  <a:gd name="T24" fmla="*/ 2147483647 w 1036"/>
                  <a:gd name="T25" fmla="*/ 2147483647 h 675"/>
                  <a:gd name="T26" fmla="*/ 2147483647 w 1036"/>
                  <a:gd name="T27" fmla="*/ 2147483647 h 675"/>
                  <a:gd name="T28" fmla="*/ 2147483647 w 1036"/>
                  <a:gd name="T29" fmla="*/ 2147483647 h 675"/>
                  <a:gd name="T30" fmla="*/ 2147483647 w 1036"/>
                  <a:gd name="T31" fmla="*/ 2147483647 h 675"/>
                  <a:gd name="T32" fmla="*/ 2147483647 w 1036"/>
                  <a:gd name="T33" fmla="*/ 2147483647 h 675"/>
                  <a:gd name="T34" fmla="*/ 2147483647 w 1036"/>
                  <a:gd name="T35" fmla="*/ 2147483647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36" h="675">
                    <a:moveTo>
                      <a:pt x="648" y="11"/>
                    </a:moveTo>
                    <a:cubicBezTo>
                      <a:pt x="584" y="19"/>
                      <a:pt x="464" y="33"/>
                      <a:pt x="390" y="53"/>
                    </a:cubicBezTo>
                    <a:cubicBezTo>
                      <a:pt x="316" y="73"/>
                      <a:pt x="246" y="100"/>
                      <a:pt x="206" y="129"/>
                    </a:cubicBezTo>
                    <a:cubicBezTo>
                      <a:pt x="166" y="158"/>
                      <a:pt x="183" y="201"/>
                      <a:pt x="152" y="229"/>
                    </a:cubicBezTo>
                    <a:cubicBezTo>
                      <a:pt x="121" y="257"/>
                      <a:pt x="44" y="259"/>
                      <a:pt x="22" y="297"/>
                    </a:cubicBezTo>
                    <a:cubicBezTo>
                      <a:pt x="0" y="335"/>
                      <a:pt x="0" y="427"/>
                      <a:pt x="18" y="459"/>
                    </a:cubicBezTo>
                    <a:cubicBezTo>
                      <a:pt x="36" y="491"/>
                      <a:pt x="59" y="484"/>
                      <a:pt x="132" y="489"/>
                    </a:cubicBezTo>
                    <a:cubicBezTo>
                      <a:pt x="205" y="494"/>
                      <a:pt x="380" y="478"/>
                      <a:pt x="458" y="489"/>
                    </a:cubicBezTo>
                    <a:cubicBezTo>
                      <a:pt x="536" y="500"/>
                      <a:pt x="549" y="527"/>
                      <a:pt x="598" y="555"/>
                    </a:cubicBezTo>
                    <a:cubicBezTo>
                      <a:pt x="647" y="583"/>
                      <a:pt x="707" y="639"/>
                      <a:pt x="752" y="657"/>
                    </a:cubicBezTo>
                    <a:cubicBezTo>
                      <a:pt x="797" y="675"/>
                      <a:pt x="837" y="670"/>
                      <a:pt x="870" y="661"/>
                    </a:cubicBezTo>
                    <a:cubicBezTo>
                      <a:pt x="903" y="652"/>
                      <a:pt x="932" y="639"/>
                      <a:pt x="952" y="603"/>
                    </a:cubicBezTo>
                    <a:cubicBezTo>
                      <a:pt x="972" y="567"/>
                      <a:pt x="981" y="497"/>
                      <a:pt x="992" y="445"/>
                    </a:cubicBezTo>
                    <a:cubicBezTo>
                      <a:pt x="1003" y="393"/>
                      <a:pt x="1013" y="347"/>
                      <a:pt x="1018" y="291"/>
                    </a:cubicBezTo>
                    <a:cubicBezTo>
                      <a:pt x="1023" y="235"/>
                      <a:pt x="1036" y="153"/>
                      <a:pt x="1022" y="107"/>
                    </a:cubicBezTo>
                    <a:cubicBezTo>
                      <a:pt x="1008" y="61"/>
                      <a:pt x="975" y="34"/>
                      <a:pt x="934" y="17"/>
                    </a:cubicBezTo>
                    <a:cubicBezTo>
                      <a:pt x="893" y="0"/>
                      <a:pt x="824" y="4"/>
                      <a:pt x="776" y="3"/>
                    </a:cubicBezTo>
                    <a:cubicBezTo>
                      <a:pt x="728" y="2"/>
                      <a:pt x="712" y="3"/>
                      <a:pt x="648" y="11"/>
                    </a:cubicBez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TextBox 177">
                <a:extLst>
                  <a:ext uri="{FF2B5EF4-FFF2-40B4-BE49-F238E27FC236}">
                    <a16:creationId xmlns:a16="http://schemas.microsoft.com/office/drawing/2014/main" id="{90C01982-586B-D042-AD40-8CA51CB648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8029" y="4323258"/>
                <a:ext cx="583789" cy="353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access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ts val="1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net</a:t>
                </a:r>
              </a:p>
            </p:txBody>
          </p:sp>
        </p:grp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7E811ADD-0A04-B049-B29E-D8C38A0F44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53502">
              <a:off x="5143500" y="19558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2" name="TextBox 179">
              <a:extLst>
                <a:ext uri="{FF2B5EF4-FFF2-40B4-BE49-F238E27FC236}">
                  <a16:creationId xmlns:a16="http://schemas.microsoft.com/office/drawing/2014/main" id="{33408803-F934-C34E-A2DB-F01AB4D335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429500" y="34290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3" name="TextBox 180">
              <a:extLst>
                <a:ext uri="{FF2B5EF4-FFF2-40B4-BE49-F238E27FC236}">
                  <a16:creationId xmlns:a16="http://schemas.microsoft.com/office/drawing/2014/main" id="{2A5FEF01-F1B7-3A4B-BCCD-C8D911CEF5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098241" y="5942112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4" name="TextBox 181">
              <a:extLst>
                <a:ext uri="{FF2B5EF4-FFF2-40B4-BE49-F238E27FC236}">
                  <a16:creationId xmlns:a16="http://schemas.microsoft.com/office/drawing/2014/main" id="{F58E7FA3-BBB8-BF45-AFAC-1C0B89D8ED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9948738">
              <a:off x="1730786" y="584546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5" name="TextBox 182">
              <a:extLst>
                <a:ext uri="{FF2B5EF4-FFF2-40B4-BE49-F238E27FC236}">
                  <a16:creationId xmlns:a16="http://schemas.microsoft.com/office/drawing/2014/main" id="{F1908B9D-0C8E-D446-A9EA-E299F9A09F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4992697">
              <a:off x="144631" y="3539025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6" name="TextBox 183">
              <a:extLst>
                <a:ext uri="{FF2B5EF4-FFF2-40B4-BE49-F238E27FC236}">
                  <a16:creationId xmlns:a16="http://schemas.microsoft.com/office/drawing/2014/main" id="{D1954AFE-B8A9-7941-AFDA-B34298DDFA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1017263">
              <a:off x="2330376" y="1905681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7CD75E0-1BE5-B04B-BDCF-E93297260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218" y="3367370"/>
            <a:ext cx="4268787" cy="1200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connecting each </a:t>
            </a:r>
            <a:r>
              <a:rPr lang="en-US" altLang="zh-CN" b="0" dirty="0">
                <a:solidFill>
                  <a:prstClr val="black"/>
                </a:solidFill>
                <a:latin typeface="Calibri" panose="020F0502020204030204"/>
                <a:cs typeface="+mn-cs"/>
              </a:rPr>
              <a:t>network</a:t>
            </a:r>
            <a:r>
              <a:rPr lang="zh-CN" altLang="en-US" b="0" dirty="0">
                <a:solidFill>
                  <a:prstClr val="black"/>
                </a:solidFill>
                <a:latin typeface="Calibri" panose="020F0502020204030204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each other directly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doesn’t scale: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O(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</a:t>
            </a:r>
            <a:r>
              <a:rPr kumimoji="0" lang="en-US" alt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 connections.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FF07383-980C-4F43-8C1F-AD8F06553683}"/>
                  </a:ext>
                </a:extLst>
              </p14:cNvPr>
              <p14:cNvContentPartPr/>
              <p14:nvPr/>
            </p14:nvContentPartPr>
            <p14:xfrm>
              <a:off x="929160" y="2360160"/>
              <a:ext cx="7310520" cy="35197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FF07383-980C-4F43-8C1F-AD8F065536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2960" y="2343960"/>
                <a:ext cx="7342920" cy="355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156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Solution:</a:t>
            </a:r>
            <a:r>
              <a:rPr lang="zh-CN" altLang="en-US" dirty="0"/>
              <a:t> </a:t>
            </a:r>
            <a:r>
              <a:rPr lang="en-US" dirty="0"/>
              <a:t>Switched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End-systems and networks connected by switches instead of directly connecting them</a:t>
            </a:r>
          </a:p>
          <a:p>
            <a:pPr lvl="1"/>
            <a:r>
              <a:rPr lang="en-US" dirty="0"/>
              <a:t>Why?</a:t>
            </a:r>
          </a:p>
          <a:p>
            <a:r>
              <a:rPr lang="en-US" dirty="0"/>
              <a:t>Allows us to </a:t>
            </a:r>
            <a:r>
              <a:rPr lang="en-US" dirty="0">
                <a:solidFill>
                  <a:srgbClr val="0000FF"/>
                </a:solidFill>
              </a:rPr>
              <a:t>scale</a:t>
            </a:r>
            <a:r>
              <a:rPr lang="en-US" altLang="zh-CN" dirty="0">
                <a:solidFill>
                  <a:srgbClr val="0000FF"/>
                </a:solidFill>
              </a:rPr>
              <a:t>!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31A16-D3B4-7446-AE34-256C00356A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30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B2CAE6-40A2-E447-BDDC-1A912188D096}"/>
              </a:ext>
            </a:extLst>
          </p:cNvPr>
          <p:cNvGrpSpPr/>
          <p:nvPr/>
        </p:nvGrpSpPr>
        <p:grpSpPr>
          <a:xfrm>
            <a:off x="1419547" y="3505200"/>
            <a:ext cx="5743253" cy="3048000"/>
            <a:chOff x="1619894" y="1918514"/>
            <a:chExt cx="8437563" cy="45593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2AE83D8-8B50-1B4B-BB40-1724EE83C202}"/>
                </a:ext>
              </a:extLst>
            </p:cNvPr>
            <p:cNvGrpSpPr/>
            <p:nvPr/>
          </p:nvGrpSpPr>
          <p:grpSpPr>
            <a:xfrm>
              <a:off x="2298266" y="2316723"/>
              <a:ext cx="7177087" cy="3750366"/>
              <a:chOff x="2298266" y="2316723"/>
              <a:chExt cx="7177087" cy="3750366"/>
            </a:xfrm>
          </p:grpSpPr>
          <p:sp>
            <p:nvSpPr>
              <p:cNvPr id="6" name="Oval 3">
                <a:extLst>
                  <a:ext uri="{FF2B5EF4-FFF2-40B4-BE49-F238E27FC236}">
                    <a16:creationId xmlns:a16="http://schemas.microsoft.com/office/drawing/2014/main" id="{DB30875A-29AF-094D-AEC8-E8A5C9DB04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4557" y="3143854"/>
                <a:ext cx="3864121" cy="1970736"/>
              </a:xfrm>
              <a:prstGeom prst="ellipse">
                <a:avLst/>
              </a:prstGeom>
              <a:solidFill>
                <a:srgbClr val="3C6CD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8" name="Straight Connector 10">
                <a:extLst>
                  <a:ext uri="{FF2B5EF4-FFF2-40B4-BE49-F238E27FC236}">
                    <a16:creationId xmlns:a16="http://schemas.microsoft.com/office/drawing/2014/main" id="{2110B354-F5AA-6245-9E97-8675BE82AF2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154178" y="3581064"/>
                <a:ext cx="1223963" cy="96838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" name="Straight Connector 297">
                <a:extLst>
                  <a:ext uri="{FF2B5EF4-FFF2-40B4-BE49-F238E27FC236}">
                    <a16:creationId xmlns:a16="http://schemas.microsoft.com/office/drawing/2014/main" id="{E1350A85-FC63-C941-95EB-5CDBC29B751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787591" y="3984289"/>
                <a:ext cx="139700" cy="11271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" name="Straight Connector 298">
                <a:extLst>
                  <a:ext uri="{FF2B5EF4-FFF2-40B4-BE49-F238E27FC236}">
                    <a16:creationId xmlns:a16="http://schemas.microsoft.com/office/drawing/2014/main" id="{756EF771-E7E6-194D-99B2-70B20987C84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557403" y="4260514"/>
                <a:ext cx="280988" cy="6191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" name="Straight Connector 299">
                <a:extLst>
                  <a:ext uri="{FF2B5EF4-FFF2-40B4-BE49-F238E27FC236}">
                    <a16:creationId xmlns:a16="http://schemas.microsoft.com/office/drawing/2014/main" id="{1A1AB31B-D176-DA49-B506-82A773FAB2C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214503" y="4022389"/>
                <a:ext cx="223838" cy="14922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" name="Straight Connector 300">
                <a:extLst>
                  <a:ext uri="{FF2B5EF4-FFF2-40B4-BE49-F238E27FC236}">
                    <a16:creationId xmlns:a16="http://schemas.microsoft.com/office/drawing/2014/main" id="{13DB3235-EB70-B749-A3FD-F8FDE9A969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4854141" y="4427202"/>
                <a:ext cx="238125" cy="13335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" name="Straight Connector 301">
                <a:extLst>
                  <a:ext uri="{FF2B5EF4-FFF2-40B4-BE49-F238E27FC236}">
                    <a16:creationId xmlns:a16="http://schemas.microsoft.com/office/drawing/2014/main" id="{4BCFDF0B-1A26-5C40-A6B8-8BE86F00A79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806641" y="4327189"/>
                <a:ext cx="292100" cy="3429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4" name="Straight Connector 302">
                <a:extLst>
                  <a:ext uri="{FF2B5EF4-FFF2-40B4-BE49-F238E27FC236}">
                    <a16:creationId xmlns:a16="http://schemas.microsoft.com/office/drawing/2014/main" id="{3BA36980-E29E-934A-9A9A-4063BDF5FD5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6374966" y="4308139"/>
                <a:ext cx="412750" cy="16827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" name="Straight Connector 303">
                <a:extLst>
                  <a:ext uri="{FF2B5EF4-FFF2-40B4-BE49-F238E27FC236}">
                    <a16:creationId xmlns:a16="http://schemas.microsoft.com/office/drawing/2014/main" id="{5AB659F0-2BF4-3B40-BF9D-2AB4B8E0D6E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6359091" y="3836652"/>
                <a:ext cx="328612" cy="26670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" name="Straight Connector 304">
                <a:extLst>
                  <a:ext uri="{FF2B5EF4-FFF2-40B4-BE49-F238E27FC236}">
                    <a16:creationId xmlns:a16="http://schemas.microsoft.com/office/drawing/2014/main" id="{899DADB3-CC66-B14B-8887-18BF30AFCA0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5155766" y="3660439"/>
                <a:ext cx="261937" cy="119063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7" name="TextBox 39958">
                <a:extLst>
                  <a:ext uri="{FF2B5EF4-FFF2-40B4-BE49-F238E27FC236}">
                    <a16:creationId xmlns:a16="http://schemas.microsoft.com/office/drawing/2014/main" id="{ADF5E6A8-A895-DB40-83ED-FF41E35120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63675" y="3644564"/>
                <a:ext cx="271393" cy="6905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cxnSp>
            <p:nvCxnSpPr>
              <p:cNvPr id="18" name="Straight Connector 307">
                <a:extLst>
                  <a:ext uri="{FF2B5EF4-FFF2-40B4-BE49-F238E27FC236}">
                    <a16:creationId xmlns:a16="http://schemas.microsoft.com/office/drawing/2014/main" id="{4AE757D3-3235-2541-917E-D07952C39FE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298266" y="4320839"/>
                <a:ext cx="1971675" cy="211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" name="Straight Connector 308">
                <a:extLst>
                  <a:ext uri="{FF2B5EF4-FFF2-40B4-BE49-F238E27FC236}">
                    <a16:creationId xmlns:a16="http://schemas.microsoft.com/office/drawing/2014/main" id="{8C20AE89-EC0A-A441-AC3F-3D0990BB307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525278" y="4633577"/>
                <a:ext cx="1744663" cy="4111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0" name="Straight Connector 309">
                <a:extLst>
                  <a:ext uri="{FF2B5EF4-FFF2-40B4-BE49-F238E27FC236}">
                    <a16:creationId xmlns:a16="http://schemas.microsoft.com/office/drawing/2014/main" id="{B2646D1B-7C9E-3E4C-97FE-9A8B2AAE6E7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928503" y="4682789"/>
                <a:ext cx="1431925" cy="7556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" name="Straight Connector 310">
                <a:extLst>
                  <a:ext uri="{FF2B5EF4-FFF2-40B4-BE49-F238E27FC236}">
                    <a16:creationId xmlns:a16="http://schemas.microsoft.com/office/drawing/2014/main" id="{A0A7AE40-6F24-4349-9B02-58353D71F46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4520766" y="4703427"/>
                <a:ext cx="57150" cy="12112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" name="Straight Connector 311">
                <a:extLst>
                  <a:ext uri="{FF2B5EF4-FFF2-40B4-BE49-F238E27FC236}">
                    <a16:creationId xmlns:a16="http://schemas.microsoft.com/office/drawing/2014/main" id="{93827E4E-0FAB-9A4D-B274-DB52DC1BB30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747903" y="4932027"/>
                <a:ext cx="6350" cy="11350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3" name="Straight Connector 312">
                <a:extLst>
                  <a:ext uri="{FF2B5EF4-FFF2-40B4-BE49-F238E27FC236}">
                    <a16:creationId xmlns:a16="http://schemas.microsoft.com/office/drawing/2014/main" id="{0EED59E0-1A0F-734B-850F-6DAD5A16975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6055878" y="4881227"/>
                <a:ext cx="506413" cy="10588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" name="Straight Connector 313">
                <a:extLst>
                  <a:ext uri="{FF2B5EF4-FFF2-40B4-BE49-F238E27FC236}">
                    <a16:creationId xmlns:a16="http://schemas.microsoft.com/office/drawing/2014/main" id="{4066AE7E-7625-814E-8004-34709BC9AEB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7173478" y="4646277"/>
                <a:ext cx="1512888" cy="10826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Straight Connector 314">
                <a:extLst>
                  <a:ext uri="{FF2B5EF4-FFF2-40B4-BE49-F238E27FC236}">
                    <a16:creationId xmlns:a16="http://schemas.microsoft.com/office/drawing/2014/main" id="{F35913B6-2706-C441-810D-A2268658F57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7230628" y="4524039"/>
                <a:ext cx="2244725" cy="609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6" name="Straight Connector 315">
                <a:extLst>
                  <a:ext uri="{FF2B5EF4-FFF2-40B4-BE49-F238E27FC236}">
                    <a16:creationId xmlns:a16="http://schemas.microsoft.com/office/drawing/2014/main" id="{9667FD86-E9D5-AB42-B890-23995EECEC6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7171891" y="4219239"/>
                <a:ext cx="2076450" cy="1936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7" name="Straight Connector 316">
                <a:extLst>
                  <a:ext uri="{FF2B5EF4-FFF2-40B4-BE49-F238E27FC236}">
                    <a16:creationId xmlns:a16="http://schemas.microsoft.com/office/drawing/2014/main" id="{B5285595-1A6E-984D-8E8D-79BF4AF9291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6992503" y="3287377"/>
                <a:ext cx="1422400" cy="4540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8" name="Straight Connector 317">
                <a:extLst>
                  <a:ext uri="{FF2B5EF4-FFF2-40B4-BE49-F238E27FC236}">
                    <a16:creationId xmlns:a16="http://schemas.microsoft.com/office/drawing/2014/main" id="{501C8028-849B-3146-AFE6-A2AC38C84DD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6816291" y="2863514"/>
                <a:ext cx="898525" cy="7286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" name="Straight Connector 318">
                <a:extLst>
                  <a:ext uri="{FF2B5EF4-FFF2-40B4-BE49-F238E27FC236}">
                    <a16:creationId xmlns:a16="http://schemas.microsoft.com/office/drawing/2014/main" id="{BB38D03B-7620-6740-B921-C25D71D5436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981266" y="2441239"/>
                <a:ext cx="555625" cy="11255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0" name="Straight Connector 22">
                <a:extLst>
                  <a:ext uri="{FF2B5EF4-FFF2-40B4-BE49-F238E27FC236}">
                    <a16:creationId xmlns:a16="http://schemas.microsoft.com/office/drawing/2014/main" id="{85DFB60D-5DE2-1E41-98A1-1E9E6ED4913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493653" y="2638089"/>
                <a:ext cx="1230313" cy="7969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" name="Straight Connector 305">
                <a:extLst>
                  <a:ext uri="{FF2B5EF4-FFF2-40B4-BE49-F238E27FC236}">
                    <a16:creationId xmlns:a16="http://schemas.microsoft.com/office/drawing/2014/main" id="{C68AE8D2-AFE5-2E49-B425-C80A605C283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749116" y="2969877"/>
                <a:ext cx="1885950" cy="5191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2" name="Straight Connector 306">
                <a:extLst>
                  <a:ext uri="{FF2B5EF4-FFF2-40B4-BE49-F238E27FC236}">
                    <a16:creationId xmlns:a16="http://schemas.microsoft.com/office/drawing/2014/main" id="{E8874001-8FED-F642-A437-975FC3F235E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361766" y="3338177"/>
                <a:ext cx="2273300" cy="2603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E15F98D2-82AA-EB45-9712-58E988C2E751}"/>
                  </a:ext>
                </a:extLst>
              </p:cNvPr>
              <p:cNvGrpSpPr/>
              <p:nvPr/>
            </p:nvGrpSpPr>
            <p:grpSpPr>
              <a:xfrm>
                <a:off x="4279891" y="4448623"/>
                <a:ext cx="626338" cy="344849"/>
                <a:chOff x="7493876" y="2774731"/>
                <a:chExt cx="1481958" cy="894622"/>
              </a:xfrm>
            </p:grpSpPr>
            <p:sp>
              <p:nvSpPr>
                <p:cNvPr id="91" name="Freeform 90">
                  <a:extLst>
                    <a:ext uri="{FF2B5EF4-FFF2-40B4-BE49-F238E27FC236}">
                      <a16:creationId xmlns:a16="http://schemas.microsoft.com/office/drawing/2014/main" id="{0685551A-F73E-824A-A53D-79519BD7B2BF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C40BA560-CB13-2E48-BB52-75B48CD5B241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93" name="Group 92">
                  <a:extLst>
                    <a:ext uri="{FF2B5EF4-FFF2-40B4-BE49-F238E27FC236}">
                      <a16:creationId xmlns:a16="http://schemas.microsoft.com/office/drawing/2014/main" id="{0AC6B310-A6B5-D449-BBFB-05CFA59AD099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94" name="Freeform 93">
                    <a:extLst>
                      <a:ext uri="{FF2B5EF4-FFF2-40B4-BE49-F238E27FC236}">
                        <a16:creationId xmlns:a16="http://schemas.microsoft.com/office/drawing/2014/main" id="{696374A9-D571-A44D-9957-8DC9CCFAF810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" name="Freeform 94">
                    <a:extLst>
                      <a:ext uri="{FF2B5EF4-FFF2-40B4-BE49-F238E27FC236}">
                        <a16:creationId xmlns:a16="http://schemas.microsoft.com/office/drawing/2014/main" id="{DC0156E3-663A-8D44-8362-24AAC0644272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6" name="Freeform 95">
                    <a:extLst>
                      <a:ext uri="{FF2B5EF4-FFF2-40B4-BE49-F238E27FC236}">
                        <a16:creationId xmlns:a16="http://schemas.microsoft.com/office/drawing/2014/main" id="{BE896FB9-C7EA-4F47-AF73-0EBC5F9A8C28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7" name="Freeform 96">
                    <a:extLst>
                      <a:ext uri="{FF2B5EF4-FFF2-40B4-BE49-F238E27FC236}">
                        <a16:creationId xmlns:a16="http://schemas.microsoft.com/office/drawing/2014/main" id="{E12A7333-364F-5144-89A7-EEFA1E6D662D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F77DBE10-9731-1849-81E4-8C3CFA815563}"/>
                  </a:ext>
                </a:extLst>
              </p:cNvPr>
              <p:cNvGrpSpPr/>
              <p:nvPr/>
            </p:nvGrpSpPr>
            <p:grpSpPr>
              <a:xfrm>
                <a:off x="6344372" y="3546134"/>
                <a:ext cx="626338" cy="344849"/>
                <a:chOff x="7493876" y="2774731"/>
                <a:chExt cx="1481958" cy="894622"/>
              </a:xfrm>
            </p:grpSpPr>
            <p:sp>
              <p:nvSpPr>
                <p:cNvPr id="84" name="Freeform 83">
                  <a:extLst>
                    <a:ext uri="{FF2B5EF4-FFF2-40B4-BE49-F238E27FC236}">
                      <a16:creationId xmlns:a16="http://schemas.microsoft.com/office/drawing/2014/main" id="{BB888D7E-AB56-D247-9786-C004136F2457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8FE785B4-7872-F44A-B177-79F910F44F41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86" name="Group 85">
                  <a:extLst>
                    <a:ext uri="{FF2B5EF4-FFF2-40B4-BE49-F238E27FC236}">
                      <a16:creationId xmlns:a16="http://schemas.microsoft.com/office/drawing/2014/main" id="{0CD695B0-EE9E-4146-9EAF-17162643212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87" name="Freeform 86">
                    <a:extLst>
                      <a:ext uri="{FF2B5EF4-FFF2-40B4-BE49-F238E27FC236}">
                        <a16:creationId xmlns:a16="http://schemas.microsoft.com/office/drawing/2014/main" id="{BD042423-55F9-5841-9281-86D65CABC3B7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8" name="Freeform 87">
                    <a:extLst>
                      <a:ext uri="{FF2B5EF4-FFF2-40B4-BE49-F238E27FC236}">
                        <a16:creationId xmlns:a16="http://schemas.microsoft.com/office/drawing/2014/main" id="{6E0263B6-673B-9749-B745-5B5786871178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9" name="Freeform 88">
                    <a:extLst>
                      <a:ext uri="{FF2B5EF4-FFF2-40B4-BE49-F238E27FC236}">
                        <a16:creationId xmlns:a16="http://schemas.microsoft.com/office/drawing/2014/main" id="{45774F02-3A3F-E04A-B642-6F5529D4A7E4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0" name="Freeform 89">
                    <a:extLst>
                      <a:ext uri="{FF2B5EF4-FFF2-40B4-BE49-F238E27FC236}">
                        <a16:creationId xmlns:a16="http://schemas.microsoft.com/office/drawing/2014/main" id="{D479ADFD-A2FA-CD4A-94EB-EEB8527223C8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D8A88C08-A038-5F45-A264-D6EC5075E370}"/>
                  </a:ext>
                </a:extLst>
              </p:cNvPr>
              <p:cNvGrpSpPr/>
              <p:nvPr/>
            </p:nvGrpSpPr>
            <p:grpSpPr>
              <a:xfrm>
                <a:off x="6727154" y="4298718"/>
                <a:ext cx="626338" cy="344849"/>
                <a:chOff x="7493876" y="2774731"/>
                <a:chExt cx="1481958" cy="894622"/>
              </a:xfrm>
            </p:grpSpPr>
            <p:sp>
              <p:nvSpPr>
                <p:cNvPr id="77" name="Freeform 76">
                  <a:extLst>
                    <a:ext uri="{FF2B5EF4-FFF2-40B4-BE49-F238E27FC236}">
                      <a16:creationId xmlns:a16="http://schemas.microsoft.com/office/drawing/2014/main" id="{F654D9A2-24AB-5B4A-9028-2C20D4B25BA0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904A83A4-61A2-BB41-9969-898B7F18328C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2C5BA380-C5CB-674B-B177-5AACD4CF50D1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80" name="Freeform 79">
                    <a:extLst>
                      <a:ext uri="{FF2B5EF4-FFF2-40B4-BE49-F238E27FC236}">
                        <a16:creationId xmlns:a16="http://schemas.microsoft.com/office/drawing/2014/main" id="{B4BB6B33-EE15-224D-A8EE-13C9FC1E86E4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1" name="Freeform 80">
                    <a:extLst>
                      <a:ext uri="{FF2B5EF4-FFF2-40B4-BE49-F238E27FC236}">
                        <a16:creationId xmlns:a16="http://schemas.microsoft.com/office/drawing/2014/main" id="{43A6A6A3-4778-2445-A7D4-0DCC8F4CED18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2" name="Freeform 81">
                    <a:extLst>
                      <a:ext uri="{FF2B5EF4-FFF2-40B4-BE49-F238E27FC236}">
                        <a16:creationId xmlns:a16="http://schemas.microsoft.com/office/drawing/2014/main" id="{883DB14C-B7B8-964E-A291-0D4A8399D018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3" name="Freeform 82">
                    <a:extLst>
                      <a:ext uri="{FF2B5EF4-FFF2-40B4-BE49-F238E27FC236}">
                        <a16:creationId xmlns:a16="http://schemas.microsoft.com/office/drawing/2014/main" id="{DDD1D2CB-82B6-5541-8651-6502AF1CC62C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EC4D4BCF-B6FA-6140-B5A9-5BEB8FB65AFD}"/>
                  </a:ext>
                </a:extLst>
              </p:cNvPr>
              <p:cNvGrpSpPr/>
              <p:nvPr/>
            </p:nvGrpSpPr>
            <p:grpSpPr>
              <a:xfrm>
                <a:off x="5837682" y="4055837"/>
                <a:ext cx="626338" cy="344849"/>
                <a:chOff x="7493876" y="2774731"/>
                <a:chExt cx="1481958" cy="894622"/>
              </a:xfrm>
            </p:grpSpPr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0F34B91B-D857-2742-92A2-47A259DA12EE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19E15E61-D44A-104B-B222-2BDEE9E8C1F4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9EB5AD5D-E45F-DA41-9877-8828E6D1ECA1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73" name="Freeform 72">
                    <a:extLst>
                      <a:ext uri="{FF2B5EF4-FFF2-40B4-BE49-F238E27FC236}">
                        <a16:creationId xmlns:a16="http://schemas.microsoft.com/office/drawing/2014/main" id="{69E280F1-1B45-7744-99D0-37C847A7D8D2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4" name="Freeform 73">
                    <a:extLst>
                      <a:ext uri="{FF2B5EF4-FFF2-40B4-BE49-F238E27FC236}">
                        <a16:creationId xmlns:a16="http://schemas.microsoft.com/office/drawing/2014/main" id="{06498030-9E2D-AE4F-A1BF-4407259DF887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" name="Freeform 74">
                    <a:extLst>
                      <a:ext uri="{FF2B5EF4-FFF2-40B4-BE49-F238E27FC236}">
                        <a16:creationId xmlns:a16="http://schemas.microsoft.com/office/drawing/2014/main" id="{E3AEB8B8-CF7A-4947-B9BF-60596A1F557B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6" name="Freeform 75">
                    <a:extLst>
                      <a:ext uri="{FF2B5EF4-FFF2-40B4-BE49-F238E27FC236}">
                        <a16:creationId xmlns:a16="http://schemas.microsoft.com/office/drawing/2014/main" id="{FA26063F-4F81-1F41-91B5-18150493D827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3C47996-A668-5047-B109-32B17A9131F5}"/>
                  </a:ext>
                </a:extLst>
              </p:cNvPr>
              <p:cNvGrpSpPr/>
              <p:nvPr/>
            </p:nvGrpSpPr>
            <p:grpSpPr>
              <a:xfrm>
                <a:off x="5550814" y="4588885"/>
                <a:ext cx="626338" cy="344849"/>
                <a:chOff x="7493876" y="2774731"/>
                <a:chExt cx="1481958" cy="894622"/>
              </a:xfrm>
            </p:grpSpPr>
            <p:sp>
              <p:nvSpPr>
                <p:cNvPr id="63" name="Freeform 62">
                  <a:extLst>
                    <a:ext uri="{FF2B5EF4-FFF2-40B4-BE49-F238E27FC236}">
                      <a16:creationId xmlns:a16="http://schemas.microsoft.com/office/drawing/2014/main" id="{468DC21F-ED12-5048-98C8-D48726A09F11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63983F70-95E2-554B-94F9-CC24322CE9A8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F0AFE301-BC8F-C344-AACE-5CE62F09D67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66" name="Freeform 65">
                    <a:extLst>
                      <a:ext uri="{FF2B5EF4-FFF2-40B4-BE49-F238E27FC236}">
                        <a16:creationId xmlns:a16="http://schemas.microsoft.com/office/drawing/2014/main" id="{59636EC6-893B-0745-A8AA-9BCB2373F2B7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" name="Freeform 66">
                    <a:extLst>
                      <a:ext uri="{FF2B5EF4-FFF2-40B4-BE49-F238E27FC236}">
                        <a16:creationId xmlns:a16="http://schemas.microsoft.com/office/drawing/2014/main" id="{0EC66FD9-C523-4E43-A7A5-274D3BD5FAAE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" name="Freeform 67">
                    <a:extLst>
                      <a:ext uri="{FF2B5EF4-FFF2-40B4-BE49-F238E27FC236}">
                        <a16:creationId xmlns:a16="http://schemas.microsoft.com/office/drawing/2014/main" id="{FBD9627F-DD67-3049-BC18-9E1D9312B46C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" name="Freeform 68">
                    <a:extLst>
                      <a:ext uri="{FF2B5EF4-FFF2-40B4-BE49-F238E27FC236}">
                        <a16:creationId xmlns:a16="http://schemas.microsoft.com/office/drawing/2014/main" id="{7191E077-E7CE-BD4E-BBEE-27D39DCE56AB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CB3EC1FB-792C-E74C-9F62-38ACDF212BE6}"/>
                  </a:ext>
                </a:extLst>
              </p:cNvPr>
              <p:cNvGrpSpPr/>
              <p:nvPr/>
            </p:nvGrpSpPr>
            <p:grpSpPr>
              <a:xfrm>
                <a:off x="4962853" y="4139117"/>
                <a:ext cx="626338" cy="344849"/>
                <a:chOff x="7493876" y="2774731"/>
                <a:chExt cx="1481958" cy="894622"/>
              </a:xfrm>
            </p:grpSpPr>
            <p:sp>
              <p:nvSpPr>
                <p:cNvPr id="56" name="Freeform 55">
                  <a:extLst>
                    <a:ext uri="{FF2B5EF4-FFF2-40B4-BE49-F238E27FC236}">
                      <a16:creationId xmlns:a16="http://schemas.microsoft.com/office/drawing/2014/main" id="{2BCF96EB-F91A-AB42-A814-408F7B98A634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A57650A4-6976-4F44-96F3-E35C0A05FDDA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BF5F4D45-3E5B-624F-AC87-CC27FE8321C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9" name="Freeform 58">
                    <a:extLst>
                      <a:ext uri="{FF2B5EF4-FFF2-40B4-BE49-F238E27FC236}">
                        <a16:creationId xmlns:a16="http://schemas.microsoft.com/office/drawing/2014/main" id="{08CC9252-5946-8942-AB5A-87646237A564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0" name="Freeform 59">
                    <a:extLst>
                      <a:ext uri="{FF2B5EF4-FFF2-40B4-BE49-F238E27FC236}">
                        <a16:creationId xmlns:a16="http://schemas.microsoft.com/office/drawing/2014/main" id="{B4ADECBC-2872-C640-A0C4-7F6879221FCE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1" name="Freeform 60">
                    <a:extLst>
                      <a:ext uri="{FF2B5EF4-FFF2-40B4-BE49-F238E27FC236}">
                        <a16:creationId xmlns:a16="http://schemas.microsoft.com/office/drawing/2014/main" id="{032C91A5-6CA1-4046-A683-4E70616D43E3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2" name="Freeform 61">
                    <a:extLst>
                      <a:ext uri="{FF2B5EF4-FFF2-40B4-BE49-F238E27FC236}">
                        <a16:creationId xmlns:a16="http://schemas.microsoft.com/office/drawing/2014/main" id="{197B313F-EDCD-EA43-8CA5-766CF56C9BC4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39" name="Group 38">
                <a:extLst>
                  <a:ext uri="{FF2B5EF4-FFF2-40B4-BE49-F238E27FC236}">
                    <a16:creationId xmlns:a16="http://schemas.microsoft.com/office/drawing/2014/main" id="{99D0B222-D745-F84D-BB2E-1EC1DEB2803E}"/>
                  </a:ext>
                </a:extLst>
              </p:cNvPr>
              <p:cNvGrpSpPr/>
              <p:nvPr/>
            </p:nvGrpSpPr>
            <p:grpSpPr>
              <a:xfrm>
                <a:off x="5243803" y="3734721"/>
                <a:ext cx="626338" cy="344849"/>
                <a:chOff x="7493876" y="2774731"/>
                <a:chExt cx="1481958" cy="894622"/>
              </a:xfrm>
            </p:grpSpPr>
            <p:sp>
              <p:nvSpPr>
                <p:cNvPr id="49" name="Freeform 48">
                  <a:extLst>
                    <a:ext uri="{FF2B5EF4-FFF2-40B4-BE49-F238E27FC236}">
                      <a16:creationId xmlns:a16="http://schemas.microsoft.com/office/drawing/2014/main" id="{602406A3-353F-2B47-94E8-B0AA9ACCE11D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E686D88-AD9A-7047-A243-ED2776D18CAE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51" name="Group 50">
                  <a:extLst>
                    <a:ext uri="{FF2B5EF4-FFF2-40B4-BE49-F238E27FC236}">
                      <a16:creationId xmlns:a16="http://schemas.microsoft.com/office/drawing/2014/main" id="{DDD219E0-5547-2B41-9FC9-5881ED5DBD47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2" name="Freeform 51">
                    <a:extLst>
                      <a:ext uri="{FF2B5EF4-FFF2-40B4-BE49-F238E27FC236}">
                        <a16:creationId xmlns:a16="http://schemas.microsoft.com/office/drawing/2014/main" id="{13BFFA56-4F81-4146-9574-39CBBA314B73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3" name="Freeform 52">
                    <a:extLst>
                      <a:ext uri="{FF2B5EF4-FFF2-40B4-BE49-F238E27FC236}">
                        <a16:creationId xmlns:a16="http://schemas.microsoft.com/office/drawing/2014/main" id="{8C5F7B6C-E8E9-644B-9E77-14C31E4F7A00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4" name="Freeform 53">
                    <a:extLst>
                      <a:ext uri="{FF2B5EF4-FFF2-40B4-BE49-F238E27FC236}">
                        <a16:creationId xmlns:a16="http://schemas.microsoft.com/office/drawing/2014/main" id="{10C24DF1-A680-E541-A120-4C8697F08871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5" name="Freeform 54">
                    <a:extLst>
                      <a:ext uri="{FF2B5EF4-FFF2-40B4-BE49-F238E27FC236}">
                        <a16:creationId xmlns:a16="http://schemas.microsoft.com/office/drawing/2014/main" id="{5C6BEC2E-42B1-A74D-9D2C-81225D55B71A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cxnSp>
            <p:nvCxnSpPr>
              <p:cNvPr id="40" name="Straight Connector 318">
                <a:extLst>
                  <a:ext uri="{FF2B5EF4-FFF2-40B4-BE49-F238E27FC236}">
                    <a16:creationId xmlns:a16="http://schemas.microsoft.com/office/drawing/2014/main" id="{9F4AA95A-A811-F644-AA49-BEA85A511FE9}"/>
                  </a:ext>
                </a:extLst>
              </p:cNvPr>
              <p:cNvCxnSpPr>
                <a:cxnSpLocks noChangeShapeType="1"/>
                <a:endCxn id="45" idx="9"/>
              </p:cNvCxnSpPr>
              <p:nvPr/>
            </p:nvCxnSpPr>
            <p:spPr bwMode="auto">
              <a:xfrm flipH="1">
                <a:off x="4883204" y="2316723"/>
                <a:ext cx="105898" cy="112660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03C7C3F7-7F4D-944B-B807-1261E7189600}"/>
                  </a:ext>
                </a:extLst>
              </p:cNvPr>
              <p:cNvGrpSpPr/>
              <p:nvPr/>
            </p:nvGrpSpPr>
            <p:grpSpPr>
              <a:xfrm>
                <a:off x="4570926" y="3361080"/>
                <a:ext cx="626338" cy="344849"/>
                <a:chOff x="7493876" y="2774731"/>
                <a:chExt cx="1481958" cy="894622"/>
              </a:xfrm>
            </p:grpSpPr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B158D425-D39F-0644-8BBF-BBC2107194A4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AA133430-09FB-B14F-AE7A-AD26D93F242D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F653CF4F-C260-EE42-B3C2-B04FAD0FBE12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45" name="Freeform 44">
                    <a:extLst>
                      <a:ext uri="{FF2B5EF4-FFF2-40B4-BE49-F238E27FC236}">
                        <a16:creationId xmlns:a16="http://schemas.microsoft.com/office/drawing/2014/main" id="{28DD0421-5A17-874C-96B6-1F1AE6DF594D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6" name="Freeform 45">
                    <a:extLst>
                      <a:ext uri="{FF2B5EF4-FFF2-40B4-BE49-F238E27FC236}">
                        <a16:creationId xmlns:a16="http://schemas.microsoft.com/office/drawing/2014/main" id="{E38E721F-4D31-B94A-89B7-560B159E7549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7" name="Freeform 46">
                    <a:extLst>
                      <a:ext uri="{FF2B5EF4-FFF2-40B4-BE49-F238E27FC236}">
                        <a16:creationId xmlns:a16="http://schemas.microsoft.com/office/drawing/2014/main" id="{6A5F164A-10A7-E742-B7E6-80D5450D3439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8" name="Freeform 47">
                    <a:extLst>
                      <a:ext uri="{FF2B5EF4-FFF2-40B4-BE49-F238E27FC236}">
                        <a16:creationId xmlns:a16="http://schemas.microsoft.com/office/drawing/2014/main" id="{079C9BD1-FE6E-0C48-8BDD-0E2D9D5978D1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98" name="Group 5">
              <a:extLst>
                <a:ext uri="{FF2B5EF4-FFF2-40B4-BE49-F238E27FC236}">
                  <a16:creationId xmlns:a16="http://schemas.microsoft.com/office/drawing/2014/main" id="{0926F69E-751B-504E-933F-A6D6FAFB2B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9894" y="1918514"/>
              <a:ext cx="8437563" cy="4559300"/>
              <a:chOff x="154891" y="1905681"/>
              <a:chExt cx="8436427" cy="4559651"/>
            </a:xfrm>
          </p:grpSpPr>
          <p:grpSp>
            <p:nvGrpSpPr>
              <p:cNvPr id="99" name="Group 2">
                <a:extLst>
                  <a:ext uri="{FF2B5EF4-FFF2-40B4-BE49-F238E27FC236}">
                    <a16:creationId xmlns:a16="http://schemas.microsoft.com/office/drawing/2014/main" id="{557823A9-9A4F-534E-9F1C-9E0F24F911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9396" y="22976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51" name="Freeform 84">
                  <a:extLst>
                    <a:ext uri="{FF2B5EF4-FFF2-40B4-BE49-F238E27FC236}">
                      <a16:creationId xmlns:a16="http://schemas.microsoft.com/office/drawing/2014/main" id="{227C6C43-D95C-5D45-B706-2B08CE3A4F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TextBox 1">
                  <a:extLst>
                    <a:ext uri="{FF2B5EF4-FFF2-40B4-BE49-F238E27FC236}">
                      <a16:creationId xmlns:a16="http://schemas.microsoft.com/office/drawing/2014/main" id="{9406CA66-1F4C-CC40-88F7-0A18FEBE6A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0" name="Group 131">
                <a:extLst>
                  <a:ext uri="{FF2B5EF4-FFF2-40B4-BE49-F238E27FC236}">
                    <a16:creationId xmlns:a16="http://schemas.microsoft.com/office/drawing/2014/main" id="{AB0FBC77-CE32-3B4E-9DB5-C6A6B9744B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3696" y="30977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49" name="Freeform 84">
                  <a:extLst>
                    <a:ext uri="{FF2B5EF4-FFF2-40B4-BE49-F238E27FC236}">
                      <a16:creationId xmlns:a16="http://schemas.microsoft.com/office/drawing/2014/main" id="{A3E84A99-8835-5149-94A6-81D8B708EA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TextBox 133">
                  <a:extLst>
                    <a:ext uri="{FF2B5EF4-FFF2-40B4-BE49-F238E27FC236}">
                      <a16:creationId xmlns:a16="http://schemas.microsoft.com/office/drawing/2014/main" id="{2B64D5BF-FF88-0047-836D-90C47B08F1F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1" name="Group 135">
                <a:extLst>
                  <a:ext uri="{FF2B5EF4-FFF2-40B4-BE49-F238E27FC236}">
                    <a16:creationId xmlns:a16="http://schemas.microsoft.com/office/drawing/2014/main" id="{09EA05FE-96DA-0E4D-9167-56ACFFADB1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37896" y="25516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47" name="Freeform 84">
                  <a:extLst>
                    <a:ext uri="{FF2B5EF4-FFF2-40B4-BE49-F238E27FC236}">
                      <a16:creationId xmlns:a16="http://schemas.microsoft.com/office/drawing/2014/main" id="{91F4780E-F75A-734A-AF00-CB7BC69F48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TextBox 137">
                  <a:extLst>
                    <a:ext uri="{FF2B5EF4-FFF2-40B4-BE49-F238E27FC236}">
                      <a16:creationId xmlns:a16="http://schemas.microsoft.com/office/drawing/2014/main" id="{CC41B9BC-DEB1-E744-A781-F6408B169D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2" name="Group 138">
                <a:extLst>
                  <a:ext uri="{FF2B5EF4-FFF2-40B4-BE49-F238E27FC236}">
                    <a16:creationId xmlns:a16="http://schemas.microsoft.com/office/drawing/2014/main" id="{BCF80285-7E24-3845-B99C-9B5FF4A59F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5196" y="54091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45" name="Freeform 84">
                  <a:extLst>
                    <a:ext uri="{FF2B5EF4-FFF2-40B4-BE49-F238E27FC236}">
                      <a16:creationId xmlns:a16="http://schemas.microsoft.com/office/drawing/2014/main" id="{9652A08E-1612-9044-9272-890398F2B3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6" name="TextBox 140">
                  <a:extLst>
                    <a:ext uri="{FF2B5EF4-FFF2-40B4-BE49-F238E27FC236}">
                      <a16:creationId xmlns:a16="http://schemas.microsoft.com/office/drawing/2014/main" id="{6E7B6ADD-59D7-BB43-B55B-9026572037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3" name="Group 141">
                <a:extLst>
                  <a:ext uri="{FF2B5EF4-FFF2-40B4-BE49-F238E27FC236}">
                    <a16:creationId xmlns:a16="http://schemas.microsoft.com/office/drawing/2014/main" id="{856156B4-B45D-2846-B05E-38CC1BEDCB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6096" y="47868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43" name="Freeform 84">
                  <a:extLst>
                    <a:ext uri="{FF2B5EF4-FFF2-40B4-BE49-F238E27FC236}">
                      <a16:creationId xmlns:a16="http://schemas.microsoft.com/office/drawing/2014/main" id="{7BE3A966-CBF5-C543-A21C-214A701191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7AA314EF-E95C-5D41-947C-0F757AC01B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4" name="Group 144">
                <a:extLst>
                  <a:ext uri="{FF2B5EF4-FFF2-40B4-BE49-F238E27FC236}">
                    <a16:creationId xmlns:a16="http://schemas.microsoft.com/office/drawing/2014/main" id="{58EEA429-9DBC-9544-826C-1159AF6363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496" y="41264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41" name="Freeform 84">
                  <a:extLst>
                    <a:ext uri="{FF2B5EF4-FFF2-40B4-BE49-F238E27FC236}">
                      <a16:creationId xmlns:a16="http://schemas.microsoft.com/office/drawing/2014/main" id="{6C7C13EC-49F3-294B-9F97-A23848ED32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TextBox 146">
                  <a:extLst>
                    <a:ext uri="{FF2B5EF4-FFF2-40B4-BE49-F238E27FC236}">
                      <a16:creationId xmlns:a16="http://schemas.microsoft.com/office/drawing/2014/main" id="{D430AF8C-275A-394E-B196-FA6509FEA1E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5" name="Group 147">
                <a:extLst>
                  <a:ext uri="{FF2B5EF4-FFF2-40B4-BE49-F238E27FC236}">
                    <a16:creationId xmlns:a16="http://schemas.microsoft.com/office/drawing/2014/main" id="{F0F08615-72A1-EF45-B829-1885D889B1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87196" y="29834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39" name="Freeform 84">
                  <a:extLst>
                    <a:ext uri="{FF2B5EF4-FFF2-40B4-BE49-F238E27FC236}">
                      <a16:creationId xmlns:a16="http://schemas.microsoft.com/office/drawing/2014/main" id="{5E93BFA1-7FC0-5444-9964-F6F3581E80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TextBox 149">
                  <a:extLst>
                    <a:ext uri="{FF2B5EF4-FFF2-40B4-BE49-F238E27FC236}">
                      <a16:creationId xmlns:a16="http://schemas.microsoft.com/office/drawing/2014/main" id="{66F154BE-31B5-474E-95A4-11209230862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6" name="Group 150">
                <a:extLst>
                  <a:ext uri="{FF2B5EF4-FFF2-40B4-BE49-F238E27FC236}">
                    <a16:creationId xmlns:a16="http://schemas.microsoft.com/office/drawing/2014/main" id="{FF32745B-61EE-3547-BFF5-B279E92ABD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9596" y="20563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37" name="Freeform 84">
                  <a:extLst>
                    <a:ext uri="{FF2B5EF4-FFF2-40B4-BE49-F238E27FC236}">
                      <a16:creationId xmlns:a16="http://schemas.microsoft.com/office/drawing/2014/main" id="{D06A6547-772C-584E-BD0A-97538D8B01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TextBox 152">
                  <a:extLst>
                    <a:ext uri="{FF2B5EF4-FFF2-40B4-BE49-F238E27FC236}">
                      <a16:creationId xmlns:a16="http://schemas.microsoft.com/office/drawing/2014/main" id="{614D0D5E-CE1C-1344-B0C0-1708B27D362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7" name="Group 153">
                <a:extLst>
                  <a:ext uri="{FF2B5EF4-FFF2-40B4-BE49-F238E27FC236}">
                    <a16:creationId xmlns:a16="http://schemas.microsoft.com/office/drawing/2014/main" id="{39FBD568-DC83-324F-8914-35000D17A3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4696" y="27040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35" name="Freeform 84">
                  <a:extLst>
                    <a:ext uri="{FF2B5EF4-FFF2-40B4-BE49-F238E27FC236}">
                      <a16:creationId xmlns:a16="http://schemas.microsoft.com/office/drawing/2014/main" id="{C7BD5191-23AB-4C4A-96D8-1D0637B9C3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" name="TextBox 155">
                  <a:extLst>
                    <a:ext uri="{FF2B5EF4-FFF2-40B4-BE49-F238E27FC236}">
                      <a16:creationId xmlns:a16="http://schemas.microsoft.com/office/drawing/2014/main" id="{42FC8676-A451-0F4D-AD96-46AF8DBE6FE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8" name="Group 156">
                <a:extLst>
                  <a:ext uri="{FF2B5EF4-FFF2-40B4-BE49-F238E27FC236}">
                    <a16:creationId xmlns:a16="http://schemas.microsoft.com/office/drawing/2014/main" id="{3B5FA1EB-5A9F-E244-B4E9-E1CEC6B8AB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43996" y="20309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33" name="Freeform 84">
                  <a:extLst>
                    <a:ext uri="{FF2B5EF4-FFF2-40B4-BE49-F238E27FC236}">
                      <a16:creationId xmlns:a16="http://schemas.microsoft.com/office/drawing/2014/main" id="{26A7A724-BBF3-304F-92A3-804E09ACDC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TextBox 158">
                  <a:extLst>
                    <a:ext uri="{FF2B5EF4-FFF2-40B4-BE49-F238E27FC236}">
                      <a16:creationId xmlns:a16="http://schemas.microsoft.com/office/drawing/2014/main" id="{93DC627C-0E5E-7744-93FF-4716F935D6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09" name="Group 160">
                <a:extLst>
                  <a:ext uri="{FF2B5EF4-FFF2-40B4-BE49-F238E27FC236}">
                    <a16:creationId xmlns:a16="http://schemas.microsoft.com/office/drawing/2014/main" id="{ECA299FE-12B4-9542-8661-D284C194AE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04696" y="56631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31" name="Freeform 84">
                  <a:extLst>
                    <a:ext uri="{FF2B5EF4-FFF2-40B4-BE49-F238E27FC236}">
                      <a16:creationId xmlns:a16="http://schemas.microsoft.com/office/drawing/2014/main" id="{06F781A9-5A58-EE46-9D11-988AC9403E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TextBox 162">
                  <a:extLst>
                    <a:ext uri="{FF2B5EF4-FFF2-40B4-BE49-F238E27FC236}">
                      <a16:creationId xmlns:a16="http://schemas.microsoft.com/office/drawing/2014/main" id="{AEBA667C-BC21-214F-8D26-F7C93F1DB3D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10" name="Group 163">
                <a:extLst>
                  <a:ext uri="{FF2B5EF4-FFF2-40B4-BE49-F238E27FC236}">
                    <a16:creationId xmlns:a16="http://schemas.microsoft.com/office/drawing/2014/main" id="{FE6652CC-D905-A641-83BC-568B127100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42896" y="50154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29" name="Freeform 84">
                  <a:extLst>
                    <a:ext uri="{FF2B5EF4-FFF2-40B4-BE49-F238E27FC236}">
                      <a16:creationId xmlns:a16="http://schemas.microsoft.com/office/drawing/2014/main" id="{D43FBC30-DE9A-694F-B382-96E1E98478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TextBox 165">
                  <a:extLst>
                    <a:ext uri="{FF2B5EF4-FFF2-40B4-BE49-F238E27FC236}">
                      <a16:creationId xmlns:a16="http://schemas.microsoft.com/office/drawing/2014/main" id="{B365529F-09F7-EA49-A3A2-0DDC24D9547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11" name="Group 166">
                <a:extLst>
                  <a:ext uri="{FF2B5EF4-FFF2-40B4-BE49-F238E27FC236}">
                    <a16:creationId xmlns:a16="http://schemas.microsoft.com/office/drawing/2014/main" id="{77B48137-A415-3E47-B640-31635546B0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14296" y="41010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27" name="Freeform 84">
                  <a:extLst>
                    <a:ext uri="{FF2B5EF4-FFF2-40B4-BE49-F238E27FC236}">
                      <a16:creationId xmlns:a16="http://schemas.microsoft.com/office/drawing/2014/main" id="{CA2F4383-7019-7E48-9807-3428AE0A43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TextBox 168">
                  <a:extLst>
                    <a:ext uri="{FF2B5EF4-FFF2-40B4-BE49-F238E27FC236}">
                      <a16:creationId xmlns:a16="http://schemas.microsoft.com/office/drawing/2014/main" id="{4BC213D0-1082-3E40-9F23-9CCE98FF62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12" name="Group 169">
                <a:extLst>
                  <a:ext uri="{FF2B5EF4-FFF2-40B4-BE49-F238E27FC236}">
                    <a16:creationId xmlns:a16="http://schemas.microsoft.com/office/drawing/2014/main" id="{07F14C20-AB63-6B46-8F91-113C68C277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69496" y="59044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25" name="Freeform 84">
                  <a:extLst>
                    <a:ext uri="{FF2B5EF4-FFF2-40B4-BE49-F238E27FC236}">
                      <a16:creationId xmlns:a16="http://schemas.microsoft.com/office/drawing/2014/main" id="{5F80E2FF-DBF0-6C43-88D6-13E74CE8B9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TextBox 171">
                  <a:extLst>
                    <a:ext uri="{FF2B5EF4-FFF2-40B4-BE49-F238E27FC236}">
                      <a16:creationId xmlns:a16="http://schemas.microsoft.com/office/drawing/2014/main" id="{EC7003BC-0ABB-E14B-AE8F-6D12F82015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13" name="Group 172">
                <a:extLst>
                  <a:ext uri="{FF2B5EF4-FFF2-40B4-BE49-F238E27FC236}">
                    <a16:creationId xmlns:a16="http://schemas.microsoft.com/office/drawing/2014/main" id="{DFBA0BE3-219E-2C4D-8FA0-ED4B2751A0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55096" y="60441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23" name="Freeform 84">
                  <a:extLst>
                    <a:ext uri="{FF2B5EF4-FFF2-40B4-BE49-F238E27FC236}">
                      <a16:creationId xmlns:a16="http://schemas.microsoft.com/office/drawing/2014/main" id="{4EA526B2-7B7F-2842-B458-C7CE8A837F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TextBox 174">
                  <a:extLst>
                    <a:ext uri="{FF2B5EF4-FFF2-40B4-BE49-F238E27FC236}">
                      <a16:creationId xmlns:a16="http://schemas.microsoft.com/office/drawing/2014/main" id="{65D3D8A0-7A16-1D4C-AC42-59EC2EE419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grpSp>
            <p:nvGrpSpPr>
              <p:cNvPr id="114" name="Group 175">
                <a:extLst>
                  <a:ext uri="{FF2B5EF4-FFF2-40B4-BE49-F238E27FC236}">
                    <a16:creationId xmlns:a16="http://schemas.microsoft.com/office/drawing/2014/main" id="{7A86EE27-7C20-3D49-B47A-FCE29E1669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35896" y="5891755"/>
                <a:ext cx="648422" cy="418253"/>
                <a:chOff x="3053396" y="4304255"/>
                <a:chExt cx="648422" cy="418253"/>
              </a:xfrm>
            </p:grpSpPr>
            <p:sp>
              <p:nvSpPr>
                <p:cNvPr id="121" name="Freeform 84">
                  <a:extLst>
                    <a:ext uri="{FF2B5EF4-FFF2-40B4-BE49-F238E27FC236}">
                      <a16:creationId xmlns:a16="http://schemas.microsoft.com/office/drawing/2014/main" id="{D358F6B5-FACE-8745-8F19-B70DB2D28B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396" y="4304255"/>
                  <a:ext cx="596988" cy="418253"/>
                </a:xfrm>
                <a:custGeom>
                  <a:avLst/>
                  <a:gdLst>
                    <a:gd name="T0" fmla="*/ 2147483647 w 1036"/>
                    <a:gd name="T1" fmla="*/ 2147483647 h 675"/>
                    <a:gd name="T2" fmla="*/ 2147483647 w 1036"/>
                    <a:gd name="T3" fmla="*/ 2147483647 h 675"/>
                    <a:gd name="T4" fmla="*/ 2147483647 w 1036"/>
                    <a:gd name="T5" fmla="*/ 2147483647 h 675"/>
                    <a:gd name="T6" fmla="*/ 2147483647 w 1036"/>
                    <a:gd name="T7" fmla="*/ 2147483647 h 675"/>
                    <a:gd name="T8" fmla="*/ 2147483647 w 1036"/>
                    <a:gd name="T9" fmla="*/ 2147483647 h 675"/>
                    <a:gd name="T10" fmla="*/ 2147483647 w 1036"/>
                    <a:gd name="T11" fmla="*/ 2147483647 h 675"/>
                    <a:gd name="T12" fmla="*/ 2147483647 w 1036"/>
                    <a:gd name="T13" fmla="*/ 2147483647 h 675"/>
                    <a:gd name="T14" fmla="*/ 2147483647 w 1036"/>
                    <a:gd name="T15" fmla="*/ 2147483647 h 675"/>
                    <a:gd name="T16" fmla="*/ 2147483647 w 1036"/>
                    <a:gd name="T17" fmla="*/ 2147483647 h 675"/>
                    <a:gd name="T18" fmla="*/ 2147483647 w 1036"/>
                    <a:gd name="T19" fmla="*/ 2147483647 h 675"/>
                    <a:gd name="T20" fmla="*/ 2147483647 w 1036"/>
                    <a:gd name="T21" fmla="*/ 2147483647 h 675"/>
                    <a:gd name="T22" fmla="*/ 2147483647 w 1036"/>
                    <a:gd name="T23" fmla="*/ 2147483647 h 675"/>
                    <a:gd name="T24" fmla="*/ 2147483647 w 1036"/>
                    <a:gd name="T25" fmla="*/ 2147483647 h 675"/>
                    <a:gd name="T26" fmla="*/ 2147483647 w 1036"/>
                    <a:gd name="T27" fmla="*/ 2147483647 h 675"/>
                    <a:gd name="T28" fmla="*/ 2147483647 w 1036"/>
                    <a:gd name="T29" fmla="*/ 2147483647 h 675"/>
                    <a:gd name="T30" fmla="*/ 2147483647 w 1036"/>
                    <a:gd name="T31" fmla="*/ 2147483647 h 675"/>
                    <a:gd name="T32" fmla="*/ 2147483647 w 1036"/>
                    <a:gd name="T33" fmla="*/ 2147483647 h 675"/>
                    <a:gd name="T34" fmla="*/ 2147483647 w 1036"/>
                    <a:gd name="T35" fmla="*/ 2147483647 h 675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036"/>
                    <a:gd name="T55" fmla="*/ 0 h 675"/>
                    <a:gd name="T56" fmla="*/ 1036 w 1036"/>
                    <a:gd name="T57" fmla="*/ 675 h 675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036" h="675">
                      <a:moveTo>
                        <a:pt x="648" y="11"/>
                      </a:moveTo>
                      <a:cubicBezTo>
                        <a:pt x="584" y="19"/>
                        <a:pt x="464" y="33"/>
                        <a:pt x="390" y="53"/>
                      </a:cubicBezTo>
                      <a:cubicBezTo>
                        <a:pt x="316" y="73"/>
                        <a:pt x="246" y="100"/>
                        <a:pt x="206" y="129"/>
                      </a:cubicBezTo>
                      <a:cubicBezTo>
                        <a:pt x="166" y="158"/>
                        <a:pt x="183" y="201"/>
                        <a:pt x="152" y="229"/>
                      </a:cubicBezTo>
                      <a:cubicBezTo>
                        <a:pt x="121" y="257"/>
                        <a:pt x="44" y="259"/>
                        <a:pt x="22" y="297"/>
                      </a:cubicBezTo>
                      <a:cubicBezTo>
                        <a:pt x="0" y="335"/>
                        <a:pt x="0" y="427"/>
                        <a:pt x="18" y="459"/>
                      </a:cubicBezTo>
                      <a:cubicBezTo>
                        <a:pt x="36" y="491"/>
                        <a:pt x="59" y="484"/>
                        <a:pt x="132" y="489"/>
                      </a:cubicBezTo>
                      <a:cubicBezTo>
                        <a:pt x="205" y="494"/>
                        <a:pt x="380" y="478"/>
                        <a:pt x="458" y="489"/>
                      </a:cubicBezTo>
                      <a:cubicBezTo>
                        <a:pt x="536" y="500"/>
                        <a:pt x="549" y="527"/>
                        <a:pt x="598" y="555"/>
                      </a:cubicBezTo>
                      <a:cubicBezTo>
                        <a:pt x="647" y="583"/>
                        <a:pt x="707" y="639"/>
                        <a:pt x="752" y="657"/>
                      </a:cubicBezTo>
                      <a:cubicBezTo>
                        <a:pt x="797" y="675"/>
                        <a:pt x="837" y="670"/>
                        <a:pt x="870" y="661"/>
                      </a:cubicBezTo>
                      <a:cubicBezTo>
                        <a:pt x="903" y="652"/>
                        <a:pt x="932" y="639"/>
                        <a:pt x="952" y="603"/>
                      </a:cubicBezTo>
                      <a:cubicBezTo>
                        <a:pt x="972" y="567"/>
                        <a:pt x="981" y="497"/>
                        <a:pt x="992" y="445"/>
                      </a:cubicBezTo>
                      <a:cubicBezTo>
                        <a:pt x="1003" y="393"/>
                        <a:pt x="1013" y="347"/>
                        <a:pt x="1018" y="291"/>
                      </a:cubicBezTo>
                      <a:cubicBezTo>
                        <a:pt x="1023" y="235"/>
                        <a:pt x="1036" y="153"/>
                        <a:pt x="1022" y="107"/>
                      </a:cubicBezTo>
                      <a:cubicBezTo>
                        <a:pt x="1008" y="61"/>
                        <a:pt x="975" y="34"/>
                        <a:pt x="934" y="17"/>
                      </a:cubicBezTo>
                      <a:cubicBezTo>
                        <a:pt x="893" y="0"/>
                        <a:pt x="824" y="4"/>
                        <a:pt x="776" y="3"/>
                      </a:cubicBezTo>
                      <a:cubicBezTo>
                        <a:pt x="728" y="2"/>
                        <a:pt x="712" y="3"/>
                        <a:pt x="648" y="11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TextBox 177">
                  <a:extLst>
                    <a:ext uri="{FF2B5EF4-FFF2-40B4-BE49-F238E27FC236}">
                      <a16:creationId xmlns:a16="http://schemas.microsoft.com/office/drawing/2014/main" id="{B1AB4783-F539-B945-9A64-F1D56FF53E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18029" y="4323258"/>
                  <a:ext cx="583789" cy="3530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access</a:t>
                  </a:r>
                </a:p>
                <a:p>
                  <a:pPr marL="0" marR="0" lvl="0" indent="0" algn="ctr" defTabSz="914400" rtl="0" eaLnBrk="1" fontAlgn="auto" latinLnBrk="0" hangingPunct="1">
                    <a:lnSpc>
                      <a:spcPts val="1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net</a:t>
                  </a:r>
                </a:p>
              </p:txBody>
            </p:sp>
          </p:grpSp>
          <p:sp>
            <p:nvSpPr>
              <p:cNvPr id="115" name="TextBox 4">
                <a:extLst>
                  <a:ext uri="{FF2B5EF4-FFF2-40B4-BE49-F238E27FC236}">
                    <a16:creationId xmlns:a16="http://schemas.microsoft.com/office/drawing/2014/main" id="{AD113CB3-D1DA-D14C-BCF8-507FA9B07B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1053502">
                <a:off x="5143500" y="1955800"/>
                <a:ext cx="54373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…</a:t>
                </a:r>
              </a:p>
            </p:txBody>
          </p:sp>
          <p:sp>
            <p:nvSpPr>
              <p:cNvPr id="116" name="TextBox 179">
                <a:extLst>
                  <a:ext uri="{FF2B5EF4-FFF2-40B4-BE49-F238E27FC236}">
                    <a16:creationId xmlns:a16="http://schemas.microsoft.com/office/drawing/2014/main" id="{07681ACD-1B8E-2040-A8F9-DA0A9F0D0A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2829263">
                <a:off x="7429500" y="3429000"/>
                <a:ext cx="54373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…</a:t>
                </a:r>
              </a:p>
            </p:txBody>
          </p:sp>
          <p:sp>
            <p:nvSpPr>
              <p:cNvPr id="117" name="TextBox 180">
                <a:extLst>
                  <a:ext uri="{FF2B5EF4-FFF2-40B4-BE49-F238E27FC236}">
                    <a16:creationId xmlns:a16="http://schemas.microsoft.com/office/drawing/2014/main" id="{9E585693-3F37-D446-8EB0-74D3309D1F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9845918">
                <a:off x="6098241" y="5942112"/>
                <a:ext cx="54373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…</a:t>
                </a:r>
              </a:p>
            </p:txBody>
          </p:sp>
          <p:sp>
            <p:nvSpPr>
              <p:cNvPr id="118" name="TextBox 181">
                <a:extLst>
                  <a:ext uri="{FF2B5EF4-FFF2-40B4-BE49-F238E27FC236}">
                    <a16:creationId xmlns:a16="http://schemas.microsoft.com/office/drawing/2014/main" id="{A2E137DD-4E4B-3D4B-B166-5127296162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9948738">
                <a:off x="1730786" y="5845469"/>
                <a:ext cx="54373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…</a:t>
                </a:r>
              </a:p>
            </p:txBody>
          </p:sp>
          <p:sp>
            <p:nvSpPr>
              <p:cNvPr id="119" name="TextBox 182">
                <a:extLst>
                  <a:ext uri="{FF2B5EF4-FFF2-40B4-BE49-F238E27FC236}">
                    <a16:creationId xmlns:a16="http://schemas.microsoft.com/office/drawing/2014/main" id="{4C7196DB-EE8E-C64F-B248-A3DD5346EE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4992697">
                <a:off x="144631" y="3539025"/>
                <a:ext cx="54373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…</a:t>
                </a:r>
              </a:p>
            </p:txBody>
          </p:sp>
          <p:sp>
            <p:nvSpPr>
              <p:cNvPr id="120" name="TextBox 183">
                <a:extLst>
                  <a:ext uri="{FF2B5EF4-FFF2-40B4-BE49-F238E27FC236}">
                    <a16:creationId xmlns:a16="http://schemas.microsoft.com/office/drawing/2014/main" id="{49992B79-6850-374C-B3FD-3301403976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1017263">
                <a:off x="2330376" y="1905681"/>
                <a:ext cx="54373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…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381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do we need to share the network?</a:t>
            </a:r>
          </a:p>
        </p:txBody>
      </p:sp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C251781C-8058-A243-8563-82A5AAA172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" name="Shape 105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8" name="Shape 106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9" name="Shape 107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bg1">
              <a:lumMod val="8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0" name="Shape 108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1" name="Shape 109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2" name="Shape 110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3" name="Shape 11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4" name="Shape 11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5" name="Shape 11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16" name="Shape 11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7" name="Shape 11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8" name="Shape 11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9" name="Shape 11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0" name="Shape 11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" name="Shape 12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" name="Shape 12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3" name="Shape 12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4" name="Shape 12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5" name="Shape 12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6" name="Shape 12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7" name="Shape 12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8" name="Shape 12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9" name="Shape 12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0" name="Shape 12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D3A6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1" name="Shape 13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2" name="Shape 13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3" name="Shape 13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797979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4" name="Shape 13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5" name="Shape 13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chemeClr val="bg1">
                <a:lumMod val="65000"/>
              </a:schemeClr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6" name="Shape 138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7" name="Shape 139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chemeClr val="bg1">
              <a:lumMod val="6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8" name="Shape 140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39" name="Shape 141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7" name="Freeform 46"/>
          <p:cNvSpPr>
            <a:spLocks noChangeAspect="1"/>
          </p:cNvSpPr>
          <p:nvPr/>
        </p:nvSpPr>
        <p:spPr>
          <a:xfrm rot="21345852">
            <a:off x="4122253" y="1507063"/>
            <a:ext cx="3762198" cy="2404265"/>
          </a:xfrm>
          <a:custGeom>
            <a:avLst/>
            <a:gdLst>
              <a:gd name="connsiteX0" fmla="*/ 59559 w 5120482"/>
              <a:gd name="connsiteY0" fmla="*/ 0 h 3144012"/>
              <a:gd name="connsiteX1" fmla="*/ 414384 w 5120482"/>
              <a:gd name="connsiteY1" fmla="*/ 1456737 h 3144012"/>
              <a:gd name="connsiteX2" fmla="*/ 3159608 w 5120482"/>
              <a:gd name="connsiteY2" fmla="*/ 3118911 h 3144012"/>
              <a:gd name="connsiteX3" fmla="*/ 5120482 w 5120482"/>
              <a:gd name="connsiteY3" fmla="*/ 2502599 h 3144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20482" h="3144012">
                <a:moveTo>
                  <a:pt x="59559" y="0"/>
                </a:moveTo>
                <a:cubicBezTo>
                  <a:pt x="-21366" y="468459"/>
                  <a:pt x="-102291" y="936918"/>
                  <a:pt x="414384" y="1456737"/>
                </a:cubicBezTo>
                <a:cubicBezTo>
                  <a:pt x="931059" y="1976556"/>
                  <a:pt x="2375258" y="2944601"/>
                  <a:pt x="3159608" y="3118911"/>
                </a:cubicBezTo>
                <a:cubicBezTo>
                  <a:pt x="3943958" y="3293221"/>
                  <a:pt x="5120482" y="2502599"/>
                  <a:pt x="5120482" y="2502599"/>
                </a:cubicBezTo>
              </a:path>
            </a:pathLst>
          </a:custGeom>
          <a:noFill/>
          <a:ln w="38100" cmpd="sng">
            <a:solidFill>
              <a:schemeClr val="accent2">
                <a:lumMod val="75000"/>
              </a:schemeClr>
            </a:solidFill>
            <a:prstDash val="sysDash"/>
            <a:headEnd type="stealth"/>
            <a:tailEnd type="stealt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337" tIns="45665" rIns="91337" bIns="45665" numCol="1" spcCol="38055" rtlCol="0" anchor="t">
            <a:noAutofit/>
          </a:bodyPr>
          <a:lstStyle/>
          <a:p>
            <a:pPr algn="l" defTabSz="913368" rtl="0" latinLnBrk="1" hangingPunct="0"/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50" name="Freeform 49"/>
          <p:cNvSpPr>
            <a:spLocks noChangeAspect="1"/>
          </p:cNvSpPr>
          <p:nvPr/>
        </p:nvSpPr>
        <p:spPr>
          <a:xfrm rot="21430433">
            <a:off x="2828431" y="1352269"/>
            <a:ext cx="5486400" cy="3592619"/>
          </a:xfrm>
          <a:custGeom>
            <a:avLst/>
            <a:gdLst>
              <a:gd name="connsiteX0" fmla="*/ 0 w 7301923"/>
              <a:gd name="connsiteY0" fmla="*/ 0 h 4538296"/>
              <a:gd name="connsiteX1" fmla="*/ 1512675 w 7301923"/>
              <a:gd name="connsiteY1" fmla="*/ 1662174 h 4538296"/>
              <a:gd name="connsiteX2" fmla="*/ 4818149 w 7301923"/>
              <a:gd name="connsiteY2" fmla="*/ 3567138 h 4538296"/>
              <a:gd name="connsiteX3" fmla="*/ 7301923 w 7301923"/>
              <a:gd name="connsiteY3" fmla="*/ 4538296 h 4538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01923" h="4538296">
                <a:moveTo>
                  <a:pt x="0" y="0"/>
                </a:moveTo>
                <a:cubicBezTo>
                  <a:pt x="354825" y="533825"/>
                  <a:pt x="709650" y="1067651"/>
                  <a:pt x="1512675" y="1662174"/>
                </a:cubicBezTo>
                <a:cubicBezTo>
                  <a:pt x="2315700" y="2256697"/>
                  <a:pt x="3853274" y="3087784"/>
                  <a:pt x="4818149" y="3567138"/>
                </a:cubicBezTo>
                <a:cubicBezTo>
                  <a:pt x="5783024" y="4046492"/>
                  <a:pt x="7000011" y="4376436"/>
                  <a:pt x="7301923" y="4538296"/>
                </a:cubicBezTo>
              </a:path>
            </a:pathLst>
          </a:custGeom>
          <a:ln w="38100" cmpd="sng">
            <a:solidFill>
              <a:srgbClr val="D3A600"/>
            </a:solidFill>
            <a:prstDash val="sysDash"/>
            <a:headEnd type="stealth"/>
            <a:tailEnd type="stealt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91337" tIns="45665" rIns="91337" bIns="45665" numCol="1" spcCol="38055" rtlCol="0" anchor="t">
            <a:noAutofit/>
          </a:bodyPr>
          <a:lstStyle/>
          <a:p>
            <a:pPr algn="l" defTabSz="913368" rtl="0" latinLnBrk="1" hangingPunct="0"/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61038" y="1758921"/>
            <a:ext cx="23994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dirty="0">
                <a:solidFill>
                  <a:srgbClr val="0000FF"/>
                </a:solidFill>
              </a:rPr>
              <a:t>Switch and link resources</a:t>
            </a:r>
          </a:p>
        </p:txBody>
      </p:sp>
      <p:cxnSp>
        <p:nvCxnSpPr>
          <p:cNvPr id="41" name="Straight Arrow Connector 40"/>
          <p:cNvCxnSpPr>
            <a:stCxn id="3" idx="2"/>
            <a:endCxn id="36" idx="3"/>
          </p:cNvCxnSpPr>
          <p:nvPr/>
        </p:nvCxnSpPr>
        <p:spPr bwMode="auto">
          <a:xfrm flipH="1">
            <a:off x="4322763" y="2713028"/>
            <a:ext cx="2638012" cy="37704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1" name="Straight Arrow Connector 50"/>
          <p:cNvCxnSpPr>
            <a:stCxn id="3" idx="2"/>
            <a:endCxn id="38" idx="0"/>
          </p:cNvCxnSpPr>
          <p:nvPr/>
        </p:nvCxnSpPr>
        <p:spPr bwMode="auto">
          <a:xfrm flipH="1">
            <a:off x="6286501" y="2713028"/>
            <a:ext cx="674274" cy="145733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4" name="Straight Arrow Connector 53"/>
          <p:cNvCxnSpPr>
            <a:stCxn id="3" idx="2"/>
          </p:cNvCxnSpPr>
          <p:nvPr/>
        </p:nvCxnSpPr>
        <p:spPr bwMode="auto">
          <a:xfrm flipH="1">
            <a:off x="5126545" y="2713028"/>
            <a:ext cx="1834230" cy="101560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6072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0" grpId="0" animBg="1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/>
          <p:nvPr/>
        </p:nvSpPr>
        <p:spPr>
          <a:xfrm>
            <a:off x="5106988" y="3697288"/>
            <a:ext cx="2751137" cy="160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7"/>
                </a:cubicBezTo>
                <a:cubicBezTo>
                  <a:pt x="12954" y="20639"/>
                  <a:pt x="6724" y="20639"/>
                  <a:pt x="2882" y="16797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97" name="Shape 197"/>
          <p:cNvSpPr/>
          <p:nvPr/>
        </p:nvSpPr>
        <p:spPr>
          <a:xfrm>
            <a:off x="2071688" y="1946275"/>
            <a:ext cx="3643312" cy="1901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198" name="Shape 198"/>
          <p:cNvSpPr/>
          <p:nvPr/>
        </p:nvSpPr>
        <p:spPr>
          <a:xfrm>
            <a:off x="1098550" y="4241800"/>
            <a:ext cx="2820988" cy="16430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13" name="Shape 199"/>
          <p:cNvSpPr>
            <a:spLocks noChangeShapeType="1"/>
          </p:cNvSpPr>
          <p:nvPr/>
        </p:nvSpPr>
        <p:spPr bwMode="auto">
          <a:xfrm>
            <a:off x="3827463" y="1935163"/>
            <a:ext cx="315912" cy="1201737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14" name="Shape 200"/>
          <p:cNvSpPr>
            <a:spLocks noChangeShapeType="1"/>
          </p:cNvSpPr>
          <p:nvPr/>
        </p:nvSpPr>
        <p:spPr bwMode="auto">
          <a:xfrm flipH="1" flipV="1">
            <a:off x="6262688" y="4391025"/>
            <a:ext cx="2073275" cy="862013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15" name="Shape 201"/>
          <p:cNvSpPr>
            <a:spLocks noChangeShapeType="1"/>
          </p:cNvSpPr>
          <p:nvPr/>
        </p:nvSpPr>
        <p:spPr bwMode="auto">
          <a:xfrm flipH="1">
            <a:off x="701675" y="4911725"/>
            <a:ext cx="2286000" cy="1169988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16" name="Shape 202"/>
          <p:cNvSpPr>
            <a:spLocks noChangeShapeType="1"/>
          </p:cNvSpPr>
          <p:nvPr/>
        </p:nvSpPr>
        <p:spPr bwMode="auto">
          <a:xfrm>
            <a:off x="2041525" y="2679700"/>
            <a:ext cx="2009775" cy="42545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17" name="Shape 203"/>
          <p:cNvSpPr>
            <a:spLocks noChangeShapeType="1"/>
          </p:cNvSpPr>
          <p:nvPr/>
        </p:nvSpPr>
        <p:spPr bwMode="auto">
          <a:xfrm>
            <a:off x="1163638" y="4445000"/>
            <a:ext cx="1844675" cy="42545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18" name="Shape 204"/>
          <p:cNvSpPr>
            <a:spLocks noChangeShapeType="1"/>
          </p:cNvSpPr>
          <p:nvPr/>
        </p:nvSpPr>
        <p:spPr bwMode="auto">
          <a:xfrm flipH="1">
            <a:off x="2403475" y="4911725"/>
            <a:ext cx="638175" cy="979488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05" name="Shape 205"/>
          <p:cNvSpPr/>
          <p:nvPr/>
        </p:nvSpPr>
        <p:spPr>
          <a:xfrm>
            <a:off x="1857375" y="2490788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06" name="Shape 206"/>
          <p:cNvSpPr/>
          <p:nvPr/>
        </p:nvSpPr>
        <p:spPr>
          <a:xfrm>
            <a:off x="1009650" y="4259263"/>
            <a:ext cx="357188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07" name="Shape 207"/>
          <p:cNvSpPr/>
          <p:nvPr/>
        </p:nvSpPr>
        <p:spPr>
          <a:xfrm>
            <a:off x="2197100" y="5749925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22" name="Shape 208"/>
          <p:cNvSpPr>
            <a:spLocks noChangeShapeType="1"/>
          </p:cNvSpPr>
          <p:nvPr/>
        </p:nvSpPr>
        <p:spPr bwMode="auto">
          <a:xfrm>
            <a:off x="2136775" y="1754188"/>
            <a:ext cx="1882775" cy="130810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23" name="Shape 209"/>
          <p:cNvSpPr>
            <a:spLocks noChangeShapeType="1"/>
          </p:cNvSpPr>
          <p:nvPr/>
        </p:nvSpPr>
        <p:spPr bwMode="auto">
          <a:xfrm>
            <a:off x="2795588" y="1860550"/>
            <a:ext cx="1255712" cy="1190625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0" name="Shape 210"/>
          <p:cNvSpPr/>
          <p:nvPr/>
        </p:nvSpPr>
        <p:spPr>
          <a:xfrm>
            <a:off x="1955800" y="152717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11" name="Shape 211"/>
          <p:cNvSpPr/>
          <p:nvPr/>
        </p:nvSpPr>
        <p:spPr>
          <a:xfrm>
            <a:off x="2616200" y="1660525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26" name="Shape 212"/>
          <p:cNvSpPr>
            <a:spLocks noChangeShapeType="1"/>
          </p:cNvSpPr>
          <p:nvPr/>
        </p:nvSpPr>
        <p:spPr bwMode="auto">
          <a:xfrm flipV="1">
            <a:off x="1063625" y="4859338"/>
            <a:ext cx="1944688" cy="563562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3" name="Shape 213"/>
          <p:cNvSpPr/>
          <p:nvPr/>
        </p:nvSpPr>
        <p:spPr>
          <a:xfrm>
            <a:off x="90170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28" name="Shape 214"/>
          <p:cNvSpPr>
            <a:spLocks noChangeShapeType="1"/>
          </p:cNvSpPr>
          <p:nvPr/>
        </p:nvSpPr>
        <p:spPr bwMode="auto">
          <a:xfrm flipH="1">
            <a:off x="6242050" y="3646488"/>
            <a:ext cx="1743075" cy="733425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29" name="Shape 215"/>
          <p:cNvSpPr>
            <a:spLocks noChangeShapeType="1"/>
          </p:cNvSpPr>
          <p:nvPr/>
        </p:nvSpPr>
        <p:spPr bwMode="auto">
          <a:xfrm>
            <a:off x="6305550" y="4433888"/>
            <a:ext cx="765175" cy="97790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6" name="Shape 216"/>
          <p:cNvSpPr/>
          <p:nvPr/>
        </p:nvSpPr>
        <p:spPr>
          <a:xfrm>
            <a:off x="7821613" y="3455988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17" name="Shape 217"/>
          <p:cNvSpPr/>
          <p:nvPr/>
        </p:nvSpPr>
        <p:spPr>
          <a:xfrm>
            <a:off x="6902450" y="5249863"/>
            <a:ext cx="357188" cy="358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32" name="Shape 218"/>
          <p:cNvSpPr>
            <a:spLocks noChangeShapeType="1"/>
          </p:cNvSpPr>
          <p:nvPr/>
        </p:nvSpPr>
        <p:spPr bwMode="auto">
          <a:xfrm flipH="1" flipV="1">
            <a:off x="6305550" y="4359275"/>
            <a:ext cx="1668463" cy="42545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19" name="Shape 219"/>
          <p:cNvSpPr/>
          <p:nvPr/>
        </p:nvSpPr>
        <p:spPr>
          <a:xfrm>
            <a:off x="7821613" y="4633913"/>
            <a:ext cx="358775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0" name="Shape 220"/>
          <p:cNvSpPr/>
          <p:nvPr/>
        </p:nvSpPr>
        <p:spPr>
          <a:xfrm>
            <a:off x="554038" y="58753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1" name="Shape 221"/>
          <p:cNvSpPr/>
          <p:nvPr/>
        </p:nvSpPr>
        <p:spPr>
          <a:xfrm>
            <a:off x="8143875" y="5054600"/>
            <a:ext cx="357188" cy="3571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43036" name="Shape 222"/>
          <p:cNvSpPr>
            <a:spLocks noChangeShapeType="1"/>
          </p:cNvSpPr>
          <p:nvPr/>
        </p:nvSpPr>
        <p:spPr bwMode="auto">
          <a:xfrm>
            <a:off x="4040188" y="3114675"/>
            <a:ext cx="2254250" cy="1276350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37" name="Shape 223"/>
          <p:cNvSpPr>
            <a:spLocks noChangeShapeType="1"/>
          </p:cNvSpPr>
          <p:nvPr/>
        </p:nvSpPr>
        <p:spPr bwMode="auto">
          <a:xfrm flipH="1">
            <a:off x="3051175" y="3114675"/>
            <a:ext cx="1052513" cy="1712913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43038" name="Shape 224"/>
          <p:cNvSpPr>
            <a:spLocks noChangeShapeType="1"/>
          </p:cNvSpPr>
          <p:nvPr/>
        </p:nvSpPr>
        <p:spPr bwMode="auto">
          <a:xfrm flipH="1">
            <a:off x="3062288" y="4391025"/>
            <a:ext cx="3243262" cy="500063"/>
          </a:xfrm>
          <a:prstGeom prst="line">
            <a:avLst/>
          </a:prstGeom>
          <a:noFill/>
          <a:ln w="63500">
            <a:solidFill>
              <a:srgbClr val="D6D6D6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225" name="Shape 225"/>
          <p:cNvSpPr>
            <a:spLocks noChangeArrowheads="1"/>
          </p:cNvSpPr>
          <p:nvPr/>
        </p:nvSpPr>
        <p:spPr bwMode="auto">
          <a:xfrm>
            <a:off x="114300" y="3756025"/>
            <a:ext cx="3251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Zoom client</a:t>
            </a:r>
          </a:p>
        </p:txBody>
      </p:sp>
      <p:sp>
        <p:nvSpPr>
          <p:cNvPr id="226" name="Shape 226"/>
          <p:cNvSpPr/>
          <p:nvPr/>
        </p:nvSpPr>
        <p:spPr>
          <a:xfrm>
            <a:off x="3875088" y="2867025"/>
            <a:ext cx="447675" cy="446088"/>
          </a:xfrm>
          <a:prstGeom prst="roundRect">
            <a:avLst>
              <a:gd name="adj" fmla="val 30000"/>
            </a:avLst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7" name="Shape 227"/>
          <p:cNvSpPr/>
          <p:nvPr/>
        </p:nvSpPr>
        <p:spPr>
          <a:xfrm>
            <a:off x="2830513" y="4652963"/>
            <a:ext cx="446087" cy="446087"/>
          </a:xfrm>
          <a:prstGeom prst="roundRect">
            <a:avLst>
              <a:gd name="adj" fmla="val 30000"/>
            </a:avLst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8" name="Shape 228"/>
          <p:cNvSpPr/>
          <p:nvPr/>
        </p:nvSpPr>
        <p:spPr>
          <a:xfrm>
            <a:off x="6062663" y="4170363"/>
            <a:ext cx="447675" cy="446087"/>
          </a:xfrm>
          <a:prstGeom prst="roundRect">
            <a:avLst>
              <a:gd name="adj" fmla="val 30000"/>
            </a:avLst>
          </a:prstGeom>
          <a:solidFill>
            <a:srgbClr val="D6D6D6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29" name="Shape 229"/>
          <p:cNvSpPr/>
          <p:nvPr/>
        </p:nvSpPr>
        <p:spPr>
          <a:xfrm>
            <a:off x="3643313" y="1697038"/>
            <a:ext cx="357187" cy="357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bg2">
              <a:lumMod val="2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40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ea typeface="ＭＳ Ｐゴシック" charset="0"/>
              <a:cs typeface="ＭＳ Ｐゴシック" charset="0"/>
            </a:endParaRPr>
          </a:p>
        </p:txBody>
      </p:sp>
      <p:sp>
        <p:nvSpPr>
          <p:cNvPr id="230" name="Shape 230"/>
          <p:cNvSpPr>
            <a:spLocks noChangeArrowheads="1"/>
          </p:cNvSpPr>
          <p:nvPr/>
        </p:nvSpPr>
        <p:spPr bwMode="auto">
          <a:xfrm>
            <a:off x="5946775" y="2939058"/>
            <a:ext cx="3098800" cy="53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Zoom client</a:t>
            </a:r>
          </a:p>
        </p:txBody>
      </p:sp>
      <p:sp>
        <p:nvSpPr>
          <p:cNvPr id="231" name="Shape 231"/>
          <p:cNvSpPr>
            <a:spLocks noChangeArrowheads="1"/>
          </p:cNvSpPr>
          <p:nvPr/>
        </p:nvSpPr>
        <p:spPr bwMode="auto">
          <a:xfrm>
            <a:off x="152400" y="1443037"/>
            <a:ext cx="2089150" cy="99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Facebook server</a:t>
            </a:r>
          </a:p>
        </p:txBody>
      </p:sp>
      <p:sp>
        <p:nvSpPr>
          <p:cNvPr id="232" name="Shape 232"/>
          <p:cNvSpPr>
            <a:spLocks noChangeArrowheads="1"/>
          </p:cNvSpPr>
          <p:nvPr/>
        </p:nvSpPr>
        <p:spPr bwMode="auto">
          <a:xfrm>
            <a:off x="5776912" y="5494288"/>
            <a:ext cx="3138487" cy="995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Firefox accessing </a:t>
            </a:r>
            <a:r>
              <a:rPr lang="en-US" altLang="zh-CN" sz="3000" b="0" dirty="0" err="1">
                <a:solidFill>
                  <a:srgbClr val="0000FF"/>
                </a:solidFill>
                <a:latin typeface="Arial" charset="0"/>
                <a:sym typeface="Calibri" charset="0"/>
              </a:rPr>
              <a:t>instagram</a:t>
            </a:r>
            <a:endParaRPr lang="en-US" altLang="x-none" sz="3000" b="0" dirty="0">
              <a:solidFill>
                <a:srgbClr val="0000FF"/>
              </a:solidFill>
              <a:latin typeface="Arial" charset="0"/>
              <a:sym typeface="Calibri" charset="0"/>
            </a:endParaRPr>
          </a:p>
        </p:txBody>
      </p:sp>
      <p:pic>
        <p:nvPicPr>
          <p:cNvPr id="233" name="Picture 232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D3A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58900" y="3652838"/>
            <a:ext cx="6415088" cy="123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" name="Picture 234"/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rgbClr val="D3A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52663" y="1847850"/>
            <a:ext cx="4672012" cy="347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7" name="Shape 237"/>
          <p:cNvSpPr>
            <a:spLocks noChangeArrowheads="1"/>
          </p:cNvSpPr>
          <p:nvPr/>
        </p:nvSpPr>
        <p:spPr bwMode="auto">
          <a:xfrm>
            <a:off x="2527300" y="5867996"/>
            <a:ext cx="3100388" cy="53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CN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Netflix</a:t>
            </a:r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 client</a:t>
            </a:r>
          </a:p>
        </p:txBody>
      </p:sp>
      <p:sp>
        <p:nvSpPr>
          <p:cNvPr id="238" name="Shape 238"/>
          <p:cNvSpPr>
            <a:spLocks noChangeArrowheads="1"/>
          </p:cNvSpPr>
          <p:nvPr/>
        </p:nvSpPr>
        <p:spPr bwMode="auto">
          <a:xfrm>
            <a:off x="4114800" y="1673821"/>
            <a:ext cx="2822575" cy="533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7" tIns="35717" rIns="35717" bIns="35717" anchor="ctr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altLang="zh-CN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Netflix</a:t>
            </a:r>
            <a:r>
              <a:rPr lang="en-US" altLang="x-none" sz="3000" b="0" dirty="0">
                <a:solidFill>
                  <a:srgbClr val="0000FF"/>
                </a:solidFill>
                <a:latin typeface="Arial" charset="0"/>
                <a:sym typeface="Calibri" charset="0"/>
              </a:rPr>
              <a:t> server</a:t>
            </a:r>
          </a:p>
        </p:txBody>
      </p:sp>
      <p:pic>
        <p:nvPicPr>
          <p:cNvPr id="239" name="Picture 238"/>
          <p:cNvPicPr>
            <a:picLocks noChangeAspect="1" noChangeArrowheads="1"/>
          </p:cNvPicPr>
          <p:nvPr/>
        </p:nvPicPr>
        <p:blipFill>
          <a:blip r:embed="rId5">
            <a:duotone>
              <a:prstClr val="black"/>
              <a:srgbClr val="D3A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443163" y="2049463"/>
            <a:ext cx="1722437" cy="372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among many services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BBCAD4-7A5D-E44D-9C49-EF1752D849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17157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0" advAuto="0"/>
      <p:bldP spid="230" grpId="0" advAuto="0"/>
      <p:bldP spid="231" grpId="0" advAuto="0"/>
      <p:bldP spid="232" grpId="0" advAuto="0"/>
      <p:bldP spid="233" grpId="0" animBg="1" advAuto="0"/>
      <p:bldP spid="235" grpId="0" animBg="1" advAuto="0"/>
      <p:bldP spid="237" grpId="0" advAuto="0"/>
      <p:bldP spid="238" grpId="0" advAuto="0"/>
      <p:bldP spid="239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ways to 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Circuit switching</a:t>
            </a:r>
          </a:p>
          <a:p>
            <a:pPr lvl="1"/>
            <a:r>
              <a:rPr lang="en-US" dirty="0"/>
              <a:t>Resource </a:t>
            </a:r>
            <a:r>
              <a:rPr lang="en-US" dirty="0">
                <a:solidFill>
                  <a:srgbClr val="0000FF"/>
                </a:solidFill>
              </a:rPr>
              <a:t>reserved</a:t>
            </a:r>
            <a:r>
              <a:rPr lang="en-US" dirty="0"/>
              <a:t> per connection</a:t>
            </a:r>
          </a:p>
          <a:p>
            <a:pPr lvl="1"/>
            <a:r>
              <a:rPr lang="en-US" dirty="0"/>
              <a:t>Admission control: per connection</a:t>
            </a:r>
          </a:p>
          <a:p>
            <a:r>
              <a:rPr lang="en-US" dirty="0"/>
              <a:t>Packet switching via statistical multiplexing</a:t>
            </a:r>
          </a:p>
          <a:p>
            <a:pPr lvl="1"/>
            <a:r>
              <a:rPr lang="en-US" dirty="0"/>
              <a:t>Packets treated independently, </a:t>
            </a:r>
            <a:r>
              <a:rPr lang="en-US" dirty="0">
                <a:solidFill>
                  <a:srgbClr val="0000FF"/>
                </a:solidFill>
              </a:rPr>
              <a:t>on-demand</a:t>
            </a:r>
          </a:p>
          <a:p>
            <a:pPr lvl="1"/>
            <a:r>
              <a:rPr lang="en-US" dirty="0"/>
              <a:t>Admission control: per packet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784C2F-B3BA-B241-AD7D-86F318B2B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12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switching</a:t>
            </a:r>
          </a:p>
        </p:txBody>
      </p:sp>
      <p:sp>
        <p:nvSpPr>
          <p:cNvPr id="49" name="Content Placeholder 4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 err="1"/>
              <a:t>src</a:t>
            </a:r>
            <a:r>
              <a:rPr lang="en-US" sz="2800" dirty="0"/>
              <a:t> sends reservation request to </a:t>
            </a:r>
            <a:r>
              <a:rPr lang="en-US" sz="2800" dirty="0" err="1"/>
              <a:t>dst</a:t>
            </a:r>
            <a:endParaRPr lang="en-US" sz="2800" dirty="0"/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/>
              <a:t>Switches </a:t>
            </a:r>
            <a:r>
              <a:rPr lang="en-US" sz="2800" dirty="0">
                <a:solidFill>
                  <a:srgbClr val="0000FF"/>
                </a:solidFill>
              </a:rPr>
              <a:t>create</a:t>
            </a:r>
            <a:r>
              <a:rPr lang="en-US" sz="2800" dirty="0"/>
              <a:t> circuit </a:t>
            </a:r>
            <a:r>
              <a:rPr lang="en-US" sz="2800" i="1" dirty="0"/>
              <a:t>after</a:t>
            </a:r>
            <a:r>
              <a:rPr lang="en-US" sz="2800" dirty="0"/>
              <a:t> admission control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 err="1"/>
              <a:t>src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00FF"/>
                </a:solidFill>
              </a:rPr>
              <a:t>sends</a:t>
            </a:r>
            <a:r>
              <a:rPr lang="en-US" sz="2800" dirty="0"/>
              <a:t> data</a:t>
            </a:r>
          </a:p>
          <a:p>
            <a:pPr marL="514350" marR="0" lvl="0" indent="-5143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2800" dirty="0" err="1"/>
              <a:t>src</a:t>
            </a:r>
            <a:r>
              <a:rPr lang="en-US" sz="2800" dirty="0"/>
              <a:t> sends </a:t>
            </a:r>
            <a:r>
              <a:rPr lang="en-US" sz="2800" dirty="0">
                <a:solidFill>
                  <a:srgbClr val="0000FF"/>
                </a:solidFill>
              </a:rPr>
              <a:t>teardown</a:t>
            </a:r>
            <a:r>
              <a:rPr lang="en-US" sz="2800" dirty="0"/>
              <a:t> request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800" dirty="0">
                <a:solidFill>
                  <a:srgbClr val="0000FF"/>
                </a:solidFill>
              </a:rPr>
              <a:t>More details in backup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B4F5E5-B95D-694E-829A-885D360A9B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F36FED86-94EF-254D-90EE-B810FE8299EE}" type="slidenum">
              <a:rPr lang="en-US" smtClean="0"/>
              <a:pPr/>
              <a:t>34</a:t>
            </a:fld>
            <a:endParaRPr lang="en-US"/>
          </a:p>
        </p:txBody>
      </p:sp>
      <p:grpSp>
        <p:nvGrpSpPr>
          <p:cNvPr id="48" name="Group 47"/>
          <p:cNvGrpSpPr>
            <a:grpSpLocks noChangeAspect="1"/>
          </p:cNvGrpSpPr>
          <p:nvPr/>
        </p:nvGrpSpPr>
        <p:grpSpPr>
          <a:xfrm rot="16200000">
            <a:off x="4333262" y="2456484"/>
            <a:ext cx="4572000" cy="2707033"/>
            <a:chOff x="554038" y="1527175"/>
            <a:chExt cx="7947025" cy="4705350"/>
          </a:xfrm>
        </p:grpSpPr>
        <p:sp>
          <p:nvSpPr>
            <p:cNvPr id="13" name="Shape 108"/>
            <p:cNvSpPr>
              <a:spLocks noChangeShapeType="1"/>
            </p:cNvSpPr>
            <p:nvPr/>
          </p:nvSpPr>
          <p:spPr bwMode="auto">
            <a:xfrm>
              <a:off x="3827463" y="1935163"/>
              <a:ext cx="315912" cy="1201737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4" name="Shape 109"/>
            <p:cNvSpPr>
              <a:spLocks noChangeShapeType="1"/>
            </p:cNvSpPr>
            <p:nvPr/>
          </p:nvSpPr>
          <p:spPr bwMode="auto">
            <a:xfrm flipH="1" flipV="1">
              <a:off x="6262688" y="4391025"/>
              <a:ext cx="2073275" cy="86201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5" name="Shape 110"/>
            <p:cNvSpPr>
              <a:spLocks noChangeShapeType="1"/>
            </p:cNvSpPr>
            <p:nvPr/>
          </p:nvSpPr>
          <p:spPr bwMode="auto">
            <a:xfrm flipH="1">
              <a:off x="701675" y="4911725"/>
              <a:ext cx="2286000" cy="1169988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6" name="Shape 112"/>
            <p:cNvSpPr>
              <a:spLocks noChangeShapeType="1"/>
            </p:cNvSpPr>
            <p:nvPr/>
          </p:nvSpPr>
          <p:spPr bwMode="auto">
            <a:xfrm>
              <a:off x="2041525" y="2679700"/>
              <a:ext cx="2009775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7" name="Shape 113"/>
            <p:cNvSpPr>
              <a:spLocks noChangeShapeType="1"/>
            </p:cNvSpPr>
            <p:nvPr/>
          </p:nvSpPr>
          <p:spPr bwMode="auto">
            <a:xfrm>
              <a:off x="1163638" y="4445000"/>
              <a:ext cx="1844675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8" name="Shape 114"/>
            <p:cNvSpPr>
              <a:spLocks noChangeShapeType="1"/>
            </p:cNvSpPr>
            <p:nvPr/>
          </p:nvSpPr>
          <p:spPr bwMode="auto">
            <a:xfrm flipH="1">
              <a:off x="2403475" y="4911725"/>
              <a:ext cx="638175" cy="979488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19" name="Shape 115"/>
            <p:cNvSpPr/>
            <p:nvPr/>
          </p:nvSpPr>
          <p:spPr>
            <a:xfrm>
              <a:off x="1857375" y="2490788"/>
              <a:ext cx="357188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0" name="Shape 116"/>
            <p:cNvSpPr/>
            <p:nvPr/>
          </p:nvSpPr>
          <p:spPr>
            <a:xfrm>
              <a:off x="1009650" y="4259263"/>
              <a:ext cx="357188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1" name="Shape 117"/>
            <p:cNvSpPr/>
            <p:nvPr/>
          </p:nvSpPr>
          <p:spPr>
            <a:xfrm>
              <a:off x="2197100" y="5749925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2" name="Shape 118"/>
            <p:cNvSpPr>
              <a:spLocks noChangeShapeType="1"/>
            </p:cNvSpPr>
            <p:nvPr/>
          </p:nvSpPr>
          <p:spPr bwMode="auto">
            <a:xfrm>
              <a:off x="2136775" y="1754188"/>
              <a:ext cx="1882775" cy="130810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23" name="Shape 119"/>
            <p:cNvSpPr>
              <a:spLocks noChangeShapeType="1"/>
            </p:cNvSpPr>
            <p:nvPr/>
          </p:nvSpPr>
          <p:spPr bwMode="auto">
            <a:xfrm>
              <a:off x="2795588" y="1860550"/>
              <a:ext cx="1255712" cy="1190625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24" name="Shape 120"/>
            <p:cNvSpPr/>
            <p:nvPr/>
          </p:nvSpPr>
          <p:spPr>
            <a:xfrm>
              <a:off x="1955800" y="1527175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5" name="Shape 121"/>
            <p:cNvSpPr/>
            <p:nvPr/>
          </p:nvSpPr>
          <p:spPr>
            <a:xfrm>
              <a:off x="2616200" y="1660525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6" name="Shape 122"/>
            <p:cNvSpPr>
              <a:spLocks noChangeShapeType="1"/>
            </p:cNvSpPr>
            <p:nvPr/>
          </p:nvSpPr>
          <p:spPr bwMode="auto">
            <a:xfrm flipV="1">
              <a:off x="1063625" y="4859338"/>
              <a:ext cx="1944688" cy="563562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27" name="Shape 123"/>
            <p:cNvSpPr/>
            <p:nvPr/>
          </p:nvSpPr>
          <p:spPr>
            <a:xfrm>
              <a:off x="901700" y="5249863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8" name="Shape 124"/>
            <p:cNvSpPr>
              <a:spLocks noChangeShapeType="1"/>
            </p:cNvSpPr>
            <p:nvPr/>
          </p:nvSpPr>
          <p:spPr bwMode="auto">
            <a:xfrm flipH="1">
              <a:off x="6242050" y="3646488"/>
              <a:ext cx="1743075" cy="733425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29" name="Shape 125"/>
            <p:cNvSpPr>
              <a:spLocks noChangeShapeType="1"/>
            </p:cNvSpPr>
            <p:nvPr/>
          </p:nvSpPr>
          <p:spPr bwMode="auto">
            <a:xfrm>
              <a:off x="6305550" y="4433888"/>
              <a:ext cx="765175" cy="97790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0" name="Shape 126"/>
            <p:cNvSpPr/>
            <p:nvPr/>
          </p:nvSpPr>
          <p:spPr>
            <a:xfrm>
              <a:off x="7821613" y="3455988"/>
              <a:ext cx="358775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1" name="Shape 127"/>
            <p:cNvSpPr/>
            <p:nvPr/>
          </p:nvSpPr>
          <p:spPr>
            <a:xfrm>
              <a:off x="6902450" y="5249863"/>
              <a:ext cx="357188" cy="3587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2" name="Shape 128"/>
            <p:cNvSpPr>
              <a:spLocks noChangeShapeType="1"/>
            </p:cNvSpPr>
            <p:nvPr/>
          </p:nvSpPr>
          <p:spPr bwMode="auto">
            <a:xfrm flipH="1" flipV="1">
              <a:off x="6305550" y="4359275"/>
              <a:ext cx="1668463" cy="4254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3" name="Shape 129"/>
            <p:cNvSpPr/>
            <p:nvPr/>
          </p:nvSpPr>
          <p:spPr>
            <a:xfrm>
              <a:off x="7821613" y="4633913"/>
              <a:ext cx="358775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4" name="Shape 130"/>
            <p:cNvSpPr/>
            <p:nvPr/>
          </p:nvSpPr>
          <p:spPr>
            <a:xfrm>
              <a:off x="554038" y="5875338"/>
              <a:ext cx="357187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5" name="Shape 131"/>
            <p:cNvSpPr/>
            <p:nvPr/>
          </p:nvSpPr>
          <p:spPr>
            <a:xfrm>
              <a:off x="8143875" y="5054600"/>
              <a:ext cx="357188" cy="3571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36" name="Shape 132"/>
            <p:cNvSpPr>
              <a:spLocks noChangeShapeType="1"/>
            </p:cNvSpPr>
            <p:nvPr/>
          </p:nvSpPr>
          <p:spPr bwMode="auto">
            <a:xfrm>
              <a:off x="4040188" y="3114675"/>
              <a:ext cx="2254250" cy="1276350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7" name="Shape 133"/>
            <p:cNvSpPr>
              <a:spLocks noChangeShapeType="1"/>
            </p:cNvSpPr>
            <p:nvPr/>
          </p:nvSpPr>
          <p:spPr bwMode="auto">
            <a:xfrm flipH="1">
              <a:off x="3051175" y="3114675"/>
              <a:ext cx="1052513" cy="171291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8" name="Shape 134"/>
            <p:cNvSpPr>
              <a:spLocks noChangeShapeType="1"/>
            </p:cNvSpPr>
            <p:nvPr/>
          </p:nvSpPr>
          <p:spPr bwMode="auto">
            <a:xfrm flipH="1">
              <a:off x="3062288" y="4391025"/>
              <a:ext cx="3243262" cy="500063"/>
            </a:xfrm>
            <a:prstGeom prst="line">
              <a:avLst/>
            </a:prstGeom>
            <a:noFill/>
            <a:ln w="63500">
              <a:solidFill>
                <a:srgbClr val="797979"/>
              </a:solidFill>
              <a:miter lim="4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 anchor="ctr"/>
            <a:lstStyle/>
            <a:p>
              <a:endParaRPr lang="en-US"/>
            </a:p>
          </p:txBody>
        </p:sp>
        <p:sp>
          <p:nvSpPr>
            <p:cNvPr id="39" name="Shape 138"/>
            <p:cNvSpPr/>
            <p:nvPr/>
          </p:nvSpPr>
          <p:spPr>
            <a:xfrm>
              <a:off x="3875088" y="2867025"/>
              <a:ext cx="447675" cy="446088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0" name="Shape 139"/>
            <p:cNvSpPr/>
            <p:nvPr/>
          </p:nvSpPr>
          <p:spPr>
            <a:xfrm>
              <a:off x="2830513" y="4652963"/>
              <a:ext cx="446087" cy="44608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1" name="Shape 140"/>
            <p:cNvSpPr/>
            <p:nvPr/>
          </p:nvSpPr>
          <p:spPr>
            <a:xfrm>
              <a:off x="6062663" y="4170363"/>
              <a:ext cx="447675" cy="446087"/>
            </a:xfrm>
            <a:prstGeom prst="roundRect">
              <a:avLst>
                <a:gd name="adj" fmla="val 30000"/>
              </a:avLst>
            </a:prstGeom>
            <a:solidFill>
              <a:srgbClr val="424242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42" name="Shape 141"/>
            <p:cNvSpPr/>
            <p:nvPr/>
          </p:nvSpPr>
          <p:spPr>
            <a:xfrm>
              <a:off x="3643313" y="1697038"/>
              <a:ext cx="357187" cy="3571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7" y="2882"/>
                  </a:moveTo>
                  <a:cubicBezTo>
                    <a:pt x="20639" y="6724"/>
                    <a:pt x="20639" y="12954"/>
                    <a:pt x="16797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7" y="2882"/>
                  </a:cubicBezTo>
                </a:path>
              </a:pathLst>
            </a:custGeom>
            <a:solidFill>
              <a:srgbClr val="33339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46" name="Shape 1260"/>
          <p:cNvSpPr/>
          <p:nvPr/>
        </p:nvSpPr>
        <p:spPr>
          <a:xfrm>
            <a:off x="7695134" y="2204084"/>
            <a:ext cx="443943" cy="407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180" dirty="0">
                <a:solidFill>
                  <a:srgbClr val="0000FF"/>
                </a:solidFill>
              </a:rPr>
              <a:t>dst</a:t>
            </a:r>
          </a:p>
        </p:txBody>
      </p:sp>
      <p:sp>
        <p:nvSpPr>
          <p:cNvPr id="47" name="Shape 1259"/>
          <p:cNvSpPr/>
          <p:nvPr/>
        </p:nvSpPr>
        <p:spPr>
          <a:xfrm>
            <a:off x="5670483" y="5289554"/>
            <a:ext cx="443943" cy="407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180" dirty="0">
                <a:solidFill>
                  <a:srgbClr val="0000FF"/>
                </a:solidFill>
              </a:rPr>
              <a:t>src</a:t>
            </a:r>
          </a:p>
        </p:txBody>
      </p:sp>
      <p:sp>
        <p:nvSpPr>
          <p:cNvPr id="51" name="Rectangular Callout 50"/>
          <p:cNvSpPr/>
          <p:nvPr/>
        </p:nvSpPr>
        <p:spPr bwMode="auto">
          <a:xfrm>
            <a:off x="5279627" y="3351857"/>
            <a:ext cx="926092" cy="364987"/>
          </a:xfrm>
          <a:prstGeom prst="wedgeRectCallout">
            <a:avLst>
              <a:gd name="adj1" fmla="val 34021"/>
              <a:gd name="adj2" fmla="val 93429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/>
              <a:t>10 Mbps?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2" name="Rectangular Callout 51"/>
          <p:cNvSpPr/>
          <p:nvPr/>
        </p:nvSpPr>
        <p:spPr bwMode="auto">
          <a:xfrm>
            <a:off x="7305891" y="2803954"/>
            <a:ext cx="926092" cy="364987"/>
          </a:xfrm>
          <a:prstGeom prst="wedgeRectCallout">
            <a:avLst>
              <a:gd name="adj1" fmla="val -73249"/>
              <a:gd name="adj2" fmla="val -33382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0"/>
              <a:t>10 Mbps?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234503" y="374624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>
                <a:solidFill>
                  <a:srgbClr val="0000FF"/>
                </a:solidFill>
                <a:latin typeface="Calibri" charset="0"/>
                <a:ea typeface="Calibri" charset="0"/>
                <a:cs typeface="Calibri" charset="0"/>
              </a:rPr>
              <a:t>✔️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5557" y="25908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0">
                <a:solidFill>
                  <a:srgbClr val="0000FF"/>
                </a:solidFill>
                <a:latin typeface="Calibri" charset="0"/>
                <a:ea typeface="Calibri" charset="0"/>
                <a:cs typeface="Calibri" charset="0"/>
              </a:rPr>
              <a:t>✔️</a:t>
            </a:r>
          </a:p>
        </p:txBody>
      </p:sp>
    </p:spTree>
    <p:extLst>
      <p:ext uri="{BB962C8B-B14F-4D97-AF65-F5344CB8AC3E}">
        <p14:creationId xmlns:p14="http://schemas.microsoft.com/office/powerpoint/2010/main" val="262433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uiExpand="1" build="p"/>
      <p:bldP spid="51" grpId="0" animBg="1"/>
      <p:bldP spid="52" grpId="0" animBg="1"/>
      <p:bldP spid="53" grpId="0"/>
      <p:bldP spid="5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</a:rPr>
              <a:t>Circuit switching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Reservation establishes a “circuit” within a switch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1A990-0093-2945-BAB2-4674C2FA58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244" name="Shape 1244"/>
          <p:cNvSpPr/>
          <p:nvPr/>
        </p:nvSpPr>
        <p:spPr>
          <a:xfrm>
            <a:off x="3679032" y="2723555"/>
            <a:ext cx="1785938" cy="2027039"/>
          </a:xfrm>
          <a:prstGeom prst="roundRect">
            <a:avLst>
              <a:gd name="adj" fmla="val 7500"/>
            </a:avLst>
          </a:prstGeom>
          <a:solidFill>
            <a:srgbClr val="EBEBEB"/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5" name="Shape 1245"/>
          <p:cNvSpPr/>
          <p:nvPr/>
        </p:nvSpPr>
        <p:spPr>
          <a:xfrm>
            <a:off x="4095654" y="3299914"/>
            <a:ext cx="1018608" cy="697928"/>
          </a:xfrm>
          <a:prstGeom prst="line">
            <a:avLst/>
          </a:prstGeom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6" name="Shape 1246"/>
          <p:cNvSpPr/>
          <p:nvPr/>
        </p:nvSpPr>
        <p:spPr>
          <a:xfrm flipV="1">
            <a:off x="2285999" y="3274826"/>
            <a:ext cx="1669313" cy="123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7" name="Shape 1247"/>
          <p:cNvSpPr/>
          <p:nvPr/>
        </p:nvSpPr>
        <p:spPr>
          <a:xfrm>
            <a:off x="2062758" y="3098602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8" name="Shape 1248"/>
          <p:cNvSpPr/>
          <p:nvPr/>
        </p:nvSpPr>
        <p:spPr>
          <a:xfrm flipV="1">
            <a:off x="5208651" y="3271713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9" name="Shape 1249"/>
          <p:cNvSpPr/>
          <p:nvPr/>
        </p:nvSpPr>
        <p:spPr>
          <a:xfrm>
            <a:off x="6741915" y="3098602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0" name="Shape 1250"/>
          <p:cNvSpPr/>
          <p:nvPr/>
        </p:nvSpPr>
        <p:spPr>
          <a:xfrm>
            <a:off x="3920155" y="3143249"/>
            <a:ext cx="267891" cy="267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1" name="Shape 1251"/>
          <p:cNvSpPr/>
          <p:nvPr/>
        </p:nvSpPr>
        <p:spPr>
          <a:xfrm>
            <a:off x="4973858" y="3143249"/>
            <a:ext cx="267891" cy="267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2" name="Shape 1252"/>
          <p:cNvSpPr/>
          <p:nvPr/>
        </p:nvSpPr>
        <p:spPr>
          <a:xfrm flipV="1">
            <a:off x="2277070" y="3950765"/>
            <a:ext cx="1669313" cy="124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3" name="Shape 1253"/>
          <p:cNvSpPr/>
          <p:nvPr/>
        </p:nvSpPr>
        <p:spPr>
          <a:xfrm>
            <a:off x="2053829" y="377725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4" name="Shape 1254"/>
          <p:cNvSpPr/>
          <p:nvPr/>
        </p:nvSpPr>
        <p:spPr>
          <a:xfrm flipV="1">
            <a:off x="5197077" y="3951456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5" name="Shape 1255"/>
          <p:cNvSpPr/>
          <p:nvPr/>
        </p:nvSpPr>
        <p:spPr>
          <a:xfrm>
            <a:off x="6732984" y="377725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6" name="Shape 1256"/>
          <p:cNvSpPr/>
          <p:nvPr/>
        </p:nvSpPr>
        <p:spPr>
          <a:xfrm>
            <a:off x="3911225" y="3821906"/>
            <a:ext cx="267891" cy="267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7" name="Shape 1257"/>
          <p:cNvSpPr/>
          <p:nvPr/>
        </p:nvSpPr>
        <p:spPr>
          <a:xfrm>
            <a:off x="4964928" y="3821906"/>
            <a:ext cx="267891" cy="2678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8" name="Shape 1258"/>
          <p:cNvSpPr/>
          <p:nvPr/>
        </p:nvSpPr>
        <p:spPr>
          <a:xfrm>
            <a:off x="4154614" y="2265308"/>
            <a:ext cx="847900" cy="407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180" dirty="0"/>
              <a:t>switch</a:t>
            </a:r>
          </a:p>
        </p:txBody>
      </p:sp>
      <p:sp>
        <p:nvSpPr>
          <p:cNvPr id="1259" name="Shape 1259"/>
          <p:cNvSpPr/>
          <p:nvPr/>
        </p:nvSpPr>
        <p:spPr>
          <a:xfrm>
            <a:off x="1537028" y="2997538"/>
            <a:ext cx="443943" cy="407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180" dirty="0">
                <a:solidFill>
                  <a:srgbClr val="0000FF"/>
                </a:solidFill>
              </a:rPr>
              <a:t>src</a:t>
            </a:r>
          </a:p>
        </p:txBody>
      </p:sp>
      <p:sp>
        <p:nvSpPr>
          <p:cNvPr id="1260" name="Shape 1260"/>
          <p:cNvSpPr/>
          <p:nvPr/>
        </p:nvSpPr>
        <p:spPr>
          <a:xfrm>
            <a:off x="7220361" y="3711913"/>
            <a:ext cx="443943" cy="4075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180">
                <a:solidFill>
                  <a:srgbClr val="0000FF"/>
                </a:solidFill>
              </a:rPr>
              <a:t>dst</a:t>
            </a:r>
          </a:p>
        </p:txBody>
      </p:sp>
    </p:spTree>
    <p:extLst>
      <p:ext uri="{BB962C8B-B14F-4D97-AF65-F5344CB8AC3E}">
        <p14:creationId xmlns:p14="http://schemas.microsoft.com/office/powerpoint/2010/main" val="2981364784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245" grpId="0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</a:rPr>
              <a:t>Circuit switching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Pros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a typeface="ＭＳ Ｐゴシック" charset="0"/>
              </a:rPr>
              <a:t>Predictable performance 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a typeface="ＭＳ Ｐゴシック" charset="0"/>
              </a:rPr>
              <a:t>Simple/fast switching (once circuit established)</a:t>
            </a:r>
          </a:p>
          <a:p>
            <a:pPr lvl="1">
              <a:spcBef>
                <a:spcPts val="0"/>
              </a:spcBef>
            </a:pPr>
            <a:endParaRPr lang="en-US" dirty="0">
              <a:ea typeface="ＭＳ Ｐゴシック" charset="0"/>
            </a:endParaRPr>
          </a:p>
          <a:p>
            <a:pPr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Cons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Complexity of circuit setup/teardown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Circuit setup adds delay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Switch fails </a:t>
            </a:r>
            <a:r>
              <a:rPr lang="en-US" dirty="0">
                <a:ea typeface="ＭＳ Ｐゴシック" charset="0"/>
                <a:cs typeface="ＭＳ Ｐゴシック" charset="0"/>
                <a:sym typeface="Wingdings"/>
              </a:rPr>
              <a:t></a:t>
            </a:r>
            <a:r>
              <a:rPr lang="en-US" dirty="0">
                <a:ea typeface="ＭＳ Ｐゴシック" charset="0"/>
                <a:cs typeface="ＭＳ Ｐゴシック" charset="0"/>
              </a:rPr>
              <a:t> its circuit(s) fails</a:t>
            </a:r>
          </a:p>
          <a:p>
            <a:pPr lvl="1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ea typeface="ＭＳ Ｐゴシック" charset="0"/>
                <a:cs typeface="ＭＳ Ｐゴシック" charset="0"/>
              </a:rPr>
              <a:t>Extremely</a:t>
            </a:r>
            <a:r>
              <a:rPr lang="zh-CN" alt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ea typeface="ＭＳ Ｐゴシック" charset="0"/>
                <a:cs typeface="ＭＳ Ｐゴシック" charset="0"/>
              </a:rPr>
              <a:t>i</a:t>
            </a:r>
            <a:r>
              <a:rPr lang="en-US" dirty="0">
                <a:ea typeface="ＭＳ Ｐゴシック" charset="0"/>
                <a:cs typeface="ＭＳ Ｐゴシック" charset="0"/>
              </a:rPr>
              <a:t>nefficient when traffic is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bursty</a:t>
            </a:r>
            <a:r>
              <a:rPr lang="en-US" altLang="zh-CN" dirty="0">
                <a:ea typeface="ＭＳ Ｐゴシック" charset="0"/>
                <a:cs typeface="ＭＳ Ｐゴシック" charset="0"/>
              </a:rPr>
              <a:t>!</a:t>
            </a:r>
          </a:p>
          <a:p>
            <a:pPr lvl="2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ea typeface="ＭＳ Ｐゴシック" charset="0"/>
                <a:cs typeface="ＭＳ Ｐゴシック" charset="0"/>
              </a:rPr>
              <a:t>Think:</a:t>
            </a:r>
            <a:r>
              <a:rPr lang="zh-CN" alt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ea typeface="ＭＳ Ｐゴシック" charset="0"/>
                <a:cs typeface="ＭＳ Ｐゴシック" charset="0"/>
              </a:rPr>
              <a:t>Are</a:t>
            </a:r>
            <a:r>
              <a:rPr lang="zh-CN" alt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ea typeface="ＭＳ Ｐゴシック" charset="0"/>
                <a:cs typeface="ＭＳ Ｐゴシック" charset="0"/>
              </a:rPr>
              <a:t>you</a:t>
            </a:r>
            <a:r>
              <a:rPr lang="zh-CN" alt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ea typeface="ＭＳ Ｐゴシック" charset="0"/>
                <a:cs typeface="ＭＳ Ｐゴシック" charset="0"/>
              </a:rPr>
              <a:t>always</a:t>
            </a:r>
            <a:r>
              <a:rPr lang="zh-CN" alt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altLang="zh-CN" dirty="0">
                <a:ea typeface="ＭＳ Ｐゴシック" charset="0"/>
                <a:cs typeface="ＭＳ Ｐゴシック" charset="0"/>
              </a:rPr>
              <a:t>clicking?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012455-CDD0-A741-86B9-7F4C2043AD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6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switching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packet contains destination (</a:t>
            </a:r>
            <a:r>
              <a:rPr lang="en-US" dirty="0" err="1">
                <a:solidFill>
                  <a:srgbClr val="0000FF"/>
                </a:solidFill>
              </a:rPr>
              <a:t>dst</a:t>
            </a:r>
            <a:r>
              <a:rPr lang="en-US" dirty="0"/>
              <a:t>)</a:t>
            </a:r>
          </a:p>
          <a:p>
            <a:r>
              <a:rPr lang="en-US" dirty="0"/>
              <a:t>Each packet treated independently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515E8-7FC6-A34B-966A-23182E80CD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1244" name="Shape 1244"/>
          <p:cNvSpPr/>
          <p:nvPr/>
        </p:nvSpPr>
        <p:spPr>
          <a:xfrm>
            <a:off x="3679032" y="2314041"/>
            <a:ext cx="1785938" cy="1921617"/>
          </a:xfrm>
          <a:prstGeom prst="roundRect">
            <a:avLst>
              <a:gd name="adj" fmla="val 7500"/>
            </a:avLst>
          </a:prstGeom>
          <a:solidFill>
            <a:srgbClr val="EBEBEB"/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6" name="Shape 1246"/>
          <p:cNvSpPr/>
          <p:nvPr/>
        </p:nvSpPr>
        <p:spPr>
          <a:xfrm flipV="1">
            <a:off x="2285999" y="2865312"/>
            <a:ext cx="1669313" cy="123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7" name="Shape 1247"/>
          <p:cNvSpPr/>
          <p:nvPr/>
        </p:nvSpPr>
        <p:spPr>
          <a:xfrm>
            <a:off x="2062758" y="268908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8" name="Shape 1248"/>
          <p:cNvSpPr/>
          <p:nvPr/>
        </p:nvSpPr>
        <p:spPr>
          <a:xfrm flipV="1">
            <a:off x="5208651" y="2862199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9" name="Shape 1249"/>
          <p:cNvSpPr/>
          <p:nvPr/>
        </p:nvSpPr>
        <p:spPr>
          <a:xfrm>
            <a:off x="6741915" y="268908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2" name="Shape 1252"/>
          <p:cNvSpPr/>
          <p:nvPr/>
        </p:nvSpPr>
        <p:spPr>
          <a:xfrm flipV="1">
            <a:off x="2277070" y="3541251"/>
            <a:ext cx="1669313" cy="124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3" name="Shape 1253"/>
          <p:cNvSpPr/>
          <p:nvPr/>
        </p:nvSpPr>
        <p:spPr>
          <a:xfrm>
            <a:off x="2053829" y="336774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4" name="Shape 1254"/>
          <p:cNvSpPr/>
          <p:nvPr/>
        </p:nvSpPr>
        <p:spPr>
          <a:xfrm flipV="1">
            <a:off x="5197077" y="3541942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5" name="Shape 1255"/>
          <p:cNvSpPr/>
          <p:nvPr/>
        </p:nvSpPr>
        <p:spPr>
          <a:xfrm>
            <a:off x="6732984" y="336774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8" name="Shape 1258"/>
          <p:cNvSpPr/>
          <p:nvPr/>
        </p:nvSpPr>
        <p:spPr>
          <a:xfrm>
            <a:off x="4107391" y="1828800"/>
            <a:ext cx="972934" cy="461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 dirty="0"/>
              <a:t>switch</a:t>
            </a:r>
          </a:p>
        </p:txBody>
      </p:sp>
      <p:sp>
        <p:nvSpPr>
          <p:cNvPr id="1260" name="Shape 1260"/>
          <p:cNvSpPr/>
          <p:nvPr/>
        </p:nvSpPr>
        <p:spPr>
          <a:xfrm>
            <a:off x="7197792" y="3275405"/>
            <a:ext cx="504858" cy="461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>
                <a:solidFill>
                  <a:srgbClr val="0000FF"/>
                </a:solidFill>
              </a:rPr>
              <a:t>dst</a:t>
            </a:r>
          </a:p>
        </p:txBody>
      </p:sp>
      <p:sp>
        <p:nvSpPr>
          <p:cNvPr id="2" name="Rectangle 1"/>
          <p:cNvSpPr/>
          <p:nvPr/>
        </p:nvSpPr>
        <p:spPr>
          <a:xfrm>
            <a:off x="2285999" y="2619748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51413" y="3370247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330485" y="2742572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3453412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0 L 0.15417 -0.00231 L 0.26893 0.07083 L 0.45886 0.07523 " pathEditMode="relative" rAng="0" ptsTypes="AAAA">
                                      <p:cBhvr>
                                        <p:cTn id="4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363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1" presetClass="entr" presetSubtype="0" fill="hold" grpId="1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0.00231 L 0.15538 -0.00231 L 0.27101 0.00185 L 0.46268 0.00208 " pathEditMode="relative" rAng="0" ptsTypes="AAAA">
                                      <p:cBhvr>
                                        <p:cTn id="4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25" y="208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1" presetClass="entr" presetSubtype="0" fill="hold" grpId="1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44444E-6 L 0.15417 -0.00232 L 0.26893 0.07083 L 0.45886 0.07523 " pathEditMode="relative" rAng="0" ptsTypes="AAAA">
                                      <p:cBhvr>
                                        <p:cTn id="5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363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4" grpId="0" animBg="1" advAuto="0"/>
      <p:bldP spid="1246" grpId="0" animBg="1" advAuto="0"/>
      <p:bldP spid="1247" grpId="0" animBg="1" advAuto="0"/>
      <p:bldP spid="1248" grpId="0" animBg="1" advAuto="0"/>
      <p:bldP spid="1249" grpId="0" animBg="1" advAuto="0"/>
      <p:bldP spid="1252" grpId="0" animBg="1" advAuto="0"/>
      <p:bldP spid="1253" grpId="0" animBg="1" advAuto="0"/>
      <p:bldP spid="1254" grpId="0" animBg="1" advAuto="0"/>
      <p:bldP spid="1255" grpId="0" animBg="1" advAuto="0"/>
      <p:bldP spid="1258" grpId="0" animBg="1" advAuto="0"/>
      <p:bldP spid="1260" grpId="0" animBg="1" advAuto="0"/>
      <p:bldP spid="2" grpId="0" animBg="1"/>
      <p:bldP spid="2" grpId="1" animBg="1"/>
      <p:bldP spid="23" grpId="0" animBg="1"/>
      <p:bldP spid="23" grpId="1" animBg="1"/>
      <p:bldP spid="25" grpId="0" animBg="1"/>
      <p:bldP spid="25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switching</a:t>
            </a:r>
          </a:p>
        </p:txBody>
      </p:sp>
      <p:sp>
        <p:nvSpPr>
          <p:cNvPr id="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Each packet contains destination (</a:t>
            </a:r>
            <a:r>
              <a:rPr lang="en-US" dirty="0" err="1">
                <a:solidFill>
                  <a:srgbClr val="0000FF"/>
                </a:solidFill>
              </a:rPr>
              <a:t>dst</a:t>
            </a:r>
            <a:r>
              <a:rPr lang="en-US" dirty="0"/>
              <a:t>)</a:t>
            </a:r>
          </a:p>
          <a:p>
            <a:r>
              <a:rPr lang="en-US" dirty="0"/>
              <a:t>Each packet treated independently</a:t>
            </a:r>
          </a:p>
          <a:p>
            <a:r>
              <a:rPr lang="en-US" dirty="0">
                <a:solidFill>
                  <a:srgbClr val="0000FF"/>
                </a:solidFill>
              </a:rPr>
              <a:t>With buffers to absolve transient overloads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F6BAE-A2D8-5E45-8255-9A8A97DAF7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29" name="Shape 1244"/>
          <p:cNvSpPr/>
          <p:nvPr/>
        </p:nvSpPr>
        <p:spPr>
          <a:xfrm>
            <a:off x="3679032" y="2314041"/>
            <a:ext cx="1785938" cy="1921617"/>
          </a:xfrm>
          <a:prstGeom prst="roundRect">
            <a:avLst>
              <a:gd name="adj" fmla="val 7500"/>
            </a:avLst>
          </a:prstGeom>
          <a:solidFill>
            <a:srgbClr val="EBEBEB"/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6" name="Shape 1246"/>
          <p:cNvSpPr/>
          <p:nvPr/>
        </p:nvSpPr>
        <p:spPr>
          <a:xfrm flipV="1">
            <a:off x="2285999" y="2865312"/>
            <a:ext cx="1669313" cy="123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7" name="Shape 1247"/>
          <p:cNvSpPr/>
          <p:nvPr/>
        </p:nvSpPr>
        <p:spPr>
          <a:xfrm>
            <a:off x="2062758" y="268908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48" name="Shape 1248"/>
          <p:cNvSpPr/>
          <p:nvPr/>
        </p:nvSpPr>
        <p:spPr>
          <a:xfrm flipV="1">
            <a:off x="5208651" y="2862199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49" name="Shape 1249"/>
          <p:cNvSpPr/>
          <p:nvPr/>
        </p:nvSpPr>
        <p:spPr>
          <a:xfrm>
            <a:off x="6741915" y="268908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2" name="Shape 1252"/>
          <p:cNvSpPr/>
          <p:nvPr/>
        </p:nvSpPr>
        <p:spPr>
          <a:xfrm flipV="1">
            <a:off x="2277070" y="3541251"/>
            <a:ext cx="1669313" cy="1240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3" name="Shape 1253"/>
          <p:cNvSpPr/>
          <p:nvPr/>
        </p:nvSpPr>
        <p:spPr>
          <a:xfrm>
            <a:off x="2053829" y="336774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254" name="Shape 1254"/>
          <p:cNvSpPr/>
          <p:nvPr/>
        </p:nvSpPr>
        <p:spPr>
          <a:xfrm flipV="1">
            <a:off x="5197077" y="3541942"/>
            <a:ext cx="1667222" cy="1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092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1255" name="Shape 1255"/>
          <p:cNvSpPr/>
          <p:nvPr/>
        </p:nvSpPr>
        <p:spPr>
          <a:xfrm>
            <a:off x="6732984" y="336774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" name="Rectangle 1"/>
          <p:cNvSpPr/>
          <p:nvPr/>
        </p:nvSpPr>
        <p:spPr>
          <a:xfrm>
            <a:off x="2285999" y="2675563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393156" y="2726905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251413" y="3370247"/>
            <a:ext cx="283486" cy="504794"/>
          </a:xfrm>
          <a:prstGeom prst="rect">
            <a:avLst/>
          </a:prstGeom>
          <a:solidFill>
            <a:srgbClr val="D3A600"/>
          </a:solidFill>
          <a:ln w="12700" cap="flat">
            <a:solidFill>
              <a:schemeClr val="bg1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675" tIns="35675" rIns="35675" bIns="35675" numCol="1" spcCol="38055" rtlCol="0" anchor="ctr">
            <a:spAutoFit/>
          </a:bodyPr>
          <a:lstStyle/>
          <a:p>
            <a:pPr rtl="0" latinLnBrk="1" hangingPunct="0"/>
            <a:endParaRPr lang="en-US" sz="2812">
              <a:solidFill>
                <a:srgbClr val="000090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2" name="Shape 1258"/>
          <p:cNvSpPr/>
          <p:nvPr/>
        </p:nvSpPr>
        <p:spPr>
          <a:xfrm>
            <a:off x="4107391" y="1828800"/>
            <a:ext cx="972934" cy="461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424242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 dirty="0"/>
              <a:t>switch</a:t>
            </a:r>
          </a:p>
        </p:txBody>
      </p:sp>
      <p:sp>
        <p:nvSpPr>
          <p:cNvPr id="34" name="Shape 1260"/>
          <p:cNvSpPr/>
          <p:nvPr/>
        </p:nvSpPr>
        <p:spPr>
          <a:xfrm>
            <a:off x="7197792" y="3275405"/>
            <a:ext cx="504858" cy="461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0096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531" dirty="0">
                <a:solidFill>
                  <a:srgbClr val="0000FF"/>
                </a:solidFill>
              </a:rPr>
              <a:t>dst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414915" y="2926216"/>
            <a:ext cx="595792" cy="550155"/>
            <a:chOff x="6096000" y="4330700"/>
            <a:chExt cx="2031982" cy="1320800"/>
          </a:xfrm>
        </p:grpSpPr>
        <p:sp>
          <p:nvSpPr>
            <p:cNvPr id="20" name="Shape 1123"/>
            <p:cNvSpPr/>
            <p:nvPr/>
          </p:nvSpPr>
          <p:spPr>
            <a:xfrm flipH="1" flipV="1">
              <a:off x="8123810" y="4330700"/>
              <a:ext cx="10" cy="1320800"/>
            </a:xfrm>
            <a:prstGeom prst="line">
              <a:avLst/>
            </a:prstGeom>
            <a:ln w="63500">
              <a:solidFill>
                <a:srgbClr val="424242"/>
              </a:solidFill>
              <a:miter lim="400000"/>
            </a:ln>
          </p:spPr>
          <p:txBody>
            <a:bodyPr lIns="0" tIns="0" rIns="0" bIns="0" anchor="ctr"/>
            <a:lstStyle/>
            <a:p>
              <a:pPr defTabSz="321092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1" name="Shape 1125"/>
            <p:cNvSpPr/>
            <p:nvPr/>
          </p:nvSpPr>
          <p:spPr>
            <a:xfrm>
              <a:off x="6096000" y="4354555"/>
              <a:ext cx="2031982" cy="20"/>
            </a:xfrm>
            <a:prstGeom prst="line">
              <a:avLst/>
            </a:prstGeom>
            <a:ln w="63500">
              <a:solidFill>
                <a:srgbClr val="424242"/>
              </a:solidFill>
              <a:miter lim="400000"/>
            </a:ln>
          </p:spPr>
          <p:txBody>
            <a:bodyPr lIns="0" tIns="0" rIns="0" bIns="0" anchor="ctr"/>
            <a:lstStyle/>
            <a:p>
              <a:pPr defTabSz="321092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  <p:sp>
          <p:nvSpPr>
            <p:cNvPr id="22" name="Shape 1126"/>
            <p:cNvSpPr/>
            <p:nvPr/>
          </p:nvSpPr>
          <p:spPr>
            <a:xfrm>
              <a:off x="6096000" y="5625112"/>
              <a:ext cx="2029169" cy="705"/>
            </a:xfrm>
            <a:prstGeom prst="line">
              <a:avLst/>
            </a:prstGeom>
            <a:ln w="63500">
              <a:solidFill>
                <a:srgbClr val="424242"/>
              </a:solidFill>
              <a:miter lim="400000"/>
            </a:ln>
          </p:spPr>
          <p:txBody>
            <a:bodyPr lIns="0" tIns="0" rIns="0" bIns="0" anchor="ctr"/>
            <a:lstStyle/>
            <a:p>
              <a:pPr defTabSz="321092">
                <a:defRPr sz="1200">
                  <a:latin typeface="Helvetica"/>
                  <a:ea typeface="Helvetica"/>
                  <a:cs typeface="Helvetica"/>
                  <a:sym typeface="Helvetica"/>
                </a:defRPr>
              </a:pPr>
              <a:endParaRPr sz="844"/>
            </a:p>
          </p:txBody>
        </p:sp>
      </p:grpSp>
    </p:spTree>
    <p:extLst>
      <p:ext uri="{BB962C8B-B14F-4D97-AF65-F5344CB8AC3E}">
        <p14:creationId xmlns:p14="http://schemas.microsoft.com/office/powerpoint/2010/main" val="3276707849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7.40741E-7 L 0.15417 -0.00231 L 0.26893 0.07083 L 0.45886 0.07523 " pathEditMode="relative" rAng="0" ptsTypes="AAAA">
                                      <p:cBhvr>
                                        <p:cTn id="1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934" y="3634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7.40741E-7 L 0.09063 -7.40741E-7 L 0.15851 -0.05625 L 0.27049 -0.06065 " pathEditMode="relative" rAng="0" ptsTypes="AAAA">
                                      <p:cBhvr>
                                        <p:cTn id="14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24" y="-303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44444E-6 L 0.08073 -0.00115 L 0.14097 0.03866 L 0.24115 0.04144 " pathEditMode="relative" rAng="0" ptsTypes="AAAA">
                                      <p:cBhvr>
                                        <p:cTn id="16" dur="1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49" y="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4" grpId="0" animBg="1"/>
      <p:bldP spid="24" grpId="1" animBg="1"/>
      <p:bldP spid="26" grpId="0" animBg="1"/>
      <p:bldP spid="26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charset="0"/>
              </a:rPr>
              <a:t>Packet switching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Pros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Efficient</a:t>
            </a:r>
            <a:r>
              <a:rPr lang="en-US" dirty="0">
                <a:ea typeface="ＭＳ Ｐゴシック" charset="0"/>
              </a:rPr>
              <a:t> use of network resources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Simpler to implement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rgbClr val="0000FF"/>
                </a:solidFill>
                <a:ea typeface="ＭＳ Ｐゴシック" charset="0"/>
              </a:rPr>
              <a:t>Robust: can “route around trouble” </a:t>
            </a:r>
          </a:p>
          <a:p>
            <a:pPr lvl="1">
              <a:spcBef>
                <a:spcPts val="0"/>
              </a:spcBef>
            </a:pPr>
            <a:endParaRPr lang="en-US" dirty="0">
              <a:ea typeface="ＭＳ Ｐゴシック" charset="0"/>
            </a:endParaRPr>
          </a:p>
          <a:p>
            <a:pPr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Cons</a:t>
            </a:r>
          </a:p>
          <a:p>
            <a:pPr lvl="1"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Unpredictable performance</a:t>
            </a:r>
          </a:p>
          <a:p>
            <a:pPr lvl="1">
              <a:spcBef>
                <a:spcPts val="0"/>
              </a:spcBef>
            </a:pPr>
            <a:r>
              <a:rPr lang="en-US" dirty="0">
                <a:ea typeface="ＭＳ Ｐゴシック" charset="0"/>
                <a:cs typeface="ＭＳ Ｐゴシック" charset="0"/>
              </a:rPr>
              <a:t>Requires buffer management and congestion control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A615C5-4E23-1944-8F8D-6EDB5CD4F9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multiplexing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Allowing more demands than the network can handle</a:t>
            </a:r>
          </a:p>
          <a:p>
            <a:pPr lvl="1"/>
            <a:r>
              <a:rPr lang="en-US" dirty="0"/>
              <a:t>Hoping that not all demands are required at the same time</a:t>
            </a:r>
          </a:p>
          <a:p>
            <a:pPr lvl="1"/>
            <a:r>
              <a:rPr lang="en-US" dirty="0"/>
              <a:t>Results in unpredictability</a:t>
            </a:r>
          </a:p>
          <a:p>
            <a:pPr lvl="1"/>
            <a:r>
              <a:rPr lang="en-US" dirty="0"/>
              <a:t>Works well except for the extreme cases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51A19-6713-4C45-9CC2-654D3B8F05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565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MASSIVE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4.6 Billion</a:t>
            </a:r>
            <a:r>
              <a:rPr lang="en-US" dirty="0"/>
              <a:t> users</a:t>
            </a:r>
          </a:p>
          <a:p>
            <a:r>
              <a:rPr lang="en-US" dirty="0">
                <a:solidFill>
                  <a:srgbClr val="0000FF"/>
                </a:solidFill>
              </a:rPr>
              <a:t>&gt;1.8 Billion</a:t>
            </a:r>
            <a:r>
              <a:rPr lang="en-US" dirty="0"/>
              <a:t> websites</a:t>
            </a:r>
          </a:p>
          <a:p>
            <a:r>
              <a:rPr lang="en-US" dirty="0">
                <a:solidFill>
                  <a:srgbClr val="0000FF"/>
                </a:solidFill>
              </a:rPr>
              <a:t>&gt;200 Billion</a:t>
            </a:r>
            <a:r>
              <a:rPr lang="en-US" dirty="0"/>
              <a:t> emails sent per day</a:t>
            </a:r>
          </a:p>
          <a:p>
            <a:r>
              <a:rPr lang="en-US" dirty="0">
                <a:solidFill>
                  <a:srgbClr val="0000FF"/>
                </a:solidFill>
              </a:rPr>
              <a:t>&gt;2.5 Billion</a:t>
            </a:r>
            <a:r>
              <a:rPr lang="en-US" dirty="0"/>
              <a:t> smartphones</a:t>
            </a:r>
          </a:p>
          <a:p>
            <a:r>
              <a:rPr lang="en-US" dirty="0">
                <a:solidFill>
                  <a:srgbClr val="0000FF"/>
                </a:solidFill>
              </a:rPr>
              <a:t>&gt;2.7 Billion</a:t>
            </a:r>
            <a:r>
              <a:rPr lang="en-US" dirty="0"/>
              <a:t> Facebook users </a:t>
            </a:r>
          </a:p>
          <a:p>
            <a:r>
              <a:rPr lang="en-US" dirty="0">
                <a:solidFill>
                  <a:srgbClr val="0000FF"/>
                </a:solidFill>
              </a:rPr>
              <a:t>&gt;1 Billion</a:t>
            </a:r>
            <a:r>
              <a:rPr lang="en-US" dirty="0"/>
              <a:t> hours of YouTube watched per day</a:t>
            </a:r>
          </a:p>
          <a:p>
            <a:r>
              <a:rPr lang="en-US" dirty="0"/>
              <a:t>Routers that switch </a:t>
            </a:r>
            <a:r>
              <a:rPr lang="en-US" dirty="0">
                <a:solidFill>
                  <a:srgbClr val="0000FF"/>
                </a:solidFill>
              </a:rPr>
              <a:t>10 Terabits/second</a:t>
            </a:r>
          </a:p>
          <a:p>
            <a:r>
              <a:rPr lang="en-US" dirty="0"/>
              <a:t>Links that carry </a:t>
            </a:r>
            <a:r>
              <a:rPr lang="en-US" altLang="zh-CN" dirty="0">
                <a:solidFill>
                  <a:srgbClr val="0000FF"/>
                </a:solidFill>
              </a:rPr>
              <a:t>4</a:t>
            </a:r>
            <a:r>
              <a:rPr lang="en-US" dirty="0">
                <a:solidFill>
                  <a:srgbClr val="0000FF"/>
                </a:solidFill>
              </a:rPr>
              <a:t>00 Gigabits/second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BBF36-E521-0A48-B3B6-475DE4A917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2262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0B72-909C-6858-ED00-3533F713F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Google’s</a:t>
            </a:r>
            <a:r>
              <a:rPr lang="zh-CN" altLang="en-US" dirty="0"/>
              <a:t> </a:t>
            </a:r>
            <a:r>
              <a:rPr lang="en-US" altLang="zh-CN" dirty="0"/>
              <a:t>TPU</a:t>
            </a:r>
            <a:r>
              <a:rPr lang="zh-CN" altLang="en-US" dirty="0"/>
              <a:t> </a:t>
            </a:r>
            <a:r>
              <a:rPr lang="en-US" altLang="zh-CN" dirty="0"/>
              <a:t>cluster</a:t>
            </a:r>
            <a:r>
              <a:rPr lang="zh-CN" altLang="en-US" dirty="0"/>
              <a:t> </a:t>
            </a:r>
            <a:r>
              <a:rPr lang="en-US" altLang="zh-CN" dirty="0"/>
              <a:t>(pod)</a:t>
            </a:r>
            <a:endParaRPr lang="en-US" dirty="0"/>
          </a:p>
        </p:txBody>
      </p:sp>
      <p:pic>
        <p:nvPicPr>
          <p:cNvPr id="6" name="Content Placeholder 5" descr="A long hallway with rows of shelves&#10;&#10;Description automatically generated">
            <a:extLst>
              <a:ext uri="{FF2B5EF4-FFF2-40B4-BE49-F238E27FC236}">
                <a16:creationId xmlns:a16="http://schemas.microsoft.com/office/drawing/2014/main" id="{22EDC674-A6DC-6C47-0F14-A1B23EAB50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774" y="1736726"/>
            <a:ext cx="8910451" cy="43910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AA784-1927-59B1-4AE8-4A8762401E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9280C2-1938-4849-A597-1B25F1D806C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768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we found the right solution?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don’t really know</a:t>
            </a:r>
            <a:r>
              <a:rPr lang="en-US" altLang="zh-CN" dirty="0"/>
              <a:t>…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What we do know</a:t>
            </a:r>
          </a:p>
          <a:p>
            <a:pPr lvl="1"/>
            <a:r>
              <a:rPr lang="en-US" dirty="0"/>
              <a:t>The early Internet pioneers came up with a solution that was successful beyond all imagining </a:t>
            </a:r>
          </a:p>
          <a:p>
            <a:pPr lvl="1"/>
            <a:r>
              <a:rPr lang="en-US" dirty="0"/>
              <a:t>Several enduring </a:t>
            </a:r>
            <a:r>
              <a:rPr lang="en-US" dirty="0">
                <a:solidFill>
                  <a:srgbClr val="0000FF"/>
                </a:solidFill>
              </a:rPr>
              <a:t>architectural principles and practices </a:t>
            </a:r>
            <a:r>
              <a:rPr lang="en-US" dirty="0"/>
              <a:t>emerged from their work</a:t>
            </a:r>
          </a:p>
          <a:p>
            <a:endParaRPr lang="en-US" dirty="0"/>
          </a:p>
          <a:p>
            <a:r>
              <a:rPr lang="en-US" dirty="0"/>
              <a:t>Still, it is just one design with many questions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520AF2-1B44-2E43-80DB-4F0CBE674E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5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Internet is a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x-none" dirty="0">
                <a:solidFill>
                  <a:srgbClr val="000000"/>
                </a:solidFill>
              </a:rPr>
              <a:t>In how to reason through the design of a </a:t>
            </a:r>
            <a:r>
              <a:rPr lang="en-US" altLang="x-none" u="sng" dirty="0">
                <a:solidFill>
                  <a:srgbClr val="000000"/>
                </a:solidFill>
              </a:rPr>
              <a:t>very</a:t>
            </a:r>
            <a:r>
              <a:rPr lang="en-US" altLang="x-none" dirty="0">
                <a:solidFill>
                  <a:srgbClr val="000000"/>
                </a:solidFill>
              </a:rPr>
              <a:t> complex system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What are our goals and constraints?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What</a:t>
            </a:r>
            <a:r>
              <a:rPr lang="en-US" altLang="en-US" dirty="0">
                <a:solidFill>
                  <a:srgbClr val="0000FF"/>
                </a:solidFill>
              </a:rPr>
              <a:t>’</a:t>
            </a:r>
            <a:r>
              <a:rPr lang="en-US" altLang="x-none" dirty="0">
                <a:solidFill>
                  <a:srgbClr val="0000FF"/>
                </a:solidFill>
              </a:rPr>
              <a:t>s the right prioritization of goals?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How do we decompose a problem? 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Who does what? How?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What are the interfaces between components?</a:t>
            </a:r>
          </a:p>
          <a:p>
            <a:pPr lvl="1" eaLnBrk="1" hangingPunct="1"/>
            <a:r>
              <a:rPr lang="en-US" altLang="x-none" dirty="0">
                <a:solidFill>
                  <a:srgbClr val="0000FF"/>
                </a:solidFill>
              </a:rPr>
              <a:t>What are the tradeoffs between design options?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52B61-E124-1E4F-953A-0A2B2E2917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3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evaluate a network?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205AA3-2D9E-7E47-895B-199E73959C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81F2EB77-FB6C-2244-A076-ADF097535D48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8533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Delay</a:t>
            </a:r>
          </a:p>
          <a:p>
            <a:r>
              <a:rPr lang="en-US" dirty="0"/>
              <a:t>Loss </a:t>
            </a:r>
          </a:p>
          <a:p>
            <a:r>
              <a:rPr lang="en-US" dirty="0"/>
              <a:t>Throughput</a:t>
            </a:r>
          </a:p>
          <a:p>
            <a:pPr marL="222987" indent="0">
              <a:buNone/>
            </a:pPr>
            <a:r>
              <a:rPr lang="en-US" i="1" dirty="0">
                <a:solidFill>
                  <a:srgbClr val="800080"/>
                </a:solidFill>
              </a:rPr>
              <a:t>		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51501-78F7-4344-AD3B-09FB951CA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098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it take to send a packet from its source to destination?</a:t>
            </a:r>
          </a:p>
          <a:p>
            <a:pPr marL="222987" indent="0">
              <a:buNone/>
            </a:pPr>
            <a:r>
              <a:rPr lang="en-US" dirty="0"/>
              <a:t>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2CC73-DA19-B74C-BBC1-93B0D9311A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626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Consists of four components</a:t>
            </a:r>
          </a:p>
          <a:p>
            <a:pPr lvl="1"/>
            <a:r>
              <a:rPr lang="en-US" dirty="0"/>
              <a:t>Transmission delay</a:t>
            </a:r>
          </a:p>
          <a:p>
            <a:pPr lvl="1"/>
            <a:r>
              <a:rPr lang="en-US" dirty="0"/>
              <a:t>Propagation delay</a:t>
            </a:r>
          </a:p>
          <a:p>
            <a:pPr lvl="1"/>
            <a:r>
              <a:rPr lang="en-US" dirty="0"/>
              <a:t>Queuing delay</a:t>
            </a:r>
          </a:p>
          <a:p>
            <a:pPr lvl="1"/>
            <a:r>
              <a:rPr lang="en-US" dirty="0"/>
              <a:t>Processing delay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3C01394-78BE-9749-B8F9-0D70B4CB05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4" name="Right Brace 3"/>
          <p:cNvSpPr/>
          <p:nvPr/>
        </p:nvSpPr>
        <p:spPr>
          <a:xfrm>
            <a:off x="4464810" y="2112577"/>
            <a:ext cx="368524" cy="935423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4287" tIns="32143" rIns="64287" bIns="32143" numCol="1" spcCol="38096" rtlCol="0" anchor="t">
            <a:noAutofit/>
          </a:bodyPr>
          <a:lstStyle/>
          <a:p>
            <a:pPr defTabSz="642849" latinLnBrk="1" hangingPunct="0"/>
            <a:endParaRPr lang="en-US" sz="240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5" name="Right Brace 4"/>
          <p:cNvSpPr/>
          <p:nvPr/>
        </p:nvSpPr>
        <p:spPr>
          <a:xfrm>
            <a:off x="4464810" y="3048000"/>
            <a:ext cx="368524" cy="935423"/>
          </a:xfrm>
          <a:prstGeom prst="rightBrac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4287" tIns="32143" rIns="64287" bIns="32143" numCol="1" spcCol="38096" rtlCol="0" anchor="t">
            <a:noAutofit/>
          </a:bodyPr>
          <a:lstStyle/>
          <a:p>
            <a:pPr defTabSz="642849" latinLnBrk="1" hangingPunct="0"/>
            <a:endParaRPr lang="en-US" sz="2400">
              <a:solidFill>
                <a:schemeClr val="accent2"/>
              </a:solidFill>
              <a:ea typeface="Arial" charset="0"/>
              <a:cs typeface="Arial" charset="0"/>
            </a:endParaRPr>
          </a:p>
        </p:txBody>
      </p:sp>
      <p:sp>
        <p:nvSpPr>
          <p:cNvPr id="6" name="Shape 1261"/>
          <p:cNvSpPr/>
          <p:nvPr/>
        </p:nvSpPr>
        <p:spPr>
          <a:xfrm>
            <a:off x="5002085" y="2300725"/>
            <a:ext cx="2931804" cy="441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due to link properties</a:t>
            </a:r>
            <a:endParaRPr sz="2400" dirty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Shape 1261"/>
          <p:cNvSpPr/>
          <p:nvPr/>
        </p:nvSpPr>
        <p:spPr>
          <a:xfrm>
            <a:off x="4942064" y="3061272"/>
            <a:ext cx="3008043" cy="810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35675" tIns="35675" rIns="35675" bIns="35675" anchor="ctr">
            <a:spAutoFit/>
          </a:bodyPr>
          <a:lstStyle>
            <a:lvl1pPr>
              <a:defRPr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due to traffic mix and </a:t>
            </a:r>
          </a:p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24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rPr>
              <a:t>switch internals</a:t>
            </a:r>
            <a:endParaRPr sz="2400" dirty="0">
              <a:solidFill>
                <a:schemeClr val="accent2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05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network link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Link bandwidth  </a:t>
            </a:r>
          </a:p>
          <a:p>
            <a:pPr lvl="1"/>
            <a:r>
              <a:rPr lang="en-US" sz="2000" dirty="0"/>
              <a:t>Number of bits sent/received per unit time (bits/sec or bps)</a:t>
            </a:r>
          </a:p>
          <a:p>
            <a:r>
              <a:rPr lang="en-US" sz="2400" dirty="0"/>
              <a:t>Propagation delay </a:t>
            </a:r>
          </a:p>
          <a:p>
            <a:pPr lvl="1"/>
            <a:r>
              <a:rPr lang="en-US" sz="2000" dirty="0"/>
              <a:t>Time for one bit to move through the link (seconds)</a:t>
            </a:r>
          </a:p>
          <a:p>
            <a:r>
              <a:rPr lang="en-US" altLang="zh-CN" sz="2400" dirty="0"/>
              <a:t>BDP,</a:t>
            </a:r>
            <a:r>
              <a:rPr lang="zh-CN" altLang="en-US" sz="2400" dirty="0"/>
              <a:t> </a:t>
            </a:r>
            <a:r>
              <a:rPr lang="en-US" altLang="zh-CN" sz="2400" dirty="0"/>
              <a:t>bandwidth-delay</a:t>
            </a:r>
            <a:r>
              <a:rPr lang="zh-CN" altLang="en-US" sz="2400" dirty="0"/>
              <a:t> </a:t>
            </a:r>
            <a:r>
              <a:rPr lang="en-US" altLang="zh-CN" sz="2400" dirty="0"/>
              <a:t>product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023DE3-42BA-3042-9980-7128C937BC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7240592" y="1998663"/>
            <a:ext cx="422275" cy="692150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82888" y="1992313"/>
            <a:ext cx="4608512" cy="69215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2632079" y="1998663"/>
            <a:ext cx="422275" cy="692150"/>
          </a:xfrm>
          <a:prstGeom prst="ellipse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047563" y="2139952"/>
            <a:ext cx="1467037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rgbClr val="000000"/>
                </a:solidFill>
                <a:ea typeface="Arial" charset="0"/>
                <a:cs typeface="Arial" charset="0"/>
              </a:rPr>
              <a:t>bandwidth</a:t>
            </a:r>
          </a:p>
        </p:txBody>
      </p:sp>
      <p:sp>
        <p:nvSpPr>
          <p:cNvPr id="9" name="AutoShape 8"/>
          <p:cNvSpPr>
            <a:spLocks/>
          </p:cNvSpPr>
          <p:nvPr/>
        </p:nvSpPr>
        <p:spPr bwMode="auto">
          <a:xfrm>
            <a:off x="2571750" y="1998663"/>
            <a:ext cx="95250" cy="692150"/>
          </a:xfrm>
          <a:prstGeom prst="leftBracket">
            <a:avLst>
              <a:gd name="adj" fmla="val 6055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" name="AutoShape 9"/>
          <p:cNvSpPr>
            <a:spLocks/>
          </p:cNvSpPr>
          <p:nvPr/>
        </p:nvSpPr>
        <p:spPr bwMode="auto">
          <a:xfrm rot="16200000">
            <a:off x="5084763" y="554041"/>
            <a:ext cx="192088" cy="4570413"/>
          </a:xfrm>
          <a:prstGeom prst="leftBracket">
            <a:avLst>
              <a:gd name="adj" fmla="val 19827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502266" y="2876551"/>
            <a:ext cx="2407999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rgbClr val="000000"/>
                </a:solidFill>
                <a:ea typeface="Arial" charset="0"/>
                <a:cs typeface="Arial" charset="0"/>
              </a:rPr>
              <a:t>Propagation delay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692784" y="2152270"/>
            <a:ext cx="2406397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chemeClr val="accent3"/>
                </a:solidFill>
                <a:ea typeface="Arial" charset="0"/>
                <a:cs typeface="Arial" charset="0"/>
              </a:rPr>
              <a:t>delay x bandwidth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C144D33-9BC7-20D3-91C0-B607D043FC50}"/>
                  </a:ext>
                </a:extLst>
              </p14:cNvPr>
              <p14:cNvContentPartPr/>
              <p14:nvPr/>
            </p14:nvContentPartPr>
            <p14:xfrm>
              <a:off x="3357720" y="569520"/>
              <a:ext cx="5458320" cy="16322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C144D33-9BC7-20D3-91C0-B607D043FC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41920" y="560160"/>
                <a:ext cx="6783480" cy="165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1829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/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Transmission delay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it take to push all the bits of a packet into a link?</a:t>
            </a:r>
          </a:p>
          <a:p>
            <a:r>
              <a:rPr lang="en-US" dirty="0"/>
              <a:t>Packet size / Transmission rate of the link</a:t>
            </a:r>
          </a:p>
          <a:p>
            <a:pPr lvl="1"/>
            <a:r>
              <a:rPr lang="en-US" dirty="0"/>
              <a:t>E.g., 1000 bits / 100 Mbits per sec = 10</a:t>
            </a:r>
            <a:r>
              <a:rPr lang="en-US" baseline="30000" dirty="0"/>
              <a:t>-5</a:t>
            </a:r>
            <a:r>
              <a:rPr lang="en-US" dirty="0"/>
              <a:t> sec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5AE965-28BA-4A4A-A8AC-3939EC9DD8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2F52508-016C-26F9-9BB1-C72BC57093F4}"/>
                  </a:ext>
                </a:extLst>
              </p14:cNvPr>
              <p14:cNvContentPartPr/>
              <p14:nvPr/>
            </p14:nvContentPartPr>
            <p14:xfrm>
              <a:off x="7731360" y="2921400"/>
              <a:ext cx="818280" cy="303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2F52508-016C-26F9-9BB1-C72BC57093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22000" y="2912040"/>
                <a:ext cx="837000" cy="32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69600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Propagation delay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it take to move one bit from one end of a link to the other?</a:t>
            </a:r>
          </a:p>
          <a:p>
            <a:r>
              <a:rPr lang="en-US" dirty="0"/>
              <a:t>Link length / Propagation speed of link </a:t>
            </a:r>
          </a:p>
          <a:p>
            <a:pPr lvl="1"/>
            <a:r>
              <a:rPr lang="en-US" dirty="0"/>
              <a:t>E.g., 30 kilometers / </a:t>
            </a:r>
            <a:r>
              <a:rPr lang="en-US" dirty="0">
                <a:solidFill>
                  <a:srgbClr val="0000FF"/>
                </a:solidFill>
              </a:rPr>
              <a:t>3*10</a:t>
            </a:r>
            <a:r>
              <a:rPr lang="en-US" baseline="30000" dirty="0">
                <a:solidFill>
                  <a:srgbClr val="0000FF"/>
                </a:solidFill>
              </a:rPr>
              <a:t>8</a:t>
            </a:r>
            <a:r>
              <a:rPr lang="en-US" dirty="0">
                <a:solidFill>
                  <a:srgbClr val="0000FF"/>
                </a:solidFill>
              </a:rPr>
              <a:t> meters per sec</a:t>
            </a:r>
            <a:r>
              <a:rPr lang="en-US" dirty="0"/>
              <a:t> = 10</a:t>
            </a:r>
            <a:r>
              <a:rPr lang="en-US" baseline="30000" dirty="0"/>
              <a:t>-4</a:t>
            </a:r>
            <a:r>
              <a:rPr lang="en-US" dirty="0"/>
              <a:t> sec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0193C5-A582-484B-9136-ED4FC94435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C58417-BC4A-44A6-8F1F-4C7B111314F2}"/>
                  </a:ext>
                </a:extLst>
              </p14:cNvPr>
              <p14:cNvContentPartPr/>
              <p14:nvPr/>
            </p14:nvContentPartPr>
            <p14:xfrm>
              <a:off x="7434000" y="2618280"/>
              <a:ext cx="1096920" cy="357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C58417-BC4A-44A6-8F1F-4C7B111314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24640" y="2608920"/>
                <a:ext cx="1115640" cy="37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43498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1398588" y="3124201"/>
            <a:ext cx="1077507" cy="49486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</a:bodyPr>
          <a:lstStyle/>
          <a:p>
            <a:pPr defTabSz="914259">
              <a:lnSpc>
                <a:spcPct val="120000"/>
              </a:lnSpc>
              <a:defRPr/>
            </a:pPr>
            <a:r>
              <a:rPr lang="en-US" sz="2180" dirty="0">
                <a:solidFill>
                  <a:srgbClr val="000000"/>
                </a:solidFill>
                <a:latin typeface="Arial"/>
              </a:rPr>
              <a:t>time=0</a:t>
            </a:r>
          </a:p>
        </p:txBody>
      </p:sp>
      <p:pic>
        <p:nvPicPr>
          <p:cNvPr id="2253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87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11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533" name="Straight Connector 6"/>
          <p:cNvCxnSpPr>
            <a:cxnSpLocks noChangeShapeType="1"/>
            <a:stCxn id="22531" idx="3"/>
            <a:endCxn id="22532" idx="1"/>
          </p:cNvCxnSpPr>
          <p:nvPr/>
        </p:nvCxnSpPr>
        <p:spPr bwMode="auto">
          <a:xfrm>
            <a:off x="3048000" y="2466340"/>
            <a:ext cx="33131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2534" name="TextBox 1"/>
          <p:cNvSpPr txBox="1">
            <a:spLocks noChangeArrowheads="1"/>
          </p:cNvSpPr>
          <p:nvPr/>
        </p:nvSpPr>
        <p:spPr bwMode="auto">
          <a:xfrm>
            <a:off x="26596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2535" name="TextBox 12"/>
          <p:cNvSpPr txBox="1">
            <a:spLocks noChangeArrowheads="1"/>
          </p:cNvSpPr>
          <p:nvPr/>
        </p:nvSpPr>
        <p:spPr bwMode="auto">
          <a:xfrm>
            <a:off x="63172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1" name="AutoShape 17"/>
          <p:cNvSpPr>
            <a:spLocks noChangeArrowheads="1"/>
          </p:cNvSpPr>
          <p:nvPr/>
        </p:nvSpPr>
        <p:spPr bwMode="auto">
          <a:xfrm rot="5400000">
            <a:off x="3990182" y="2161382"/>
            <a:ext cx="1392237" cy="3886200"/>
          </a:xfrm>
          <a:prstGeom prst="parallelogram">
            <a:avLst>
              <a:gd name="adj" fmla="val 25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2743200" y="3048004"/>
            <a:ext cx="3886200" cy="3508375"/>
            <a:chOff x="2743200" y="3048000"/>
            <a:chExt cx="3886200" cy="3508375"/>
          </a:xfrm>
        </p:grpSpPr>
        <p:sp>
          <p:nvSpPr>
            <p:cNvPr id="22556" name="Line 18"/>
            <p:cNvSpPr>
              <a:spLocks noChangeShapeType="1"/>
            </p:cNvSpPr>
            <p:nvPr/>
          </p:nvSpPr>
          <p:spPr bwMode="auto">
            <a:xfrm>
              <a:off x="2743200" y="3048000"/>
              <a:ext cx="0" cy="3508375"/>
            </a:xfrm>
            <a:prstGeom prst="line">
              <a:avLst/>
            </a:prstGeom>
            <a:noFill/>
            <a:ln w="38100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64289" tIns="32145" rIns="64289" bIns="32145" anchor="ctr"/>
            <a:lstStyle/>
            <a:p>
              <a:pPr algn="r" defTabSz="914259"/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2557" name="Line 18"/>
            <p:cNvSpPr>
              <a:spLocks noChangeShapeType="1"/>
            </p:cNvSpPr>
            <p:nvPr/>
          </p:nvSpPr>
          <p:spPr bwMode="auto">
            <a:xfrm>
              <a:off x="6629400" y="3048000"/>
              <a:ext cx="0" cy="3508375"/>
            </a:xfrm>
            <a:prstGeom prst="line">
              <a:avLst/>
            </a:prstGeom>
            <a:noFill/>
            <a:ln w="38100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64289" tIns="32145" rIns="64289" bIns="32145" anchor="ctr"/>
            <a:lstStyle/>
            <a:p>
              <a:pPr algn="r" defTabSz="914259"/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273313" y="5105396"/>
              <a:ext cx="832087" cy="42780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defTabSz="914259">
                <a:defRPr/>
              </a:pPr>
              <a:r>
                <a:rPr lang="en-US" sz="2180" dirty="0">
                  <a:solidFill>
                    <a:srgbClr val="000090"/>
                  </a:solidFill>
                  <a:latin typeface="Arial"/>
                </a:rPr>
                <a:t>Time</a:t>
              </a:r>
            </a:p>
          </p:txBody>
        </p:sp>
        <p:cxnSp>
          <p:nvCxnSpPr>
            <p:cNvPr id="22559" name="Straight Arrow Connector 4"/>
            <p:cNvCxnSpPr>
              <a:cxnSpLocks noChangeShapeType="1"/>
            </p:cNvCxnSpPr>
            <p:nvPr/>
          </p:nvCxnSpPr>
          <p:spPr bwMode="auto">
            <a:xfrm>
              <a:off x="4683685" y="5586408"/>
              <a:ext cx="0" cy="609600"/>
            </a:xfrm>
            <a:prstGeom prst="straightConnector1">
              <a:avLst/>
            </a:prstGeom>
            <a:noFill/>
            <a:ln w="9525">
              <a:solidFill>
                <a:srgbClr val="00009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22" name="TextBox 21"/>
          <p:cNvSpPr txBox="1"/>
          <p:nvPr/>
        </p:nvSpPr>
        <p:spPr>
          <a:xfrm>
            <a:off x="3810001" y="2010670"/>
            <a:ext cx="1721914" cy="427730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</a:bodyPr>
          <a:lstStyle/>
          <a:p>
            <a:pPr defTabSz="914259">
              <a:lnSpc>
                <a:spcPct val="12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1Mbps, 1ms </a:t>
            </a: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2743200" y="3429001"/>
            <a:ext cx="3886200" cy="3476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274685" tIns="45779" rIns="91555" bIns="228904" anchor="ctr"/>
          <a:lstStyle/>
          <a:p>
            <a:pPr algn="r" defTabSz="914259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304800" y="3200400"/>
            <a:ext cx="2438400" cy="914400"/>
            <a:chOff x="304800" y="3200400"/>
            <a:chExt cx="2438400" cy="914400"/>
          </a:xfrm>
        </p:grpSpPr>
        <p:sp>
          <p:nvSpPr>
            <p:cNvPr id="22554" name="Rounded Rectangle 18"/>
            <p:cNvSpPr>
              <a:spLocks noChangeArrowheads="1"/>
            </p:cNvSpPr>
            <p:nvPr/>
          </p:nvSpPr>
          <p:spPr bwMode="auto">
            <a:xfrm>
              <a:off x="304800" y="3200400"/>
              <a:ext cx="2057400" cy="914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Time to transmit </a:t>
              </a:r>
              <a:br>
                <a:rPr lang="en-US" sz="1969">
                  <a:solidFill>
                    <a:srgbClr val="0000FF"/>
                  </a:solidFill>
                  <a:cs typeface="Arial" charset="0"/>
                </a:rPr>
              </a:b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one bit = 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6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s</a:t>
              </a:r>
            </a:p>
          </p:txBody>
        </p:sp>
        <p:cxnSp>
          <p:nvCxnSpPr>
            <p:cNvPr id="22555" name="Straight Arrow Connector 26"/>
            <p:cNvCxnSpPr>
              <a:cxnSpLocks noChangeShapeType="1"/>
            </p:cNvCxnSpPr>
            <p:nvPr/>
          </p:nvCxnSpPr>
          <p:spPr bwMode="auto">
            <a:xfrm>
              <a:off x="2362200" y="34290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0" y="3429000"/>
            <a:ext cx="2743200" cy="1219200"/>
            <a:chOff x="0" y="3581400"/>
            <a:chExt cx="2743200" cy="1219200"/>
          </a:xfrm>
        </p:grpSpPr>
        <p:sp>
          <p:nvSpPr>
            <p:cNvPr id="22552" name="Rounded Rectangle 32"/>
            <p:cNvSpPr>
              <a:spLocks noChangeArrowheads="1"/>
            </p:cNvSpPr>
            <p:nvPr/>
          </p:nvSpPr>
          <p:spPr bwMode="auto">
            <a:xfrm>
              <a:off x="0" y="3886200"/>
              <a:ext cx="2438400" cy="914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Time to transmit </a:t>
              </a:r>
              <a:br>
                <a:rPr lang="en-US" sz="1969">
                  <a:solidFill>
                    <a:srgbClr val="0000FF"/>
                  </a:solidFill>
                  <a:cs typeface="Arial" charset="0"/>
                </a:rPr>
              </a:b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800 bits=800x1/10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6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s</a:t>
              </a:r>
            </a:p>
          </p:txBody>
        </p:sp>
        <p:sp>
          <p:nvSpPr>
            <p:cNvPr id="22553" name="Left Brace 25"/>
            <p:cNvSpPr>
              <a:spLocks/>
            </p:cNvSpPr>
            <p:nvPr/>
          </p:nvSpPr>
          <p:spPr bwMode="auto">
            <a:xfrm>
              <a:off x="2362200" y="3581400"/>
              <a:ext cx="381000" cy="990600"/>
            </a:xfrm>
            <a:prstGeom prst="leftBrace">
              <a:avLst>
                <a:gd name="adj1" fmla="val 833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914259"/>
              <a:endParaRPr lang="en-US" sz="1969">
                <a:solidFill>
                  <a:srgbClr val="0000FF"/>
                </a:solidFill>
                <a:latin typeface="Courier New" charset="0"/>
              </a:endParaRPr>
            </a:p>
          </p:txBody>
        </p:sp>
      </p:grpSp>
      <p:grpSp>
        <p:nvGrpSpPr>
          <p:cNvPr id="36" name="Group 35"/>
          <p:cNvGrpSpPr>
            <a:grpSpLocks/>
          </p:cNvGrpSpPr>
          <p:nvPr/>
        </p:nvGrpSpPr>
        <p:grpSpPr bwMode="auto">
          <a:xfrm>
            <a:off x="3810000" y="3276600"/>
            <a:ext cx="5257800" cy="1295400"/>
            <a:chOff x="3810000" y="3276600"/>
            <a:chExt cx="5257800" cy="1295400"/>
          </a:xfrm>
        </p:grpSpPr>
        <p:sp>
          <p:nvSpPr>
            <p:cNvPr id="22549" name="Rounded Rectangle 29"/>
            <p:cNvSpPr>
              <a:spLocks noChangeArrowheads="1"/>
            </p:cNvSpPr>
            <p:nvPr/>
          </p:nvSpPr>
          <p:spPr bwMode="auto">
            <a:xfrm>
              <a:off x="6934200" y="3276600"/>
              <a:ext cx="2133600" cy="1295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Time when that</a:t>
              </a:r>
              <a:br>
                <a:rPr lang="en-US" sz="1969">
                  <a:solidFill>
                    <a:srgbClr val="0000FF"/>
                  </a:solidFill>
                  <a:cs typeface="Arial" charset="0"/>
                </a:rPr>
              </a:b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 bit reaches B</a:t>
              </a:r>
              <a:br>
                <a:rPr lang="en-US" sz="1969">
                  <a:solidFill>
                    <a:srgbClr val="0000FF"/>
                  </a:solidFill>
                  <a:cs typeface="Arial" charset="0"/>
                </a:rPr>
              </a:b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 = 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6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+1/10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3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s</a:t>
              </a:r>
            </a:p>
          </p:txBody>
        </p:sp>
        <p:sp>
          <p:nvSpPr>
            <p:cNvPr id="22550" name="Right Brace 23"/>
            <p:cNvSpPr>
              <a:spLocks/>
            </p:cNvSpPr>
            <p:nvPr/>
          </p:nvSpPr>
          <p:spPr bwMode="auto">
            <a:xfrm>
              <a:off x="6705600" y="3352800"/>
              <a:ext cx="152400" cy="3810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914259"/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22551" name="Straight Connector 28"/>
            <p:cNvCxnSpPr>
              <a:cxnSpLocks noChangeShapeType="1"/>
            </p:cNvCxnSpPr>
            <p:nvPr/>
          </p:nvCxnSpPr>
          <p:spPr bwMode="auto">
            <a:xfrm flipH="1">
              <a:off x="3810000" y="33528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40" name="Group 39"/>
          <p:cNvGrpSpPr>
            <a:grpSpLocks/>
          </p:cNvGrpSpPr>
          <p:nvPr/>
        </p:nvGrpSpPr>
        <p:grpSpPr bwMode="auto">
          <a:xfrm>
            <a:off x="6629400" y="4724400"/>
            <a:ext cx="2514600" cy="1524000"/>
            <a:chOff x="6629400" y="4724400"/>
            <a:chExt cx="2514600" cy="1676400"/>
          </a:xfrm>
        </p:grpSpPr>
        <p:sp>
          <p:nvSpPr>
            <p:cNvPr id="22547" name="Rounded Rectangle 34"/>
            <p:cNvSpPr>
              <a:spLocks noChangeArrowheads="1"/>
            </p:cNvSpPr>
            <p:nvPr/>
          </p:nvSpPr>
          <p:spPr bwMode="auto">
            <a:xfrm>
              <a:off x="6934200" y="4724400"/>
              <a:ext cx="2209800" cy="1676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The last bit </a:t>
              </a:r>
              <a:br>
                <a:rPr lang="en-US" sz="1969">
                  <a:solidFill>
                    <a:srgbClr val="0000FF"/>
                  </a:solidFill>
                  <a:cs typeface="Arial" charset="0"/>
                </a:rPr>
              </a:b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reaches B at </a:t>
              </a:r>
            </a:p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(800x1/10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6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)+1/10</a:t>
              </a:r>
              <a:r>
                <a:rPr lang="en-US" sz="1969" baseline="30000">
                  <a:solidFill>
                    <a:srgbClr val="0000FF"/>
                  </a:solidFill>
                  <a:cs typeface="Arial" charset="0"/>
                </a:rPr>
                <a:t>3</a:t>
              </a:r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s</a:t>
              </a:r>
            </a:p>
            <a:p>
              <a:pPr algn="ctr" defTabSz="914259"/>
              <a:r>
                <a:rPr lang="en-US" sz="1969">
                  <a:solidFill>
                    <a:srgbClr val="0000FF"/>
                  </a:solidFill>
                  <a:cs typeface="Arial" charset="0"/>
                </a:rPr>
                <a:t>= 1.8ms</a:t>
              </a:r>
            </a:p>
          </p:txBody>
        </p:sp>
        <p:cxnSp>
          <p:nvCxnSpPr>
            <p:cNvPr id="22548" name="Straight Arrow Connector 38"/>
            <p:cNvCxnSpPr>
              <a:cxnSpLocks noChangeShapeType="1"/>
            </p:cNvCxnSpPr>
            <p:nvPr/>
          </p:nvCxnSpPr>
          <p:spPr bwMode="auto">
            <a:xfrm>
              <a:off x="6629400" y="48006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cxnSp>
        <p:nvCxnSpPr>
          <p:cNvPr id="50" name="Straight Arrow Connector 49"/>
          <p:cNvCxnSpPr>
            <a:cxnSpLocks noChangeShapeType="1"/>
          </p:cNvCxnSpPr>
          <p:nvPr/>
        </p:nvCxnSpPr>
        <p:spPr bwMode="auto">
          <a:xfrm>
            <a:off x="2362200" y="34290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delay</a:t>
            </a:r>
            <a:br>
              <a:rPr lang="en-US" dirty="0"/>
            </a:br>
            <a:r>
              <a:rPr lang="en-US" dirty="0"/>
              <a:t>Sending a 100-byte packet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F7139-6823-BF45-8E3D-DA47968956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4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11" grpId="0" animBg="1"/>
      <p:bldP spid="22" grpId="0"/>
      <p:bldP spid="3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1398588" y="3124201"/>
            <a:ext cx="1077507" cy="494863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</a:bodyPr>
          <a:lstStyle/>
          <a:p>
            <a:pPr defTabSz="914259">
              <a:lnSpc>
                <a:spcPct val="120000"/>
              </a:lnSpc>
              <a:defRPr/>
            </a:pPr>
            <a:r>
              <a:rPr lang="en-US" sz="2180" dirty="0">
                <a:solidFill>
                  <a:srgbClr val="000000"/>
                </a:solidFill>
                <a:latin typeface="Arial"/>
              </a:rPr>
              <a:t>time=0</a:t>
            </a:r>
          </a:p>
        </p:txBody>
      </p:sp>
      <p:pic>
        <p:nvPicPr>
          <p:cNvPr id="2253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87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11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533" name="Straight Connector 6"/>
          <p:cNvCxnSpPr>
            <a:cxnSpLocks noChangeShapeType="1"/>
            <a:stCxn id="22531" idx="3"/>
            <a:endCxn id="22532" idx="1"/>
          </p:cNvCxnSpPr>
          <p:nvPr/>
        </p:nvCxnSpPr>
        <p:spPr bwMode="auto">
          <a:xfrm>
            <a:off x="3048000" y="2466340"/>
            <a:ext cx="33131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2534" name="TextBox 1"/>
          <p:cNvSpPr txBox="1">
            <a:spLocks noChangeArrowheads="1"/>
          </p:cNvSpPr>
          <p:nvPr/>
        </p:nvSpPr>
        <p:spPr bwMode="auto">
          <a:xfrm>
            <a:off x="26596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2535" name="TextBox 12"/>
          <p:cNvSpPr txBox="1">
            <a:spLocks noChangeArrowheads="1"/>
          </p:cNvSpPr>
          <p:nvPr/>
        </p:nvSpPr>
        <p:spPr bwMode="auto">
          <a:xfrm>
            <a:off x="63172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1" name="AutoShape 17"/>
          <p:cNvSpPr>
            <a:spLocks noChangeArrowheads="1"/>
          </p:cNvSpPr>
          <p:nvPr/>
        </p:nvSpPr>
        <p:spPr bwMode="auto">
          <a:xfrm rot="5400000">
            <a:off x="3990182" y="2161382"/>
            <a:ext cx="1392237" cy="3886200"/>
          </a:xfrm>
          <a:prstGeom prst="parallelogram">
            <a:avLst>
              <a:gd name="adj" fmla="val 25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2743200" y="3048004"/>
            <a:ext cx="3886200" cy="3508375"/>
            <a:chOff x="2743200" y="3048000"/>
            <a:chExt cx="3886200" cy="3508375"/>
          </a:xfrm>
        </p:grpSpPr>
        <p:sp>
          <p:nvSpPr>
            <p:cNvPr id="22556" name="Line 18"/>
            <p:cNvSpPr>
              <a:spLocks noChangeShapeType="1"/>
            </p:cNvSpPr>
            <p:nvPr/>
          </p:nvSpPr>
          <p:spPr bwMode="auto">
            <a:xfrm>
              <a:off x="2743200" y="3048000"/>
              <a:ext cx="0" cy="3508375"/>
            </a:xfrm>
            <a:prstGeom prst="line">
              <a:avLst/>
            </a:prstGeom>
            <a:noFill/>
            <a:ln w="38100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64289" tIns="32145" rIns="64289" bIns="32145" anchor="ctr"/>
            <a:lstStyle/>
            <a:p>
              <a:pPr algn="r" defTabSz="914259"/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2557" name="Line 18"/>
            <p:cNvSpPr>
              <a:spLocks noChangeShapeType="1"/>
            </p:cNvSpPr>
            <p:nvPr/>
          </p:nvSpPr>
          <p:spPr bwMode="auto">
            <a:xfrm>
              <a:off x="6629400" y="3048000"/>
              <a:ext cx="0" cy="3508375"/>
            </a:xfrm>
            <a:prstGeom prst="line">
              <a:avLst/>
            </a:prstGeom>
            <a:noFill/>
            <a:ln w="38100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lIns="64289" tIns="32145" rIns="64289" bIns="32145" anchor="ctr"/>
            <a:lstStyle/>
            <a:p>
              <a:pPr algn="r" defTabSz="914259"/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273313" y="5105396"/>
              <a:ext cx="832087" cy="427809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/>
            <a:p>
              <a:pPr defTabSz="914259">
                <a:defRPr/>
              </a:pPr>
              <a:r>
                <a:rPr lang="en-US" sz="2180" dirty="0">
                  <a:solidFill>
                    <a:srgbClr val="000090"/>
                  </a:solidFill>
                  <a:latin typeface="Arial"/>
                </a:rPr>
                <a:t>Time</a:t>
              </a:r>
            </a:p>
          </p:txBody>
        </p:sp>
        <p:cxnSp>
          <p:nvCxnSpPr>
            <p:cNvPr id="22559" name="Straight Arrow Connector 4"/>
            <p:cNvCxnSpPr>
              <a:cxnSpLocks noChangeShapeType="1"/>
            </p:cNvCxnSpPr>
            <p:nvPr/>
          </p:nvCxnSpPr>
          <p:spPr bwMode="auto">
            <a:xfrm>
              <a:off x="4683685" y="5586408"/>
              <a:ext cx="0" cy="609600"/>
            </a:xfrm>
            <a:prstGeom prst="straightConnector1">
              <a:avLst/>
            </a:prstGeom>
            <a:noFill/>
            <a:ln w="9525">
              <a:solidFill>
                <a:srgbClr val="00009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22" name="TextBox 21"/>
          <p:cNvSpPr txBox="1"/>
          <p:nvPr/>
        </p:nvSpPr>
        <p:spPr>
          <a:xfrm>
            <a:off x="3810001" y="2010670"/>
            <a:ext cx="1707486" cy="427730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</a:bodyPr>
          <a:lstStyle/>
          <a:p>
            <a:pPr defTabSz="914259">
              <a:lnSpc>
                <a:spcPct val="12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1</a:t>
            </a:r>
            <a:r>
              <a:rPr lang="en-US" sz="2000" dirty="0">
                <a:solidFill>
                  <a:srgbClr val="0000FF"/>
                </a:solidFill>
                <a:latin typeface="Arial"/>
              </a:rPr>
              <a:t>G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bps, 1ms </a:t>
            </a: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2743200" y="3429001"/>
            <a:ext cx="3886200" cy="3476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274685" tIns="45779" rIns="91555" bIns="228904" anchor="ctr"/>
          <a:lstStyle/>
          <a:p>
            <a:pPr algn="r" defTabSz="914259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304800" y="3200400"/>
            <a:ext cx="2438400" cy="914400"/>
            <a:chOff x="304800" y="3200400"/>
            <a:chExt cx="2438400" cy="914400"/>
          </a:xfrm>
        </p:grpSpPr>
        <p:sp>
          <p:nvSpPr>
            <p:cNvPr id="22554" name="Rounded Rectangle 18"/>
            <p:cNvSpPr>
              <a:spLocks noChangeArrowheads="1"/>
            </p:cNvSpPr>
            <p:nvPr/>
          </p:nvSpPr>
          <p:spPr bwMode="auto">
            <a:xfrm>
              <a:off x="304800" y="3200400"/>
              <a:ext cx="2057400" cy="914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Time to transmit </a:t>
              </a:r>
              <a:br>
                <a:rPr lang="en-US" sz="1969" dirty="0">
                  <a:solidFill>
                    <a:schemeClr val="accent2"/>
                  </a:solidFill>
                  <a:cs typeface="Arial" charset="0"/>
                </a:rPr>
              </a:b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one bit = 1/10</a:t>
              </a:r>
              <a:r>
                <a:rPr lang="en-US" sz="1969" baseline="30000" dirty="0">
                  <a:solidFill>
                    <a:srgbClr val="0000FF"/>
                  </a:solidFill>
                  <a:cs typeface="Arial" charset="0"/>
                </a:rPr>
                <a:t>9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s</a:t>
              </a:r>
            </a:p>
          </p:txBody>
        </p:sp>
        <p:cxnSp>
          <p:nvCxnSpPr>
            <p:cNvPr id="22555" name="Straight Arrow Connector 26"/>
            <p:cNvCxnSpPr>
              <a:cxnSpLocks noChangeShapeType="1"/>
            </p:cNvCxnSpPr>
            <p:nvPr/>
          </p:nvCxnSpPr>
          <p:spPr bwMode="auto">
            <a:xfrm>
              <a:off x="2362200" y="34290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0" y="3429000"/>
            <a:ext cx="2743200" cy="1219200"/>
            <a:chOff x="0" y="3581400"/>
            <a:chExt cx="2743200" cy="1219200"/>
          </a:xfrm>
        </p:grpSpPr>
        <p:sp>
          <p:nvSpPr>
            <p:cNvPr id="22552" name="Rounded Rectangle 32"/>
            <p:cNvSpPr>
              <a:spLocks noChangeArrowheads="1"/>
            </p:cNvSpPr>
            <p:nvPr/>
          </p:nvSpPr>
          <p:spPr bwMode="auto">
            <a:xfrm>
              <a:off x="0" y="3886200"/>
              <a:ext cx="2438400" cy="914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Time to transmit </a:t>
              </a:r>
              <a:br>
                <a:rPr lang="en-US" sz="1969" dirty="0">
                  <a:solidFill>
                    <a:schemeClr val="accent2"/>
                  </a:solidFill>
                  <a:cs typeface="Arial" charset="0"/>
                </a:rPr>
              </a:b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800 bits=800x1/10</a:t>
              </a:r>
              <a:r>
                <a:rPr lang="en-US" sz="1969" baseline="30000" dirty="0">
                  <a:solidFill>
                    <a:srgbClr val="0000FF"/>
                  </a:solidFill>
                  <a:cs typeface="Arial" charset="0"/>
                </a:rPr>
                <a:t>9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s</a:t>
              </a:r>
            </a:p>
          </p:txBody>
        </p:sp>
        <p:sp>
          <p:nvSpPr>
            <p:cNvPr id="22553" name="Left Brace 25"/>
            <p:cNvSpPr>
              <a:spLocks/>
            </p:cNvSpPr>
            <p:nvPr/>
          </p:nvSpPr>
          <p:spPr bwMode="auto">
            <a:xfrm>
              <a:off x="2362200" y="3581400"/>
              <a:ext cx="381000" cy="990600"/>
            </a:xfrm>
            <a:prstGeom prst="leftBrace">
              <a:avLst>
                <a:gd name="adj1" fmla="val 833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914259"/>
              <a:endParaRPr lang="en-US" sz="1969">
                <a:solidFill>
                  <a:schemeClr val="accent2"/>
                </a:solidFill>
                <a:latin typeface="Courier New" charset="0"/>
              </a:endParaRPr>
            </a:p>
          </p:txBody>
        </p:sp>
      </p:grpSp>
      <p:grpSp>
        <p:nvGrpSpPr>
          <p:cNvPr id="36" name="Group 35"/>
          <p:cNvGrpSpPr>
            <a:grpSpLocks/>
          </p:cNvGrpSpPr>
          <p:nvPr/>
        </p:nvGrpSpPr>
        <p:grpSpPr bwMode="auto">
          <a:xfrm>
            <a:off x="3810000" y="3276600"/>
            <a:ext cx="5257800" cy="1295400"/>
            <a:chOff x="3810000" y="3276600"/>
            <a:chExt cx="5257800" cy="1295400"/>
          </a:xfrm>
        </p:grpSpPr>
        <p:sp>
          <p:nvSpPr>
            <p:cNvPr id="22549" name="Rounded Rectangle 29"/>
            <p:cNvSpPr>
              <a:spLocks noChangeArrowheads="1"/>
            </p:cNvSpPr>
            <p:nvPr/>
          </p:nvSpPr>
          <p:spPr bwMode="auto">
            <a:xfrm>
              <a:off x="6934200" y="3276600"/>
              <a:ext cx="2133600" cy="1295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Time when that</a:t>
              </a:r>
              <a:br>
                <a:rPr lang="en-US" sz="1969" dirty="0">
                  <a:solidFill>
                    <a:schemeClr val="accent2"/>
                  </a:solidFill>
                  <a:cs typeface="Arial" charset="0"/>
                </a:rPr>
              </a:b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 bit reaches B</a:t>
              </a:r>
              <a:br>
                <a:rPr lang="en-US" sz="1969" dirty="0">
                  <a:solidFill>
                    <a:schemeClr val="accent2"/>
                  </a:solidFill>
                  <a:cs typeface="Arial" charset="0"/>
                </a:rPr>
              </a:b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 = 1/10</a:t>
              </a:r>
              <a:r>
                <a:rPr lang="en-US" sz="1969" baseline="30000" dirty="0">
                  <a:solidFill>
                    <a:srgbClr val="0000FF"/>
                  </a:solidFill>
                  <a:cs typeface="Arial" charset="0"/>
                </a:rPr>
                <a:t>9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+1/10</a:t>
              </a:r>
              <a:r>
                <a:rPr lang="en-US" sz="1969" baseline="30000" dirty="0">
                  <a:solidFill>
                    <a:schemeClr val="accent2"/>
                  </a:solidFill>
                  <a:cs typeface="Arial" charset="0"/>
                </a:rPr>
                <a:t>3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s</a:t>
              </a:r>
            </a:p>
          </p:txBody>
        </p:sp>
        <p:sp>
          <p:nvSpPr>
            <p:cNvPr id="22550" name="Right Brace 23"/>
            <p:cNvSpPr>
              <a:spLocks/>
            </p:cNvSpPr>
            <p:nvPr/>
          </p:nvSpPr>
          <p:spPr bwMode="auto">
            <a:xfrm>
              <a:off x="6705600" y="3352800"/>
              <a:ext cx="152400" cy="381000"/>
            </a:xfrm>
            <a:prstGeom prst="rightBrace">
              <a:avLst>
                <a:gd name="adj1" fmla="val 8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 defTabSz="914259"/>
              <a:endParaRPr lang="en-US" sz="1969">
                <a:solidFill>
                  <a:schemeClr val="accent2"/>
                </a:solidFill>
                <a:latin typeface="Courier New" charset="0"/>
              </a:endParaRPr>
            </a:p>
          </p:txBody>
        </p:sp>
        <p:cxnSp>
          <p:nvCxnSpPr>
            <p:cNvPr id="22551" name="Straight Connector 28"/>
            <p:cNvCxnSpPr>
              <a:cxnSpLocks noChangeShapeType="1"/>
            </p:cNvCxnSpPr>
            <p:nvPr/>
          </p:nvCxnSpPr>
          <p:spPr bwMode="auto">
            <a:xfrm flipH="1">
              <a:off x="3810000" y="3352800"/>
              <a:ext cx="2819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40" name="Group 39"/>
          <p:cNvGrpSpPr>
            <a:grpSpLocks/>
          </p:cNvGrpSpPr>
          <p:nvPr/>
        </p:nvGrpSpPr>
        <p:grpSpPr bwMode="auto">
          <a:xfrm>
            <a:off x="6629400" y="4724400"/>
            <a:ext cx="2514600" cy="1524000"/>
            <a:chOff x="6629400" y="4724400"/>
            <a:chExt cx="2514600" cy="1676400"/>
          </a:xfrm>
        </p:grpSpPr>
        <p:sp>
          <p:nvSpPr>
            <p:cNvPr id="22547" name="Rounded Rectangle 34"/>
            <p:cNvSpPr>
              <a:spLocks noChangeArrowheads="1"/>
            </p:cNvSpPr>
            <p:nvPr/>
          </p:nvSpPr>
          <p:spPr bwMode="auto">
            <a:xfrm>
              <a:off x="6934200" y="4724400"/>
              <a:ext cx="2209800" cy="16764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defTabSz="914259"/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The last bit </a:t>
              </a:r>
              <a:br>
                <a:rPr lang="en-US" sz="1969" dirty="0">
                  <a:solidFill>
                    <a:schemeClr val="accent2"/>
                  </a:solidFill>
                  <a:cs typeface="Arial" charset="0"/>
                </a:rPr>
              </a:b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reaches B at </a:t>
              </a:r>
            </a:p>
            <a:p>
              <a:pPr algn="ctr" defTabSz="914259"/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(800x1/10</a:t>
              </a:r>
              <a:r>
                <a:rPr lang="en-US" sz="1969" baseline="30000" dirty="0">
                  <a:solidFill>
                    <a:srgbClr val="0000FF"/>
                  </a:solidFill>
                  <a:cs typeface="Arial" charset="0"/>
                </a:rPr>
                <a:t>9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)+1/10</a:t>
              </a:r>
              <a:r>
                <a:rPr lang="en-US" sz="1969" baseline="30000" dirty="0">
                  <a:solidFill>
                    <a:schemeClr val="accent2"/>
                  </a:solidFill>
                  <a:cs typeface="Arial" charset="0"/>
                </a:rPr>
                <a:t>3</a:t>
              </a:r>
              <a:r>
                <a:rPr lang="en-US" sz="1969" dirty="0">
                  <a:solidFill>
                    <a:schemeClr val="accent2"/>
                  </a:solidFill>
                  <a:cs typeface="Arial" charset="0"/>
                </a:rPr>
                <a:t>s</a:t>
              </a:r>
            </a:p>
            <a:p>
              <a:pPr algn="ctr" defTabSz="914259"/>
              <a:r>
                <a:rPr lang="en-US" sz="1969" dirty="0">
                  <a:solidFill>
                    <a:srgbClr val="0000FF"/>
                  </a:solidFill>
                  <a:cs typeface="Arial" charset="0"/>
                </a:rPr>
                <a:t>= 1.0008ms</a:t>
              </a:r>
            </a:p>
          </p:txBody>
        </p:sp>
        <p:cxnSp>
          <p:nvCxnSpPr>
            <p:cNvPr id="22548" name="Straight Arrow Connector 38"/>
            <p:cNvCxnSpPr>
              <a:cxnSpLocks noChangeShapeType="1"/>
            </p:cNvCxnSpPr>
            <p:nvPr/>
          </p:nvCxnSpPr>
          <p:spPr bwMode="auto">
            <a:xfrm>
              <a:off x="6629400" y="4800600"/>
              <a:ext cx="3810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cxnSp>
        <p:nvCxnSpPr>
          <p:cNvPr id="50" name="Straight Arrow Connector 49"/>
          <p:cNvCxnSpPr>
            <a:cxnSpLocks noChangeShapeType="1"/>
          </p:cNvCxnSpPr>
          <p:nvPr/>
        </p:nvCxnSpPr>
        <p:spPr bwMode="auto">
          <a:xfrm>
            <a:off x="2362200" y="3429000"/>
            <a:ext cx="3810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delay</a:t>
            </a:r>
            <a:br>
              <a:rPr lang="en-US" dirty="0"/>
            </a:br>
            <a:r>
              <a:rPr lang="en-US" dirty="0"/>
              <a:t>Sending a 100-byte packet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F55A0-FE35-1347-9C4F-B60227F49C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5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11" grpId="0" animBg="1"/>
      <p:bldP spid="3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utoShape 17"/>
          <p:cNvSpPr>
            <a:spLocks noChangeArrowheads="1"/>
          </p:cNvSpPr>
          <p:nvPr/>
        </p:nvSpPr>
        <p:spPr bwMode="auto">
          <a:xfrm rot="5400000">
            <a:off x="3990181" y="4218782"/>
            <a:ext cx="1392237" cy="3886200"/>
          </a:xfrm>
          <a:prstGeom prst="parallelogram">
            <a:avLst>
              <a:gd name="adj" fmla="val 25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sp>
        <p:nvSpPr>
          <p:cNvPr id="35" name="AutoShape 17"/>
          <p:cNvSpPr>
            <a:spLocks noChangeArrowheads="1"/>
          </p:cNvSpPr>
          <p:nvPr/>
        </p:nvSpPr>
        <p:spPr bwMode="auto">
          <a:xfrm rot="5400000">
            <a:off x="3999325" y="3172619"/>
            <a:ext cx="1392237" cy="3886200"/>
          </a:xfrm>
          <a:prstGeom prst="parallelogram">
            <a:avLst>
              <a:gd name="adj" fmla="val 25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pic>
        <p:nvPicPr>
          <p:cNvPr id="22531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87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2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361175" y="2146300"/>
            <a:ext cx="649225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2533" name="Straight Connector 6"/>
          <p:cNvCxnSpPr>
            <a:cxnSpLocks noChangeShapeType="1"/>
            <a:stCxn id="22531" idx="3"/>
            <a:endCxn id="22532" idx="1"/>
          </p:cNvCxnSpPr>
          <p:nvPr/>
        </p:nvCxnSpPr>
        <p:spPr bwMode="auto">
          <a:xfrm>
            <a:off x="3048000" y="2466340"/>
            <a:ext cx="33131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2534" name="TextBox 1"/>
          <p:cNvSpPr txBox="1">
            <a:spLocks noChangeArrowheads="1"/>
          </p:cNvSpPr>
          <p:nvPr/>
        </p:nvSpPr>
        <p:spPr bwMode="auto">
          <a:xfrm>
            <a:off x="26596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22535" name="TextBox 12"/>
          <p:cNvSpPr txBox="1">
            <a:spLocks noChangeArrowheads="1"/>
          </p:cNvSpPr>
          <p:nvPr/>
        </p:nvSpPr>
        <p:spPr bwMode="auto">
          <a:xfrm>
            <a:off x="6317260" y="1765304"/>
            <a:ext cx="401040" cy="525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4" tIns="45712" rIns="91424" bIns="45712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259" eaLnBrk="1" hangingPunct="1"/>
            <a:r>
              <a:rPr lang="en-US" sz="2812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1" name="AutoShape 17"/>
          <p:cNvSpPr>
            <a:spLocks noChangeArrowheads="1"/>
          </p:cNvSpPr>
          <p:nvPr/>
        </p:nvSpPr>
        <p:spPr bwMode="auto">
          <a:xfrm rot="5400000">
            <a:off x="3999325" y="2161382"/>
            <a:ext cx="1392237" cy="3886200"/>
          </a:xfrm>
          <a:prstGeom prst="parallelogram">
            <a:avLst>
              <a:gd name="adj" fmla="val 25000"/>
            </a:avLst>
          </a:prstGeom>
          <a:solidFill>
            <a:schemeClr val="tx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rot="10800000" vert="eaVert" wrap="none" lIns="182792" tIns="0" rIns="91389" bIns="45698" anchor="ctr"/>
          <a:lstStyle/>
          <a:p>
            <a:pPr defTabSz="914259">
              <a:spcBef>
                <a:spcPts val="1000"/>
              </a:spcBef>
              <a:spcAft>
                <a:spcPts val="1000"/>
              </a:spcAft>
            </a:pPr>
            <a:r>
              <a:rPr lang="en-US" altLang="zh-TW" sz="1406">
                <a:solidFill>
                  <a:srgbClr val="000000"/>
                </a:solidFill>
                <a:ea typeface="PMingLiU" charset="0"/>
                <a:cs typeface="PMingLiU" charset="0"/>
              </a:rPr>
              <a:t>100Byte packet</a:t>
            </a:r>
          </a:p>
        </p:txBody>
      </p:sp>
      <p:sp>
        <p:nvSpPr>
          <p:cNvPr id="22556" name="Line 18"/>
          <p:cNvSpPr>
            <a:spLocks noChangeShapeType="1"/>
          </p:cNvSpPr>
          <p:nvPr/>
        </p:nvSpPr>
        <p:spPr bwMode="auto">
          <a:xfrm>
            <a:off x="2743200" y="3048004"/>
            <a:ext cx="0" cy="3508375"/>
          </a:xfrm>
          <a:prstGeom prst="line">
            <a:avLst/>
          </a:prstGeom>
          <a:noFill/>
          <a:ln w="38100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64289" tIns="32145" rIns="64289" bIns="32145" anchor="ctr"/>
          <a:lstStyle/>
          <a:p>
            <a:pPr algn="r" defTabSz="914259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2557" name="Line 18"/>
          <p:cNvSpPr>
            <a:spLocks noChangeShapeType="1"/>
          </p:cNvSpPr>
          <p:nvPr/>
        </p:nvSpPr>
        <p:spPr bwMode="auto">
          <a:xfrm>
            <a:off x="6629400" y="3048004"/>
            <a:ext cx="0" cy="3508375"/>
          </a:xfrm>
          <a:prstGeom prst="line">
            <a:avLst/>
          </a:prstGeom>
          <a:noFill/>
          <a:ln w="38100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64289" tIns="32145" rIns="64289" bIns="32145" anchor="ctr"/>
          <a:lstStyle/>
          <a:p>
            <a:pPr algn="r" defTabSz="914259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10001" y="2010670"/>
            <a:ext cx="1707486" cy="427730"/>
          </a:xfrm>
          <a:prstGeom prst="rect">
            <a:avLst/>
          </a:prstGeom>
          <a:noFill/>
        </p:spPr>
        <p:txBody>
          <a:bodyPr wrap="none" lIns="91424" tIns="45712" rIns="91424" bIns="45712">
            <a:spAutoFit/>
          </a:bodyPr>
          <a:lstStyle/>
          <a:p>
            <a:pPr defTabSz="914259">
              <a:lnSpc>
                <a:spcPct val="120000"/>
              </a:lnSpc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1</a:t>
            </a:r>
            <a:r>
              <a:rPr lang="en-US" sz="2000" dirty="0">
                <a:solidFill>
                  <a:srgbClr val="0000FF"/>
                </a:solidFill>
                <a:latin typeface="Arial"/>
              </a:rPr>
              <a:t>G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bps, 1ms </a:t>
            </a:r>
          </a:p>
        </p:txBody>
      </p:sp>
      <p:sp>
        <p:nvSpPr>
          <p:cNvPr id="32" name="Line 14"/>
          <p:cNvSpPr>
            <a:spLocks noChangeShapeType="1"/>
          </p:cNvSpPr>
          <p:nvPr/>
        </p:nvSpPr>
        <p:spPr bwMode="auto">
          <a:xfrm>
            <a:off x="2752343" y="3429001"/>
            <a:ext cx="3886200" cy="3476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274685" tIns="45779" rIns="91555" bIns="228904" anchor="ctr"/>
          <a:lstStyle/>
          <a:p>
            <a:pPr algn="r" defTabSz="914259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a large file using 100-byte packets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9507B-D6BB-AB47-96D9-5C9982B33D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52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 view of a link</a:t>
            </a:r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Transmission delay decreases as bandwidth increases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56864-EBC4-B94A-A558-EEAA12DEC1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362200" y="3124200"/>
            <a:ext cx="533400" cy="9144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895600" y="3124200"/>
            <a:ext cx="533400" cy="9144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3429000" y="3124200"/>
            <a:ext cx="533400" cy="914400"/>
          </a:xfrm>
          <a:prstGeom prst="rect">
            <a:avLst/>
          </a:prstGeom>
          <a:solidFill>
            <a:srgbClr val="D3A6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9" name="Group 8"/>
          <p:cNvGrpSpPr>
            <a:grpSpLocks/>
          </p:cNvGrpSpPr>
          <p:nvPr/>
        </p:nvGrpSpPr>
        <p:grpSpPr>
          <a:xfrm>
            <a:off x="1783080" y="3124200"/>
            <a:ext cx="6675120" cy="9144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10" name="Straight Connector 9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5" name="TextBox 14"/>
          <p:cNvSpPr txBox="1"/>
          <p:nvPr/>
        </p:nvSpPr>
        <p:spPr>
          <a:xfrm>
            <a:off x="3962400" y="4191000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time</a:t>
            </a:r>
          </a:p>
        </p:txBody>
      </p:sp>
      <p:cxnSp>
        <p:nvCxnSpPr>
          <p:cNvPr id="17" name="Straight Arrow Connector 16"/>
          <p:cNvCxnSpPr/>
          <p:nvPr/>
        </p:nvCxnSpPr>
        <p:spPr bwMode="auto">
          <a:xfrm>
            <a:off x="4876800" y="4391055"/>
            <a:ext cx="1295400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TextBox 17"/>
          <p:cNvSpPr txBox="1"/>
          <p:nvPr/>
        </p:nvSpPr>
        <p:spPr>
          <a:xfrm rot="16200000">
            <a:off x="516146" y="338134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bandwidth</a:t>
            </a:r>
          </a:p>
        </p:txBody>
      </p:sp>
      <p:cxnSp>
        <p:nvCxnSpPr>
          <p:cNvPr id="19" name="Straight Arrow Connector 18"/>
          <p:cNvCxnSpPr/>
          <p:nvPr/>
        </p:nvCxnSpPr>
        <p:spPr bwMode="auto">
          <a:xfrm flipV="1">
            <a:off x="1449735" y="3095655"/>
            <a:ext cx="0" cy="97149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Right Brace 20"/>
          <p:cNvSpPr/>
          <p:nvPr/>
        </p:nvSpPr>
        <p:spPr bwMode="auto">
          <a:xfrm rot="16200000">
            <a:off x="2487507" y="2743200"/>
            <a:ext cx="274320" cy="457200"/>
          </a:xfrm>
          <a:prstGeom prst="rightBrace">
            <a:avLst>
              <a:gd name="adj1" fmla="val 28086"/>
              <a:gd name="adj2" fmla="val 50000"/>
            </a:avLst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77199" y="2450068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00FF"/>
                </a:solidFill>
              </a:rPr>
              <a:t>transmission delay</a:t>
            </a:r>
          </a:p>
        </p:txBody>
      </p:sp>
    </p:spTree>
    <p:extLst>
      <p:ext uri="{BB962C8B-B14F-4D97-AF65-F5344CB8AC3E}">
        <p14:creationId xmlns:p14="http://schemas.microsoft.com/office/powerpoint/2010/main" val="1154167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Queuing delay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a packet have to sit in a buffer before it is processed?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7FEBAC-1398-FB43-BC99-63AFE71EF4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8280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593851" y="2471741"/>
            <a:ext cx="2639336" cy="3139503"/>
            <a:chOff x="2266809" y="3515363"/>
            <a:chExt cx="3753723" cy="4465071"/>
          </a:xfrm>
        </p:grpSpPr>
        <p:sp>
          <p:nvSpPr>
            <p:cNvPr id="29" name="Rectangle 28"/>
            <p:cNvSpPr/>
            <p:nvPr/>
          </p:nvSpPr>
          <p:spPr bwMode="auto">
            <a:xfrm rot="1739168">
              <a:off x="5084516" y="5052909"/>
              <a:ext cx="433493" cy="544125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 rot="1739168">
              <a:off x="4655538" y="4833905"/>
              <a:ext cx="433493" cy="544124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 rot="1739168">
              <a:off x="3497299" y="4199469"/>
              <a:ext cx="433493" cy="544125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 rot="1739168">
              <a:off x="2266809" y="3515363"/>
              <a:ext cx="433493" cy="544124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6" name="Rectangle 35"/>
            <p:cNvSpPr/>
            <p:nvPr/>
          </p:nvSpPr>
          <p:spPr bwMode="auto">
            <a:xfrm rot="20179596">
              <a:off x="2609431" y="7438567"/>
              <a:ext cx="433493" cy="54186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 rot="20179596">
              <a:off x="5587039" y="6133136"/>
              <a:ext cx="433493" cy="54186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 rot="20179596">
              <a:off x="3998981" y="6829366"/>
              <a:ext cx="433493" cy="541867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grpSp>
        <p:nvGrpSpPr>
          <p:cNvPr id="39" name="Group 38"/>
          <p:cNvGrpSpPr>
            <a:grpSpLocks/>
          </p:cNvGrpSpPr>
          <p:nvPr/>
        </p:nvGrpSpPr>
        <p:grpSpPr bwMode="auto">
          <a:xfrm>
            <a:off x="4876801" y="4038601"/>
            <a:ext cx="3276600" cy="381000"/>
            <a:chOff x="2590800" y="5943600"/>
            <a:chExt cx="3276600" cy="381000"/>
          </a:xfrm>
        </p:grpSpPr>
        <p:cxnSp>
          <p:nvCxnSpPr>
            <p:cNvPr id="94217" name="Straight Connector 39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94218" name="Straight Connector 40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48" name="Group 47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49" name="Straight Connector 48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Queuing </a:t>
            </a:r>
            <a:r>
              <a:rPr lang="en-US" dirty="0"/>
              <a:t>delay: “pipe” view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097A5-09F1-404A-A62F-930229F58B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27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30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31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2748119" y="2735405"/>
            <a:ext cx="753322" cy="425192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Straight Arrow Connector 39"/>
          <p:cNvCxnSpPr/>
          <p:nvPr/>
        </p:nvCxnSpPr>
        <p:spPr bwMode="auto">
          <a:xfrm flipV="1">
            <a:off x="2649575" y="5199716"/>
            <a:ext cx="901363" cy="383115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4219" name="Straight Connector 16"/>
          <p:cNvCxnSpPr>
            <a:cxnSpLocks noChangeShapeType="1"/>
          </p:cNvCxnSpPr>
          <p:nvPr/>
        </p:nvCxnSpPr>
        <p:spPr bwMode="auto">
          <a:xfrm rot="1739168">
            <a:off x="1236304" y="3071534"/>
            <a:ext cx="3276600" cy="0"/>
          </a:xfrm>
          <a:prstGeom prst="line">
            <a:avLst/>
          </a:prstGeom>
          <a:noFill/>
          <a:ln w="28575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94220" name="Straight Connector 17"/>
          <p:cNvCxnSpPr>
            <a:cxnSpLocks noChangeShapeType="1"/>
          </p:cNvCxnSpPr>
          <p:nvPr/>
        </p:nvCxnSpPr>
        <p:spPr bwMode="auto">
          <a:xfrm rot="1739168">
            <a:off x="1051216" y="3405634"/>
            <a:ext cx="3276600" cy="0"/>
          </a:xfrm>
          <a:prstGeom prst="line">
            <a:avLst/>
          </a:prstGeom>
          <a:noFill/>
          <a:ln w="28575">
            <a:solidFill>
              <a:srgbClr val="00009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33" name="Straight Connector 32"/>
          <p:cNvCxnSpPr/>
          <p:nvPr/>
        </p:nvCxnSpPr>
        <p:spPr bwMode="auto">
          <a:xfrm rot="20179596">
            <a:off x="1005137" y="4925014"/>
            <a:ext cx="3276600" cy="0"/>
          </a:xfrm>
          <a:prstGeom prst="line">
            <a:avLst/>
          </a:prstGeom>
          <a:solidFill>
            <a:schemeClr val="tx2">
              <a:lumMod val="40000"/>
              <a:lumOff val="60000"/>
            </a:schemeClr>
          </a:solidFill>
          <a:ln w="2857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Straight Connector 33"/>
          <p:cNvCxnSpPr/>
          <p:nvPr/>
        </p:nvCxnSpPr>
        <p:spPr bwMode="auto">
          <a:xfrm rot="20179596">
            <a:off x="1158117" y="5273954"/>
            <a:ext cx="3276600" cy="0"/>
          </a:xfrm>
          <a:prstGeom prst="line">
            <a:avLst/>
          </a:prstGeom>
          <a:solidFill>
            <a:schemeClr val="tx2">
              <a:lumMod val="40000"/>
              <a:lumOff val="60000"/>
            </a:schemeClr>
          </a:solidFill>
          <a:ln w="28575" cap="flat" cmpd="sng" algn="ctr">
            <a:solidFill>
              <a:srgbClr val="00009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5D1AE2B-FB2E-7D47-8641-4EBFC1981E86}"/>
                  </a:ext>
                </a:extLst>
              </p14:cNvPr>
              <p14:cNvContentPartPr/>
              <p14:nvPr/>
            </p14:nvContentPartPr>
            <p14:xfrm>
              <a:off x="4506120" y="4411800"/>
              <a:ext cx="1077840" cy="10440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5D1AE2B-FB2E-7D47-8641-4EBFC1981E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89920" y="4395600"/>
                <a:ext cx="1110240" cy="107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237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237" name="Group 1"/>
          <p:cNvGrpSpPr>
            <a:grpSpLocks/>
          </p:cNvGrpSpPr>
          <p:nvPr/>
        </p:nvGrpSpPr>
        <p:grpSpPr bwMode="auto">
          <a:xfrm rot="1739168">
            <a:off x="1143000" y="3048000"/>
            <a:ext cx="3276600" cy="381000"/>
            <a:chOff x="2590800" y="5943600"/>
            <a:chExt cx="3276600" cy="381000"/>
          </a:xfrm>
        </p:grpSpPr>
        <p:cxnSp>
          <p:nvCxnSpPr>
            <p:cNvPr id="95248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95249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3" name="Group 2"/>
          <p:cNvGrpSpPr/>
          <p:nvPr/>
        </p:nvGrpSpPr>
        <p:grpSpPr>
          <a:xfrm rot="20179596">
            <a:off x="1081627" y="4908984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3" name="Straight Connector 32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95239" name="Group 38"/>
          <p:cNvGrpSpPr>
            <a:grpSpLocks/>
          </p:cNvGrpSpPr>
          <p:nvPr/>
        </p:nvGrpSpPr>
        <p:grpSpPr bwMode="auto">
          <a:xfrm>
            <a:off x="4919663" y="4037018"/>
            <a:ext cx="3276600" cy="382587"/>
            <a:chOff x="2590800" y="5941430"/>
            <a:chExt cx="3276600" cy="383170"/>
          </a:xfrm>
        </p:grpSpPr>
        <p:cxnSp>
          <p:nvCxnSpPr>
            <p:cNvPr id="95242" name="Straight Connector 39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95243" name="Straight Connector 40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42" name="Rectangle 41"/>
            <p:cNvSpPr/>
            <p:nvPr/>
          </p:nvSpPr>
          <p:spPr bwMode="auto">
            <a:xfrm>
              <a:off x="5153025" y="5943018"/>
              <a:ext cx="304800" cy="381581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4813300" y="5941430"/>
              <a:ext cx="304800" cy="381581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3886200" y="5943019"/>
              <a:ext cx="304800" cy="381581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2895600" y="5943019"/>
              <a:ext cx="304800" cy="381581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5181601" y="2667000"/>
            <a:ext cx="3124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No overload!</a:t>
            </a:r>
          </a:p>
        </p:txBody>
      </p:sp>
      <p:sp>
        <p:nvSpPr>
          <p:cNvPr id="28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29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30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cxnSp>
        <p:nvCxnSpPr>
          <p:cNvPr id="31" name="Straight Arrow Connector 30"/>
          <p:cNvCxnSpPr/>
          <p:nvPr/>
        </p:nvCxnSpPr>
        <p:spPr bwMode="auto">
          <a:xfrm>
            <a:off x="5584555" y="3816660"/>
            <a:ext cx="901363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F2B71-DF9C-1147-B7F1-8E54AA668B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58</a:t>
            </a:fld>
            <a:endParaRPr lang="en-US"/>
          </a:p>
        </p:txBody>
      </p:sp>
      <p:grpSp>
        <p:nvGrpSpPr>
          <p:cNvPr id="48" name="Group 47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51" name="Rectangle 50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2" name="Rectangle 51"/>
            <p:cNvSpPr/>
            <p:nvPr/>
          </p:nvSpPr>
          <p:spPr bwMode="auto">
            <a:xfrm>
              <a:off x="5562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3" name="Rectangle 52"/>
            <p:cNvSpPr/>
            <p:nvPr/>
          </p:nvSpPr>
          <p:spPr bwMode="auto">
            <a:xfrm>
              <a:off x="43434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49" name="Straight Connector 48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58531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 rot="20179596">
            <a:off x="1084207" y="4908445"/>
            <a:ext cx="3276600" cy="393881"/>
            <a:chOff x="2590800" y="5105400"/>
            <a:chExt cx="3276600" cy="393881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36" name="Rectangle 35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5562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5247606" y="5118281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33" name="Straight Connector 32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4" name="TextBox 53"/>
          <p:cNvSpPr txBox="1"/>
          <p:nvPr/>
        </p:nvSpPr>
        <p:spPr>
          <a:xfrm>
            <a:off x="4648200" y="5486400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Transient Overload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8200" y="6020356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00"/>
                </a:solidFill>
                <a:ea typeface="Arial" charset="0"/>
                <a:cs typeface="Arial" charset="0"/>
              </a:rPr>
              <a:t>Not a rare event!</a:t>
            </a:r>
          </a:p>
        </p:txBody>
      </p:sp>
      <p:grpSp>
        <p:nvGrpSpPr>
          <p:cNvPr id="9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96269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96270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96271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12" name="Straight Arrow Connector 11"/>
          <p:cNvCxnSpPr>
            <a:cxnSpLocks noChangeShapeType="1"/>
            <a:stCxn id="10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69" name="Group 68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70" name="Straight Connector 69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9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0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1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BFAE8-E196-9945-BE70-C2D66DDF17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59</a:t>
            </a:fld>
            <a:endParaRPr lang="en-US"/>
          </a:p>
        </p:txBody>
      </p:sp>
      <p:grpSp>
        <p:nvGrpSpPr>
          <p:cNvPr id="96261" name="Group 1"/>
          <p:cNvGrpSpPr>
            <a:grpSpLocks/>
          </p:cNvGrpSpPr>
          <p:nvPr/>
        </p:nvGrpSpPr>
        <p:grpSpPr bwMode="auto">
          <a:xfrm rot="1739168">
            <a:off x="1141413" y="3040064"/>
            <a:ext cx="3276600" cy="403225"/>
            <a:chOff x="2590800" y="5936044"/>
            <a:chExt cx="3276600" cy="403532"/>
          </a:xfrm>
        </p:grpSpPr>
        <p:sp>
          <p:nvSpPr>
            <p:cNvPr id="29" name="Rectangle 28"/>
            <p:cNvSpPr/>
            <p:nvPr/>
          </p:nvSpPr>
          <p:spPr bwMode="auto">
            <a:xfrm>
              <a:off x="5514679" y="5958144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4" name="Rectangle 23"/>
            <p:cNvSpPr/>
            <p:nvPr/>
          </p:nvSpPr>
          <p:spPr bwMode="auto">
            <a:xfrm>
              <a:off x="5244407" y="5935445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28" name="Rectangle 27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96272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96273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40018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35" grpId="0"/>
      <p:bldP spid="1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/>
          <p:cNvSpPr/>
          <p:nvPr/>
        </p:nvSpPr>
        <p:spPr bwMode="auto">
          <a:xfrm rot="5400000">
            <a:off x="4381500" y="3467101"/>
            <a:ext cx="304800" cy="381000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grpSp>
        <p:nvGrpSpPr>
          <p:cNvPr id="97290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97294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97295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97296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97291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97292" name="Straight Arrow Connector 11"/>
          <p:cNvCxnSpPr>
            <a:cxnSpLocks noChangeShapeType="1"/>
            <a:stCxn id="97291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30" name="Group 29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25908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40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2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3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4" name="TextBox 43"/>
          <p:cNvSpPr txBox="1"/>
          <p:nvPr/>
        </p:nvSpPr>
        <p:spPr>
          <a:xfrm>
            <a:off x="4648200" y="5486400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Transient Overload</a:t>
            </a:r>
          </a:p>
        </p:txBody>
      </p:sp>
      <p:sp>
        <p:nvSpPr>
          <p:cNvPr id="35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B5AB52-180A-E246-B4CE-B239BEA83D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60</a:t>
            </a:fld>
            <a:endParaRPr lang="en-US"/>
          </a:p>
        </p:txBody>
      </p:sp>
      <p:grpSp>
        <p:nvGrpSpPr>
          <p:cNvPr id="59" name="Group 58"/>
          <p:cNvGrpSpPr/>
          <p:nvPr/>
        </p:nvGrpSpPr>
        <p:grpSpPr>
          <a:xfrm rot="20179596">
            <a:off x="1084207" y="4908445"/>
            <a:ext cx="3276600" cy="393881"/>
            <a:chOff x="2590800" y="5105400"/>
            <a:chExt cx="3276600" cy="393881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60" name="Rectangle 59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62" name="Rectangle 61"/>
            <p:cNvSpPr/>
            <p:nvPr/>
          </p:nvSpPr>
          <p:spPr bwMode="auto">
            <a:xfrm>
              <a:off x="5247606" y="5118281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63" name="Straight Connector 62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5" name="Group 1"/>
          <p:cNvGrpSpPr>
            <a:grpSpLocks/>
          </p:cNvGrpSpPr>
          <p:nvPr/>
        </p:nvGrpSpPr>
        <p:grpSpPr bwMode="auto">
          <a:xfrm rot="1739168">
            <a:off x="1142605" y="3039776"/>
            <a:ext cx="3276600" cy="399498"/>
            <a:chOff x="2590800" y="5935445"/>
            <a:chExt cx="3276600" cy="399802"/>
          </a:xfrm>
        </p:grpSpPr>
        <p:sp>
          <p:nvSpPr>
            <p:cNvPr id="68" name="Rectangle 67"/>
            <p:cNvSpPr/>
            <p:nvPr/>
          </p:nvSpPr>
          <p:spPr bwMode="auto">
            <a:xfrm>
              <a:off x="5244407" y="5935445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69" name="Rectangle 68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71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72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752320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/>
          <p:cNvSpPr/>
          <p:nvPr/>
        </p:nvSpPr>
        <p:spPr bwMode="auto">
          <a:xfrm rot="5400000">
            <a:off x="4381500" y="34671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 rot="5400000">
            <a:off x="4381500" y="3162300"/>
            <a:ext cx="304800" cy="381000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grpSp>
        <p:nvGrpSpPr>
          <p:cNvPr id="98314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98322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98320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98321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98315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98316" name="Straight Arrow Connector 11"/>
          <p:cNvCxnSpPr>
            <a:cxnSpLocks noChangeShapeType="1"/>
            <a:stCxn id="98315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30" name="Group 29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2590800" y="5105400"/>
              <a:ext cx="304800" cy="38100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38" name="Rectangle 37"/>
          <p:cNvSpPr/>
          <p:nvPr/>
        </p:nvSpPr>
        <p:spPr bwMode="auto">
          <a:xfrm>
            <a:off x="5257800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2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3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4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471D8A-AD62-4D49-A664-2A24513C8C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4648200" y="5486400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Transient Overload</a:t>
            </a:r>
          </a:p>
        </p:txBody>
      </p:sp>
      <p:grpSp>
        <p:nvGrpSpPr>
          <p:cNvPr id="61" name="Group 60"/>
          <p:cNvGrpSpPr/>
          <p:nvPr/>
        </p:nvGrpSpPr>
        <p:grpSpPr>
          <a:xfrm rot="20179596">
            <a:off x="1081621" y="4908987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62" name="Rectangle 61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65" name="Straight Connector 64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Straight Connector 65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8" name="Group 1"/>
          <p:cNvGrpSpPr>
            <a:grpSpLocks/>
          </p:cNvGrpSpPr>
          <p:nvPr/>
        </p:nvGrpSpPr>
        <p:grpSpPr bwMode="auto">
          <a:xfrm rot="1739168">
            <a:off x="1140898" y="3046387"/>
            <a:ext cx="3276600" cy="392440"/>
            <a:chOff x="2590800" y="5942508"/>
            <a:chExt cx="3276600" cy="392739"/>
          </a:xfrm>
        </p:grpSpPr>
        <p:sp>
          <p:nvSpPr>
            <p:cNvPr id="71" name="Rectangle 70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72" name="Rectangle 71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73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74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9307336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37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99344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99345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99346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99338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99339" name="Straight Arrow Connector 11"/>
          <p:cNvCxnSpPr>
            <a:cxnSpLocks noChangeShapeType="1"/>
            <a:stCxn id="99338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30" name="Group 29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2590800" y="5105400"/>
              <a:ext cx="304800" cy="3810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99341" name="Rectangle 37"/>
          <p:cNvSpPr>
            <a:spLocks noChangeArrowheads="1"/>
          </p:cNvSpPr>
          <p:nvPr/>
        </p:nvSpPr>
        <p:spPr bwMode="auto">
          <a:xfrm>
            <a:off x="5257800" y="4038601"/>
            <a:ext cx="304800" cy="381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0" name="Rectangle 39"/>
          <p:cNvSpPr/>
          <p:nvPr/>
        </p:nvSpPr>
        <p:spPr bwMode="auto">
          <a:xfrm rot="5400000">
            <a:off x="4381500" y="3467101"/>
            <a:ext cx="304800" cy="381000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5562601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2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3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4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80B3B8-7CFC-AA41-B133-3B3DD1CB42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648200" y="5486400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Transient Overload</a:t>
            </a:r>
          </a:p>
        </p:txBody>
      </p:sp>
      <p:grpSp>
        <p:nvGrpSpPr>
          <p:cNvPr id="48" name="Group 47"/>
          <p:cNvGrpSpPr/>
          <p:nvPr/>
        </p:nvGrpSpPr>
        <p:grpSpPr>
          <a:xfrm rot="20179596">
            <a:off x="1081621" y="4908987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49" name="Rectangle 48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2" name="Straight Connector 51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Straight Connector 52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4" name="Group 1"/>
          <p:cNvGrpSpPr>
            <a:grpSpLocks/>
          </p:cNvGrpSpPr>
          <p:nvPr/>
        </p:nvGrpSpPr>
        <p:grpSpPr bwMode="auto">
          <a:xfrm rot="1739168">
            <a:off x="1140898" y="3046387"/>
            <a:ext cx="3276600" cy="392440"/>
            <a:chOff x="2590800" y="5942508"/>
            <a:chExt cx="3276600" cy="392739"/>
          </a:xfrm>
        </p:grpSpPr>
        <p:sp>
          <p:nvSpPr>
            <p:cNvPr id="57" name="Rectangle 56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8" name="Rectangle 57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9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60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7657026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61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100368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00369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00370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00362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100363" name="Straight Arrow Connector 11"/>
          <p:cNvCxnSpPr>
            <a:cxnSpLocks noChangeShapeType="1"/>
            <a:stCxn id="100362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30" name="Group 29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2590800" y="5105400"/>
              <a:ext cx="304800" cy="38100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100365" name="Rectangle 37"/>
          <p:cNvSpPr>
            <a:spLocks noChangeArrowheads="1"/>
          </p:cNvSpPr>
          <p:nvPr/>
        </p:nvSpPr>
        <p:spPr bwMode="auto">
          <a:xfrm>
            <a:off x="5257800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0366" name="Rectangle 36"/>
          <p:cNvSpPr>
            <a:spLocks noChangeArrowheads="1"/>
          </p:cNvSpPr>
          <p:nvPr/>
        </p:nvSpPr>
        <p:spPr bwMode="auto">
          <a:xfrm>
            <a:off x="5562601" y="4038601"/>
            <a:ext cx="304800" cy="381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0367" name="Rectangle 41"/>
          <p:cNvSpPr>
            <a:spLocks noChangeArrowheads="1"/>
          </p:cNvSpPr>
          <p:nvPr/>
        </p:nvSpPr>
        <p:spPr bwMode="auto">
          <a:xfrm>
            <a:off x="5867400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2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delay: “pipe”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DFEA05-910A-644D-BCBC-E504C48766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35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5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grpSp>
        <p:nvGrpSpPr>
          <p:cNvPr id="46" name="Group 45"/>
          <p:cNvGrpSpPr/>
          <p:nvPr/>
        </p:nvGrpSpPr>
        <p:grpSpPr>
          <a:xfrm rot="20179596">
            <a:off x="1081621" y="4908987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47" name="Rectangle 46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Group 1"/>
          <p:cNvGrpSpPr>
            <a:grpSpLocks/>
          </p:cNvGrpSpPr>
          <p:nvPr/>
        </p:nvGrpSpPr>
        <p:grpSpPr bwMode="auto">
          <a:xfrm rot="1739168">
            <a:off x="1140898" y="3046387"/>
            <a:ext cx="3276600" cy="392440"/>
            <a:chOff x="2590800" y="5942508"/>
            <a:chExt cx="3276600" cy="392739"/>
          </a:xfrm>
        </p:grpSpPr>
        <p:sp>
          <p:nvSpPr>
            <p:cNvPr id="55" name="Rectangle 54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7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58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59" name="TextBox 58"/>
          <p:cNvSpPr txBox="1"/>
          <p:nvPr/>
        </p:nvSpPr>
        <p:spPr>
          <a:xfrm>
            <a:off x="4648200" y="5486400"/>
            <a:ext cx="4267200" cy="568479"/>
          </a:xfrm>
          <a:prstGeom prst="rect">
            <a:avLst/>
          </a:prstGeom>
          <a:noFill/>
        </p:spPr>
        <p:txBody>
          <a:bodyPr lIns="91429" tIns="45715" rIns="91429" bIns="45715">
            <a:spAutoFit/>
          </a:bodyPr>
          <a:lstStyle/>
          <a:p>
            <a:pPr defTabSz="914306">
              <a:defRPr/>
            </a:pPr>
            <a:r>
              <a:rPr lang="en-US" sz="3094" dirty="0">
                <a:solidFill>
                  <a:srgbClr val="0000FF"/>
                </a:solidFill>
                <a:ea typeface="Arial" charset="0"/>
                <a:cs typeface="Arial" charset="0"/>
              </a:rPr>
              <a:t>Transient Overload</a:t>
            </a:r>
          </a:p>
        </p:txBody>
      </p:sp>
    </p:spTree>
    <p:extLst>
      <p:ext uri="{BB962C8B-B14F-4D97-AF65-F5344CB8AC3E}">
        <p14:creationId xmlns:p14="http://schemas.microsoft.com/office/powerpoint/2010/main" val="263126795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361" name="Group 8"/>
          <p:cNvGrpSpPr>
            <a:grpSpLocks/>
          </p:cNvGrpSpPr>
          <p:nvPr/>
        </p:nvGrpSpPr>
        <p:grpSpPr bwMode="auto">
          <a:xfrm>
            <a:off x="4343400" y="2971800"/>
            <a:ext cx="381000" cy="838200"/>
            <a:chOff x="6096000" y="3962400"/>
            <a:chExt cx="381000" cy="838200"/>
          </a:xfrm>
        </p:grpSpPr>
        <p:cxnSp>
          <p:nvCxnSpPr>
            <p:cNvPr id="100368" name="Straight Connector 5"/>
            <p:cNvCxnSpPr>
              <a:cxnSpLocks noChangeShapeType="1"/>
            </p:cNvCxnSpPr>
            <p:nvPr/>
          </p:nvCxnSpPr>
          <p:spPr bwMode="auto">
            <a:xfrm>
              <a:off x="6096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00369" name="Straight Connector 67"/>
            <p:cNvCxnSpPr>
              <a:cxnSpLocks noChangeShapeType="1"/>
            </p:cNvCxnSpPr>
            <p:nvPr/>
          </p:nvCxnSpPr>
          <p:spPr bwMode="auto">
            <a:xfrm>
              <a:off x="6477000" y="3962400"/>
              <a:ext cx="0" cy="83820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100370" name="Straight Connector 7"/>
            <p:cNvCxnSpPr>
              <a:cxnSpLocks noChangeShapeType="1"/>
            </p:cNvCxnSpPr>
            <p:nvPr/>
          </p:nvCxnSpPr>
          <p:spPr bwMode="auto">
            <a:xfrm>
              <a:off x="6096000" y="4800600"/>
              <a:ext cx="3810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100362" name="TextBox 9"/>
          <p:cNvSpPr txBox="1">
            <a:spLocks noChangeArrowheads="1"/>
          </p:cNvSpPr>
          <p:nvPr/>
        </p:nvSpPr>
        <p:spPr bwMode="auto">
          <a:xfrm>
            <a:off x="5526751" y="3124203"/>
            <a:ext cx="721650" cy="30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9" tIns="45715" rIns="91429" bIns="45715"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urier New" charset="0"/>
                <a:ea typeface="ＭＳ Ｐゴシック" charset="0"/>
              </a:defRPr>
            </a:lvl9pPr>
          </a:lstStyle>
          <a:p>
            <a:pPr algn="r" defTabSz="914306" eaLnBrk="1" hangingPunct="1"/>
            <a:r>
              <a:rPr lang="en-US" sz="1406">
                <a:solidFill>
                  <a:srgbClr val="000000"/>
                </a:solidFill>
              </a:rPr>
              <a:t>Queue</a:t>
            </a:r>
          </a:p>
        </p:txBody>
      </p:sp>
      <p:cxnSp>
        <p:nvCxnSpPr>
          <p:cNvPr id="100363" name="Straight Arrow Connector 11"/>
          <p:cNvCxnSpPr>
            <a:cxnSpLocks noChangeShapeType="1"/>
            <a:stCxn id="100362" idx="1"/>
          </p:cNvCxnSpPr>
          <p:nvPr/>
        </p:nvCxnSpPr>
        <p:spPr bwMode="auto">
          <a:xfrm flipH="1">
            <a:off x="4800605" y="3278535"/>
            <a:ext cx="726146" cy="7426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30" name="Group 29"/>
          <p:cNvGrpSpPr/>
          <p:nvPr/>
        </p:nvGrpSpPr>
        <p:grpSpPr>
          <a:xfrm>
            <a:off x="4953000" y="4038601"/>
            <a:ext cx="3276600" cy="381000"/>
            <a:chOff x="2590800" y="5105400"/>
            <a:chExt cx="3276600" cy="381000"/>
          </a:xfrm>
          <a:solidFill>
            <a:schemeClr val="tx2">
              <a:lumMod val="40000"/>
              <a:lumOff val="60000"/>
            </a:schemeClr>
          </a:solidFill>
        </p:grpSpPr>
        <p:cxnSp>
          <p:nvCxnSpPr>
            <p:cNvPr id="31" name="Straight Connector 30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Straight Connector 38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Rectangle 40"/>
            <p:cNvSpPr/>
            <p:nvPr/>
          </p:nvSpPr>
          <p:spPr bwMode="auto">
            <a:xfrm>
              <a:off x="2590800" y="5105400"/>
              <a:ext cx="304800" cy="38100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</p:grpSp>
      <p:sp>
        <p:nvSpPr>
          <p:cNvPr id="100365" name="Rectangle 37"/>
          <p:cNvSpPr>
            <a:spLocks noChangeArrowheads="1"/>
          </p:cNvSpPr>
          <p:nvPr/>
        </p:nvSpPr>
        <p:spPr bwMode="auto">
          <a:xfrm>
            <a:off x="5257800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0366" name="Rectangle 36"/>
          <p:cNvSpPr>
            <a:spLocks noChangeArrowheads="1"/>
          </p:cNvSpPr>
          <p:nvPr/>
        </p:nvSpPr>
        <p:spPr bwMode="auto">
          <a:xfrm>
            <a:off x="5562601" y="4038601"/>
            <a:ext cx="304800" cy="381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0367" name="Rectangle 41"/>
          <p:cNvSpPr>
            <a:spLocks noChangeArrowheads="1"/>
          </p:cNvSpPr>
          <p:nvPr/>
        </p:nvSpPr>
        <p:spPr bwMode="auto">
          <a:xfrm>
            <a:off x="5867400" y="40386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91429" tIns="45715" rIns="91429" bIns="45715" anchor="ctr"/>
          <a:lstStyle/>
          <a:p>
            <a:pPr algn="r" defTabSz="914306"/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2" name="Shape 486"/>
          <p:cNvSpPr/>
          <p:nvPr/>
        </p:nvSpPr>
        <p:spPr>
          <a:xfrm>
            <a:off x="4271442" y="3985306"/>
            <a:ext cx="446484" cy="446484"/>
          </a:xfrm>
          <a:prstGeom prst="roundRect">
            <a:avLst>
              <a:gd name="adj" fmla="val 3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Persistent overload leads to packet drop/loss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1CBF44-22A7-E04F-9CB4-C594C9E530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35" name="Shape 891"/>
          <p:cNvSpPr/>
          <p:nvPr/>
        </p:nvSpPr>
        <p:spPr>
          <a:xfrm>
            <a:off x="965298" y="224325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45" name="Shape 891"/>
          <p:cNvSpPr/>
          <p:nvPr/>
        </p:nvSpPr>
        <p:spPr>
          <a:xfrm>
            <a:off x="938793" y="5652214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grpSp>
        <p:nvGrpSpPr>
          <p:cNvPr id="46" name="Group 45"/>
          <p:cNvGrpSpPr/>
          <p:nvPr/>
        </p:nvGrpSpPr>
        <p:grpSpPr>
          <a:xfrm rot="20179596">
            <a:off x="1084207" y="4908445"/>
            <a:ext cx="3276600" cy="393881"/>
            <a:chOff x="2590800" y="5105400"/>
            <a:chExt cx="3276600" cy="393881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47" name="Rectangle 46"/>
            <p:cNvSpPr/>
            <p:nvPr/>
          </p:nvSpPr>
          <p:spPr bwMode="auto">
            <a:xfrm>
              <a:off x="3276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5562600" y="5105400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5247606" y="5118281"/>
              <a:ext cx="304800" cy="3810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0" name="Straight Connector 49"/>
            <p:cNvCxnSpPr/>
            <p:nvPr/>
          </p:nvCxnSpPr>
          <p:spPr bwMode="auto">
            <a:xfrm>
              <a:off x="2590800" y="5105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>
              <a:off x="2590800" y="5486400"/>
              <a:ext cx="3276600" cy="0"/>
            </a:xfrm>
            <a:prstGeom prst="line">
              <a:avLst/>
            </a:prstGeom>
            <a:grpFill/>
            <a:ln w="28575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2" name="Group 1"/>
          <p:cNvGrpSpPr>
            <a:grpSpLocks/>
          </p:cNvGrpSpPr>
          <p:nvPr/>
        </p:nvGrpSpPr>
        <p:grpSpPr bwMode="auto">
          <a:xfrm rot="1739168">
            <a:off x="1141413" y="3040064"/>
            <a:ext cx="3276600" cy="403225"/>
            <a:chOff x="2590800" y="5936044"/>
            <a:chExt cx="3276600" cy="403532"/>
          </a:xfrm>
        </p:grpSpPr>
        <p:sp>
          <p:nvSpPr>
            <p:cNvPr id="53" name="Rectangle 52"/>
            <p:cNvSpPr/>
            <p:nvPr/>
          </p:nvSpPr>
          <p:spPr bwMode="auto">
            <a:xfrm>
              <a:off x="5514679" y="5958144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4" name="Rectangle 53"/>
            <p:cNvSpPr/>
            <p:nvPr/>
          </p:nvSpPr>
          <p:spPr bwMode="auto">
            <a:xfrm>
              <a:off x="5244407" y="5935445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5" name="Rectangle 54"/>
            <p:cNvSpPr/>
            <p:nvPr/>
          </p:nvSpPr>
          <p:spPr bwMode="auto">
            <a:xfrm>
              <a:off x="3949792" y="5953957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sp>
          <p:nvSpPr>
            <p:cNvPr id="56" name="Rectangle 55"/>
            <p:cNvSpPr/>
            <p:nvPr/>
          </p:nvSpPr>
          <p:spPr bwMode="auto">
            <a:xfrm>
              <a:off x="2892667" y="5942508"/>
              <a:ext cx="304800" cy="381290"/>
            </a:xfrm>
            <a:prstGeom prst="rect">
              <a:avLst/>
            </a:prstGeom>
            <a:solidFill>
              <a:srgbClr val="CC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pPr algn="r" defTabSz="914306">
                <a:defRPr/>
              </a:pPr>
              <a:endParaRPr lang="en-US" sz="1969">
                <a:solidFill>
                  <a:srgbClr val="000000"/>
                </a:solidFill>
                <a:latin typeface="Courier New" charset="0"/>
              </a:endParaRPr>
            </a:p>
          </p:txBody>
        </p:sp>
        <p:cxnSp>
          <p:nvCxnSpPr>
            <p:cNvPr id="57" name="Straight Connector 16"/>
            <p:cNvCxnSpPr>
              <a:cxnSpLocks noChangeShapeType="1"/>
            </p:cNvCxnSpPr>
            <p:nvPr/>
          </p:nvCxnSpPr>
          <p:spPr bwMode="auto">
            <a:xfrm>
              <a:off x="2590800" y="5943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58" name="Straight Connector 17"/>
            <p:cNvCxnSpPr>
              <a:cxnSpLocks noChangeShapeType="1"/>
            </p:cNvCxnSpPr>
            <p:nvPr/>
          </p:nvCxnSpPr>
          <p:spPr bwMode="auto">
            <a:xfrm>
              <a:off x="2590800" y="6324600"/>
              <a:ext cx="3276600" cy="0"/>
            </a:xfrm>
            <a:prstGeom prst="line">
              <a:avLst/>
            </a:prstGeom>
            <a:noFill/>
            <a:ln w="28575">
              <a:solidFill>
                <a:srgbClr val="00009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sp>
        <p:nvSpPr>
          <p:cNvPr id="40" name="Rectangle 39"/>
          <p:cNvSpPr/>
          <p:nvPr/>
        </p:nvSpPr>
        <p:spPr bwMode="auto">
          <a:xfrm rot="5400000">
            <a:off x="4381500" y="34671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3" name="Rectangle 42"/>
          <p:cNvSpPr/>
          <p:nvPr/>
        </p:nvSpPr>
        <p:spPr bwMode="auto">
          <a:xfrm rot="5400000">
            <a:off x="4381500" y="3162300"/>
            <a:ext cx="304800" cy="381000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44" name="Rectangle 43"/>
          <p:cNvSpPr/>
          <p:nvPr/>
        </p:nvSpPr>
        <p:spPr bwMode="auto">
          <a:xfrm rot="5400000">
            <a:off x="4381500" y="2857501"/>
            <a:ext cx="304800" cy="381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0" name="Rectangle 59"/>
          <p:cNvSpPr/>
          <p:nvPr/>
        </p:nvSpPr>
        <p:spPr bwMode="auto">
          <a:xfrm rot="5400000">
            <a:off x="4381500" y="2552700"/>
            <a:ext cx="304800" cy="381000"/>
          </a:xfrm>
          <a:prstGeom prst="rect">
            <a:avLst/>
          </a:prstGeom>
          <a:solidFill>
            <a:srgbClr val="CCFFFF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38" name="&quot;No&quot; Symbol 37"/>
          <p:cNvSpPr/>
          <p:nvPr/>
        </p:nvSpPr>
        <p:spPr bwMode="auto">
          <a:xfrm>
            <a:off x="4306837" y="2362200"/>
            <a:ext cx="457200" cy="457200"/>
          </a:xfrm>
          <a:prstGeom prst="noSmoking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1429" tIns="45715" rIns="91429" bIns="45715" anchor="ctr"/>
          <a:lstStyle/>
          <a:p>
            <a:pPr algn="r" defTabSz="914306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571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a packet have to sit in a buffer before it is processed?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Depends on traffic pattern</a:t>
            </a:r>
          </a:p>
          <a:p>
            <a:pPr lvl="1"/>
            <a:r>
              <a:rPr lang="en-US" dirty="0"/>
              <a:t>Arrival rate at the queue</a:t>
            </a:r>
          </a:p>
          <a:p>
            <a:pPr lvl="1"/>
            <a:r>
              <a:rPr lang="en-US" dirty="0"/>
              <a:t>Nature of arriving traffic (bursty or not?)</a:t>
            </a:r>
          </a:p>
          <a:p>
            <a:pPr lvl="1"/>
            <a:r>
              <a:rPr lang="en-US" dirty="0"/>
              <a:t>Transmission rate of outgoing link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980F9B-53A6-F143-9245-CB9A67DA1D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0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Queueing delay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long does a packet have to sit in a buffer before it is processed?</a:t>
            </a:r>
            <a:br>
              <a:rPr lang="en-US" dirty="0"/>
            </a:br>
            <a:endParaRPr lang="en-US" dirty="0"/>
          </a:p>
          <a:p>
            <a:r>
              <a:rPr lang="en-US" dirty="0"/>
              <a:t>Characterized with statistical measures</a:t>
            </a:r>
          </a:p>
          <a:p>
            <a:pPr lvl="1"/>
            <a:r>
              <a:rPr lang="en-US" dirty="0"/>
              <a:t>Average queuing delay</a:t>
            </a:r>
          </a:p>
          <a:p>
            <a:pPr lvl="1"/>
            <a:r>
              <a:rPr lang="en-US" dirty="0"/>
              <a:t>Variance of queuing delay</a:t>
            </a:r>
          </a:p>
          <a:p>
            <a:pPr lvl="1"/>
            <a:r>
              <a:rPr lang="en-US" dirty="0"/>
              <a:t>Probability delay exceeds a threshold value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EDB69F-DA61-CF46-B65A-E72F461309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402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queueing theory terminology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Arrival process: how packets arrive</a:t>
            </a:r>
          </a:p>
          <a:p>
            <a:pPr lvl="1"/>
            <a:r>
              <a:rPr lang="en-US" dirty="0"/>
              <a:t>Average rate A</a:t>
            </a:r>
          </a:p>
          <a:p>
            <a:pPr lvl="1"/>
            <a:endParaRPr lang="en-US" dirty="0"/>
          </a:p>
          <a:p>
            <a:r>
              <a:rPr lang="en-US" dirty="0"/>
              <a:t>W: average time packets wait in the queue</a:t>
            </a:r>
          </a:p>
          <a:p>
            <a:pPr lvl="1"/>
            <a:r>
              <a:rPr lang="en-US" dirty="0"/>
              <a:t>W for “waiting time”</a:t>
            </a:r>
          </a:p>
          <a:p>
            <a:endParaRPr lang="en-US" dirty="0"/>
          </a:p>
          <a:p>
            <a:r>
              <a:rPr lang="en-US" dirty="0"/>
              <a:t>L: average number of packets waiting in the queue</a:t>
            </a:r>
          </a:p>
          <a:p>
            <a:pPr lvl="1"/>
            <a:r>
              <a:rPr lang="en-US" dirty="0"/>
              <a:t>L for “length of queue”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8015A-C04B-A440-9529-EEA2AB54EF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6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Little’s Law (1961)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L = A x W</a:t>
            </a:r>
          </a:p>
          <a:p>
            <a:endParaRPr lang="en-US" dirty="0"/>
          </a:p>
          <a:p>
            <a:r>
              <a:rPr lang="en-US" dirty="0"/>
              <a:t>Compute L: count packets in queue every second</a:t>
            </a:r>
          </a:p>
          <a:p>
            <a:endParaRPr lang="en-US" dirty="0"/>
          </a:p>
          <a:p>
            <a:r>
              <a:rPr lang="en-US" dirty="0"/>
              <a:t>Why do you care?</a:t>
            </a:r>
          </a:p>
          <a:p>
            <a:pPr lvl="1"/>
            <a:r>
              <a:rPr lang="en-US" dirty="0"/>
              <a:t>Easy to compute L, harder to compute 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A4361-5B37-334B-8897-0C956A3410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21D683B-CFB5-0D2F-CE92-1ECDA90C3992}"/>
                  </a:ext>
                </a:extLst>
              </p14:cNvPr>
              <p14:cNvContentPartPr/>
              <p14:nvPr/>
            </p14:nvContentPartPr>
            <p14:xfrm>
              <a:off x="3511080" y="1519920"/>
              <a:ext cx="1663200" cy="9792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21D683B-CFB5-0D2F-CE92-1ECDA90C39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01720" y="1510560"/>
                <a:ext cx="1681920" cy="99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510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Shape 69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4. Processing Delay</a:t>
            </a:r>
            <a:endParaRPr lang="en-US" dirty="0"/>
          </a:p>
        </p:txBody>
      </p:sp>
      <p:sp>
        <p:nvSpPr>
          <p:cNvPr id="699" name="Shape 699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0"/>
              </a:spcBef>
            </a:lvl1pPr>
          </a:lstStyle>
          <a:p>
            <a:pPr lvl="0"/>
            <a:r>
              <a:rPr lang="en-US" dirty="0"/>
              <a:t>How long does the switch take to process a  packet?</a:t>
            </a:r>
          </a:p>
          <a:p>
            <a:pPr lvl="1"/>
            <a:r>
              <a:rPr lang="en-US" dirty="0"/>
              <a:t>Negligible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79FC1-F369-994A-B5E1-32467B8CA2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69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543AC7C-8307-D4C0-75A6-561E33DB1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32422"/>
          <a:stretch/>
        </p:blipFill>
        <p:spPr>
          <a:xfrm>
            <a:off x="3581400" y="2329034"/>
            <a:ext cx="4150200" cy="442488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A1C8688B-F985-9CC7-7E28-9F964897C32B}"/>
              </a:ext>
            </a:extLst>
          </p:cNvPr>
          <p:cNvSpPr/>
          <p:nvPr/>
        </p:nvSpPr>
        <p:spPr bwMode="auto">
          <a:xfrm>
            <a:off x="5867400" y="4191000"/>
            <a:ext cx="609600" cy="228600"/>
          </a:xfrm>
          <a:prstGeom prst="ellipse">
            <a:avLst/>
          </a:prstGeom>
          <a:noFill/>
          <a:ln w="15875" cap="flat" cmpd="sng" algn="ctr">
            <a:solidFill>
              <a:srgbClr val="FFC000"/>
            </a:solidFill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3078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Shape 880"/>
          <p:cNvSpPr/>
          <p:nvPr/>
        </p:nvSpPr>
        <p:spPr>
          <a:xfrm flipV="1">
            <a:off x="1690867" y="2498379"/>
            <a:ext cx="5941457" cy="65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881" name="Shape 881"/>
          <p:cNvSpPr/>
          <p:nvPr/>
        </p:nvSpPr>
        <p:spPr>
          <a:xfrm>
            <a:off x="7536656" y="232171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882" name="Shape 882"/>
          <p:cNvSpPr/>
          <p:nvPr/>
        </p:nvSpPr>
        <p:spPr>
          <a:xfrm>
            <a:off x="3126645" y="2168678"/>
            <a:ext cx="558594" cy="51023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883" name="Shape 883"/>
          <p:cNvSpPr/>
          <p:nvPr/>
        </p:nvSpPr>
        <p:spPr>
          <a:xfrm>
            <a:off x="886181" y="2605413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delay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41B1F7-BF7E-9A49-A35B-7CC259233E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885" name="Shape 885"/>
          <p:cNvSpPr/>
          <p:nvPr/>
        </p:nvSpPr>
        <p:spPr>
          <a:xfrm>
            <a:off x="1464469" y="2321718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7" name="Shape 882"/>
          <p:cNvSpPr/>
          <p:nvPr/>
        </p:nvSpPr>
        <p:spPr>
          <a:xfrm>
            <a:off x="5676805" y="2212314"/>
            <a:ext cx="558594" cy="51023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18" name="Shape 883"/>
          <p:cNvSpPr/>
          <p:nvPr/>
        </p:nvSpPr>
        <p:spPr>
          <a:xfrm>
            <a:off x="1752600" y="2954235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propagation</a:t>
            </a:r>
            <a:r>
              <a:rPr sz="1969" b="0" dirty="0"/>
              <a:t> </a:t>
            </a:r>
          </a:p>
        </p:txBody>
      </p:sp>
      <p:sp>
        <p:nvSpPr>
          <p:cNvPr id="19" name="Shape 883"/>
          <p:cNvSpPr/>
          <p:nvPr/>
        </p:nvSpPr>
        <p:spPr>
          <a:xfrm>
            <a:off x="2673129" y="3268233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queueing</a:t>
            </a:r>
            <a:endParaRPr sz="1969" b="0" dirty="0"/>
          </a:p>
        </p:txBody>
      </p:sp>
      <p:sp>
        <p:nvSpPr>
          <p:cNvPr id="20" name="Shape 883"/>
          <p:cNvSpPr/>
          <p:nvPr/>
        </p:nvSpPr>
        <p:spPr>
          <a:xfrm>
            <a:off x="2673129" y="3562941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processing</a:t>
            </a:r>
            <a:endParaRPr sz="1969" b="0" dirty="0"/>
          </a:p>
        </p:txBody>
      </p:sp>
      <p:sp>
        <p:nvSpPr>
          <p:cNvPr id="21" name="Shape 883"/>
          <p:cNvSpPr/>
          <p:nvPr/>
        </p:nvSpPr>
        <p:spPr>
          <a:xfrm>
            <a:off x="3238347" y="3946601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22" name="Shape 883"/>
          <p:cNvSpPr/>
          <p:nvPr/>
        </p:nvSpPr>
        <p:spPr>
          <a:xfrm>
            <a:off x="4115403" y="4295422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propagation</a:t>
            </a:r>
            <a:r>
              <a:rPr sz="1969" b="0" dirty="0"/>
              <a:t> </a:t>
            </a:r>
          </a:p>
        </p:txBody>
      </p:sp>
      <p:sp>
        <p:nvSpPr>
          <p:cNvPr id="23" name="Shape 883"/>
          <p:cNvSpPr/>
          <p:nvPr/>
        </p:nvSpPr>
        <p:spPr>
          <a:xfrm>
            <a:off x="5253224" y="4693822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queueing</a:t>
            </a:r>
            <a:endParaRPr sz="1969" b="0" dirty="0"/>
          </a:p>
        </p:txBody>
      </p:sp>
      <p:sp>
        <p:nvSpPr>
          <p:cNvPr id="24" name="Shape 883"/>
          <p:cNvSpPr/>
          <p:nvPr/>
        </p:nvSpPr>
        <p:spPr>
          <a:xfrm>
            <a:off x="5253224" y="4988529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processing</a:t>
            </a:r>
            <a:endParaRPr sz="1969" b="0" dirty="0"/>
          </a:p>
        </p:txBody>
      </p:sp>
      <p:sp>
        <p:nvSpPr>
          <p:cNvPr id="25" name="Shape 883"/>
          <p:cNvSpPr/>
          <p:nvPr/>
        </p:nvSpPr>
        <p:spPr>
          <a:xfrm>
            <a:off x="5818442" y="5372190"/>
            <a:ext cx="1523397" cy="67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tr</a:t>
            </a:r>
            <a:r>
              <a:rPr sz="1969" b="0" dirty="0"/>
              <a:t>ansmission</a:t>
            </a:r>
            <a:br>
              <a:rPr lang="en-US" sz="1969" b="0" dirty="0"/>
            </a:br>
            <a:r>
              <a:rPr sz="1969" b="0" dirty="0"/>
              <a:t> </a:t>
            </a:r>
          </a:p>
        </p:txBody>
      </p:sp>
      <p:sp>
        <p:nvSpPr>
          <p:cNvPr id="26" name="Shape 883"/>
          <p:cNvSpPr/>
          <p:nvPr/>
        </p:nvSpPr>
        <p:spPr>
          <a:xfrm>
            <a:off x="6540054" y="5721011"/>
            <a:ext cx="1523397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en-US" sz="1969" b="0" dirty="0"/>
              <a:t>propagation</a:t>
            </a:r>
            <a:r>
              <a:rPr sz="1969" b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4575031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9D5E-2056-194B-A101-F493B513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 Trip Time (RTT)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280911-4B5E-2846-BF9A-91A197454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Time for a packet to go from a source to a destination and to come back</a:t>
            </a:r>
          </a:p>
          <a:p>
            <a:endParaRPr lang="en-US" dirty="0"/>
          </a:p>
          <a:p>
            <a:r>
              <a:rPr lang="en-US" dirty="0"/>
              <a:t>Why do we care?</a:t>
            </a:r>
          </a:p>
          <a:p>
            <a:pPr lvl="1"/>
            <a:r>
              <a:rPr lang="en-US" dirty="0"/>
              <a:t>Measuring delay is hard from one end</a:t>
            </a:r>
          </a:p>
          <a:p>
            <a:endParaRPr lang="en-US" dirty="0"/>
          </a:p>
          <a:p>
            <a:r>
              <a:rPr lang="en-US" dirty="0"/>
              <a:t>RTT/2 equals </a:t>
            </a:r>
            <a:r>
              <a:rPr lang="en-US" i="1" dirty="0"/>
              <a:t>average</a:t>
            </a:r>
            <a:r>
              <a:rPr lang="en-US" dirty="0"/>
              <a:t> end-to-end delay</a:t>
            </a:r>
          </a:p>
          <a:p>
            <a:pPr lvl="1"/>
            <a:r>
              <a:rPr lang="en-US" dirty="0"/>
              <a:t>Why not exact?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D3F6E-71B2-5644-8987-6113E63D4B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4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fraction of the packets sent to a destination are dropped?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0C876B-9329-8247-B343-64D20B9058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3438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what rate is the destination receiving data from the source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1B576-03AA-4145-A102-F94EFC83A5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560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Shape 959"/>
          <p:cNvSpPr/>
          <p:nvPr/>
        </p:nvSpPr>
        <p:spPr>
          <a:xfrm>
            <a:off x="3429000" y="4515329"/>
            <a:ext cx="4098726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b="0"/>
              <a:t>F/R  + propagation delay</a:t>
            </a:r>
          </a:p>
        </p:txBody>
      </p:sp>
      <p:sp>
        <p:nvSpPr>
          <p:cNvPr id="960" name="Shape 960"/>
          <p:cNvSpPr/>
          <p:nvPr/>
        </p:nvSpPr>
        <p:spPr>
          <a:xfrm>
            <a:off x="4000499" y="4304109"/>
            <a:ext cx="2982516" cy="892969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961" name="Shape 961"/>
          <p:cNvSpPr/>
          <p:nvPr/>
        </p:nvSpPr>
        <p:spPr>
          <a:xfrm>
            <a:off x="1074719" y="2486536"/>
            <a:ext cx="7137409" cy="232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962" name="Shape 962"/>
          <p:cNvSpPr/>
          <p:nvPr/>
        </p:nvSpPr>
        <p:spPr>
          <a:xfrm>
            <a:off x="8001000" y="2309811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7C9B6-0B40-6B4A-8112-0211959A19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74</a:t>
            </a:fld>
            <a:endParaRPr lang="en-US"/>
          </a:p>
        </p:txBody>
      </p:sp>
      <p:sp>
        <p:nvSpPr>
          <p:cNvPr id="964" name="Shape 964"/>
          <p:cNvSpPr/>
          <p:nvPr/>
        </p:nvSpPr>
        <p:spPr>
          <a:xfrm>
            <a:off x="848320" y="2309811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b="0"/>
          </a:p>
        </p:txBody>
      </p:sp>
      <p:sp>
        <p:nvSpPr>
          <p:cNvPr id="965" name="Shape 965"/>
          <p:cNvSpPr/>
          <p:nvPr/>
        </p:nvSpPr>
        <p:spPr>
          <a:xfrm flipH="1" flipV="1">
            <a:off x="1371600" y="2178480"/>
            <a:ext cx="0" cy="267691"/>
          </a:xfrm>
          <a:prstGeom prst="line">
            <a:avLst/>
          </a:prstGeom>
          <a:ln w="38100">
            <a:solidFill>
              <a:srgbClr val="5E5E5E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b="0"/>
          </a:p>
        </p:txBody>
      </p:sp>
      <p:sp>
        <p:nvSpPr>
          <p:cNvPr id="966" name="Shape 966"/>
          <p:cNvSpPr/>
          <p:nvPr/>
        </p:nvSpPr>
        <p:spPr>
          <a:xfrm>
            <a:off x="817959" y="1716880"/>
            <a:ext cx="4973241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T</a:t>
            </a:r>
            <a:r>
              <a:rPr sz="2531" b="0" dirty="0"/>
              <a:t>ransmission rate R bits/sec</a:t>
            </a:r>
          </a:p>
        </p:txBody>
      </p:sp>
      <p:sp>
        <p:nvSpPr>
          <p:cNvPr id="968" name="Shape 968"/>
          <p:cNvSpPr/>
          <p:nvPr/>
        </p:nvSpPr>
        <p:spPr>
          <a:xfrm>
            <a:off x="634008" y="5260958"/>
            <a:ext cx="4471392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b="0" dirty="0"/>
              <a:t>Average throughput = </a:t>
            </a:r>
          </a:p>
        </p:txBody>
      </p:sp>
      <p:sp>
        <p:nvSpPr>
          <p:cNvPr id="972" name="Shape 972"/>
          <p:cNvSpPr/>
          <p:nvPr/>
        </p:nvSpPr>
        <p:spPr>
          <a:xfrm>
            <a:off x="625078" y="4515329"/>
            <a:ext cx="2732484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b="0" dirty="0"/>
              <a:t>Transfer time</a:t>
            </a:r>
            <a:r>
              <a:rPr lang="en-US" sz="2531" b="0" dirty="0"/>
              <a:t> (T)</a:t>
            </a:r>
            <a:r>
              <a:rPr sz="2531" b="0" dirty="0"/>
              <a:t> =</a:t>
            </a:r>
          </a:p>
        </p:txBody>
      </p:sp>
      <p:sp>
        <p:nvSpPr>
          <p:cNvPr id="973" name="Shape 973"/>
          <p:cNvSpPr/>
          <p:nvPr/>
        </p:nvSpPr>
        <p:spPr>
          <a:xfrm>
            <a:off x="553641" y="2910844"/>
            <a:ext cx="3053953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F</a:t>
            </a:r>
            <a:r>
              <a:rPr sz="2531" b="0" dirty="0"/>
              <a:t>ile of size F bits</a:t>
            </a:r>
          </a:p>
        </p:txBody>
      </p:sp>
      <p:sp>
        <p:nvSpPr>
          <p:cNvPr id="974" name="Shape 974"/>
          <p:cNvSpPr/>
          <p:nvPr/>
        </p:nvSpPr>
        <p:spPr>
          <a:xfrm>
            <a:off x="3910011" y="5253641"/>
            <a:ext cx="1838325" cy="503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F/T </a:t>
            </a:r>
            <a:r>
              <a:rPr lang="en-US" sz="2800" b="0" dirty="0"/>
              <a:t>≈</a:t>
            </a:r>
            <a:r>
              <a:rPr lang="en-US" sz="2531" b="0" dirty="0"/>
              <a:t> R</a:t>
            </a:r>
            <a:endParaRPr sz="2531" b="0" dirty="0"/>
          </a:p>
        </p:txBody>
      </p:sp>
      <p:sp>
        <p:nvSpPr>
          <p:cNvPr id="975" name="Shape 975"/>
          <p:cNvSpPr/>
          <p:nvPr/>
        </p:nvSpPr>
        <p:spPr>
          <a:xfrm>
            <a:off x="553641" y="3348399"/>
            <a:ext cx="3411141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P</a:t>
            </a:r>
            <a:r>
              <a:rPr sz="2531" b="0" dirty="0"/>
              <a:t>ackets of size L bits</a:t>
            </a:r>
          </a:p>
        </p:txBody>
      </p:sp>
    </p:spTree>
    <p:extLst>
      <p:ext uri="{BB962C8B-B14F-4D97-AF65-F5344CB8AC3E}">
        <p14:creationId xmlns:p14="http://schemas.microsoft.com/office/powerpoint/2010/main" val="2219707476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9" grpId="0" animBg="1" advAuto="0"/>
      <p:bldP spid="960" grpId="0" animBg="1" advAuto="0"/>
      <p:bldP spid="965" grpId="0" animBg="1" advAuto="0"/>
      <p:bldP spid="966" grpId="0" animBg="1" advAuto="0"/>
      <p:bldP spid="968" grpId="0" animBg="1" advAuto="0"/>
      <p:bldP spid="972" grpId="0" animBg="1" advAuto="0"/>
      <p:bldP spid="973" grpId="0" animBg="1" advAuto="0"/>
      <p:bldP spid="974" grpId="0" animBg="1" advAuto="0"/>
      <p:bldP spid="975" grpId="0" animBg="1" advAuto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throughput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77E310F-EF3E-5845-A38F-15C57DB9E4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9507A418-0CEB-9E4A-BA45-3B7D3D133EB9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5" name="Shape 961"/>
          <p:cNvSpPr/>
          <p:nvPr/>
        </p:nvSpPr>
        <p:spPr>
          <a:xfrm>
            <a:off x="1074719" y="2486536"/>
            <a:ext cx="7137409" cy="2329"/>
          </a:xfrm>
          <a:prstGeom prst="line">
            <a:avLst/>
          </a:prstGeom>
          <a:ln w="63500">
            <a:solidFill>
              <a:srgbClr val="797979"/>
            </a:solidFill>
            <a:miter lim="400000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/>
          </a:p>
        </p:txBody>
      </p:sp>
      <p:sp>
        <p:nvSpPr>
          <p:cNvPr id="6" name="Shape 962"/>
          <p:cNvSpPr/>
          <p:nvPr/>
        </p:nvSpPr>
        <p:spPr>
          <a:xfrm>
            <a:off x="8001000" y="2309811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/>
          </a:p>
        </p:txBody>
      </p:sp>
      <p:sp>
        <p:nvSpPr>
          <p:cNvPr id="7" name="Shape 964"/>
          <p:cNvSpPr/>
          <p:nvPr/>
        </p:nvSpPr>
        <p:spPr>
          <a:xfrm>
            <a:off x="848320" y="2309811"/>
            <a:ext cx="357188" cy="357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7" y="2882"/>
                </a:moveTo>
                <a:cubicBezTo>
                  <a:pt x="20639" y="6724"/>
                  <a:pt x="20639" y="12954"/>
                  <a:pt x="16797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7" y="2882"/>
                </a:cubicBezTo>
              </a:path>
            </a:pathLst>
          </a:custGeom>
          <a:solidFill>
            <a:srgbClr val="333399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2812" b="0"/>
          </a:p>
        </p:txBody>
      </p:sp>
      <p:sp>
        <p:nvSpPr>
          <p:cNvPr id="8" name="Shape 965"/>
          <p:cNvSpPr/>
          <p:nvPr/>
        </p:nvSpPr>
        <p:spPr>
          <a:xfrm flipH="1" flipV="1">
            <a:off x="1371600" y="2178480"/>
            <a:ext cx="0" cy="267691"/>
          </a:xfrm>
          <a:prstGeom prst="line">
            <a:avLst/>
          </a:prstGeom>
          <a:ln w="38100">
            <a:solidFill>
              <a:srgbClr val="5E5E5E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b="0"/>
          </a:p>
        </p:txBody>
      </p:sp>
      <p:sp>
        <p:nvSpPr>
          <p:cNvPr id="9" name="Shape 966"/>
          <p:cNvSpPr/>
          <p:nvPr/>
        </p:nvSpPr>
        <p:spPr>
          <a:xfrm>
            <a:off x="817959" y="1716880"/>
            <a:ext cx="2992041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T</a:t>
            </a:r>
            <a:r>
              <a:rPr sz="2531" b="0" dirty="0"/>
              <a:t>ransmission rate R</a:t>
            </a:r>
          </a:p>
        </p:txBody>
      </p:sp>
      <p:sp>
        <p:nvSpPr>
          <p:cNvPr id="10" name="Shape 973"/>
          <p:cNvSpPr/>
          <p:nvPr/>
        </p:nvSpPr>
        <p:spPr>
          <a:xfrm>
            <a:off x="553641" y="2910844"/>
            <a:ext cx="3053953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F</a:t>
            </a:r>
            <a:r>
              <a:rPr sz="2531" b="0" dirty="0"/>
              <a:t>ile of size F bits</a:t>
            </a:r>
          </a:p>
        </p:txBody>
      </p:sp>
      <p:sp>
        <p:nvSpPr>
          <p:cNvPr id="11" name="Shape 975"/>
          <p:cNvSpPr/>
          <p:nvPr/>
        </p:nvSpPr>
        <p:spPr>
          <a:xfrm>
            <a:off x="553641" y="3348399"/>
            <a:ext cx="3411141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P</a:t>
            </a:r>
            <a:r>
              <a:rPr sz="2531" b="0" dirty="0"/>
              <a:t>ackets of size L bits</a:t>
            </a:r>
          </a:p>
        </p:txBody>
      </p:sp>
      <p:sp>
        <p:nvSpPr>
          <p:cNvPr id="12" name="Shape 981"/>
          <p:cNvSpPr>
            <a:spLocks noChangeAspect="1"/>
          </p:cNvSpPr>
          <p:nvPr/>
        </p:nvSpPr>
        <p:spPr>
          <a:xfrm>
            <a:off x="4114799" y="2029336"/>
            <a:ext cx="914400" cy="914400"/>
          </a:xfrm>
          <a:prstGeom prst="roundRect">
            <a:avLst>
              <a:gd name="adj" fmla="val 11538"/>
            </a:avLst>
          </a:prstGeom>
          <a:solidFill>
            <a:srgbClr val="D6D6D6"/>
          </a:solidFill>
          <a:ln w="63500">
            <a:solidFill>
              <a:srgbClr val="424242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13" name="Shape 966"/>
          <p:cNvSpPr/>
          <p:nvPr/>
        </p:nvSpPr>
        <p:spPr>
          <a:xfrm>
            <a:off x="5129212" y="1716880"/>
            <a:ext cx="3862388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 dirty="0"/>
              <a:t>T</a:t>
            </a:r>
            <a:r>
              <a:rPr sz="2531" b="0" dirty="0"/>
              <a:t>ransmission rate R</a:t>
            </a:r>
            <a:r>
              <a:rPr lang="en-US" sz="2531" b="0" dirty="0"/>
              <a:t>’ &gt; R</a:t>
            </a:r>
            <a:endParaRPr sz="2531" b="0" dirty="0"/>
          </a:p>
        </p:txBody>
      </p:sp>
      <p:sp>
        <p:nvSpPr>
          <p:cNvPr id="14" name="Shape 965"/>
          <p:cNvSpPr/>
          <p:nvPr/>
        </p:nvSpPr>
        <p:spPr>
          <a:xfrm flipH="1" flipV="1">
            <a:off x="5867400" y="2170709"/>
            <a:ext cx="0" cy="267691"/>
          </a:xfrm>
          <a:prstGeom prst="line">
            <a:avLst/>
          </a:prstGeom>
          <a:ln w="38100">
            <a:solidFill>
              <a:srgbClr val="5E5E5E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defTabSz="321457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844" b="0"/>
          </a:p>
        </p:txBody>
      </p:sp>
      <p:sp>
        <p:nvSpPr>
          <p:cNvPr id="15" name="Shape 968"/>
          <p:cNvSpPr/>
          <p:nvPr/>
        </p:nvSpPr>
        <p:spPr>
          <a:xfrm>
            <a:off x="634008" y="5260958"/>
            <a:ext cx="4471392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2531" b="0"/>
              <a:t>Average throughput = </a:t>
            </a:r>
          </a:p>
        </p:txBody>
      </p:sp>
      <p:sp>
        <p:nvSpPr>
          <p:cNvPr id="16" name="Shape 974"/>
          <p:cNvSpPr/>
          <p:nvPr/>
        </p:nvSpPr>
        <p:spPr>
          <a:xfrm>
            <a:off x="3910012" y="5274352"/>
            <a:ext cx="2185988" cy="46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3600">
                <a:solidFill>
                  <a:srgbClr val="5E5E5E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en-US" sz="2531" b="0">
                <a:solidFill>
                  <a:srgbClr val="0000FF"/>
                </a:solidFill>
              </a:rPr>
              <a:t>min{</a:t>
            </a:r>
            <a:r>
              <a:rPr sz="2531" b="0">
                <a:solidFill>
                  <a:srgbClr val="0000FF"/>
                </a:solidFill>
              </a:rPr>
              <a:t>R</a:t>
            </a:r>
            <a:r>
              <a:rPr lang="en-US" sz="2531" b="0">
                <a:solidFill>
                  <a:srgbClr val="0000FF"/>
                </a:solidFill>
              </a:rPr>
              <a:t>, R’} = R</a:t>
            </a:r>
            <a:endParaRPr sz="2531" b="0" dirty="0">
              <a:solidFill>
                <a:srgbClr val="0000FF"/>
              </a:solidFill>
            </a:endParaRPr>
          </a:p>
        </p:txBody>
      </p:sp>
      <p:sp>
        <p:nvSpPr>
          <p:cNvPr id="23" name="Shape 1001"/>
          <p:cNvSpPr/>
          <p:nvPr/>
        </p:nvSpPr>
        <p:spPr>
          <a:xfrm>
            <a:off x="2840396" y="4172890"/>
            <a:ext cx="4114800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l">
              <a:defRPr sz="3600" b="1">
                <a:solidFill>
                  <a:srgbClr val="942193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2800" b="0" dirty="0">
                <a:solidFill>
                  <a:srgbClr val="0000FF"/>
                </a:solidFill>
              </a:rPr>
              <a:t>bottleneck link</a:t>
            </a:r>
          </a:p>
        </p:txBody>
      </p:sp>
      <p:sp>
        <p:nvSpPr>
          <p:cNvPr id="24" name="Shape 1002"/>
          <p:cNvSpPr/>
          <p:nvPr/>
        </p:nvSpPr>
        <p:spPr>
          <a:xfrm flipH="1">
            <a:off x="3912028" y="2492393"/>
            <a:ext cx="0" cy="1737360"/>
          </a:xfrm>
          <a:prstGeom prst="line">
            <a:avLst/>
          </a:prstGeom>
          <a:ln w="38100">
            <a:solidFill>
              <a:srgbClr val="0000FF"/>
            </a:solidFill>
            <a:miter lim="400000"/>
            <a:headEnd type="stealth"/>
          </a:ln>
        </p:spPr>
        <p:txBody>
          <a:bodyPr lIns="0" tIns="0" rIns="0" bIns="0" anchor="ctr"/>
          <a:lstStyle/>
          <a:p>
            <a:pPr lvl="0"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 sz="2800" b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74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 advAuto="0"/>
      <p:bldP spid="14" grpId="0" animBg="1" advAuto="0"/>
      <p:bldP spid="15" grpId="0" animBg="1" advAuto="0"/>
      <p:bldP spid="16" grpId="0" animBg="1" advAuto="0"/>
      <p:bldP spid="23" grpId="0" animBg="1" advAuto="0"/>
      <p:bldP spid="24" grpId="0" animBg="1" advAuto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Summary</a:t>
            </a:r>
          </a:p>
        </p:txBody>
      </p:sp>
      <p:sp>
        <p:nvSpPr>
          <p:cNvPr id="259" name="Shape 25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How is the network shared?</a:t>
            </a:r>
          </a:p>
          <a:p>
            <a:pPr lvl="1"/>
            <a:r>
              <a:rPr lang="en-US" dirty="0"/>
              <a:t>On-demand or via reservation</a:t>
            </a:r>
          </a:p>
          <a:p>
            <a:pPr lvl="0"/>
            <a:r>
              <a:rPr lang="en-US" dirty="0"/>
              <a:t>How do we evaluate a network? </a:t>
            </a:r>
          </a:p>
          <a:p>
            <a:pPr lvl="1"/>
            <a:r>
              <a:rPr lang="en-US" dirty="0"/>
              <a:t>Bandwidth, delay, loss, …</a:t>
            </a:r>
          </a:p>
          <a:p>
            <a:pPr lvl="0"/>
            <a:r>
              <a:rPr lang="en-US" altLang="zh-CN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BDP</a:t>
            </a:r>
            <a:endParaRPr lang="en-US" dirty="0">
              <a:solidFill>
                <a:schemeClr val="accent2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altLang="zh-CN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See</a:t>
            </a:r>
            <a:r>
              <a:rPr lang="zh-CN" alt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backup</a:t>
            </a:r>
            <a:r>
              <a:rPr lang="zh-CN" altLang="en-US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2">
                    <a:lumMod val="50000"/>
                    <a:lumOff val="50000"/>
                  </a:schemeClr>
                </a:solidFill>
              </a:rPr>
              <a:t>slides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E16B4-EF89-1949-9011-D69B3A3753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7628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A70B7-3E67-4D4A-8338-9ABE5F5810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018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network link:  BDP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Link bandwidth  </a:t>
            </a:r>
          </a:p>
          <a:p>
            <a:pPr lvl="1"/>
            <a:r>
              <a:rPr lang="en-US" sz="2000" dirty="0"/>
              <a:t>Number of bits sent/received per unit time (bits/sec or bps)</a:t>
            </a:r>
          </a:p>
          <a:p>
            <a:r>
              <a:rPr lang="en-US" sz="2400" dirty="0"/>
              <a:t>Propagation delay </a:t>
            </a:r>
          </a:p>
          <a:p>
            <a:pPr lvl="1"/>
            <a:r>
              <a:rPr lang="en-US" sz="2000" dirty="0"/>
              <a:t>Time for one bit to move through the link (seconds)</a:t>
            </a:r>
          </a:p>
          <a:p>
            <a:r>
              <a:rPr lang="en-US" sz="2400" dirty="0"/>
              <a:t>Bandwidth-Delay Product (BDP) </a:t>
            </a:r>
          </a:p>
          <a:p>
            <a:pPr lvl="1"/>
            <a:r>
              <a:rPr lang="en-US" sz="2000" dirty="0"/>
              <a:t>Number of bits “in flight” at any time</a:t>
            </a:r>
          </a:p>
          <a:p>
            <a:r>
              <a:rPr lang="en-US" sz="2400" dirty="0"/>
              <a:t>BDP = bandwidth × propagation delay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26EBF1-CEC8-7C40-BC9D-CBAD8CF060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7240592" y="1998663"/>
            <a:ext cx="422275" cy="692150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782888" y="1992313"/>
            <a:ext cx="4608512" cy="69215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2632079" y="1998663"/>
            <a:ext cx="422275" cy="692150"/>
          </a:xfrm>
          <a:prstGeom prst="ellipse">
            <a:avLst/>
          </a:prstGeom>
          <a:solidFill>
            <a:schemeClr val="tx1">
              <a:lumMod val="75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047563" y="2139952"/>
            <a:ext cx="1467037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rgbClr val="000000"/>
                </a:solidFill>
                <a:ea typeface="Arial" charset="0"/>
                <a:cs typeface="Arial" charset="0"/>
              </a:rPr>
              <a:t>bandwidth</a:t>
            </a:r>
          </a:p>
        </p:txBody>
      </p:sp>
      <p:sp>
        <p:nvSpPr>
          <p:cNvPr id="9" name="AutoShape 8"/>
          <p:cNvSpPr>
            <a:spLocks/>
          </p:cNvSpPr>
          <p:nvPr/>
        </p:nvSpPr>
        <p:spPr bwMode="auto">
          <a:xfrm>
            <a:off x="2571750" y="1998663"/>
            <a:ext cx="95250" cy="692150"/>
          </a:xfrm>
          <a:prstGeom prst="leftBracket">
            <a:avLst>
              <a:gd name="adj" fmla="val 6055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0" name="AutoShape 9"/>
          <p:cNvSpPr>
            <a:spLocks/>
          </p:cNvSpPr>
          <p:nvPr/>
        </p:nvSpPr>
        <p:spPr bwMode="auto">
          <a:xfrm rot="16200000">
            <a:off x="5084763" y="554041"/>
            <a:ext cx="192088" cy="4570413"/>
          </a:xfrm>
          <a:prstGeom prst="leftBracket">
            <a:avLst>
              <a:gd name="adj" fmla="val 198278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 anchor="ctr"/>
          <a:lstStyle/>
          <a:p>
            <a:pPr algn="r" defTabSz="914259">
              <a:defRPr/>
            </a:pPr>
            <a:endParaRPr lang="en-US" sz="1969">
              <a:solidFill>
                <a:srgbClr val="000000"/>
              </a:solidFill>
              <a:latin typeface="Courier New" charset="0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3502266" y="2876551"/>
            <a:ext cx="2407999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rgbClr val="000000"/>
                </a:solidFill>
                <a:ea typeface="Arial" charset="0"/>
                <a:cs typeface="Arial" charset="0"/>
              </a:rPr>
              <a:t>Propagation delay</a:t>
            </a: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3692784" y="2152270"/>
            <a:ext cx="2406397" cy="400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1424" tIns="45712" rIns="91424" bIns="45712">
            <a:spAutoFit/>
          </a:bodyPr>
          <a:lstStyle/>
          <a:p>
            <a:pPr algn="r" defTabSz="914259">
              <a:defRPr/>
            </a:pPr>
            <a:r>
              <a:rPr lang="en-US" sz="2000" dirty="0">
                <a:solidFill>
                  <a:schemeClr val="accent3"/>
                </a:solidFill>
                <a:ea typeface="Arial" charset="0"/>
                <a:cs typeface="Arial" charset="0"/>
              </a:rPr>
              <a:t>delay x bandwidth</a:t>
            </a:r>
          </a:p>
        </p:txBody>
      </p:sp>
    </p:spTree>
    <p:extLst>
      <p:ext uri="{BB962C8B-B14F-4D97-AF65-F5344CB8AC3E}">
        <p14:creationId xmlns:p14="http://schemas.microsoft.com/office/powerpoint/2010/main" val="4121102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/>
      <p:bldP spid="1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BDP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Same city over a slow link: 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Bandwidth: ~100Mbps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Propagation delay: ~0.1msec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BDP: 10,000bits (1.25KBytes)</a:t>
            </a:r>
          </a:p>
          <a:p>
            <a:pPr marL="0" indent="0">
              <a:buNone/>
              <a:defRPr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  <a:p>
            <a:pPr>
              <a:defRPr/>
            </a:pPr>
            <a:r>
              <a:rPr lang="en-US" dirty="0">
                <a:solidFill>
                  <a:srgbClr val="0000FF"/>
                </a:solidFill>
                <a:latin typeface="Arial" charset="0"/>
                <a:ea typeface="Arial" charset="0"/>
                <a:cs typeface="Arial" charset="0"/>
              </a:rPr>
              <a:t>Cross-country over fast link: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Bandwidth: ~10Gbps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Propagation delay: ~10msec</a:t>
            </a:r>
          </a:p>
          <a:p>
            <a:pPr lvl="1">
              <a:defRPr/>
            </a:pPr>
            <a:r>
              <a:rPr lang="en-US" dirty="0">
                <a:latin typeface="Arial" charset="0"/>
                <a:ea typeface="Arial" charset="0"/>
                <a:cs typeface="Arial" charset="0"/>
              </a:rPr>
              <a:t>BDP: 10</a:t>
            </a:r>
            <a:r>
              <a:rPr lang="en-US" baseline="30000" dirty="0">
                <a:latin typeface="Arial" charset="0"/>
                <a:ea typeface="Arial" charset="0"/>
                <a:cs typeface="Arial" charset="0"/>
              </a:rPr>
              <a:t>8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bits (12.5MBytes)</a:t>
            </a:r>
          </a:p>
          <a:p>
            <a:pPr lvl="1">
              <a:defRPr/>
            </a:pPr>
            <a:endParaRPr lang="en-US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5B758-A620-9541-9EB3-FD83212918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34400" y="6248400"/>
            <a:ext cx="609600" cy="457200"/>
          </a:xfrm>
          <a:prstGeom prst="rect">
            <a:avLst/>
          </a:prstGeom>
        </p:spPr>
        <p:txBody>
          <a:bodyPr/>
          <a:lstStyle/>
          <a:p>
            <a:fld id="{A190D881-957A-7944-A8D0-1584E528B88F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92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csci teaching">
  <a:themeElements>
    <a:clrScheme name="">
      <a:dk1>
        <a:srgbClr val="333399"/>
      </a:dk1>
      <a:lt1>
        <a:srgbClr val="FFFFFF"/>
      </a:lt1>
      <a:dk2>
        <a:srgbClr val="CC0000"/>
      </a:dk2>
      <a:lt2>
        <a:srgbClr val="CECECE"/>
      </a:lt2>
      <a:accent1>
        <a:srgbClr val="EBEBEB"/>
      </a:accent1>
      <a:accent2>
        <a:srgbClr val="232323"/>
      </a:accent2>
      <a:accent3>
        <a:srgbClr val="FFFFFF"/>
      </a:accent3>
      <a:accent4>
        <a:srgbClr val="2A2A82"/>
      </a:accent4>
      <a:accent5>
        <a:srgbClr val="F3F3F3"/>
      </a:accent5>
      <a:accent6>
        <a:srgbClr val="1F1F1F"/>
      </a:accent6>
      <a:hlink>
        <a:srgbClr val="9C9C9C"/>
      </a:hlink>
      <a:folHlink>
        <a:srgbClr val="676767"/>
      </a:folHlink>
    </a:clrScheme>
    <a:fontScheme name="dbllineb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accent2"/>
          </a:solidFill>
          <a:prstDash val="solid"/>
          <a:round/>
          <a:headEnd type="none" w="med" len="med"/>
          <a:tailEnd type="stealth" w="med" len="lg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bllineb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bllineb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llineb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i teaching" id="{2544B9EB-22C5-894E-8225-D41CCBCFB37A}" vid="{814176C4-F8E2-3E49-9BEB-3A929C7DAC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1490471936</TotalTime>
  <Pages>7</Pages>
  <Words>2588</Words>
  <Application>Microsoft Macintosh PowerPoint</Application>
  <PresentationFormat>On-screen Show (4:3)</PresentationFormat>
  <Paragraphs>721</Paragraphs>
  <Slides>79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91" baseType="lpstr">
      <vt:lpstr>ＭＳ Ｐゴシック</vt:lpstr>
      <vt:lpstr>PMingLiU</vt:lpstr>
      <vt:lpstr>Arial</vt:lpstr>
      <vt:lpstr>Arial Black</vt:lpstr>
      <vt:lpstr>Calibri</vt:lpstr>
      <vt:lpstr>Courier New</vt:lpstr>
      <vt:lpstr>Gill Sans</vt:lpstr>
      <vt:lpstr>Helvetica Neue</vt:lpstr>
      <vt:lpstr>Monotype Sorts</vt:lpstr>
      <vt:lpstr>Times New Roman</vt:lpstr>
      <vt:lpstr>Wingdings</vt:lpstr>
      <vt:lpstr>csci teaching</vt:lpstr>
      <vt:lpstr>CSCI4430 Computer Networks  Lecture 1: Intro and Overview</vt:lpstr>
      <vt:lpstr>Agenda</vt:lpstr>
      <vt:lpstr>Course websites</vt:lpstr>
      <vt:lpstr>About me: Hong Xu, Henry</vt:lpstr>
      <vt:lpstr>TA team</vt:lpstr>
      <vt:lpstr>Prerequisites</vt:lpstr>
      <vt:lpstr>What is this course about?</vt:lpstr>
      <vt:lpstr>What is a network? </vt:lpstr>
      <vt:lpstr>How does it evolve – 1969</vt:lpstr>
      <vt:lpstr>How does it evolve – 1969</vt:lpstr>
      <vt:lpstr>How does it evolve – 1971</vt:lpstr>
      <vt:lpstr>How does it evolve – 1980</vt:lpstr>
      <vt:lpstr>How does it evolve – Now</vt:lpstr>
      <vt:lpstr>What you will learn</vt:lpstr>
      <vt:lpstr>What you will learn</vt:lpstr>
      <vt:lpstr>Class workload</vt:lpstr>
      <vt:lpstr>Assessment</vt:lpstr>
      <vt:lpstr>Assignments</vt:lpstr>
      <vt:lpstr>Communication protocol</vt:lpstr>
      <vt:lpstr>Other policies</vt:lpstr>
      <vt:lpstr>Let’s Talk Internet</vt:lpstr>
      <vt:lpstr>The Internet consists of many end-systems</vt:lpstr>
      <vt:lpstr>Connected by switches</vt:lpstr>
      <vt:lpstr>And links</vt:lpstr>
      <vt:lpstr>Managed by many parties</vt:lpstr>
      <vt:lpstr>Transfers data</vt:lpstr>
      <vt:lpstr>A federated system</vt:lpstr>
      <vt:lpstr>Connecting everyone</vt:lpstr>
      <vt:lpstr>Connecting everyone</vt:lpstr>
      <vt:lpstr>Solution: Switched networks</vt:lpstr>
      <vt:lpstr>When do we need to share the network?</vt:lpstr>
      <vt:lpstr>Shared among many services</vt:lpstr>
      <vt:lpstr>Two ways to share</vt:lpstr>
      <vt:lpstr>Circuit switching</vt:lpstr>
      <vt:lpstr>Circuit switching</vt:lpstr>
      <vt:lpstr>Circuit switching</vt:lpstr>
      <vt:lpstr>Packet switching</vt:lpstr>
      <vt:lpstr>Packet switching</vt:lpstr>
      <vt:lpstr>Packet switching</vt:lpstr>
      <vt:lpstr>Statistical multiplexing</vt:lpstr>
      <vt:lpstr>MASSIVE Scale</vt:lpstr>
      <vt:lpstr>Google’s TPU cluster (pod)</vt:lpstr>
      <vt:lpstr>Have we found the right solution?</vt:lpstr>
      <vt:lpstr>The Internet is a lesson</vt:lpstr>
      <vt:lpstr>How do we evaluate a network?</vt:lpstr>
      <vt:lpstr>Performance metrics</vt:lpstr>
      <vt:lpstr>Delay</vt:lpstr>
      <vt:lpstr>Delay</vt:lpstr>
      <vt:lpstr>A network link</vt:lpstr>
      <vt:lpstr>1. Transmission delay</vt:lpstr>
      <vt:lpstr>2. Propagation delay</vt:lpstr>
      <vt:lpstr>Packet delay Sending a 100-byte packet</vt:lpstr>
      <vt:lpstr>Packet delay Sending a 100-byte packet</vt:lpstr>
      <vt:lpstr>Sending a large file using 100-byte packets</vt:lpstr>
      <vt:lpstr>Pipe view of a link</vt:lpstr>
      <vt:lpstr>3. Queuing delay</vt:lpstr>
      <vt:lpstr>Queuing delay: “pipe” view</vt:lpstr>
      <vt:lpstr>Queueing delay: “pipe” view</vt:lpstr>
      <vt:lpstr>Queueing delay: “pipe” view</vt:lpstr>
      <vt:lpstr>Queueing delay: “pipe” view</vt:lpstr>
      <vt:lpstr>Queueing delay: “pipe” view</vt:lpstr>
      <vt:lpstr>Queueing delay: “pipe” view</vt:lpstr>
      <vt:lpstr>Queueing delay: “pipe” view</vt:lpstr>
      <vt:lpstr>Persistent overload leads to packet drop/loss</vt:lpstr>
      <vt:lpstr>Queueing delay</vt:lpstr>
      <vt:lpstr>Queueing delay</vt:lpstr>
      <vt:lpstr>Basic queueing theory terminology</vt:lpstr>
      <vt:lpstr>Little’s Law (1961)</vt:lpstr>
      <vt:lpstr>4. Processing Delay</vt:lpstr>
      <vt:lpstr>End-to-end delay</vt:lpstr>
      <vt:lpstr>Round Trip Time (RTT)</vt:lpstr>
      <vt:lpstr>Loss</vt:lpstr>
      <vt:lpstr>Throughput</vt:lpstr>
      <vt:lpstr>Throughput</vt:lpstr>
      <vt:lpstr>End-to-end throughput</vt:lpstr>
      <vt:lpstr>Summary</vt:lpstr>
      <vt:lpstr>PowerPoint Presentation</vt:lpstr>
      <vt:lpstr>A network link:  BDP</vt:lpstr>
      <vt:lpstr>BDP Examples</vt:lpstr>
    </vt:vector>
  </TitlesOfParts>
  <Manager/>
  <Company>CUHK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CSCI4430 Computer Networks  Lecture 1: Intro and Overview</dc:title>
  <dc:subject/>
  <dc:creator>Hong Xu</dc:creator>
  <cp:keywords/>
  <dc:description/>
  <cp:lastModifiedBy>Hong Xu</cp:lastModifiedBy>
  <cp:revision>1573</cp:revision>
  <cp:lastPrinted>1999-09-08T17:25:07Z</cp:lastPrinted>
  <dcterms:created xsi:type="dcterms:W3CDTF">2014-01-14T18:15:50Z</dcterms:created>
  <dcterms:modified xsi:type="dcterms:W3CDTF">2025-01-08T03:03:18Z</dcterms:modified>
  <cp:category/>
</cp:coreProperties>
</file>