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2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3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0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1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5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5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2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6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45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3297D-3181-410B-9323-15F571BF95A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EAB7E-1293-4575-AD79-1E33F504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6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78652"/>
            <a:ext cx="9144000" cy="1097839"/>
          </a:xfrm>
        </p:spPr>
        <p:txBody>
          <a:bodyPr>
            <a:noAutofit/>
          </a:bodyPr>
          <a:lstStyle/>
          <a:p>
            <a:r>
              <a:rPr lang="en-US" altLang="zh-TW" sz="4800" b="1" dirty="0"/>
              <a:t>Course and Teaching Evaluation (CTE) for Term 2, 2024-25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5364" y="1777562"/>
            <a:ext cx="10941269" cy="467403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dirty="0"/>
              <a:t>Notes for Students: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The CTE links were sent to your </a:t>
            </a:r>
            <a:r>
              <a:rPr lang="en-US" sz="2800" b="1" dirty="0"/>
              <a:t>CUHK Link email accounts</a:t>
            </a:r>
            <a:r>
              <a:rPr lang="en-US" sz="2800" dirty="0"/>
              <a:t>.  Please check.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You will receive separate emails for teacher’s evaluation and TA’s evaluation.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Subject of the email is “Online CTE Questionnaire for [course code]: [course name] – [Teacher or TA name]”.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No login is required and all feedback is anonymous.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Course teacher will give you ~10-15 minutes to fill out the CTE questionnaires before the end of the class.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Submission deadline: By 23:59 tomorrow</a:t>
            </a:r>
          </a:p>
        </p:txBody>
      </p:sp>
    </p:spTree>
    <p:extLst>
      <p:ext uri="{BB962C8B-B14F-4D97-AF65-F5344CB8AC3E}">
        <p14:creationId xmlns:p14="http://schemas.microsoft.com/office/powerpoint/2010/main" val="192935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0561-423D-4F9C-BCFC-DE8A20AD2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128" y="123114"/>
            <a:ext cx="1388533" cy="8419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57F028-EF51-EB82-4AE8-E8832F0ED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051321"/>
              </p:ext>
            </p:extLst>
          </p:nvPr>
        </p:nvGraphicFramePr>
        <p:xfrm>
          <a:off x="2030661" y="146760"/>
          <a:ext cx="6116110" cy="1376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6110">
                  <a:extLst>
                    <a:ext uri="{9D8B030D-6E8A-4147-A177-3AD203B41FA5}">
                      <a16:colId xmlns:a16="http://schemas.microsoft.com/office/drawing/2014/main" val="789069307"/>
                    </a:ext>
                  </a:extLst>
                </a:gridCol>
              </a:tblGrid>
              <a:tr h="13763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 Code: CSCI4430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 Title: Data Communication and Computer Networks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Teacher: </a:t>
                      </a:r>
                      <a:r>
                        <a:rPr lang="it-IT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Professor XU Hong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343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CC1D37-42C1-E6F5-D633-B1E05FD8E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498485"/>
              </p:ext>
            </p:extLst>
          </p:nvPr>
        </p:nvGraphicFramePr>
        <p:xfrm>
          <a:off x="1732547" y="1688316"/>
          <a:ext cx="9637296" cy="4776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432">
                  <a:extLst>
                    <a:ext uri="{9D8B030D-6E8A-4147-A177-3AD203B41FA5}">
                      <a16:colId xmlns:a16="http://schemas.microsoft.com/office/drawing/2014/main" val="3993558125"/>
                    </a:ext>
                  </a:extLst>
                </a:gridCol>
                <a:gridCol w="3212432">
                  <a:extLst>
                    <a:ext uri="{9D8B030D-6E8A-4147-A177-3AD203B41FA5}">
                      <a16:colId xmlns:a16="http://schemas.microsoft.com/office/drawing/2014/main" val="2539943893"/>
                    </a:ext>
                  </a:extLst>
                </a:gridCol>
                <a:gridCol w="3212432">
                  <a:extLst>
                    <a:ext uri="{9D8B030D-6E8A-4147-A177-3AD203B41FA5}">
                      <a16:colId xmlns:a16="http://schemas.microsoft.com/office/drawing/2014/main" val="3748884167"/>
                    </a:ext>
                  </a:extLst>
                </a:gridCol>
              </a:tblGrid>
              <a:tr h="414556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281"/>
                  </a:ext>
                </a:extLst>
              </a:tr>
              <a:tr h="6309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A. WU </a:t>
                      </a:r>
                      <a:r>
                        <a:rPr lang="en-US" dirty="0" err="1"/>
                        <a:t>Shaofeng</a:t>
                      </a:r>
                      <a:endParaRPr lang="sv-S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B. YANG Yitao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C. FENG Yicheng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573408"/>
                  </a:ext>
                </a:extLst>
              </a:tr>
            </a:tbl>
          </a:graphicData>
        </a:graphic>
      </p:graphicFrame>
      <p:pic>
        <p:nvPicPr>
          <p:cNvPr id="6" name="Picture 5" descr="A person with short hair wearing a black shirt&#10;&#10;AI-generated content may be incorrect.">
            <a:extLst>
              <a:ext uri="{FF2B5EF4-FFF2-40B4-BE49-F238E27FC236}">
                <a16:creationId xmlns:a16="http://schemas.microsoft.com/office/drawing/2014/main" id="{21302F9A-7114-8626-6BC5-C59633AAE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01" y="1863817"/>
            <a:ext cx="3014562" cy="4017999"/>
          </a:xfrm>
          <a:prstGeom prst="rect">
            <a:avLst/>
          </a:prstGeom>
        </p:spPr>
      </p:pic>
      <p:pic>
        <p:nvPicPr>
          <p:cNvPr id="9" name="Picture 8" descr="A person wearing glasses and a plaid shirt&#10;&#10;AI-generated content may be incorrect.">
            <a:extLst>
              <a:ext uri="{FF2B5EF4-FFF2-40B4-BE49-F238E27FC236}">
                <a16:creationId xmlns:a16="http://schemas.microsoft.com/office/drawing/2014/main" id="{E2FEB3DA-D600-0C5F-E5CA-D4E54E72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35" y="2001283"/>
            <a:ext cx="2716373" cy="3880533"/>
          </a:xfrm>
          <a:prstGeom prst="rect">
            <a:avLst/>
          </a:prstGeom>
        </p:spPr>
      </p:pic>
      <p:pic>
        <p:nvPicPr>
          <p:cNvPr id="13" name="Picture 1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93F8928D-A9DD-D405-338B-06B02EE69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71" y="2137650"/>
            <a:ext cx="2995332" cy="37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70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136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Course and Teaching Evaluation (CTE) for Term 2, 2024-25</vt:lpstr>
      <vt:lpstr>TA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and Teaching Evaluation (CTE) for Term 1, 2020-21</dc:title>
  <dc:creator>Katherine Yeung (CSD)</dc:creator>
  <cp:lastModifiedBy>Man Nga Vivien Ng (CSD)</cp:lastModifiedBy>
  <cp:revision>28</cp:revision>
  <dcterms:created xsi:type="dcterms:W3CDTF">2020-11-10T04:15:33Z</dcterms:created>
  <dcterms:modified xsi:type="dcterms:W3CDTF">2025-04-11T06:21:26Z</dcterms:modified>
</cp:coreProperties>
</file>