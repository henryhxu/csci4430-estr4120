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58" r:id="rId4"/>
    <p:sldId id="257" r:id="rId5"/>
    <p:sldId id="276" r:id="rId6"/>
    <p:sldId id="280" r:id="rId7"/>
    <p:sldId id="277" r:id="rId8"/>
    <p:sldId id="259" r:id="rId9"/>
    <p:sldId id="275" r:id="rId10"/>
    <p:sldId id="278" r:id="rId11"/>
    <p:sldId id="279" r:id="rId12"/>
    <p:sldId id="261" r:id="rId13"/>
    <p:sldId id="260" r:id="rId14"/>
    <p:sldId id="262" r:id="rId15"/>
    <p:sldId id="273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1575" autoAdjust="0"/>
  </p:normalViewPr>
  <p:slideViewPr>
    <p:cSldViewPr snapToGrid="0" snapToObjects="1">
      <p:cViewPr varScale="1">
        <p:scale>
          <a:sx n="116" d="100"/>
          <a:sy n="116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, Qingyu" userId="498998f4-7f18-4549-a740-dcfb6e1e3d22" providerId="ADAL" clId="{24D6E530-C0B9-47B9-A1D5-C0EEE4E4E5F0}"/>
    <pc:docChg chg="custSel modSld">
      <pc:chgData name="SONG, Qingyu" userId="498998f4-7f18-4549-a740-dcfb6e1e3d22" providerId="ADAL" clId="{24D6E530-C0B9-47B9-A1D5-C0EEE4E4E5F0}" dt="2023-01-09T07:03:14.712" v="37" actId="20577"/>
      <pc:docMkLst>
        <pc:docMk/>
      </pc:docMkLst>
      <pc:sldChg chg="modSp mod">
        <pc:chgData name="SONG, Qingyu" userId="498998f4-7f18-4549-a740-dcfb6e1e3d22" providerId="ADAL" clId="{24D6E530-C0B9-47B9-A1D5-C0EEE4E4E5F0}" dt="2023-01-09T07:01:10.522" v="1" actId="20577"/>
        <pc:sldMkLst>
          <pc:docMk/>
          <pc:sldMk cId="356419186" sldId="256"/>
        </pc:sldMkLst>
        <pc:spChg chg="mod">
          <ac:chgData name="SONG, Qingyu" userId="498998f4-7f18-4549-a740-dcfb6e1e3d22" providerId="ADAL" clId="{24D6E530-C0B9-47B9-A1D5-C0EEE4E4E5F0}" dt="2023-01-09T07:01:10.522" v="1" actId="20577"/>
          <ac:spMkLst>
            <pc:docMk/>
            <pc:sldMk cId="356419186" sldId="256"/>
            <ac:spMk id="2" creationId="{37E55C1B-43BC-8B40-A7BE-D3C3F3D8A40E}"/>
          </ac:spMkLst>
        </pc:spChg>
      </pc:sldChg>
      <pc:sldChg chg="modSp mod">
        <pc:chgData name="SONG, Qingyu" userId="498998f4-7f18-4549-a740-dcfb6e1e3d22" providerId="ADAL" clId="{24D6E530-C0B9-47B9-A1D5-C0EEE4E4E5F0}" dt="2023-01-09T07:01:35.700" v="10" actId="20577"/>
        <pc:sldMkLst>
          <pc:docMk/>
          <pc:sldMk cId="1947847713" sldId="257"/>
        </pc:sldMkLst>
        <pc:spChg chg="mod">
          <ac:chgData name="SONG, Qingyu" userId="498998f4-7f18-4549-a740-dcfb6e1e3d22" providerId="ADAL" clId="{24D6E530-C0B9-47B9-A1D5-C0EEE4E4E5F0}" dt="2023-01-09T07:01:35.700" v="10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modSp mod">
        <pc:chgData name="SONG, Qingyu" userId="498998f4-7f18-4549-a740-dcfb6e1e3d22" providerId="ADAL" clId="{24D6E530-C0B9-47B9-A1D5-C0EEE4E4E5F0}" dt="2023-01-09T07:03:14.712" v="37" actId="20577"/>
        <pc:sldMkLst>
          <pc:docMk/>
          <pc:sldMk cId="1871005255" sldId="270"/>
        </pc:sldMkLst>
        <pc:spChg chg="mod">
          <ac:chgData name="SONG, Qingyu" userId="498998f4-7f18-4549-a740-dcfb6e1e3d22" providerId="ADAL" clId="{24D6E530-C0B9-47B9-A1D5-C0EEE4E4E5F0}" dt="2023-01-09T07:03:14.712" v="37" actId="20577"/>
          <ac:spMkLst>
            <pc:docMk/>
            <pc:sldMk cId="1871005255" sldId="270"/>
            <ac:spMk id="3" creationId="{8F20472D-613F-3748-9CBD-88055CDB4B08}"/>
          </ac:spMkLst>
        </pc:spChg>
      </pc:sldChg>
    </pc:docChg>
  </pc:docChgLst>
  <pc:docChgLst>
    <pc:chgData name="SONG, Qingyu" userId="498998f4-7f18-4549-a740-dcfb6e1e3d22" providerId="ADAL" clId="{A2A67607-707D-9A4B-B498-57C0CB8C6AF6}"/>
    <pc:docChg chg="undo custSel addSld delSld modSld">
      <pc:chgData name="SONG, Qingyu" userId="498998f4-7f18-4549-a740-dcfb6e1e3d22" providerId="ADAL" clId="{A2A67607-707D-9A4B-B498-57C0CB8C6AF6}" dt="2022-01-09T09:39:47.453" v="739" actId="20577"/>
      <pc:docMkLst>
        <pc:docMk/>
      </pc:docMkLst>
      <pc:sldChg chg="modSp mod">
        <pc:chgData name="SONG, Qingyu" userId="498998f4-7f18-4549-a740-dcfb6e1e3d22" providerId="ADAL" clId="{A2A67607-707D-9A4B-B498-57C0CB8C6AF6}" dt="2022-01-09T08:43:56.456" v="166" actId="27636"/>
        <pc:sldMkLst>
          <pc:docMk/>
          <pc:sldMk cId="356419186" sldId="256"/>
        </pc:sldMkLst>
        <pc:spChg chg="mod">
          <ac:chgData name="SONG, Qingyu" userId="498998f4-7f18-4549-a740-dcfb6e1e3d22" providerId="ADAL" clId="{A2A67607-707D-9A4B-B498-57C0CB8C6AF6}" dt="2022-01-09T08:43:56.456" v="166" actId="27636"/>
          <ac:spMkLst>
            <pc:docMk/>
            <pc:sldMk cId="356419186" sldId="256"/>
            <ac:spMk id="3" creationId="{6CEAD46B-2981-B54E-B7BD-5B165BCFE3E7}"/>
          </ac:spMkLst>
        </pc:spChg>
      </pc:sldChg>
      <pc:sldChg chg="modSp mod">
        <pc:chgData name="SONG, Qingyu" userId="498998f4-7f18-4549-a740-dcfb6e1e3d22" providerId="ADAL" clId="{A2A67607-707D-9A4B-B498-57C0CB8C6AF6}" dt="2022-01-09T09:39:47.453" v="739" actId="20577"/>
        <pc:sldMkLst>
          <pc:docMk/>
          <pc:sldMk cId="1947847713" sldId="257"/>
        </pc:sldMkLst>
        <pc:spChg chg="mod">
          <ac:chgData name="SONG, Qingyu" userId="498998f4-7f18-4549-a740-dcfb6e1e3d22" providerId="ADAL" clId="{A2A67607-707D-9A4B-B498-57C0CB8C6AF6}" dt="2022-01-09T08:44:45.239" v="171" actId="20577"/>
          <ac:spMkLst>
            <pc:docMk/>
            <pc:sldMk cId="1947847713" sldId="257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39:47.453" v="739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modSp add mod">
        <pc:chgData name="SONG, Qingyu" userId="498998f4-7f18-4549-a740-dcfb6e1e3d22" providerId="ADAL" clId="{A2A67607-707D-9A4B-B498-57C0CB8C6AF6}" dt="2022-01-09T08:45:17.052" v="215" actId="20577"/>
        <pc:sldMkLst>
          <pc:docMk/>
          <pc:sldMk cId="440415094" sldId="258"/>
        </pc:sldMkLst>
        <pc:spChg chg="mod">
          <ac:chgData name="SONG, Qingyu" userId="498998f4-7f18-4549-a740-dcfb6e1e3d22" providerId="ADAL" clId="{A2A67607-707D-9A4B-B498-57C0CB8C6AF6}" dt="2022-01-09T08:45:00.824" v="186" actId="20577"/>
          <ac:spMkLst>
            <pc:docMk/>
            <pc:sldMk cId="440415094" sldId="258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45:17.052" v="215" actId="20577"/>
          <ac:spMkLst>
            <pc:docMk/>
            <pc:sldMk cId="440415094" sldId="258"/>
            <ac:spMk id="3" creationId="{8F20472D-613F-3748-9CBD-88055CDB4B08}"/>
          </ac:spMkLst>
        </pc:spChg>
      </pc:sldChg>
      <pc:sldChg chg="new del">
        <pc:chgData name="SONG, Qingyu" userId="498998f4-7f18-4549-a740-dcfb6e1e3d22" providerId="ADAL" clId="{A2A67607-707D-9A4B-B498-57C0CB8C6AF6}" dt="2022-01-09T08:44:50.281" v="173" actId="680"/>
        <pc:sldMkLst>
          <pc:docMk/>
          <pc:sldMk cId="1741813886" sldId="258"/>
        </pc:sldMkLst>
      </pc:sldChg>
      <pc:sldChg chg="modSp add mod">
        <pc:chgData name="SONG, Qingyu" userId="498998f4-7f18-4549-a740-dcfb6e1e3d22" providerId="ADAL" clId="{A2A67607-707D-9A4B-B498-57C0CB8C6AF6}" dt="2022-01-09T08:46:18.147" v="243" actId="123"/>
        <pc:sldMkLst>
          <pc:docMk/>
          <pc:sldMk cId="1573737923" sldId="259"/>
        </pc:sldMkLst>
        <pc:spChg chg="mod">
          <ac:chgData name="SONG, Qingyu" userId="498998f4-7f18-4549-a740-dcfb6e1e3d22" providerId="ADAL" clId="{A2A67607-707D-9A4B-B498-57C0CB8C6AF6}" dt="2022-01-09T08:45:34.361" v="219"/>
          <ac:spMkLst>
            <pc:docMk/>
            <pc:sldMk cId="1573737923" sldId="259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46:18.147" v="243" actId="123"/>
          <ac:spMkLst>
            <pc:docMk/>
            <pc:sldMk cId="1573737923" sldId="259"/>
            <ac:spMk id="3" creationId="{8F20472D-613F-3748-9CBD-88055CDB4B08}"/>
          </ac:spMkLst>
        </pc:spChg>
      </pc:sldChg>
      <pc:sldChg chg="add del">
        <pc:chgData name="SONG, Qingyu" userId="498998f4-7f18-4549-a740-dcfb6e1e3d22" providerId="ADAL" clId="{A2A67607-707D-9A4B-B498-57C0CB8C6AF6}" dt="2022-01-09T08:45:26.162" v="217"/>
        <pc:sldMkLst>
          <pc:docMk/>
          <pc:sldMk cId="2702226723" sldId="259"/>
        </pc:sldMkLst>
      </pc:sldChg>
      <pc:sldChg chg="addSp delSp modSp add mod">
        <pc:chgData name="SONG, Qingyu" userId="498998f4-7f18-4549-a740-dcfb6e1e3d22" providerId="ADAL" clId="{A2A67607-707D-9A4B-B498-57C0CB8C6AF6}" dt="2022-01-09T08:48:11.318" v="252" actId="1076"/>
        <pc:sldMkLst>
          <pc:docMk/>
          <pc:sldMk cId="2648031906" sldId="260"/>
        </pc:sldMkLst>
        <pc:spChg chg="mod">
          <ac:chgData name="SONG, Qingyu" userId="498998f4-7f18-4549-a740-dcfb6e1e3d22" providerId="ADAL" clId="{A2A67607-707D-9A4B-B498-57C0CB8C6AF6}" dt="2022-01-09T08:47:00.476" v="248"/>
          <ac:spMkLst>
            <pc:docMk/>
            <pc:sldMk cId="2648031906" sldId="260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8:01.560" v="250"/>
          <ac:spMkLst>
            <pc:docMk/>
            <pc:sldMk cId="2648031906" sldId="260"/>
            <ac:spMk id="3" creationId="{8F20472D-613F-3748-9CBD-88055CDB4B08}"/>
          </ac:spMkLst>
        </pc:spChg>
        <pc:picChg chg="add mod">
          <ac:chgData name="SONG, Qingyu" userId="498998f4-7f18-4549-a740-dcfb6e1e3d22" providerId="ADAL" clId="{A2A67607-707D-9A4B-B498-57C0CB8C6AF6}" dt="2022-01-09T08:48:11.318" v="252" actId="1076"/>
          <ac:picMkLst>
            <pc:docMk/>
            <pc:sldMk cId="2648031906" sldId="260"/>
            <ac:picMk id="4" creationId="{E1F1B7FF-0FBF-3D45-81DD-BA45BC44D742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8:48:40.756" v="255"/>
        <pc:sldMkLst>
          <pc:docMk/>
          <pc:sldMk cId="2279024797" sldId="261"/>
        </pc:sldMkLst>
        <pc:spChg chg="mod">
          <ac:chgData name="SONG, Qingyu" userId="498998f4-7f18-4549-a740-dcfb6e1e3d22" providerId="ADAL" clId="{A2A67607-707D-9A4B-B498-57C0CB8C6AF6}" dt="2022-01-09T08:48:28.653" v="253"/>
          <ac:spMkLst>
            <pc:docMk/>
            <pc:sldMk cId="2279024797" sldId="261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8:40.756" v="255"/>
          <ac:spMkLst>
            <pc:docMk/>
            <pc:sldMk cId="2279024797" sldId="261"/>
            <ac:spMk id="3" creationId="{8F20472D-613F-3748-9CBD-88055CDB4B08}"/>
          </ac:spMkLst>
        </pc:spChg>
        <pc:picChg chg="add mod">
          <ac:chgData name="SONG, Qingyu" userId="498998f4-7f18-4549-a740-dcfb6e1e3d22" providerId="ADAL" clId="{A2A67607-707D-9A4B-B498-57C0CB8C6AF6}" dt="2022-01-09T08:48:40.756" v="255"/>
          <ac:picMkLst>
            <pc:docMk/>
            <pc:sldMk cId="2279024797" sldId="261"/>
            <ac:picMk id="4" creationId="{E0803F26-69FA-F141-8053-17ADFC76B873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8:52:22.570" v="367"/>
        <pc:sldMkLst>
          <pc:docMk/>
          <pc:sldMk cId="2946419580" sldId="262"/>
        </pc:sldMkLst>
        <pc:spChg chg="mod">
          <ac:chgData name="SONG, Qingyu" userId="498998f4-7f18-4549-a740-dcfb6e1e3d22" providerId="ADAL" clId="{A2A67607-707D-9A4B-B498-57C0CB8C6AF6}" dt="2022-01-09T08:52:22.570" v="367"/>
          <ac:spMkLst>
            <pc:docMk/>
            <pc:sldMk cId="2946419580" sldId="262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9:04.320" v="257"/>
          <ac:spMkLst>
            <pc:docMk/>
            <pc:sldMk cId="2946419580" sldId="262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8:49:30.001" v="288" actId="1076"/>
          <ac:spMkLst>
            <pc:docMk/>
            <pc:sldMk cId="2946419580" sldId="262"/>
            <ac:spMk id="5" creationId="{99B591B7-0ED3-894C-A352-8477ED74F3BB}"/>
          </ac:spMkLst>
        </pc:spChg>
        <pc:spChg chg="add mod">
          <ac:chgData name="SONG, Qingyu" userId="498998f4-7f18-4549-a740-dcfb6e1e3d22" providerId="ADAL" clId="{A2A67607-707D-9A4B-B498-57C0CB8C6AF6}" dt="2022-01-09T08:49:34.916" v="289" actId="1076"/>
          <ac:spMkLst>
            <pc:docMk/>
            <pc:sldMk cId="2946419580" sldId="262"/>
            <ac:spMk id="6" creationId="{95A8685D-FCCD-1D48-84F7-D47520F09B5B}"/>
          </ac:spMkLst>
        </pc:spChg>
        <pc:picChg chg="add mod">
          <ac:chgData name="SONG, Qingyu" userId="498998f4-7f18-4549-a740-dcfb6e1e3d22" providerId="ADAL" clId="{A2A67607-707D-9A4B-B498-57C0CB8C6AF6}" dt="2022-01-09T08:49:04.320" v="257"/>
          <ac:picMkLst>
            <pc:docMk/>
            <pc:sldMk cId="2946419580" sldId="262"/>
            <ac:picMk id="4" creationId="{8D11AF92-8AD0-444F-83E3-E11532277980}"/>
          </ac:picMkLst>
        </pc:picChg>
      </pc:sldChg>
      <pc:sldChg chg="addSp modSp add mod">
        <pc:chgData name="SONG, Qingyu" userId="498998f4-7f18-4549-a740-dcfb6e1e3d22" providerId="ADAL" clId="{A2A67607-707D-9A4B-B498-57C0CB8C6AF6}" dt="2022-01-09T09:02:56.402" v="628" actId="1076"/>
        <pc:sldMkLst>
          <pc:docMk/>
          <pc:sldMk cId="2477746496" sldId="263"/>
        </pc:sldMkLst>
        <pc:spChg chg="mod">
          <ac:chgData name="SONG, Qingyu" userId="498998f4-7f18-4549-a740-dcfb6e1e3d22" providerId="ADAL" clId="{A2A67607-707D-9A4B-B498-57C0CB8C6AF6}" dt="2022-01-09T08:57:23.226" v="476" actId="20577"/>
          <ac:spMkLst>
            <pc:docMk/>
            <pc:sldMk cId="2477746496" sldId="263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0:36.805" v="554" actId="14100"/>
          <ac:spMkLst>
            <pc:docMk/>
            <pc:sldMk cId="2477746496" sldId="263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42.462" v="558" actId="403"/>
          <ac:spMkLst>
            <pc:docMk/>
            <pc:sldMk cId="2477746496" sldId="263"/>
            <ac:spMk id="5" creationId="{D0C166B3-D1B0-6A4E-9334-36DA412495C4}"/>
          </ac:spMkLst>
        </pc:spChg>
        <pc:picChg chg="add mod">
          <ac:chgData name="SONG, Qingyu" userId="498998f4-7f18-4549-a740-dcfb6e1e3d22" providerId="ADAL" clId="{A2A67607-707D-9A4B-B498-57C0CB8C6AF6}" dt="2022-01-09T09:02:56.402" v="628" actId="1076"/>
          <ac:picMkLst>
            <pc:docMk/>
            <pc:sldMk cId="2477746496" sldId="263"/>
            <ac:picMk id="4" creationId="{89B148E8-50D7-4542-A495-2257CE9D6A0C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0:55.037" v="585" actId="1036"/>
        <pc:sldMkLst>
          <pc:docMk/>
          <pc:sldMk cId="3355003134" sldId="264"/>
        </pc:sldMkLst>
        <pc:spChg chg="mod">
          <ac:chgData name="SONG, Qingyu" userId="498998f4-7f18-4549-a740-dcfb6e1e3d22" providerId="ADAL" clId="{A2A67607-707D-9A4B-B498-57C0CB8C6AF6}" dt="2022-01-09T08:52:41.807" v="379"/>
          <ac:spMkLst>
            <pc:docMk/>
            <pc:sldMk cId="3355003134" sldId="264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59:52.346" v="535" actId="14100"/>
          <ac:spMkLst>
            <pc:docMk/>
            <pc:sldMk cId="3355003134" sldId="264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50.651" v="567" actId="1036"/>
          <ac:spMkLst>
            <pc:docMk/>
            <pc:sldMk cId="3355003134" sldId="264"/>
            <ac:spMk id="6" creationId="{8B586356-C565-9B40-BF75-839DA7B53FCB}"/>
          </ac:spMkLst>
        </pc:spChg>
        <pc:picChg chg="del">
          <ac:chgData name="SONG, Qingyu" userId="498998f4-7f18-4549-a740-dcfb6e1e3d22" providerId="ADAL" clId="{A2A67607-707D-9A4B-B498-57C0CB8C6AF6}" dt="2022-01-09T08:53:07.781" v="381" actId="478"/>
          <ac:picMkLst>
            <pc:docMk/>
            <pc:sldMk cId="3355003134" sldId="264"/>
            <ac:picMk id="4" creationId="{89B148E8-50D7-4542-A495-2257CE9D6A0C}"/>
          </ac:picMkLst>
        </pc:picChg>
        <pc:picChg chg="add mod">
          <ac:chgData name="SONG, Qingyu" userId="498998f4-7f18-4549-a740-dcfb6e1e3d22" providerId="ADAL" clId="{A2A67607-707D-9A4B-B498-57C0CB8C6AF6}" dt="2022-01-09T09:00:55.037" v="585" actId="1036"/>
          <ac:picMkLst>
            <pc:docMk/>
            <pc:sldMk cId="3355003134" sldId="264"/>
            <ac:picMk id="5" creationId="{273285BD-3165-3D46-A0CB-9A06242E6EF4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1:01.172" v="602" actId="1036"/>
        <pc:sldMkLst>
          <pc:docMk/>
          <pc:sldMk cId="3781525919" sldId="265"/>
        </pc:sldMkLst>
        <pc:spChg chg="mod">
          <ac:chgData name="SONG, Qingyu" userId="498998f4-7f18-4549-a740-dcfb6e1e3d22" providerId="ADAL" clId="{A2A67607-707D-9A4B-B498-57C0CB8C6AF6}" dt="2022-01-09T08:56:55.874" v="468"/>
          <ac:spMkLst>
            <pc:docMk/>
            <pc:sldMk cId="3781525919" sldId="265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0:13.333" v="541" actId="14100"/>
          <ac:spMkLst>
            <pc:docMk/>
            <pc:sldMk cId="3781525919" sldId="265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24.761" v="547" actId="404"/>
          <ac:spMkLst>
            <pc:docMk/>
            <pc:sldMk cId="3781525919" sldId="265"/>
            <ac:spMk id="6" creationId="{3B692967-652C-AB4A-9FFE-F0D2464A2DD4}"/>
          </ac:spMkLst>
        </pc:spChg>
        <pc:picChg chg="del">
          <ac:chgData name="SONG, Qingyu" userId="498998f4-7f18-4549-a740-dcfb6e1e3d22" providerId="ADAL" clId="{A2A67607-707D-9A4B-B498-57C0CB8C6AF6}" dt="2022-01-09T08:55:10.406" v="439" actId="478"/>
          <ac:picMkLst>
            <pc:docMk/>
            <pc:sldMk cId="3781525919" sldId="265"/>
            <ac:picMk id="4" creationId="{89B148E8-50D7-4542-A495-2257CE9D6A0C}"/>
          </ac:picMkLst>
        </pc:picChg>
        <pc:picChg chg="add mod">
          <ac:chgData name="SONG, Qingyu" userId="498998f4-7f18-4549-a740-dcfb6e1e3d22" providerId="ADAL" clId="{A2A67607-707D-9A4B-B498-57C0CB8C6AF6}" dt="2022-01-09T09:01:01.172" v="602" actId="1036"/>
          <ac:picMkLst>
            <pc:docMk/>
            <pc:sldMk cId="3781525919" sldId="265"/>
            <ac:picMk id="5" creationId="{C3480844-4AD9-7945-A207-E3FE35124D43}"/>
          </ac:picMkLst>
        </pc:picChg>
      </pc:sldChg>
      <pc:sldChg chg="add del">
        <pc:chgData name="SONG, Qingyu" userId="498998f4-7f18-4549-a740-dcfb6e1e3d22" providerId="ADAL" clId="{A2A67607-707D-9A4B-B498-57C0CB8C6AF6}" dt="2022-01-09T08:56:47.408" v="466" actId="2696"/>
        <pc:sldMkLst>
          <pc:docMk/>
          <pc:sldMk cId="1610562717" sldId="266"/>
        </pc:sldMkLst>
      </pc:sldChg>
      <pc:sldChg chg="addSp delSp modSp add mod">
        <pc:chgData name="SONG, Qingyu" userId="498998f4-7f18-4549-a740-dcfb6e1e3d22" providerId="ADAL" clId="{A2A67607-707D-9A4B-B498-57C0CB8C6AF6}" dt="2022-01-09T09:01:29.138" v="610" actId="1076"/>
        <pc:sldMkLst>
          <pc:docMk/>
          <pc:sldMk cId="3863058764" sldId="266"/>
        </pc:sldMkLst>
        <pc:spChg chg="mod">
          <ac:chgData name="SONG, Qingyu" userId="498998f4-7f18-4549-a740-dcfb6e1e3d22" providerId="ADAL" clId="{A2A67607-707D-9A4B-B498-57C0CB8C6AF6}" dt="2022-01-09T08:57:52.495" v="484" actId="20577"/>
          <ac:spMkLst>
            <pc:docMk/>
            <pc:sldMk cId="3863058764" sldId="266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1:24.526" v="609" actId="14100"/>
          <ac:spMkLst>
            <pc:docMk/>
            <pc:sldMk cId="3863058764" sldId="266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1:29.138" v="610" actId="1076"/>
          <ac:spMkLst>
            <pc:docMk/>
            <pc:sldMk cId="3863058764" sldId="266"/>
            <ac:spMk id="6" creationId="{065A69BD-EADE-DA43-8E5A-0F49CD1E94FF}"/>
          </ac:spMkLst>
        </pc:spChg>
        <pc:picChg chg="add mod">
          <ac:chgData name="SONG, Qingyu" userId="498998f4-7f18-4549-a740-dcfb6e1e3d22" providerId="ADAL" clId="{A2A67607-707D-9A4B-B498-57C0CB8C6AF6}" dt="2022-01-09T09:01:20.609" v="608" actId="1076"/>
          <ac:picMkLst>
            <pc:docMk/>
            <pc:sldMk cId="3863058764" sldId="266"/>
            <ac:picMk id="4" creationId="{A1D5C397-6034-9D41-9BB4-A827A6FAA1BD}"/>
          </ac:picMkLst>
        </pc:picChg>
        <pc:picChg chg="add del">
          <ac:chgData name="SONG, Qingyu" userId="498998f4-7f18-4549-a740-dcfb6e1e3d22" providerId="ADAL" clId="{A2A67607-707D-9A4B-B498-57C0CB8C6AF6}" dt="2022-01-09T08:59:15.791" v="520" actId="478"/>
          <ac:picMkLst>
            <pc:docMk/>
            <pc:sldMk cId="3863058764" sldId="266"/>
            <ac:picMk id="5" creationId="{C3480844-4AD9-7945-A207-E3FE35124D43}"/>
          </ac:picMkLst>
        </pc:picChg>
      </pc:sldChg>
      <pc:sldChg chg="add del">
        <pc:chgData name="SONG, Qingyu" userId="498998f4-7f18-4549-a740-dcfb6e1e3d22" providerId="ADAL" clId="{A2A67607-707D-9A4B-B498-57C0CB8C6AF6}" dt="2022-01-09T08:56:47.926" v="467" actId="2696"/>
        <pc:sldMkLst>
          <pc:docMk/>
          <pc:sldMk cId="2034820447" sldId="267"/>
        </pc:sldMkLst>
      </pc:sldChg>
      <pc:sldChg chg="addSp delSp modSp add mod">
        <pc:chgData name="SONG, Qingyu" userId="498998f4-7f18-4549-a740-dcfb6e1e3d22" providerId="ADAL" clId="{A2A67607-707D-9A4B-B498-57C0CB8C6AF6}" dt="2022-01-09T09:03:51.796" v="655" actId="1037"/>
        <pc:sldMkLst>
          <pc:docMk/>
          <pc:sldMk cId="4271156151" sldId="267"/>
        </pc:sldMkLst>
        <pc:spChg chg="mod">
          <ac:chgData name="SONG, Qingyu" userId="498998f4-7f18-4549-a740-dcfb6e1e3d22" providerId="ADAL" clId="{A2A67607-707D-9A4B-B498-57C0CB8C6AF6}" dt="2022-01-09T09:02:05.389" v="619" actId="20577"/>
          <ac:spMkLst>
            <pc:docMk/>
            <pc:sldMk cId="4271156151" sldId="267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2:19.743" v="620"/>
          <ac:spMkLst>
            <pc:docMk/>
            <pc:sldMk cId="4271156151" sldId="267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2:29.871" v="622" actId="20577"/>
          <ac:spMkLst>
            <pc:docMk/>
            <pc:sldMk cId="4271156151" sldId="267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2:39.138" v="623" actId="478"/>
          <ac:picMkLst>
            <pc:docMk/>
            <pc:sldMk cId="4271156151" sldId="267"/>
            <ac:picMk id="4" creationId="{A1D5C397-6034-9D41-9BB4-A827A6FAA1BD}"/>
          </ac:picMkLst>
        </pc:picChg>
        <pc:picChg chg="add mod">
          <ac:chgData name="SONG, Qingyu" userId="498998f4-7f18-4549-a740-dcfb6e1e3d22" providerId="ADAL" clId="{A2A67607-707D-9A4B-B498-57C0CB8C6AF6}" dt="2022-01-09T09:03:51.796" v="655" actId="1037"/>
          <ac:picMkLst>
            <pc:docMk/>
            <pc:sldMk cId="4271156151" sldId="267"/>
            <ac:picMk id="5" creationId="{20B8ECFB-DBDD-7147-A6FE-FB32D105F141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4:30.224" v="673" actId="1076"/>
        <pc:sldMkLst>
          <pc:docMk/>
          <pc:sldMk cId="3168600580" sldId="268"/>
        </pc:sldMkLst>
        <pc:spChg chg="mod">
          <ac:chgData name="SONG, Qingyu" userId="498998f4-7f18-4549-a740-dcfb6e1e3d22" providerId="ADAL" clId="{A2A67607-707D-9A4B-B498-57C0CB8C6AF6}" dt="2022-01-09T09:04:04.507" v="667" actId="20577"/>
          <ac:spMkLst>
            <pc:docMk/>
            <pc:sldMk cId="3168600580" sldId="268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4:09.928" v="668"/>
          <ac:spMkLst>
            <pc:docMk/>
            <pc:sldMk cId="3168600580" sldId="268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4:14.145" v="669"/>
          <ac:spMkLst>
            <pc:docMk/>
            <pc:sldMk cId="3168600580" sldId="268"/>
            <ac:spMk id="6" creationId="{065A69BD-EADE-DA43-8E5A-0F49CD1E94FF}"/>
          </ac:spMkLst>
        </pc:spChg>
        <pc:picChg chg="add mod">
          <ac:chgData name="SONG, Qingyu" userId="498998f4-7f18-4549-a740-dcfb6e1e3d22" providerId="ADAL" clId="{A2A67607-707D-9A4B-B498-57C0CB8C6AF6}" dt="2022-01-09T09:04:30.224" v="673" actId="1076"/>
          <ac:picMkLst>
            <pc:docMk/>
            <pc:sldMk cId="3168600580" sldId="268"/>
            <ac:picMk id="4" creationId="{E04675FE-F79E-C645-8EAA-C00F491721EB}"/>
          </ac:picMkLst>
        </pc:picChg>
        <pc:picChg chg="del">
          <ac:chgData name="SONG, Qingyu" userId="498998f4-7f18-4549-a740-dcfb6e1e3d22" providerId="ADAL" clId="{A2A67607-707D-9A4B-B498-57C0CB8C6AF6}" dt="2022-01-09T09:03:55.689" v="656" actId="478"/>
          <ac:picMkLst>
            <pc:docMk/>
            <pc:sldMk cId="3168600580" sldId="268"/>
            <ac:picMk id="5" creationId="{20B8ECFB-DBDD-7147-A6FE-FB32D105F141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5:24.298" v="694" actId="1076"/>
        <pc:sldMkLst>
          <pc:docMk/>
          <pc:sldMk cId="1589765134" sldId="269"/>
        </pc:sldMkLst>
        <pc:spChg chg="mod">
          <ac:chgData name="SONG, Qingyu" userId="498998f4-7f18-4549-a740-dcfb6e1e3d22" providerId="ADAL" clId="{A2A67607-707D-9A4B-B498-57C0CB8C6AF6}" dt="2022-01-09T09:04:45.920" v="676"/>
          <ac:spMkLst>
            <pc:docMk/>
            <pc:sldMk cId="1589765134" sldId="269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4:55.810" v="687" actId="20577"/>
          <ac:spMkLst>
            <pc:docMk/>
            <pc:sldMk cId="1589765134" sldId="269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5:09.254" v="690"/>
          <ac:spMkLst>
            <pc:docMk/>
            <pc:sldMk cId="1589765134" sldId="269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5:18.814" v="691" actId="478"/>
          <ac:picMkLst>
            <pc:docMk/>
            <pc:sldMk cId="1589765134" sldId="269"/>
            <ac:picMk id="4" creationId="{E04675FE-F79E-C645-8EAA-C00F491721EB}"/>
          </ac:picMkLst>
        </pc:picChg>
        <pc:picChg chg="add mod">
          <ac:chgData name="SONG, Qingyu" userId="498998f4-7f18-4549-a740-dcfb6e1e3d22" providerId="ADAL" clId="{A2A67607-707D-9A4B-B498-57C0CB8C6AF6}" dt="2022-01-09T09:05:24.298" v="694" actId="1076"/>
          <ac:picMkLst>
            <pc:docMk/>
            <pc:sldMk cId="1589765134" sldId="269"/>
            <ac:picMk id="5" creationId="{7827AB7E-88BC-F041-A7B3-C9FD27A79BE9}"/>
          </ac:picMkLst>
        </pc:picChg>
      </pc:sldChg>
      <pc:sldChg chg="delSp modSp add mod">
        <pc:chgData name="SONG, Qingyu" userId="498998f4-7f18-4549-a740-dcfb6e1e3d22" providerId="ADAL" clId="{A2A67607-707D-9A4B-B498-57C0CB8C6AF6}" dt="2022-01-09T09:17:41.699" v="736"/>
        <pc:sldMkLst>
          <pc:docMk/>
          <pc:sldMk cId="1871005255" sldId="270"/>
        </pc:sldMkLst>
        <pc:spChg chg="mod">
          <ac:chgData name="SONG, Qingyu" userId="498998f4-7f18-4549-a740-dcfb6e1e3d22" providerId="ADAL" clId="{A2A67607-707D-9A4B-B498-57C0CB8C6AF6}" dt="2022-01-09T09:05:37.022" v="695"/>
          <ac:spMkLst>
            <pc:docMk/>
            <pc:sldMk cId="1871005255" sldId="270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17:41.699" v="736"/>
          <ac:spMkLst>
            <pc:docMk/>
            <pc:sldMk cId="1871005255" sldId="270"/>
            <ac:spMk id="3" creationId="{8F20472D-613F-3748-9CBD-88055CDB4B08}"/>
          </ac:spMkLst>
        </pc:spChg>
        <pc:spChg chg="del mod">
          <ac:chgData name="SONG, Qingyu" userId="498998f4-7f18-4549-a740-dcfb6e1e3d22" providerId="ADAL" clId="{A2A67607-707D-9A4B-B498-57C0CB8C6AF6}" dt="2022-01-09T09:07:05.309" v="699" actId="478"/>
          <ac:spMkLst>
            <pc:docMk/>
            <pc:sldMk cId="1871005255" sldId="270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7:02.226" v="697" actId="478"/>
          <ac:picMkLst>
            <pc:docMk/>
            <pc:sldMk cId="1871005255" sldId="270"/>
            <ac:picMk id="4" creationId="{E04675FE-F79E-C645-8EAA-C00F491721EB}"/>
          </ac:picMkLst>
        </pc:picChg>
      </pc:sldChg>
      <pc:sldChg chg="modSp add mod">
        <pc:chgData name="SONG, Qingyu" userId="498998f4-7f18-4549-a740-dcfb6e1e3d22" providerId="ADAL" clId="{A2A67607-707D-9A4B-B498-57C0CB8C6AF6}" dt="2022-01-09T09:10:29.220" v="720" actId="403"/>
        <pc:sldMkLst>
          <pc:docMk/>
          <pc:sldMk cId="616564471" sldId="271"/>
        </pc:sldMkLst>
        <pc:spChg chg="mod">
          <ac:chgData name="SONG, Qingyu" userId="498998f4-7f18-4549-a740-dcfb6e1e3d22" providerId="ADAL" clId="{A2A67607-707D-9A4B-B498-57C0CB8C6AF6}" dt="2022-01-09T09:08:29.862" v="701"/>
          <ac:spMkLst>
            <pc:docMk/>
            <pc:sldMk cId="616564471" sldId="271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10:29.220" v="720" actId="403"/>
          <ac:spMkLst>
            <pc:docMk/>
            <pc:sldMk cId="616564471" sldId="271"/>
            <ac:spMk id="3" creationId="{8F20472D-613F-3748-9CBD-88055CDB4B08}"/>
          </ac:spMkLst>
        </pc:spChg>
      </pc:sldChg>
      <pc:sldChg chg="addSp delSp modSp new mod">
        <pc:chgData name="SONG, Qingyu" userId="498998f4-7f18-4549-a740-dcfb6e1e3d22" providerId="ADAL" clId="{A2A67607-707D-9A4B-B498-57C0CB8C6AF6}" dt="2022-01-09T09:11:07.645" v="730" actId="1076"/>
        <pc:sldMkLst>
          <pc:docMk/>
          <pc:sldMk cId="3216618933" sldId="272"/>
        </pc:sldMkLst>
        <pc:spChg chg="del">
          <ac:chgData name="SONG, Qingyu" userId="498998f4-7f18-4549-a740-dcfb6e1e3d22" providerId="ADAL" clId="{A2A67607-707D-9A4B-B498-57C0CB8C6AF6}" dt="2022-01-09T09:10:47.797" v="722" actId="478"/>
          <ac:spMkLst>
            <pc:docMk/>
            <pc:sldMk cId="3216618933" sldId="272"/>
            <ac:spMk id="2" creationId="{900EDBAF-B262-2241-AC45-A243A09C313B}"/>
          </ac:spMkLst>
        </pc:spChg>
        <pc:spChg chg="del">
          <ac:chgData name="SONG, Qingyu" userId="498998f4-7f18-4549-a740-dcfb6e1e3d22" providerId="ADAL" clId="{A2A67607-707D-9A4B-B498-57C0CB8C6AF6}" dt="2022-01-09T09:10:50.341" v="723" actId="478"/>
          <ac:spMkLst>
            <pc:docMk/>
            <pc:sldMk cId="3216618933" sldId="272"/>
            <ac:spMk id="3" creationId="{CE685DE1-EC4A-014A-BCA4-FAC5A190BA84}"/>
          </ac:spMkLst>
        </pc:spChg>
        <pc:spChg chg="add mod">
          <ac:chgData name="SONG, Qingyu" userId="498998f4-7f18-4549-a740-dcfb6e1e3d22" providerId="ADAL" clId="{A2A67607-707D-9A4B-B498-57C0CB8C6AF6}" dt="2022-01-09T09:11:07.645" v="730" actId="1076"/>
          <ac:spMkLst>
            <pc:docMk/>
            <pc:sldMk cId="3216618933" sldId="272"/>
            <ac:spMk id="4" creationId="{A8D2CAE8-E323-A14E-A62F-188A25405FEA}"/>
          </ac:spMkLst>
        </pc:spChg>
      </pc:sldChg>
    </pc:docChg>
  </pc:docChgLst>
  <pc:docChgLst>
    <pc:chgData name="Qingyu Song" userId="O4NG2utMRSC9bShTQouuMd1Uq3x00QhxVtEheGSGOoU=" providerId="None" clId="Web-{1A9491C6-FD31-4FA7-98FA-39E25D0B6578}"/>
    <pc:docChg chg="modSld">
      <pc:chgData name="Qingyu Song" userId="O4NG2utMRSC9bShTQouuMd1Uq3x00QhxVtEheGSGOoU=" providerId="None" clId="Web-{1A9491C6-FD31-4FA7-98FA-39E25D0B6578}" dt="2022-01-09T11:29:04.756" v="11" actId="20577"/>
      <pc:docMkLst>
        <pc:docMk/>
      </pc:docMkLst>
      <pc:sldChg chg="modSp">
        <pc:chgData name="Qingyu Song" userId="O4NG2utMRSC9bShTQouuMd1Uq3x00QhxVtEheGSGOoU=" providerId="None" clId="Web-{1A9491C6-FD31-4FA7-98FA-39E25D0B6578}" dt="2022-01-09T11:29:04.756" v="11" actId="20577"/>
        <pc:sldMkLst>
          <pc:docMk/>
          <pc:sldMk cId="1947847713" sldId="257"/>
        </pc:sldMkLst>
        <pc:spChg chg="mod">
          <ac:chgData name="Qingyu Song" userId="O4NG2utMRSC9bShTQouuMd1Uq3x00QhxVtEheGSGOoU=" providerId="None" clId="Web-{1A9491C6-FD31-4FA7-98FA-39E25D0B6578}" dt="2022-01-09T11:29:04.756" v="11" actId="20577"/>
          <ac:spMkLst>
            <pc:docMk/>
            <pc:sldMk cId="1947847713" sldId="257"/>
            <ac:spMk id="3" creationId="{8F20472D-613F-3748-9CBD-88055CDB4B08}"/>
          </ac:spMkLst>
        </pc:spChg>
      </pc:sldChg>
    </pc:docChg>
  </pc:docChgLst>
  <pc:docChgLst>
    <pc:chgData name="FENG, Yicheng" userId="63ae093e-9cad-467c-bb2d-e823331db8b5" providerId="ADAL" clId="{B898DADE-9C35-46BD-A02D-0FAA454B61CB}"/>
    <pc:docChg chg="undo custSel addSld modSld sldOrd">
      <pc:chgData name="FENG, Yicheng" userId="63ae093e-9cad-467c-bb2d-e823331db8b5" providerId="ADAL" clId="{B898DADE-9C35-46BD-A02D-0FAA454B61CB}" dt="2025-01-06T12:27:01.730" v="695" actId="113"/>
      <pc:docMkLst>
        <pc:docMk/>
      </pc:docMkLst>
      <pc:sldChg chg="modSp mod">
        <pc:chgData name="FENG, Yicheng" userId="63ae093e-9cad-467c-bb2d-e823331db8b5" providerId="ADAL" clId="{B898DADE-9C35-46BD-A02D-0FAA454B61CB}" dt="2025-01-06T08:21:59.266" v="15" actId="20577"/>
        <pc:sldMkLst>
          <pc:docMk/>
          <pc:sldMk cId="356419186" sldId="256"/>
        </pc:sldMkLst>
        <pc:spChg chg="mod">
          <ac:chgData name="FENG, Yicheng" userId="63ae093e-9cad-467c-bb2d-e823331db8b5" providerId="ADAL" clId="{B898DADE-9C35-46BD-A02D-0FAA454B61CB}" dt="2025-01-06T08:21:59.266" v="15" actId="20577"/>
          <ac:spMkLst>
            <pc:docMk/>
            <pc:sldMk cId="356419186" sldId="256"/>
            <ac:spMk id="2" creationId="{37E55C1B-43BC-8B40-A7BE-D3C3F3D8A40E}"/>
          </ac:spMkLst>
        </pc:spChg>
      </pc:sldChg>
      <pc:sldChg chg="modSp mod">
        <pc:chgData name="FENG, Yicheng" userId="63ae093e-9cad-467c-bb2d-e823331db8b5" providerId="ADAL" clId="{B898DADE-9C35-46BD-A02D-0FAA454B61CB}" dt="2025-01-06T12:26:39.056" v="694" actId="20577"/>
        <pc:sldMkLst>
          <pc:docMk/>
          <pc:sldMk cId="1947847713" sldId="257"/>
        </pc:sldMkLst>
        <pc:spChg chg="mod">
          <ac:chgData name="FENG, Yicheng" userId="63ae093e-9cad-467c-bb2d-e823331db8b5" providerId="ADAL" clId="{B898DADE-9C35-46BD-A02D-0FAA454B61CB}" dt="2025-01-06T09:39:30.920" v="67" actId="20577"/>
          <ac:spMkLst>
            <pc:docMk/>
            <pc:sldMk cId="1947847713" sldId="257"/>
            <ac:spMk id="2" creationId="{45C79BA1-37A3-5741-B0A1-E64646E4283C}"/>
          </ac:spMkLst>
        </pc:spChg>
        <pc:spChg chg="mod">
          <ac:chgData name="FENG, Yicheng" userId="63ae093e-9cad-467c-bb2d-e823331db8b5" providerId="ADAL" clId="{B898DADE-9C35-46BD-A02D-0FAA454B61CB}" dt="2025-01-06T12:26:39.056" v="694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modSp mod ord">
        <pc:chgData name="FENG, Yicheng" userId="63ae093e-9cad-467c-bb2d-e823331db8b5" providerId="ADAL" clId="{B898DADE-9C35-46BD-A02D-0FAA454B61CB}" dt="2025-01-06T09:36:45.704" v="62" actId="20577"/>
        <pc:sldMkLst>
          <pc:docMk/>
          <pc:sldMk cId="440415094" sldId="258"/>
        </pc:sldMkLst>
        <pc:spChg chg="mod">
          <ac:chgData name="FENG, Yicheng" userId="63ae093e-9cad-467c-bb2d-e823331db8b5" providerId="ADAL" clId="{B898DADE-9C35-46BD-A02D-0FAA454B61CB}" dt="2025-01-06T09:36:45.704" v="62" actId="20577"/>
          <ac:spMkLst>
            <pc:docMk/>
            <pc:sldMk cId="440415094" sldId="258"/>
            <ac:spMk id="3" creationId="{8F20472D-613F-3748-9CBD-88055CDB4B08}"/>
          </ac:spMkLst>
        </pc:spChg>
      </pc:sldChg>
      <pc:sldChg chg="addSp delSp modSp mod">
        <pc:chgData name="FENG, Yicheng" userId="63ae093e-9cad-467c-bb2d-e823331db8b5" providerId="ADAL" clId="{B898DADE-9C35-46BD-A02D-0FAA454B61CB}" dt="2025-01-06T08:30:36.009" v="50" actId="12789"/>
        <pc:sldMkLst>
          <pc:docMk/>
          <pc:sldMk cId="4069980962" sldId="274"/>
        </pc:sldMkLst>
        <pc:picChg chg="add mod modCrop">
          <ac:chgData name="FENG, Yicheng" userId="63ae093e-9cad-467c-bb2d-e823331db8b5" providerId="ADAL" clId="{B898DADE-9C35-46BD-A02D-0FAA454B61CB}" dt="2025-01-06T08:30:36.009" v="50" actId="12789"/>
          <ac:picMkLst>
            <pc:docMk/>
            <pc:sldMk cId="4069980962" sldId="274"/>
            <ac:picMk id="4" creationId="{7D730F05-1FC2-458F-8566-837F642C98F0}"/>
          </ac:picMkLst>
        </pc:picChg>
        <pc:picChg chg="del">
          <ac:chgData name="FENG, Yicheng" userId="63ae093e-9cad-467c-bb2d-e823331db8b5" providerId="ADAL" clId="{B898DADE-9C35-46BD-A02D-0FAA454B61CB}" dt="2025-01-06T08:27:42.917" v="16" actId="478"/>
          <ac:picMkLst>
            <pc:docMk/>
            <pc:sldMk cId="4069980962" sldId="274"/>
            <ac:picMk id="5" creationId="{481A92B3-57FA-1D5F-3B0A-68C8265E814C}"/>
          </ac:picMkLst>
        </pc:picChg>
        <pc:picChg chg="add del">
          <ac:chgData name="FENG, Yicheng" userId="63ae093e-9cad-467c-bb2d-e823331db8b5" providerId="ADAL" clId="{B898DADE-9C35-46BD-A02D-0FAA454B61CB}" dt="2025-01-06T08:29:50.933" v="28" actId="478"/>
          <ac:picMkLst>
            <pc:docMk/>
            <pc:sldMk cId="4069980962" sldId="274"/>
            <ac:picMk id="7" creationId="{21A267B6-343D-355C-6EFF-1079A7ED6300}"/>
          </ac:picMkLst>
        </pc:picChg>
        <pc:picChg chg="add mod modCrop">
          <ac:chgData name="FENG, Yicheng" userId="63ae093e-9cad-467c-bb2d-e823331db8b5" providerId="ADAL" clId="{B898DADE-9C35-46BD-A02D-0FAA454B61CB}" dt="2025-01-06T08:30:36.009" v="50" actId="12789"/>
          <ac:picMkLst>
            <pc:docMk/>
            <pc:sldMk cId="4069980962" sldId="274"/>
            <ac:picMk id="8" creationId="{370D4974-61FC-4A81-B853-946F6EAD39E9}"/>
          </ac:picMkLst>
        </pc:picChg>
      </pc:sldChg>
      <pc:sldChg chg="addSp delSp modSp add mod">
        <pc:chgData name="FENG, Yicheng" userId="63ae093e-9cad-467c-bb2d-e823331db8b5" providerId="ADAL" clId="{B898DADE-9C35-46BD-A02D-0FAA454B61CB}" dt="2025-01-06T12:13:47.632" v="656" actId="20577"/>
        <pc:sldMkLst>
          <pc:docMk/>
          <pc:sldMk cId="82547415" sldId="276"/>
        </pc:sldMkLst>
        <pc:spChg chg="del">
          <ac:chgData name="FENG, Yicheng" userId="63ae093e-9cad-467c-bb2d-e823331db8b5" providerId="ADAL" clId="{B898DADE-9C35-46BD-A02D-0FAA454B61CB}" dt="2025-01-06T10:42:05.470" v="77" actId="478"/>
          <ac:spMkLst>
            <pc:docMk/>
            <pc:sldMk cId="82547415" sldId="276"/>
            <ac:spMk id="3" creationId="{8F20472D-613F-3748-9CBD-88055CDB4B08}"/>
          </ac:spMkLst>
        </pc:spChg>
        <pc:spChg chg="add del mod">
          <ac:chgData name="FENG, Yicheng" userId="63ae093e-9cad-467c-bb2d-e823331db8b5" providerId="ADAL" clId="{B898DADE-9C35-46BD-A02D-0FAA454B61CB}" dt="2025-01-06T10:42:10.914" v="79" actId="478"/>
          <ac:spMkLst>
            <pc:docMk/>
            <pc:sldMk cId="82547415" sldId="276"/>
            <ac:spMk id="5" creationId="{2AD38D7F-0155-4AB4-9B6E-903465B38A3F}"/>
          </ac:spMkLst>
        </pc:spChg>
        <pc:spChg chg="add mod">
          <ac:chgData name="FENG, Yicheng" userId="63ae093e-9cad-467c-bb2d-e823331db8b5" providerId="ADAL" clId="{B898DADE-9C35-46BD-A02D-0FAA454B61CB}" dt="2025-01-06T12:13:47.632" v="656" actId="20577"/>
          <ac:spMkLst>
            <pc:docMk/>
            <pc:sldMk cId="82547415" sldId="276"/>
            <ac:spMk id="6" creationId="{62C12F4B-8A60-4928-8BB3-39F36F1CBC59}"/>
          </ac:spMkLst>
        </pc:spChg>
        <pc:spChg chg="add mod">
          <ac:chgData name="FENG, Yicheng" userId="63ae093e-9cad-467c-bb2d-e823331db8b5" providerId="ADAL" clId="{B898DADE-9C35-46BD-A02D-0FAA454B61CB}" dt="2025-01-06T11:47:35.046" v="541" actId="1038"/>
          <ac:spMkLst>
            <pc:docMk/>
            <pc:sldMk cId="82547415" sldId="276"/>
            <ac:spMk id="7" creationId="{3E071ADA-B045-410C-9CF1-D6C7F4F0ABFF}"/>
          </ac:spMkLst>
        </pc:spChg>
        <pc:spChg chg="add del mod">
          <ac:chgData name="FENG, Yicheng" userId="63ae093e-9cad-467c-bb2d-e823331db8b5" providerId="ADAL" clId="{B898DADE-9C35-46BD-A02D-0FAA454B61CB}" dt="2025-01-06T11:46:34.486" v="487" actId="478"/>
          <ac:spMkLst>
            <pc:docMk/>
            <pc:sldMk cId="82547415" sldId="276"/>
            <ac:spMk id="8" creationId="{8BA37268-800A-4E95-8CA0-0498E76045AD}"/>
          </ac:spMkLst>
        </pc:spChg>
        <pc:spChg chg="add del">
          <ac:chgData name="FENG, Yicheng" userId="63ae093e-9cad-467c-bb2d-e823331db8b5" providerId="ADAL" clId="{B898DADE-9C35-46BD-A02D-0FAA454B61CB}" dt="2025-01-06T11:44:29.354" v="430"/>
          <ac:spMkLst>
            <pc:docMk/>
            <pc:sldMk cId="82547415" sldId="276"/>
            <ac:spMk id="9" creationId="{6E20B804-3A4A-47A6-93DF-1B02C26853D0}"/>
          </ac:spMkLst>
        </pc:spChg>
        <pc:spChg chg="add del">
          <ac:chgData name="FENG, Yicheng" userId="63ae093e-9cad-467c-bb2d-e823331db8b5" providerId="ADAL" clId="{B898DADE-9C35-46BD-A02D-0FAA454B61CB}" dt="2025-01-06T11:44:30.560" v="432"/>
          <ac:spMkLst>
            <pc:docMk/>
            <pc:sldMk cId="82547415" sldId="276"/>
            <ac:spMk id="10" creationId="{0912E371-3F5E-40D0-BFE9-F583B95A2A8F}"/>
          </ac:spMkLst>
        </pc:spChg>
      </pc:sldChg>
      <pc:sldChg chg="addSp delSp modSp add mod">
        <pc:chgData name="FENG, Yicheng" userId="63ae093e-9cad-467c-bb2d-e823331db8b5" providerId="ADAL" clId="{B898DADE-9C35-46BD-A02D-0FAA454B61CB}" dt="2025-01-06T12:24:57.667" v="659" actId="1076"/>
        <pc:sldMkLst>
          <pc:docMk/>
          <pc:sldMk cId="877811591" sldId="277"/>
        </pc:sldMkLst>
        <pc:spChg chg="del">
          <ac:chgData name="FENG, Yicheng" userId="63ae093e-9cad-467c-bb2d-e823331db8b5" providerId="ADAL" clId="{B898DADE-9C35-46BD-A02D-0FAA454B61CB}" dt="2025-01-06T10:42:07.557" v="78" actId="478"/>
          <ac:spMkLst>
            <pc:docMk/>
            <pc:sldMk cId="877811591" sldId="277"/>
            <ac:spMk id="3" creationId="{8F20472D-613F-3748-9CBD-88055CDB4B08}"/>
          </ac:spMkLst>
        </pc:spChg>
        <pc:spChg chg="add del mod">
          <ac:chgData name="FENG, Yicheng" userId="63ae093e-9cad-467c-bb2d-e823331db8b5" providerId="ADAL" clId="{B898DADE-9C35-46BD-A02D-0FAA454B61CB}" dt="2025-01-06T10:42:12.587" v="80" actId="478"/>
          <ac:spMkLst>
            <pc:docMk/>
            <pc:sldMk cId="877811591" sldId="277"/>
            <ac:spMk id="5" creationId="{AB36A032-A6E2-412C-B9B2-06EC6226A133}"/>
          </ac:spMkLst>
        </pc:spChg>
        <pc:spChg chg="add del mod">
          <ac:chgData name="FENG, Yicheng" userId="63ae093e-9cad-467c-bb2d-e823331db8b5" providerId="ADAL" clId="{B898DADE-9C35-46BD-A02D-0FAA454B61CB}" dt="2025-01-06T11:19:49.616" v="219" actId="21"/>
          <ac:spMkLst>
            <pc:docMk/>
            <pc:sldMk cId="877811591" sldId="277"/>
            <ac:spMk id="9" creationId="{128FC6B3-8392-4A21-9CA7-EBB391AD7681}"/>
          </ac:spMkLst>
        </pc:spChg>
        <pc:spChg chg="add mod">
          <ac:chgData name="FENG, Yicheng" userId="63ae093e-9cad-467c-bb2d-e823331db8b5" providerId="ADAL" clId="{B898DADE-9C35-46BD-A02D-0FAA454B61CB}" dt="2025-01-06T11:32:43.229" v="296" actId="1036"/>
          <ac:spMkLst>
            <pc:docMk/>
            <pc:sldMk cId="877811591" sldId="277"/>
            <ac:spMk id="11" creationId="{B565529F-A244-4B5A-BC29-CBB2B0E78E3B}"/>
          </ac:spMkLst>
        </pc:spChg>
        <pc:spChg chg="add del mod">
          <ac:chgData name="FENG, Yicheng" userId="63ae093e-9cad-467c-bb2d-e823331db8b5" providerId="ADAL" clId="{B898DADE-9C35-46BD-A02D-0FAA454B61CB}" dt="2025-01-06T11:21:01.522" v="239" actId="478"/>
          <ac:spMkLst>
            <pc:docMk/>
            <pc:sldMk cId="877811591" sldId="277"/>
            <ac:spMk id="14" creationId="{542B65ED-D230-40AC-A080-89C6CFB19465}"/>
          </ac:spMkLst>
        </pc:spChg>
        <pc:spChg chg="add mod">
          <ac:chgData name="FENG, Yicheng" userId="63ae093e-9cad-467c-bb2d-e823331db8b5" providerId="ADAL" clId="{B898DADE-9C35-46BD-A02D-0FAA454B61CB}" dt="2025-01-06T11:35:48.718" v="356" actId="1035"/>
          <ac:spMkLst>
            <pc:docMk/>
            <pc:sldMk cId="877811591" sldId="277"/>
            <ac:spMk id="16" creationId="{EDA20214-291D-4541-9C70-09BC5B4C2320}"/>
          </ac:spMkLst>
        </pc:spChg>
        <pc:spChg chg="add mod">
          <ac:chgData name="FENG, Yicheng" userId="63ae093e-9cad-467c-bb2d-e823331db8b5" providerId="ADAL" clId="{B898DADE-9C35-46BD-A02D-0FAA454B61CB}" dt="2025-01-06T11:35:48.718" v="356" actId="1035"/>
          <ac:spMkLst>
            <pc:docMk/>
            <pc:sldMk cId="877811591" sldId="277"/>
            <ac:spMk id="25" creationId="{C0DCC740-320B-4DB4-9D00-AC3289797E05}"/>
          </ac:spMkLst>
        </pc:spChg>
        <pc:spChg chg="add mod">
          <ac:chgData name="FENG, Yicheng" userId="63ae093e-9cad-467c-bb2d-e823331db8b5" providerId="ADAL" clId="{B898DADE-9C35-46BD-A02D-0FAA454B61CB}" dt="2025-01-06T11:36:41.928" v="369" actId="1076"/>
          <ac:spMkLst>
            <pc:docMk/>
            <pc:sldMk cId="877811591" sldId="277"/>
            <ac:spMk id="30" creationId="{531BCA26-FE47-45AD-B446-8ED2E8F00833}"/>
          </ac:spMkLst>
        </pc:spChg>
        <pc:picChg chg="add mod">
          <ac:chgData name="FENG, Yicheng" userId="63ae093e-9cad-467c-bb2d-e823331db8b5" providerId="ADAL" clId="{B898DADE-9C35-46BD-A02D-0FAA454B61CB}" dt="2025-01-06T11:36:39.957" v="368" actId="1076"/>
          <ac:picMkLst>
            <pc:docMk/>
            <pc:sldMk cId="877811591" sldId="277"/>
            <ac:picMk id="7" creationId="{FBD64A4B-22D3-494B-AC42-6C62E0C1FBD9}"/>
          </ac:picMkLst>
        </pc:picChg>
        <pc:picChg chg="add mod">
          <ac:chgData name="FENG, Yicheng" userId="63ae093e-9cad-467c-bb2d-e823331db8b5" providerId="ADAL" clId="{B898DADE-9C35-46BD-A02D-0FAA454B61CB}" dt="2025-01-06T11:35:50.710" v="360" actId="1035"/>
          <ac:picMkLst>
            <pc:docMk/>
            <pc:sldMk cId="877811591" sldId="277"/>
            <ac:picMk id="13" creationId="{5F0F335C-EBDC-47DC-B41C-ED0C7E00EBE1}"/>
          </ac:picMkLst>
        </pc:picChg>
        <pc:picChg chg="add del mod">
          <ac:chgData name="FENG, Yicheng" userId="63ae093e-9cad-467c-bb2d-e823331db8b5" providerId="ADAL" clId="{B898DADE-9C35-46BD-A02D-0FAA454B61CB}" dt="2025-01-06T12:24:54.088" v="657" actId="478"/>
          <ac:picMkLst>
            <pc:docMk/>
            <pc:sldMk cId="877811591" sldId="277"/>
            <ac:picMk id="18" creationId="{36393F99-3CEB-402D-9E20-9D8DCAC66291}"/>
          </ac:picMkLst>
        </pc:picChg>
        <pc:picChg chg="add mod">
          <ac:chgData name="FENG, Yicheng" userId="63ae093e-9cad-467c-bb2d-e823331db8b5" providerId="ADAL" clId="{B898DADE-9C35-46BD-A02D-0FAA454B61CB}" dt="2025-01-06T11:35:48.718" v="356" actId="1035"/>
          <ac:picMkLst>
            <pc:docMk/>
            <pc:sldMk cId="877811591" sldId="277"/>
            <ac:picMk id="20" creationId="{5D5A1CED-83B2-447A-B8CA-62EE677234E0}"/>
          </ac:picMkLst>
        </pc:picChg>
        <pc:picChg chg="add mod">
          <ac:chgData name="FENG, Yicheng" userId="63ae093e-9cad-467c-bb2d-e823331db8b5" providerId="ADAL" clId="{B898DADE-9C35-46BD-A02D-0FAA454B61CB}" dt="2025-01-06T12:24:57.667" v="659" actId="1076"/>
          <ac:picMkLst>
            <pc:docMk/>
            <pc:sldMk cId="877811591" sldId="277"/>
            <ac:picMk id="31" creationId="{DE3B557F-C148-4CD9-B1EF-A970C07C65E1}"/>
          </ac:picMkLst>
        </pc:picChg>
        <pc:picChg chg="add del mod">
          <ac:chgData name="FENG, Yicheng" userId="63ae093e-9cad-467c-bb2d-e823331db8b5" providerId="ADAL" clId="{B898DADE-9C35-46BD-A02D-0FAA454B61CB}" dt="2025-01-06T11:32:50.181" v="301" actId="478"/>
          <ac:picMkLst>
            <pc:docMk/>
            <pc:sldMk cId="877811591" sldId="277"/>
            <ac:picMk id="2050" creationId="{AE493283-75CD-4A11-9853-1F811AEB1A62}"/>
          </ac:picMkLst>
        </pc:picChg>
        <pc:cxnChg chg="add mod">
          <ac:chgData name="FENG, Yicheng" userId="63ae093e-9cad-467c-bb2d-e823331db8b5" providerId="ADAL" clId="{B898DADE-9C35-46BD-A02D-0FAA454B61CB}" dt="2025-01-06T11:35:48.718" v="356" actId="1035"/>
          <ac:cxnSpMkLst>
            <pc:docMk/>
            <pc:sldMk cId="877811591" sldId="277"/>
            <ac:cxnSpMk id="22" creationId="{33093442-16A5-4160-AC48-7D8BC2C4567A}"/>
          </ac:cxnSpMkLst>
        </pc:cxnChg>
      </pc:sldChg>
      <pc:sldChg chg="addSp delSp modSp add mod">
        <pc:chgData name="FENG, Yicheng" userId="63ae093e-9cad-467c-bb2d-e823331db8b5" providerId="ADAL" clId="{B898DADE-9C35-46BD-A02D-0FAA454B61CB}" dt="2025-01-06T11:16:35.202" v="189" actId="14100"/>
        <pc:sldMkLst>
          <pc:docMk/>
          <pc:sldMk cId="2214390031" sldId="278"/>
        </pc:sldMkLst>
        <pc:spChg chg="add del">
          <ac:chgData name="FENG, Yicheng" userId="63ae093e-9cad-467c-bb2d-e823331db8b5" providerId="ADAL" clId="{B898DADE-9C35-46BD-A02D-0FAA454B61CB}" dt="2025-01-06T11:14:06.981" v="136"/>
          <ac:spMkLst>
            <pc:docMk/>
            <pc:sldMk cId="2214390031" sldId="278"/>
            <ac:spMk id="3" creationId="{59C86E4B-6CF3-48B8-A612-C8DFF0F3C555}"/>
          </ac:spMkLst>
        </pc:spChg>
        <pc:spChg chg="del">
          <ac:chgData name="FENG, Yicheng" userId="63ae093e-9cad-467c-bb2d-e823331db8b5" providerId="ADAL" clId="{B898DADE-9C35-46BD-A02D-0FAA454B61CB}" dt="2025-01-06T10:52:21.445" v="94" actId="478"/>
          <ac:spMkLst>
            <pc:docMk/>
            <pc:sldMk cId="2214390031" sldId="278"/>
            <ac:spMk id="19" creationId="{EC87430E-FAD8-455B-88F2-77BF7472E96A}"/>
          </ac:spMkLst>
        </pc:spChg>
        <pc:spChg chg="del">
          <ac:chgData name="FENG, Yicheng" userId="63ae093e-9cad-467c-bb2d-e823331db8b5" providerId="ADAL" clId="{B898DADE-9C35-46BD-A02D-0FAA454B61CB}" dt="2025-01-06T10:52:21.445" v="94" actId="478"/>
          <ac:spMkLst>
            <pc:docMk/>
            <pc:sldMk cId="2214390031" sldId="278"/>
            <ac:spMk id="20" creationId="{A273E866-D81F-4EFB-A024-952AE090546B}"/>
          </ac:spMkLst>
        </pc:spChg>
        <pc:spChg chg="del">
          <ac:chgData name="FENG, Yicheng" userId="63ae093e-9cad-467c-bb2d-e823331db8b5" providerId="ADAL" clId="{B898DADE-9C35-46BD-A02D-0FAA454B61CB}" dt="2025-01-06T10:52:21.445" v="94" actId="478"/>
          <ac:spMkLst>
            <pc:docMk/>
            <pc:sldMk cId="2214390031" sldId="278"/>
            <ac:spMk id="21" creationId="{20C18CB8-5FA6-4376-996C-6E016CE49551}"/>
          </ac:spMkLst>
        </pc:spChg>
        <pc:spChg chg="del">
          <ac:chgData name="FENG, Yicheng" userId="63ae093e-9cad-467c-bb2d-e823331db8b5" providerId="ADAL" clId="{B898DADE-9C35-46BD-A02D-0FAA454B61CB}" dt="2025-01-06T10:52:21.445" v="94" actId="478"/>
          <ac:spMkLst>
            <pc:docMk/>
            <pc:sldMk cId="2214390031" sldId="278"/>
            <ac:spMk id="22" creationId="{6826EC72-38D1-426F-8A35-73C33C4F0C6F}"/>
          </ac:spMkLst>
        </pc:spChg>
        <pc:spChg chg="del">
          <ac:chgData name="FENG, Yicheng" userId="63ae093e-9cad-467c-bb2d-e823331db8b5" providerId="ADAL" clId="{B898DADE-9C35-46BD-A02D-0FAA454B61CB}" dt="2025-01-06T10:52:21.445" v="94" actId="478"/>
          <ac:spMkLst>
            <pc:docMk/>
            <pc:sldMk cId="2214390031" sldId="278"/>
            <ac:spMk id="23" creationId="{6698C70D-41D2-44D6-B494-EF2C63798ADA}"/>
          </ac:spMkLst>
        </pc:spChg>
        <pc:spChg chg="del">
          <ac:chgData name="FENG, Yicheng" userId="63ae093e-9cad-467c-bb2d-e823331db8b5" providerId="ADAL" clId="{B898DADE-9C35-46BD-A02D-0FAA454B61CB}" dt="2025-01-06T10:52:21.445" v="94" actId="478"/>
          <ac:spMkLst>
            <pc:docMk/>
            <pc:sldMk cId="2214390031" sldId="278"/>
            <ac:spMk id="44" creationId="{464D5EFF-AA73-4609-AC80-7D2AD5881C45}"/>
          </ac:spMkLst>
        </pc:spChg>
        <pc:spChg chg="del">
          <ac:chgData name="FENG, Yicheng" userId="63ae093e-9cad-467c-bb2d-e823331db8b5" providerId="ADAL" clId="{B898DADE-9C35-46BD-A02D-0FAA454B61CB}" dt="2025-01-06T10:52:21.445" v="94" actId="478"/>
          <ac:spMkLst>
            <pc:docMk/>
            <pc:sldMk cId="2214390031" sldId="278"/>
            <ac:spMk id="45" creationId="{2A65E828-BD11-4CD0-8D68-353B49B05433}"/>
          </ac:spMkLst>
        </pc:spChg>
        <pc:spChg chg="del">
          <ac:chgData name="FENG, Yicheng" userId="63ae093e-9cad-467c-bb2d-e823331db8b5" providerId="ADAL" clId="{B898DADE-9C35-46BD-A02D-0FAA454B61CB}" dt="2025-01-06T10:52:21.445" v="94" actId="478"/>
          <ac:spMkLst>
            <pc:docMk/>
            <pc:sldMk cId="2214390031" sldId="278"/>
            <ac:spMk id="46" creationId="{1631607C-4A5F-4FD5-97EF-A76A3C222904}"/>
          </ac:spMkLst>
        </pc:spChg>
        <pc:spChg chg="del">
          <ac:chgData name="FENG, Yicheng" userId="63ae093e-9cad-467c-bb2d-e823331db8b5" providerId="ADAL" clId="{B898DADE-9C35-46BD-A02D-0FAA454B61CB}" dt="2025-01-06T10:52:21.445" v="94" actId="478"/>
          <ac:spMkLst>
            <pc:docMk/>
            <pc:sldMk cId="2214390031" sldId="278"/>
            <ac:spMk id="47" creationId="{2F8FE0F3-5EB6-4F5C-AC2A-C6752373F32A}"/>
          </ac:spMkLst>
        </pc:spChg>
        <pc:spChg chg="del">
          <ac:chgData name="FENG, Yicheng" userId="63ae093e-9cad-467c-bb2d-e823331db8b5" providerId="ADAL" clId="{B898DADE-9C35-46BD-A02D-0FAA454B61CB}" dt="2025-01-06T10:52:21.445" v="94" actId="478"/>
          <ac:spMkLst>
            <pc:docMk/>
            <pc:sldMk cId="2214390031" sldId="278"/>
            <ac:spMk id="48" creationId="{F3D1D51D-78C3-4709-ABBB-0F2F737F52FC}"/>
          </ac:spMkLst>
        </pc:spChg>
        <pc:spChg chg="mod">
          <ac:chgData name="FENG, Yicheng" userId="63ae093e-9cad-467c-bb2d-e823331db8b5" providerId="ADAL" clId="{B898DADE-9C35-46BD-A02D-0FAA454B61CB}" dt="2025-01-06T11:11:21.434" v="128" actId="20577"/>
          <ac:spMkLst>
            <pc:docMk/>
            <pc:sldMk cId="2214390031" sldId="278"/>
            <ac:spMk id="49" creationId="{1E66C6DF-8B5A-4DCC-B068-39F838B95819}"/>
          </ac:spMkLst>
        </pc:spChg>
        <pc:spChg chg="del">
          <ac:chgData name="FENG, Yicheng" userId="63ae093e-9cad-467c-bb2d-e823331db8b5" providerId="ADAL" clId="{B898DADE-9C35-46BD-A02D-0FAA454B61CB}" dt="2025-01-06T10:52:21.445" v="94" actId="478"/>
          <ac:spMkLst>
            <pc:docMk/>
            <pc:sldMk cId="2214390031" sldId="278"/>
            <ac:spMk id="50" creationId="{70C9852B-1901-4298-9545-9B66CAD35E30}"/>
          </ac:spMkLst>
        </pc:spChg>
        <pc:spChg chg="add del">
          <ac:chgData name="FENG, Yicheng" userId="63ae093e-9cad-467c-bb2d-e823331db8b5" providerId="ADAL" clId="{B898DADE-9C35-46BD-A02D-0FAA454B61CB}" dt="2025-01-06T11:14:08.297" v="138"/>
          <ac:spMkLst>
            <pc:docMk/>
            <pc:sldMk cId="2214390031" sldId="278"/>
            <ac:spMk id="51" creationId="{9E9FB83F-7500-44C1-B5AA-8546221706DE}"/>
          </ac:spMkLst>
        </pc:spChg>
        <pc:spChg chg="del mod">
          <ac:chgData name="FENG, Yicheng" userId="63ae093e-9cad-467c-bb2d-e823331db8b5" providerId="ADAL" clId="{B898DADE-9C35-46BD-A02D-0FAA454B61CB}" dt="2025-01-06T11:11:24.412" v="129" actId="478"/>
          <ac:spMkLst>
            <pc:docMk/>
            <pc:sldMk cId="2214390031" sldId="278"/>
            <ac:spMk id="63" creationId="{ECE89933-058D-4A9E-A95B-D820B56492B2}"/>
          </ac:spMkLst>
        </pc:spChg>
        <pc:spChg chg="add mod">
          <ac:chgData name="FENG, Yicheng" userId="63ae093e-9cad-467c-bb2d-e823331db8b5" providerId="ADAL" clId="{B898DADE-9C35-46BD-A02D-0FAA454B61CB}" dt="2025-01-06T11:16:01.370" v="166" actId="14100"/>
          <ac:spMkLst>
            <pc:docMk/>
            <pc:sldMk cId="2214390031" sldId="278"/>
            <ac:spMk id="64" creationId="{B9771295-2051-44AF-8D9B-1185DEDC1F93}"/>
          </ac:spMkLst>
        </pc:spChg>
        <pc:spChg chg="add mod">
          <ac:chgData name="FENG, Yicheng" userId="63ae093e-9cad-467c-bb2d-e823331db8b5" providerId="ADAL" clId="{B898DADE-9C35-46BD-A02D-0FAA454B61CB}" dt="2025-01-06T11:16:35.202" v="189" actId="14100"/>
          <ac:spMkLst>
            <pc:docMk/>
            <pc:sldMk cId="2214390031" sldId="278"/>
            <ac:spMk id="65" creationId="{A977D434-4382-4283-9294-187D0748C0FB}"/>
          </ac:spMkLst>
        </pc:spChg>
        <pc:grpChg chg="del">
          <ac:chgData name="FENG, Yicheng" userId="63ae093e-9cad-467c-bb2d-e823331db8b5" providerId="ADAL" clId="{B898DADE-9C35-46BD-A02D-0FAA454B61CB}" dt="2025-01-06T10:52:21.445" v="94" actId="478"/>
          <ac:grpSpMkLst>
            <pc:docMk/>
            <pc:sldMk cId="2214390031" sldId="278"/>
            <ac:grpSpMk id="4" creationId="{6B44FB3F-B911-4BC5-9130-DB268E3D08D0}"/>
          </ac:grpSpMkLst>
        </pc:grpChg>
        <pc:grpChg chg="del">
          <ac:chgData name="FENG, Yicheng" userId="63ae093e-9cad-467c-bb2d-e823331db8b5" providerId="ADAL" clId="{B898DADE-9C35-46BD-A02D-0FAA454B61CB}" dt="2025-01-06T10:52:21.445" v="94" actId="478"/>
          <ac:grpSpMkLst>
            <pc:docMk/>
            <pc:sldMk cId="2214390031" sldId="278"/>
            <ac:grpSpMk id="7" creationId="{C24FB2A3-25F9-4645-A9D8-8B7984E87F9F}"/>
          </ac:grpSpMkLst>
        </pc:grpChg>
        <pc:grpChg chg="del">
          <ac:chgData name="FENG, Yicheng" userId="63ae093e-9cad-467c-bb2d-e823331db8b5" providerId="ADAL" clId="{B898DADE-9C35-46BD-A02D-0FAA454B61CB}" dt="2025-01-06T10:52:21.445" v="94" actId="478"/>
          <ac:grpSpMkLst>
            <pc:docMk/>
            <pc:sldMk cId="2214390031" sldId="278"/>
            <ac:grpSpMk id="10" creationId="{19DC3B97-EC21-4FC5-A4C8-1C6D6D6AAE63}"/>
          </ac:grpSpMkLst>
        </pc:grpChg>
        <pc:grpChg chg="del">
          <ac:chgData name="FENG, Yicheng" userId="63ae093e-9cad-467c-bb2d-e823331db8b5" providerId="ADAL" clId="{B898DADE-9C35-46BD-A02D-0FAA454B61CB}" dt="2025-01-06T10:52:21.445" v="94" actId="478"/>
          <ac:grpSpMkLst>
            <pc:docMk/>
            <pc:sldMk cId="2214390031" sldId="278"/>
            <ac:grpSpMk id="13" creationId="{689264C2-7BB1-4272-BED2-0CAEA7599916}"/>
          </ac:grpSpMkLst>
        </pc:grpChg>
        <pc:grpChg chg="del">
          <ac:chgData name="FENG, Yicheng" userId="63ae093e-9cad-467c-bb2d-e823331db8b5" providerId="ADAL" clId="{B898DADE-9C35-46BD-A02D-0FAA454B61CB}" dt="2025-01-06T10:52:21.445" v="94" actId="478"/>
          <ac:grpSpMkLst>
            <pc:docMk/>
            <pc:sldMk cId="2214390031" sldId="278"/>
            <ac:grpSpMk id="16" creationId="{C28602F3-C0ED-432E-9D30-DDDDFDE315E3}"/>
          </ac:grpSpMkLst>
        </pc:grpChg>
        <pc:grpChg chg="del">
          <ac:chgData name="FENG, Yicheng" userId="63ae093e-9cad-467c-bb2d-e823331db8b5" providerId="ADAL" clId="{B898DADE-9C35-46BD-A02D-0FAA454B61CB}" dt="2025-01-06T10:52:21.445" v="94" actId="478"/>
          <ac:grpSpMkLst>
            <pc:docMk/>
            <pc:sldMk cId="2214390031" sldId="278"/>
            <ac:grpSpMk id="29" creationId="{CB69BEA1-0BB0-4067-948F-2E81161DAD71}"/>
          </ac:grpSpMkLst>
        </pc:grpChg>
        <pc:grpChg chg="del">
          <ac:chgData name="FENG, Yicheng" userId="63ae093e-9cad-467c-bb2d-e823331db8b5" providerId="ADAL" clId="{B898DADE-9C35-46BD-A02D-0FAA454B61CB}" dt="2025-01-06T10:52:21.445" v="94" actId="478"/>
          <ac:grpSpMkLst>
            <pc:docMk/>
            <pc:sldMk cId="2214390031" sldId="278"/>
            <ac:grpSpMk id="32" creationId="{2B64781F-9039-48BC-8536-E0CE65393279}"/>
          </ac:grpSpMkLst>
        </pc:grpChg>
        <pc:grpChg chg="del">
          <ac:chgData name="FENG, Yicheng" userId="63ae093e-9cad-467c-bb2d-e823331db8b5" providerId="ADAL" clId="{B898DADE-9C35-46BD-A02D-0FAA454B61CB}" dt="2025-01-06T10:52:21.445" v="94" actId="478"/>
          <ac:grpSpMkLst>
            <pc:docMk/>
            <pc:sldMk cId="2214390031" sldId="278"/>
            <ac:grpSpMk id="35" creationId="{74C39FBC-00DC-4F2B-AC6A-2080D35C3E80}"/>
          </ac:grpSpMkLst>
        </pc:grpChg>
        <pc:grpChg chg="del">
          <ac:chgData name="FENG, Yicheng" userId="63ae093e-9cad-467c-bb2d-e823331db8b5" providerId="ADAL" clId="{B898DADE-9C35-46BD-A02D-0FAA454B61CB}" dt="2025-01-06T10:52:21.445" v="94" actId="478"/>
          <ac:grpSpMkLst>
            <pc:docMk/>
            <pc:sldMk cId="2214390031" sldId="278"/>
            <ac:grpSpMk id="38" creationId="{9056390B-FCCF-43AC-A8D8-3FA45F1377B4}"/>
          </ac:grpSpMkLst>
        </pc:grpChg>
        <pc:grpChg chg="del">
          <ac:chgData name="FENG, Yicheng" userId="63ae093e-9cad-467c-bb2d-e823331db8b5" providerId="ADAL" clId="{B898DADE-9C35-46BD-A02D-0FAA454B61CB}" dt="2025-01-06T10:52:21.445" v="94" actId="478"/>
          <ac:grpSpMkLst>
            <pc:docMk/>
            <pc:sldMk cId="2214390031" sldId="278"/>
            <ac:grpSpMk id="41" creationId="{5AD4C60B-4A0E-415A-9075-E90A221FF9ED}"/>
          </ac:grpSpMkLst>
        </pc:grpChg>
        <pc:grpChg chg="del">
          <ac:chgData name="FENG, Yicheng" userId="63ae093e-9cad-467c-bb2d-e823331db8b5" providerId="ADAL" clId="{B898DADE-9C35-46BD-A02D-0FAA454B61CB}" dt="2025-01-06T10:52:21.445" v="94" actId="478"/>
          <ac:grpSpMkLst>
            <pc:docMk/>
            <pc:sldMk cId="2214390031" sldId="278"/>
            <ac:grpSpMk id="57" creationId="{A0F56EC3-40DA-4376-B89C-3559B8EFD402}"/>
          </ac:grpSpMkLst>
        </pc:grpChg>
        <pc:grpChg chg="del">
          <ac:chgData name="FENG, Yicheng" userId="63ae093e-9cad-467c-bb2d-e823331db8b5" providerId="ADAL" clId="{B898DADE-9C35-46BD-A02D-0FAA454B61CB}" dt="2025-01-06T10:52:21.445" v="94" actId="478"/>
          <ac:grpSpMkLst>
            <pc:docMk/>
            <pc:sldMk cId="2214390031" sldId="278"/>
            <ac:grpSpMk id="60" creationId="{EAE756E7-3534-4AF0-B9E8-0A53FA4C3E3D}"/>
          </ac:grpSpMkLst>
        </pc:grpChg>
        <pc:cxnChg chg="del">
          <ac:chgData name="FENG, Yicheng" userId="63ae093e-9cad-467c-bb2d-e823331db8b5" providerId="ADAL" clId="{B898DADE-9C35-46BD-A02D-0FAA454B61CB}" dt="2025-01-06T10:52:21.445" v="94" actId="478"/>
          <ac:cxnSpMkLst>
            <pc:docMk/>
            <pc:sldMk cId="2214390031" sldId="278"/>
            <ac:cxnSpMk id="24" creationId="{9A0616A5-F08E-414C-801C-A08DB9E21354}"/>
          </ac:cxnSpMkLst>
        </pc:cxnChg>
        <pc:cxnChg chg="del">
          <ac:chgData name="FENG, Yicheng" userId="63ae093e-9cad-467c-bb2d-e823331db8b5" providerId="ADAL" clId="{B898DADE-9C35-46BD-A02D-0FAA454B61CB}" dt="2025-01-06T10:52:21.445" v="94" actId="478"/>
          <ac:cxnSpMkLst>
            <pc:docMk/>
            <pc:sldMk cId="2214390031" sldId="278"/>
            <ac:cxnSpMk id="25" creationId="{DD8453A4-424B-444F-95DD-D4E0A06B26A0}"/>
          </ac:cxnSpMkLst>
        </pc:cxnChg>
        <pc:cxnChg chg="del">
          <ac:chgData name="FENG, Yicheng" userId="63ae093e-9cad-467c-bb2d-e823331db8b5" providerId="ADAL" clId="{B898DADE-9C35-46BD-A02D-0FAA454B61CB}" dt="2025-01-06T10:52:21.445" v="94" actId="478"/>
          <ac:cxnSpMkLst>
            <pc:docMk/>
            <pc:sldMk cId="2214390031" sldId="278"/>
            <ac:cxnSpMk id="26" creationId="{64E99D29-FD98-4960-8497-950408DE3736}"/>
          </ac:cxnSpMkLst>
        </pc:cxnChg>
        <pc:cxnChg chg="del">
          <ac:chgData name="FENG, Yicheng" userId="63ae093e-9cad-467c-bb2d-e823331db8b5" providerId="ADAL" clId="{B898DADE-9C35-46BD-A02D-0FAA454B61CB}" dt="2025-01-06T10:52:21.445" v="94" actId="478"/>
          <ac:cxnSpMkLst>
            <pc:docMk/>
            <pc:sldMk cId="2214390031" sldId="278"/>
            <ac:cxnSpMk id="27" creationId="{D05CC176-2F6D-4020-A9F2-EF3B522BFA1C}"/>
          </ac:cxnSpMkLst>
        </pc:cxnChg>
        <pc:cxnChg chg="del">
          <ac:chgData name="FENG, Yicheng" userId="63ae093e-9cad-467c-bb2d-e823331db8b5" providerId="ADAL" clId="{B898DADE-9C35-46BD-A02D-0FAA454B61CB}" dt="2025-01-06T10:52:21.445" v="94" actId="478"/>
          <ac:cxnSpMkLst>
            <pc:docMk/>
            <pc:sldMk cId="2214390031" sldId="278"/>
            <ac:cxnSpMk id="28" creationId="{87890218-6332-4256-B4C1-321DA2F273B3}"/>
          </ac:cxnSpMkLst>
        </pc:cxnChg>
      </pc:sldChg>
      <pc:sldChg chg="add">
        <pc:chgData name="FENG, Yicheng" userId="63ae093e-9cad-467c-bb2d-e823331db8b5" providerId="ADAL" clId="{B898DADE-9C35-46BD-A02D-0FAA454B61CB}" dt="2025-01-06T11:10:41.785" v="122"/>
        <pc:sldMkLst>
          <pc:docMk/>
          <pc:sldMk cId="522421455" sldId="279"/>
        </pc:sldMkLst>
      </pc:sldChg>
      <pc:sldChg chg="addSp delSp modSp add mod">
        <pc:chgData name="FENG, Yicheng" userId="63ae093e-9cad-467c-bb2d-e823331db8b5" providerId="ADAL" clId="{B898DADE-9C35-46BD-A02D-0FAA454B61CB}" dt="2025-01-06T12:27:01.730" v="695" actId="113"/>
        <pc:sldMkLst>
          <pc:docMk/>
          <pc:sldMk cId="2117576047" sldId="280"/>
        </pc:sldMkLst>
        <pc:spChg chg="add mod">
          <ac:chgData name="FENG, Yicheng" userId="63ae093e-9cad-467c-bb2d-e823331db8b5" providerId="ADAL" clId="{B898DADE-9C35-46BD-A02D-0FAA454B61CB}" dt="2025-01-06T12:27:01.730" v="695" actId="113"/>
          <ac:spMkLst>
            <pc:docMk/>
            <pc:sldMk cId="2117576047" sldId="280"/>
            <ac:spMk id="3" creationId="{B39D61A5-3FCE-45F5-B6C4-03DF442AF9CB}"/>
          </ac:spMkLst>
        </pc:spChg>
        <pc:spChg chg="add del">
          <ac:chgData name="FENG, Yicheng" userId="63ae093e-9cad-467c-bb2d-e823331db8b5" providerId="ADAL" clId="{B898DADE-9C35-46BD-A02D-0FAA454B61CB}" dt="2025-01-06T11:48:54.962" v="572"/>
          <ac:spMkLst>
            <pc:docMk/>
            <pc:sldMk cId="2117576047" sldId="280"/>
            <ac:spMk id="4" creationId="{D0DC69E2-ED84-43A3-B404-0701F3028018}"/>
          </ac:spMkLst>
        </pc:spChg>
        <pc:spChg chg="mod">
          <ac:chgData name="FENG, Yicheng" userId="63ae093e-9cad-467c-bb2d-e823331db8b5" providerId="ADAL" clId="{B898DADE-9C35-46BD-A02D-0FAA454B61CB}" dt="2025-01-06T11:48:25.293" v="566" actId="1076"/>
          <ac:spMkLst>
            <pc:docMk/>
            <pc:sldMk cId="2117576047" sldId="280"/>
            <ac:spMk id="6" creationId="{62C12F4B-8A60-4928-8BB3-39F36F1CBC59}"/>
          </ac:spMkLst>
        </pc:spChg>
        <pc:spChg chg="del">
          <ac:chgData name="FENG, Yicheng" userId="63ae093e-9cad-467c-bb2d-e823331db8b5" providerId="ADAL" clId="{B898DADE-9C35-46BD-A02D-0FAA454B61CB}" dt="2025-01-06T11:47:38.143" v="543" actId="478"/>
          <ac:spMkLst>
            <pc:docMk/>
            <pc:sldMk cId="2117576047" sldId="280"/>
            <ac:spMk id="7" creationId="{3E071ADA-B045-410C-9CF1-D6C7F4F0AB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A81B1-2540-6743-ABB4-0E292A12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AD417-B984-E443-AB4F-C92143CD1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006C3-5569-404A-A00F-D4521490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9AC1B-9F9B-7C4C-AD2B-75AB8387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20CFE-8FE9-EB4E-A8E1-AE36C51E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1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011E-DCDE-C342-A56C-2EAC9B22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8A12E-F58F-7A41-BFC0-F72ABF92C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9EBF6-8755-7E49-B0D7-FB2F3BB9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EA0E9-4BD6-7644-BA8D-7470DF76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0FEFB-6605-6C41-87AB-0F5AA21F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2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4326-D9A3-1A44-8452-04D5A488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7CA1-149F-4C4E-8D54-13D1A9252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652F9-B0E8-F941-8A14-1BEB86F9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F3F9B-475A-C14C-A0E3-E96F9ED3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FE635-695A-2C43-855F-CF2C41BD8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2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B479-481A-0E49-8D52-0BE021ED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541EA-D1C3-8E4A-B80B-8390B466F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E356B-D1EA-5247-B0F3-0476CB930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A32C0-D4EC-FD47-BD75-CDDACA44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3B967-A303-124B-BA06-4BAEC049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3EAE9-F2F8-7E42-9BF7-5A60A32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0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2CE6-C39C-9045-94F8-9B43CA9D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926E9-9778-2846-B43B-4A726712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96341-9374-DF4E-B9F6-A94758E38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E4306-B762-C746-B6F4-16DFD70CB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04D85-B6B3-0A42-925A-38933F782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CA7DE-DF2D-DD4B-8D9A-4B40F820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E122F-5BD1-454E-A133-FE0AB5CD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03D25-9E17-0044-9543-53299894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5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4217-17EF-3B45-93F5-B23C5414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4CDDD4-A221-CE49-9EB3-456758E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879A2-4394-CD4B-9263-3DDC707A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ECC98-0E91-594B-AC7F-127A4DD3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2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70CAD-9D94-0544-90C0-985EDEA9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39153-BA93-C64C-B9BC-ECAD2417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EC52B-8EB5-C146-B069-115FF804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7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9339-BB2A-AB4C-A011-36281FB8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B9FD2-C72C-D746-8FEF-4B09D248F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212A7-AD11-0642-87B6-8FC8A576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EE618-4BEB-D848-A755-D0B3815B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F7CBA-7A19-1743-9814-DDBE48E6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1DF5-1759-1846-85A4-293FE906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2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E6E1-ED4F-1D4C-B60C-89E3D8EF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6747D-0A18-D14E-9E1F-8914CD611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873C7-5733-564B-AEBA-F2F0FEFC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B211-4DF6-9442-9953-6292F187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0981E-2ABE-7048-AC75-D8C84772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66DC9-3D33-FE44-A5E3-A0B734DF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6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CAB9-FB2B-C540-B5C7-A162BB5F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419EE-DACB-ED41-9BC3-137129D6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4D66E-AA24-0A49-872D-17B77856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B7280-38D0-E542-8CFE-089B78DF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E1198-80CE-3D48-8EEE-D994007D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4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F88F6-3858-2147-8565-3ABE064AB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79688-6666-4A47-AB44-B55E2BF0E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EBA88-1DD5-DC4A-AFB4-8B03BBD4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9944A-C4EB-B943-8190-BF118811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4696-702A-BD44-9A3C-F8C85C27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5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3DFB7-9581-4D48-AAE2-C1752931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3503A-E2B1-0944-B035-77EF7A94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9E476-F670-2B47-81DC-675E7D1F7D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5905D-C0C4-D040-B3F5-79CCA23FA4EB}" type="datetimeFigureOut">
              <a:rPr lang="en-US" smtClean="0"/>
              <a:t>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F1A25-0D30-0E4C-A201-3259214DF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BE1C-D630-6544-8677-F74CB5078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4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b.eecs.umich.edu/~justincj/teaching/eecs498/FA2020/autograder.html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://projgw.cse.cuhk.edu.hk:2913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5yiMqmsdN9P8O_H_M_DrURkETPwPpxZF/view?usp=sharing" TargetMode="External"/><Relationship Id="rId2" Type="http://schemas.openxmlformats.org/officeDocument/2006/relationships/hyperlink" Target="https://github.com/eecs482/bgreeves-socket-example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ecs482/bgreeves-socket-example" TargetMode="External"/><Relationship Id="rId2" Type="http://schemas.openxmlformats.org/officeDocument/2006/relationships/hyperlink" Target="https://beej.us/guide/bgnet/html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5C1B-43BC-8B40-A7BE-D3C3F3D8A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5674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b="1" dirty="0"/>
              <a:t>CSCI 4430 - S</a:t>
            </a:r>
            <a:r>
              <a:rPr lang="en-US" altLang="zh-CN" sz="6600" b="1" dirty="0"/>
              <a:t>pring</a:t>
            </a:r>
            <a:r>
              <a:rPr lang="en-US" sz="6600" b="1" dirty="0"/>
              <a:t> 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AD46B-2981-B54E-B7BD-5B165BCFE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2817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b="1" dirty="0"/>
              <a:t>Tutorial 1</a:t>
            </a:r>
          </a:p>
          <a:p>
            <a:endParaRPr lang="en-US" sz="3600" b="1" dirty="0"/>
          </a:p>
          <a:p>
            <a:pPr algn="r"/>
            <a:r>
              <a:rPr lang="en-US" sz="2000" b="1" dirty="0"/>
              <a:t>Credits to </a:t>
            </a:r>
            <a:r>
              <a:rPr lang="en-US" altLang="zh-CN" sz="2000" b="1" dirty="0" err="1"/>
              <a:t>Umich</a:t>
            </a:r>
            <a:r>
              <a:rPr lang="en-US" altLang="zh-CN" sz="2000" b="1" dirty="0"/>
              <a:t> </a:t>
            </a:r>
            <a:r>
              <a:rPr lang="en-US" sz="2000" b="1" dirty="0"/>
              <a:t>EECS 489 Discussion 1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0C243-66EE-9844-B6C9-297837E8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9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371418"/>
            <a:ext cx="11259312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W</a:t>
            </a:r>
            <a:r>
              <a:rPr lang="en-US" altLang="zh-CN" sz="4000" b="1" dirty="0"/>
              <a:t>elcome to CSCI4430, Computer Networks!</a:t>
            </a:r>
            <a:endParaRPr lang="en-US" sz="4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C96ACA-C0AD-5D03-FC0D-F309616271E5}"/>
              </a:ext>
            </a:extLst>
          </p:cNvPr>
          <p:cNvSpPr txBox="1"/>
          <p:nvPr/>
        </p:nvSpPr>
        <p:spPr>
          <a:xfrm>
            <a:off x="6543855" y="2442649"/>
            <a:ext cx="24470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Piazza</a:t>
            </a:r>
            <a:endParaRPr lang="en-US" sz="2400" dirty="0"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D01685-344B-7B86-873B-62862760B94C}"/>
              </a:ext>
            </a:extLst>
          </p:cNvPr>
          <p:cNvSpPr txBox="1"/>
          <p:nvPr/>
        </p:nvSpPr>
        <p:spPr>
          <a:xfrm>
            <a:off x="2566338" y="2442649"/>
            <a:ext cx="24470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Course page</a:t>
            </a:r>
            <a:endParaRPr lang="en-US" sz="2400" dirty="0">
              <a:cs typeface="Calibri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730F05-1FC2-458F-8566-837F642C98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797"/>
          <a:stretch/>
        </p:blipFill>
        <p:spPr>
          <a:xfrm>
            <a:off x="2729938" y="2904314"/>
            <a:ext cx="2165545" cy="216729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0D4974-61FC-4A81-B853-946F6EAD39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889"/>
          <a:stretch/>
        </p:blipFill>
        <p:spPr>
          <a:xfrm>
            <a:off x="6589575" y="2905601"/>
            <a:ext cx="2165545" cy="216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80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Introduction to ASG1.</a:t>
            </a:r>
          </a:p>
          <a:p>
            <a:endParaRPr lang="en-US" sz="3200" dirty="0"/>
          </a:p>
          <a:p>
            <a:r>
              <a:rPr lang="en-US" sz="3200" dirty="0"/>
              <a:t> Introduction to socket programming.</a:t>
            </a:r>
          </a:p>
        </p:txBody>
      </p:sp>
    </p:spTree>
    <p:extLst>
      <p:ext uri="{BB962C8B-B14F-4D97-AF65-F5344CB8AC3E}">
        <p14:creationId xmlns:p14="http://schemas.microsoft.com/office/powerpoint/2010/main" val="44041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Due: </a:t>
            </a:r>
            <a:r>
              <a:rPr lang="en-HK" dirty="0"/>
              <a:t>11:59:59 p.m., Sat, J</a:t>
            </a:r>
            <a:r>
              <a:rPr lang="en-US" altLang="zh-CN" dirty="0"/>
              <a:t>an</a:t>
            </a:r>
            <a:r>
              <a:rPr lang="en-HK" dirty="0"/>
              <a:t>. </a:t>
            </a:r>
            <a:r>
              <a:rPr lang="en-US" altLang="zh-CN" dirty="0"/>
              <a:t>25</a:t>
            </a:r>
            <a:r>
              <a:rPr lang="en-HK" dirty="0" err="1"/>
              <a:t>th</a:t>
            </a:r>
            <a:endParaRPr lang="en-US" dirty="0"/>
          </a:p>
          <a:p>
            <a:r>
              <a:rPr lang="en-US" sz="3200" dirty="0"/>
              <a:t>Task: </a:t>
            </a:r>
          </a:p>
          <a:p>
            <a:pPr lvl="1"/>
            <a:r>
              <a:rPr lang="en-US" sz="2800" dirty="0"/>
              <a:t>C</a:t>
            </a:r>
            <a:r>
              <a:rPr lang="en-US" altLang="zh-CN" sz="2800" dirty="0"/>
              <a:t>onduct measurements in Mininet (using standard tools)</a:t>
            </a:r>
            <a:endParaRPr lang="en-US" sz="2800" dirty="0"/>
          </a:p>
          <a:p>
            <a:pPr lvl="1"/>
            <a:r>
              <a:rPr lang="en-US" sz="2800" dirty="0"/>
              <a:t>Write your own iPerf (“iPerfer”) </a:t>
            </a:r>
          </a:p>
          <a:p>
            <a:r>
              <a:rPr lang="en-US" sz="3200" dirty="0"/>
              <a:t>Advice:</a:t>
            </a:r>
          </a:p>
          <a:p>
            <a:pPr lvl="1"/>
            <a:r>
              <a:rPr lang="en-US" sz="2800" dirty="0"/>
              <a:t>Get yourself familiar with the basic socket programming</a:t>
            </a:r>
          </a:p>
          <a:p>
            <a:pPr lvl="1"/>
            <a:r>
              <a:rPr lang="en-US" sz="2800" dirty="0"/>
              <a:t>START EARLY!</a:t>
            </a:r>
            <a:endParaRPr lang="en-US" sz="2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784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1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C12F4B-8A60-4928-8BB3-39F36F1CBC59}"/>
              </a:ext>
            </a:extLst>
          </p:cNvPr>
          <p:cNvSpPr txBox="1"/>
          <p:nvPr/>
        </p:nvSpPr>
        <p:spPr>
          <a:xfrm>
            <a:off x="1112520" y="1498572"/>
            <a:ext cx="98755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HK" sz="2400" dirty="0"/>
              <a:t>iperf: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HK" dirty="0"/>
              <a:t>Purpose:</a:t>
            </a:r>
          </a:p>
          <a:p>
            <a:pPr lvl="1"/>
            <a:r>
              <a:rPr lang="en-HK" dirty="0"/>
              <a:t>	A network performance measurement tool to test bandwidth between two endpoints.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HK" dirty="0"/>
              <a:t>How It Works:</a:t>
            </a:r>
          </a:p>
          <a:p>
            <a:pPr lvl="2"/>
            <a:r>
              <a:rPr lang="en-HK" dirty="0"/>
              <a:t>Operates in client-server mode.</a:t>
            </a:r>
          </a:p>
          <a:p>
            <a:pPr lvl="2"/>
            <a:r>
              <a:rPr lang="en-HK" dirty="0"/>
              <a:t>The client generates traffic, and the server measures the received traffic.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HK" dirty="0"/>
              <a:t>Usage:</a:t>
            </a:r>
          </a:p>
          <a:p>
            <a:pPr lvl="2"/>
            <a:r>
              <a:rPr lang="en-HK" dirty="0"/>
              <a:t>Server: iperf -s</a:t>
            </a:r>
          </a:p>
          <a:p>
            <a:pPr lvl="2"/>
            <a:r>
              <a:rPr lang="en-HK" dirty="0"/>
              <a:t>Client: iperf -c &lt;</a:t>
            </a:r>
            <a:r>
              <a:rPr lang="en-HK" dirty="0" err="1"/>
              <a:t>server_ip</a:t>
            </a:r>
            <a:r>
              <a:rPr lang="en-HK" dirty="0"/>
              <a:t>&gt; -t &lt;time&gt;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071ADA-B045-410C-9CF1-D6C7F4F0ABFF}"/>
              </a:ext>
            </a:extLst>
          </p:cNvPr>
          <p:cNvSpPr txBox="1"/>
          <p:nvPr/>
        </p:nvSpPr>
        <p:spPr>
          <a:xfrm>
            <a:off x="1112520" y="4147561"/>
            <a:ext cx="1014221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HK" sz="2400" dirty="0"/>
              <a:t>Ping: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HK" dirty="0"/>
              <a:t>Purpose:</a:t>
            </a:r>
          </a:p>
          <a:p>
            <a:pPr lvl="2"/>
            <a:r>
              <a:rPr lang="en-HK" dirty="0"/>
              <a:t>Measures latency (Round-Trip Time, RTT) between two endpoints.</a:t>
            </a:r>
          </a:p>
          <a:p>
            <a:pPr lvl="2"/>
            <a:r>
              <a:rPr lang="en-HK" dirty="0"/>
              <a:t>Verifies connectivity and diagnoses network issues.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HK" dirty="0"/>
              <a:t>How It Works:</a:t>
            </a:r>
          </a:p>
          <a:p>
            <a:pPr lvl="1"/>
            <a:r>
              <a:rPr lang="en-HK" dirty="0"/>
              <a:t>	Sends ICMP echo requests and waits for replies.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HK" dirty="0"/>
              <a:t>Usage:</a:t>
            </a:r>
          </a:p>
          <a:p>
            <a:pPr lvl="1"/>
            <a:r>
              <a:rPr lang="en-HK" dirty="0"/>
              <a:t>	ping &lt;</a:t>
            </a:r>
            <a:r>
              <a:rPr lang="en-HK" dirty="0" err="1"/>
              <a:t>destination_ip</a:t>
            </a:r>
            <a:r>
              <a:rPr lang="en-HK" dirty="0"/>
              <a:t>&gt; -c &lt;count&gt; (e.g., 20 packets for consistent results).</a:t>
            </a:r>
          </a:p>
        </p:txBody>
      </p:sp>
    </p:spTree>
    <p:extLst>
      <p:ext uri="{BB962C8B-B14F-4D97-AF65-F5344CB8AC3E}">
        <p14:creationId xmlns:p14="http://schemas.microsoft.com/office/powerpoint/2010/main" val="8254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1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2C12F4B-8A60-4928-8BB3-39F36F1CBC59}"/>
              </a:ext>
            </a:extLst>
          </p:cNvPr>
          <p:cNvSpPr txBox="1"/>
          <p:nvPr/>
        </p:nvSpPr>
        <p:spPr>
          <a:xfrm>
            <a:off x="1158242" y="1498572"/>
            <a:ext cx="987551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HK" sz="2400" dirty="0"/>
              <a:t>Mininet: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HK" dirty="0"/>
              <a:t>Purpose:</a:t>
            </a:r>
          </a:p>
          <a:p>
            <a:pPr lvl="1"/>
            <a:r>
              <a:rPr lang="en-HK" dirty="0"/>
              <a:t>	A network emulator for creating and testing virtual networks on a single machine.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HK" dirty="0"/>
              <a:t>How It Works:</a:t>
            </a:r>
          </a:p>
          <a:p>
            <a:pPr lvl="1"/>
            <a:r>
              <a:rPr lang="en-HK" dirty="0"/>
              <a:t>	Simulates hosts, switches, links, and controllers using a lightweight VM.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HK" dirty="0"/>
              <a:t>Usage:</a:t>
            </a:r>
          </a:p>
          <a:p>
            <a:pPr lvl="2"/>
            <a:r>
              <a:rPr lang="en-HK" dirty="0"/>
              <a:t>Start Mininet: </a:t>
            </a:r>
            <a:r>
              <a:rPr lang="en-HK" dirty="0" err="1"/>
              <a:t>sudo</a:t>
            </a:r>
            <a:r>
              <a:rPr lang="en-HK" dirty="0"/>
              <a:t> </a:t>
            </a:r>
            <a:r>
              <a:rPr lang="en-HK" dirty="0" err="1"/>
              <a:t>mn</a:t>
            </a:r>
            <a:endParaRPr lang="en-HK" dirty="0"/>
          </a:p>
          <a:p>
            <a:pPr lvl="2"/>
            <a:r>
              <a:rPr lang="en-HK" dirty="0"/>
              <a:t>Create a topology: Use Python scripts or built-in commands (e.g., </a:t>
            </a:r>
            <a:r>
              <a:rPr lang="en-HK" dirty="0" err="1"/>
              <a:t>sudo</a:t>
            </a:r>
            <a:r>
              <a:rPr lang="en-HK" dirty="0"/>
              <a:t> python &lt;file&gt;.</a:t>
            </a:r>
            <a:r>
              <a:rPr lang="en-HK" dirty="0" err="1"/>
              <a:t>py</a:t>
            </a:r>
            <a:r>
              <a:rPr lang="en-HK" dirty="0"/>
              <a:t>).</a:t>
            </a:r>
          </a:p>
          <a:p>
            <a:pPr lvl="2"/>
            <a:r>
              <a:rPr lang="en-HK" dirty="0"/>
              <a:t>Test connectivity: </a:t>
            </a:r>
            <a:r>
              <a:rPr lang="en-HK" dirty="0" err="1"/>
              <a:t>pingall</a:t>
            </a:r>
            <a:endParaRPr lang="en-HK" dirty="0"/>
          </a:p>
          <a:p>
            <a:pPr lvl="2"/>
            <a:r>
              <a:rPr lang="en-HK" dirty="0"/>
              <a:t>Launch terminals for hosts: </a:t>
            </a:r>
            <a:r>
              <a:rPr lang="en-HK" dirty="0" err="1"/>
              <a:t>xterm</a:t>
            </a:r>
            <a:r>
              <a:rPr lang="en-HK" dirty="0"/>
              <a:t> h1 h2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39D61A5-3FCE-45F5-B6C4-03DF442AF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42" y="4801843"/>
            <a:ext cx="1030089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/>
              <a:t>Workflow in Assignment: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Mininet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create and manage virtual network topologies.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ping &amp; </a:t>
            </a:r>
            <a:r>
              <a:rPr kumimoji="0" lang="en-HK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iPerf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measure RTT (latency) </a:t>
            </a:r>
            <a:r>
              <a:rPr lang="en-HK" altLang="en-US" dirty="0">
                <a:latin typeface="Arial" panose="020B0604020202020204" pitchFamily="34" charset="0"/>
              </a:rPr>
              <a:t>and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kumimoji="0" lang="en-HK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bandwidth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network performance under different conditions (e.g., multiplexing, latency effects).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Write</a:t>
            </a:r>
            <a:r>
              <a:rPr lang="en-US" dirty="0"/>
              <a:t> your own iPerf (“iPerfer”) </a:t>
            </a:r>
          </a:p>
        </p:txBody>
      </p:sp>
    </p:spTree>
    <p:extLst>
      <p:ext uri="{BB962C8B-B14F-4D97-AF65-F5344CB8AC3E}">
        <p14:creationId xmlns:p14="http://schemas.microsoft.com/office/powerpoint/2010/main" val="211757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1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BD64A4B-22D3-494B-AC42-6C62E0C1F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90" y="1543858"/>
            <a:ext cx="4991100" cy="462531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565529F-A244-4B5A-BC29-CBB2B0E78E3B}"/>
              </a:ext>
            </a:extLst>
          </p:cNvPr>
          <p:cNvSpPr txBox="1"/>
          <p:nvPr/>
        </p:nvSpPr>
        <p:spPr>
          <a:xfrm>
            <a:off x="6256022" y="1360348"/>
            <a:ext cx="1844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400" b="1" dirty="0"/>
              <a:t>A</a:t>
            </a:r>
            <a:r>
              <a:rPr lang="en-US" altLang="zh-CN" sz="2400" b="1" dirty="0"/>
              <a:t>utograder:</a:t>
            </a:r>
            <a:endParaRPr lang="en-HK" sz="2400" b="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F0F335C-EBDC-47DC-B41C-ED0C7E00E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630" y="2059037"/>
            <a:ext cx="2219870" cy="13394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DA20214-291D-4541-9C70-09BC5B4C2320}"/>
              </a:ext>
            </a:extLst>
          </p:cNvPr>
          <p:cNvSpPr txBox="1"/>
          <p:nvPr/>
        </p:nvSpPr>
        <p:spPr>
          <a:xfrm>
            <a:off x="6042660" y="3698543"/>
            <a:ext cx="5989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dirty="0">
                <a:hlinkClick r:id="rId4"/>
              </a:rPr>
              <a:t>Log in </a:t>
            </a:r>
            <a:r>
              <a:rPr lang="en-HK" sz="1600" dirty="0"/>
              <a:t>with your CUHK link email and </a:t>
            </a:r>
            <a:r>
              <a:rPr lang="en-HK" sz="1600" u="sng" dirty="0"/>
              <a:t>password (will be sent by email </a:t>
            </a:r>
            <a:r>
              <a:rPr lang="en-HK" sz="1600" dirty="0"/>
              <a:t>after add/drop period) to URL </a:t>
            </a:r>
            <a:r>
              <a:rPr lang="en-HK" sz="1600" u="sng" dirty="0"/>
              <a:t>under the connection of CSE VPN.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D5A1CED-83B2-447A-B8CA-62EE677234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460" y="4349218"/>
            <a:ext cx="1986780" cy="2005803"/>
          </a:xfrm>
          <a:prstGeom prst="rect">
            <a:avLst/>
          </a:prstGeom>
        </p:spPr>
      </p:pic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3093442-16A5-4160-AC48-7D8BC2C4567A}"/>
              </a:ext>
            </a:extLst>
          </p:cNvPr>
          <p:cNvCxnSpPr>
            <a:cxnSpLocks/>
          </p:cNvCxnSpPr>
          <p:nvPr/>
        </p:nvCxnSpPr>
        <p:spPr>
          <a:xfrm flipV="1">
            <a:off x="8427720" y="5821680"/>
            <a:ext cx="729070" cy="3762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0DCC740-320B-4DB4-9D00-AC3289797E05}"/>
              </a:ext>
            </a:extLst>
          </p:cNvPr>
          <p:cNvSpPr txBox="1"/>
          <p:nvPr/>
        </p:nvSpPr>
        <p:spPr>
          <a:xfrm>
            <a:off x="5113020" y="6185744"/>
            <a:ext cx="4495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dirty="0"/>
              <a:t>Please find </a:t>
            </a:r>
            <a:r>
              <a:rPr lang="en-HK" sz="1600" dirty="0">
                <a:hlinkClick r:id="rId6"/>
              </a:rPr>
              <a:t>link</a:t>
            </a:r>
            <a:r>
              <a:rPr lang="en-HK" sz="1600" dirty="0"/>
              <a:t> for general use of the Autograder. 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31BCA26-FE47-45AD-B446-8ED2E8F00833}"/>
              </a:ext>
            </a:extLst>
          </p:cNvPr>
          <p:cNvSpPr txBox="1"/>
          <p:nvPr/>
        </p:nvSpPr>
        <p:spPr>
          <a:xfrm>
            <a:off x="1343978" y="6189840"/>
            <a:ext cx="32740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dirty="0"/>
              <a:t>Example final structure of repository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DE3B557F-C148-4CD9-B1EF-A970C07C65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4505" y="4391579"/>
            <a:ext cx="276225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11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What is a socket?</a:t>
            </a:r>
          </a:p>
          <a:p>
            <a:pPr>
              <a:buFontTx/>
              <a:buChar char="-"/>
            </a:pPr>
            <a:r>
              <a:rPr lang="en-US" sz="3200" dirty="0"/>
              <a:t>Communication endpoint at the end hosts[1].</a:t>
            </a:r>
          </a:p>
          <a:p>
            <a:pPr>
              <a:buFontTx/>
              <a:buChar char="-"/>
            </a:pPr>
            <a:r>
              <a:rPr lang="en-US" sz="3200" dirty="0"/>
              <a:t>Don’t mix network socket up with other “sockets”, i.e. CPU socket.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Why do we use a socket?</a:t>
            </a:r>
          </a:p>
          <a:p>
            <a:pPr marL="0" indent="0">
              <a:buNone/>
            </a:pPr>
            <a:r>
              <a:rPr lang="en-US" sz="3200" dirty="0"/>
              <a:t>- It provides an application programming interface to exchange data between processes on the same or different machines.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A55E2F-1183-7E37-4DAB-FB1727EFF128}"/>
              </a:ext>
            </a:extLst>
          </p:cNvPr>
          <p:cNvSpPr txBox="1"/>
          <p:nvPr/>
        </p:nvSpPr>
        <p:spPr>
          <a:xfrm>
            <a:off x="838200" y="617696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[1] https://www.rfc-editor.org/rfc/rfc147</a:t>
            </a:r>
          </a:p>
        </p:txBody>
      </p:sp>
    </p:spTree>
    <p:extLst>
      <p:ext uri="{BB962C8B-B14F-4D97-AF65-F5344CB8AC3E}">
        <p14:creationId xmlns:p14="http://schemas.microsoft.com/office/powerpoint/2010/main" val="1573737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70C9852B-1901-4298-9545-9B66CAD35E30}"/>
              </a:ext>
            </a:extLst>
          </p:cNvPr>
          <p:cNvSpPr/>
          <p:nvPr/>
        </p:nvSpPr>
        <p:spPr>
          <a:xfrm>
            <a:off x="2003612" y="3220572"/>
            <a:ext cx="8283388" cy="24137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AE756E7-3534-4AF0-B9E8-0A53FA4C3E3D}"/>
              </a:ext>
            </a:extLst>
          </p:cNvPr>
          <p:cNvGrpSpPr>
            <a:grpSpLocks/>
          </p:cNvGrpSpPr>
          <p:nvPr/>
        </p:nvGrpSpPr>
        <p:grpSpPr bwMode="auto">
          <a:xfrm>
            <a:off x="7706728" y="2987019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478A48-FE2F-49A9-93A4-A0F1C1189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1718EEB-9F98-49FA-8791-2E03D6752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" y="24"/>
              <a:ext cx="463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socket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B44FB3F-B911-4BC5-9130-DB268E3D08D0}"/>
              </a:ext>
            </a:extLst>
          </p:cNvPr>
          <p:cNvGrpSpPr>
            <a:grpSpLocks/>
          </p:cNvGrpSpPr>
          <p:nvPr/>
        </p:nvGrpSpPr>
        <p:grpSpPr bwMode="auto">
          <a:xfrm>
            <a:off x="2757851" y="2521188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A96EDF0-0C92-469A-B888-9C808A177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D89892-0AA5-4952-A951-F0DC3D832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0F56EC3-40DA-4376-B89C-3559B8EFD402}"/>
              </a:ext>
            </a:extLst>
          </p:cNvPr>
          <p:cNvGrpSpPr>
            <a:grpSpLocks/>
          </p:cNvGrpSpPr>
          <p:nvPr/>
        </p:nvGrpSpPr>
        <p:grpSpPr bwMode="auto">
          <a:xfrm>
            <a:off x="2753478" y="2981520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898E400-F10E-41C2-A585-5247C8EDE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7EDBE3B-687A-4121-9205-DDF171293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" y="24"/>
              <a:ext cx="463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socket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24FB2A3-25F9-4645-A9D8-8B7984E87F9F}"/>
              </a:ext>
            </a:extLst>
          </p:cNvPr>
          <p:cNvGrpSpPr>
            <a:grpSpLocks/>
          </p:cNvGrpSpPr>
          <p:nvPr/>
        </p:nvGrpSpPr>
        <p:grpSpPr bwMode="auto">
          <a:xfrm>
            <a:off x="2757851" y="3458948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13E8CB2-588C-436D-9682-384DD9864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B4A3143-3F18-4432-ADA1-5B7AFC4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DC3B97-EC21-4FC5-A4C8-1C6D6D6AAE63}"/>
              </a:ext>
            </a:extLst>
          </p:cNvPr>
          <p:cNvGrpSpPr>
            <a:grpSpLocks/>
          </p:cNvGrpSpPr>
          <p:nvPr/>
        </p:nvGrpSpPr>
        <p:grpSpPr bwMode="auto">
          <a:xfrm>
            <a:off x="2757851" y="3916148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D651010-CCAC-4554-8519-2C559E148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27B870-E4D7-4EF6-9D5A-2CB54B073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9264C2-7BB1-4272-BED2-0CAEA7599916}"/>
              </a:ext>
            </a:extLst>
          </p:cNvPr>
          <p:cNvGrpSpPr>
            <a:grpSpLocks/>
          </p:cNvGrpSpPr>
          <p:nvPr/>
        </p:nvGrpSpPr>
        <p:grpSpPr bwMode="auto">
          <a:xfrm>
            <a:off x="2757851" y="4371761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A0E9983-D696-41B4-B976-6C0B4699B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AEFD8D-0C71-40F1-96E0-8EADA7B69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8602F3-C0ED-432E-9D30-DDDDFDE315E3}"/>
              </a:ext>
            </a:extLst>
          </p:cNvPr>
          <p:cNvGrpSpPr>
            <a:grpSpLocks/>
          </p:cNvGrpSpPr>
          <p:nvPr/>
        </p:nvGrpSpPr>
        <p:grpSpPr bwMode="auto">
          <a:xfrm>
            <a:off x="2757851" y="4828961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267AE64-AB4D-41C5-B481-85F68F2E2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096579C-A034-4968-BE57-76408F01E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C87430E-FAD8-455B-88F2-77BF7472E96A}"/>
              </a:ext>
            </a:extLst>
          </p:cNvPr>
          <p:cNvSpPr txBox="1"/>
          <p:nvPr/>
        </p:nvSpPr>
        <p:spPr>
          <a:xfrm>
            <a:off x="2246996" y="2526744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73E866-D81F-4EFB-A024-952AE090546B}"/>
              </a:ext>
            </a:extLst>
          </p:cNvPr>
          <p:cNvSpPr txBox="1"/>
          <p:nvPr/>
        </p:nvSpPr>
        <p:spPr>
          <a:xfrm>
            <a:off x="2246996" y="349018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C18CB8-5FA6-4376-996C-6E016CE49551}"/>
              </a:ext>
            </a:extLst>
          </p:cNvPr>
          <p:cNvSpPr txBox="1"/>
          <p:nvPr/>
        </p:nvSpPr>
        <p:spPr>
          <a:xfrm>
            <a:off x="2246996" y="3945794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26EC72-38D1-426F-8A35-73C33C4F0C6F}"/>
              </a:ext>
            </a:extLst>
          </p:cNvPr>
          <p:cNvSpPr txBox="1"/>
          <p:nvPr/>
        </p:nvSpPr>
        <p:spPr>
          <a:xfrm>
            <a:off x="2246996" y="4402995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98C70D-41D2-44D6-B494-EF2C63798ADA}"/>
              </a:ext>
            </a:extLst>
          </p:cNvPr>
          <p:cNvSpPr txBox="1"/>
          <p:nvPr/>
        </p:nvSpPr>
        <p:spPr>
          <a:xfrm>
            <a:off x="2246996" y="485940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cxnSp>
        <p:nvCxnSpPr>
          <p:cNvPr id="24" name="Straight Connector 44">
            <a:extLst>
              <a:ext uri="{FF2B5EF4-FFF2-40B4-BE49-F238E27FC236}">
                <a16:creationId xmlns:a16="http://schemas.microsoft.com/office/drawing/2014/main" id="{9A0616A5-F08E-414C-801C-A08DB9E213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42509" y="2708513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5" name="Straight Connector 46">
            <a:extLst>
              <a:ext uri="{FF2B5EF4-FFF2-40B4-BE49-F238E27FC236}">
                <a16:creationId xmlns:a16="http://schemas.microsoft.com/office/drawing/2014/main" id="{DD8453A4-424B-444F-95DD-D4E0A06B26A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42509" y="3630398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" name="Straight Connector 47">
            <a:extLst>
              <a:ext uri="{FF2B5EF4-FFF2-40B4-BE49-F238E27FC236}">
                <a16:creationId xmlns:a16="http://schemas.microsoft.com/office/drawing/2014/main" id="{64E99D29-FD98-4960-8497-950408DE373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42509" y="4087598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" name="Straight Connector 48">
            <a:extLst>
              <a:ext uri="{FF2B5EF4-FFF2-40B4-BE49-F238E27FC236}">
                <a16:creationId xmlns:a16="http://schemas.microsoft.com/office/drawing/2014/main" id="{D05CC176-2F6D-4020-A9F2-EF3B522BFA1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42509" y="4620998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" name="Straight Connector 49">
            <a:extLst>
              <a:ext uri="{FF2B5EF4-FFF2-40B4-BE49-F238E27FC236}">
                <a16:creationId xmlns:a16="http://schemas.microsoft.com/office/drawing/2014/main" id="{87890218-6332-4256-B4C1-321DA2F273B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42509" y="5001998"/>
            <a:ext cx="32289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B69BEA1-0BB0-4067-948F-2E81161DAD71}"/>
              </a:ext>
            </a:extLst>
          </p:cNvPr>
          <p:cNvGrpSpPr>
            <a:grpSpLocks/>
          </p:cNvGrpSpPr>
          <p:nvPr/>
        </p:nvGrpSpPr>
        <p:grpSpPr bwMode="auto">
          <a:xfrm>
            <a:off x="7706728" y="2521188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2826820-2D99-4C72-AF78-34B09C8F3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7AD3824-DB9A-4568-8A66-4ABFA8B8C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" y="24"/>
              <a:ext cx="882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Application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B64781F-9039-48BC-8536-E0CE65393279}"/>
              </a:ext>
            </a:extLst>
          </p:cNvPr>
          <p:cNvGrpSpPr>
            <a:grpSpLocks/>
          </p:cNvGrpSpPr>
          <p:nvPr/>
        </p:nvGrpSpPr>
        <p:grpSpPr bwMode="auto">
          <a:xfrm>
            <a:off x="7706728" y="3458948"/>
            <a:ext cx="1649412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014801E-40F5-4E8E-A6B9-B31B3602A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637BFF4-3C2C-497F-9227-D0E8ECFB5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" y="24"/>
              <a:ext cx="760" cy="22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2699" algn="ctr">
                <a:defRPr/>
              </a:pPr>
              <a:r>
                <a:rPr lang="en-US" sz="1800" dirty="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Transport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4C39FBC-00DC-4F2B-AC6A-2080D35C3E80}"/>
              </a:ext>
            </a:extLst>
          </p:cNvPr>
          <p:cNvGrpSpPr>
            <a:grpSpLocks/>
          </p:cNvGrpSpPr>
          <p:nvPr/>
        </p:nvGrpSpPr>
        <p:grpSpPr bwMode="auto">
          <a:xfrm>
            <a:off x="7706728" y="3916148"/>
            <a:ext cx="1649413" cy="428625"/>
            <a:chOff x="0" y="0"/>
            <a:chExt cx="943" cy="270"/>
          </a:xfrm>
          <a:solidFill>
            <a:srgbClr val="0000FF"/>
          </a:solidFill>
          <a:effectLst/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43D2684-A106-4246-AA5C-27255FDE5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43" cy="270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A689236-C6C6-4704-A413-73E1B4FB5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" y="23"/>
              <a:ext cx="663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Network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056390B-FCCF-43AC-A8D8-3FA45F1377B4}"/>
              </a:ext>
            </a:extLst>
          </p:cNvPr>
          <p:cNvGrpSpPr>
            <a:grpSpLocks/>
          </p:cNvGrpSpPr>
          <p:nvPr/>
        </p:nvGrpSpPr>
        <p:grpSpPr bwMode="auto">
          <a:xfrm>
            <a:off x="7706728" y="4371761"/>
            <a:ext cx="1649413" cy="431800"/>
            <a:chOff x="0" y="0"/>
            <a:chExt cx="943" cy="272"/>
          </a:xfrm>
          <a:solidFill>
            <a:srgbClr val="0000FF"/>
          </a:solidFill>
          <a:effectLst/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90DC30F-F73D-4751-A7DD-767BB64AE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43" cy="272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753A03B-1625-468D-B82B-F3996467A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" y="24"/>
              <a:ext cx="695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Data link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AD4C60B-4A0E-415A-9075-E90A221FF9ED}"/>
              </a:ext>
            </a:extLst>
          </p:cNvPr>
          <p:cNvGrpSpPr>
            <a:grpSpLocks/>
          </p:cNvGrpSpPr>
          <p:nvPr/>
        </p:nvGrpSpPr>
        <p:grpSpPr bwMode="auto">
          <a:xfrm>
            <a:off x="7706728" y="4828961"/>
            <a:ext cx="1649413" cy="430212"/>
            <a:chOff x="0" y="0"/>
            <a:chExt cx="943" cy="271"/>
          </a:xfrm>
          <a:solidFill>
            <a:srgbClr val="0000FF"/>
          </a:solidFill>
          <a:effectLst/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3B5B15A-E019-4FB3-A2C3-C5360A58F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43" cy="271"/>
            </a:xfrm>
            <a:prstGeom prst="rect">
              <a:avLst/>
            </a:prstGeom>
            <a:grpFill/>
            <a:ln w="25400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63500" dist="101600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3A973F6-1273-463B-9BFD-583A7D6D4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" y="23"/>
              <a:ext cx="679" cy="22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90479" bIns="38100" anchor="ctr">
              <a:spAutoFit/>
            </a:bodyPr>
            <a:lstStyle/>
            <a:p>
              <a:pPr marL="11113" algn="ctr"/>
              <a:r>
                <a:rPr lang="en-US" sz="1800">
                  <a:solidFill>
                    <a:schemeClr val="bg1"/>
                  </a:solidFill>
                  <a:latin typeface="Arial" charset="0"/>
                  <a:cs typeface="Arial" charset="0"/>
                  <a:sym typeface="Arial" charset="0"/>
                </a:rPr>
                <a:t>Physical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64D5EFF-AA73-4609-AC80-7D2AD5881C45}"/>
              </a:ext>
            </a:extLst>
          </p:cNvPr>
          <p:cNvSpPr txBox="1"/>
          <p:nvPr/>
        </p:nvSpPr>
        <p:spPr>
          <a:xfrm>
            <a:off x="9565426" y="2526744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65E828-BD11-4CD0-8D68-353B49B05433}"/>
              </a:ext>
            </a:extLst>
          </p:cNvPr>
          <p:cNvSpPr txBox="1"/>
          <p:nvPr/>
        </p:nvSpPr>
        <p:spPr>
          <a:xfrm>
            <a:off x="9565426" y="3490182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31607C-4A5F-4FD5-97EF-A76A3C222904}"/>
              </a:ext>
            </a:extLst>
          </p:cNvPr>
          <p:cNvSpPr txBox="1"/>
          <p:nvPr/>
        </p:nvSpPr>
        <p:spPr>
          <a:xfrm>
            <a:off x="9565426" y="3945794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8FE0F3-5EB6-4F5C-AC2A-C6752373F32A}"/>
              </a:ext>
            </a:extLst>
          </p:cNvPr>
          <p:cNvSpPr txBox="1"/>
          <p:nvPr/>
        </p:nvSpPr>
        <p:spPr>
          <a:xfrm>
            <a:off x="9565426" y="4402995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D1D51D-78C3-4709-ABBB-0F2F737F52FC}"/>
              </a:ext>
            </a:extLst>
          </p:cNvPr>
          <p:cNvSpPr txBox="1"/>
          <p:nvPr/>
        </p:nvSpPr>
        <p:spPr>
          <a:xfrm>
            <a:off x="9565426" y="4859401"/>
            <a:ext cx="45397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L1</a:t>
            </a:r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1E66C6DF-8B5A-4DCC-B068-39F838B95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Socket Programming: Intro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ECE89933-058D-4A9E-A95B-D820B56492B2}"/>
              </a:ext>
            </a:extLst>
          </p:cNvPr>
          <p:cNvSpPr txBox="1">
            <a:spLocks/>
          </p:cNvSpPr>
          <p:nvPr/>
        </p:nvSpPr>
        <p:spPr>
          <a:xfrm>
            <a:off x="10287001" y="4065896"/>
            <a:ext cx="1905000" cy="717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Abstracted away</a:t>
            </a:r>
          </a:p>
        </p:txBody>
      </p:sp>
    </p:spTree>
    <p:extLst>
      <p:ext uri="{BB962C8B-B14F-4D97-AF65-F5344CB8AC3E}">
        <p14:creationId xmlns:p14="http://schemas.microsoft.com/office/powerpoint/2010/main" val="913890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>
            <a:extLst>
              <a:ext uri="{FF2B5EF4-FFF2-40B4-BE49-F238E27FC236}">
                <a16:creationId xmlns:a16="http://schemas.microsoft.com/office/drawing/2014/main" id="{1E66C6DF-8B5A-4DCC-B068-39F838B95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56523" cy="1325563"/>
          </a:xfrm>
        </p:spPr>
        <p:txBody>
          <a:bodyPr/>
          <a:lstStyle/>
          <a:p>
            <a:r>
              <a:rPr lang="en-US" b="1" dirty="0"/>
              <a:t>Socket Programming: </a:t>
            </a:r>
            <a:r>
              <a:rPr lang="en-HK" b="1" dirty="0"/>
              <a:t>TCP/UDP</a:t>
            </a:r>
            <a:endParaRPr lang="en-US" b="1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9771295-2051-44AF-8D9B-1185DEDC1F93}"/>
              </a:ext>
            </a:extLst>
          </p:cNvPr>
          <p:cNvSpPr txBox="1"/>
          <p:nvPr/>
        </p:nvSpPr>
        <p:spPr>
          <a:xfrm>
            <a:off x="838198" y="1823933"/>
            <a:ext cx="7170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400" dirty="0"/>
              <a:t>Socket as the Programming Interface for TCP and UDP: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977D434-4382-4283-9294-187D0748C0FB}"/>
              </a:ext>
            </a:extLst>
          </p:cNvPr>
          <p:cNvSpPr txBox="1"/>
          <p:nvPr/>
        </p:nvSpPr>
        <p:spPr>
          <a:xfrm>
            <a:off x="838198" y="2436493"/>
            <a:ext cx="1100328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HK" sz="2000" dirty="0"/>
              <a:t>TCP and UDP are transport layer protocols responsible for data transmission over the network: </a:t>
            </a:r>
          </a:p>
          <a:p>
            <a:endParaRPr lang="en-HK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HK" sz="2000" dirty="0"/>
              <a:t>TCP (Transmission Control Protocol): Ensures reliable, connection-oriented data transfer.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HK" sz="2000" dirty="0"/>
              <a:t>UDP (User Datagram Protocol): Provides simple, fast, and connectionless data communication. </a:t>
            </a:r>
          </a:p>
          <a:p>
            <a:endParaRPr lang="en-HK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HK" sz="2000" dirty="0"/>
              <a:t>Sockets abstract the complexity of TCP and UDP, offering developers an easy way to use these protocols:</a:t>
            </a:r>
          </a:p>
          <a:p>
            <a:endParaRPr lang="en-HK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HK" sz="2000" dirty="0"/>
              <a:t>TCP/UDP functionality (e.g., packet segmentation, error checking) is handled internally by the socket.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HK" sz="2000" dirty="0"/>
              <a:t>Developers do not need to directly manage these protocol details.</a:t>
            </a:r>
          </a:p>
        </p:txBody>
      </p:sp>
    </p:spTree>
    <p:extLst>
      <p:ext uri="{BB962C8B-B14F-4D97-AF65-F5344CB8AC3E}">
        <p14:creationId xmlns:p14="http://schemas.microsoft.com/office/powerpoint/2010/main" val="2214390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Complete 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11AF92-8AD0-444F-83E3-E11532277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6290" y="1825625"/>
            <a:ext cx="5639420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B591B7-0ED3-894C-A352-8477ED74F3BB}"/>
              </a:ext>
            </a:extLst>
          </p:cNvPr>
          <p:cNvSpPr txBox="1"/>
          <p:nvPr/>
        </p:nvSpPr>
        <p:spPr>
          <a:xfrm>
            <a:off x="1436914" y="3708906"/>
            <a:ext cx="1252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A8685D-FCCD-1D48-84F7-D47520F09B5B}"/>
              </a:ext>
            </a:extLst>
          </p:cNvPr>
          <p:cNvSpPr txBox="1"/>
          <p:nvPr/>
        </p:nvSpPr>
        <p:spPr>
          <a:xfrm>
            <a:off x="9688285" y="3708906"/>
            <a:ext cx="1147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52242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Client Side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803F26-69FA-F141-8053-17ADFC76B8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267" y="2193925"/>
            <a:ext cx="1955800" cy="3238500"/>
          </a:xfrm>
          <a:prstGeom prst="rect">
            <a:avLst/>
          </a:prstGeom>
        </p:spPr>
      </p:pic>
      <p:graphicFrame>
        <p:nvGraphicFramePr>
          <p:cNvPr id="25" name="Group 4">
            <a:extLst>
              <a:ext uri="{FF2B5EF4-FFF2-40B4-BE49-F238E27FC236}">
                <a16:creationId xmlns:a16="http://schemas.microsoft.com/office/drawing/2014/main" id="{B790D8A6-3FF2-4898-8C0B-11A598372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284723"/>
              </p:ext>
            </p:extLst>
          </p:nvPr>
        </p:nvGraphicFramePr>
        <p:xfrm>
          <a:off x="8298873" y="4090988"/>
          <a:ext cx="3505200" cy="237744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Important System calls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Client side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Server side</a:t>
                      </a:r>
                    </a:p>
                  </a:txBody>
                  <a:tcPr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socket()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bind()*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bind()</a:t>
                      </a:r>
                    </a:p>
                  </a:txBody>
                  <a:tcPr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connect()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listen() and accept()</a:t>
                      </a:r>
                    </a:p>
                  </a:txBody>
                  <a:tcPr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Box 23">
            <a:extLst>
              <a:ext uri="{FF2B5EF4-FFF2-40B4-BE49-F238E27FC236}">
                <a16:creationId xmlns:a16="http://schemas.microsoft.com/office/drawing/2014/main" id="{7A54562F-34E2-483C-B5CF-18BB05D38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9473" y="6553200"/>
            <a:ext cx="1624013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Consolas" pitchFamily="49" charset="0"/>
              </a:rPr>
              <a:t>* means optional.</a:t>
            </a:r>
          </a:p>
        </p:txBody>
      </p:sp>
      <p:sp>
        <p:nvSpPr>
          <p:cNvPr id="28" name="Text Box 25">
            <a:extLst>
              <a:ext uri="{FF2B5EF4-FFF2-40B4-BE49-F238E27FC236}">
                <a16:creationId xmlns:a16="http://schemas.microsoft.com/office/drawing/2014/main" id="{B349E0B2-B1CC-4E2B-8A05-26F655F0C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273" y="1731963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socket()</a:t>
            </a:r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5F967E97-62E0-49CC-9B1F-80CF9AFA4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3073" y="1731963"/>
            <a:ext cx="1322388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connect()</a:t>
            </a: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36394CA4-56E8-4F71-BF9C-8942D3D99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5123" y="1579563"/>
            <a:ext cx="9461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read()</a:t>
            </a:r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4F254A27-E9B8-4605-B129-6E3DCF15A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7523" y="2193925"/>
            <a:ext cx="1071563" cy="37623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write()</a:t>
            </a:r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EE022D9B-70C9-49F4-867D-EB2F6CE90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0873" y="18986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5C981432-1053-4886-994D-96FD62A43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0473" y="1731963"/>
            <a:ext cx="9461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bind()</a:t>
            </a:r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D03A8788-6318-45CC-ABD4-27871781E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3473" y="18986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6BC02E92-741B-4076-9CA5-EE3BF3B45A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37073" y="1746250"/>
            <a:ext cx="838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02BCE078-78EF-4D78-8F82-5AFC53B73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9213273" y="197485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Box 34">
            <a:extLst>
              <a:ext uri="{FF2B5EF4-FFF2-40B4-BE49-F238E27FC236}">
                <a16:creationId xmlns:a16="http://schemas.microsoft.com/office/drawing/2014/main" id="{54855DA5-3B7B-400A-85BC-4B77A3CAA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073" y="2427288"/>
            <a:ext cx="1866900" cy="31432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>
                <a:latin typeface="Consolas" pitchFamily="49" charset="0"/>
              </a:rPr>
              <a:t>Client flow chart</a:t>
            </a:r>
          </a:p>
        </p:txBody>
      </p:sp>
      <p:sp>
        <p:nvSpPr>
          <p:cNvPr id="39" name="Text Box 35">
            <a:extLst>
              <a:ext uri="{FF2B5EF4-FFF2-40B4-BE49-F238E27FC236}">
                <a16:creationId xmlns:a16="http://schemas.microsoft.com/office/drawing/2014/main" id="{0BA18B2A-53F2-429B-94D1-4347D91C8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0998" y="3205163"/>
            <a:ext cx="4054475" cy="67786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tIns="91440" bIns="9144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Step (1). </a:t>
            </a:r>
            <a:r>
              <a:rPr kumimoji="0" lang="en-US" altLang="zh-TW" sz="1600" b="1" kern="0" dirty="0">
                <a:solidFill>
                  <a:sysClr val="windowText" lastClr="000000"/>
                </a:solidFill>
                <a:latin typeface="Calibri" pitchFamily="34" charset="0"/>
              </a:rPr>
              <a:t>socket()</a:t>
            </a:r>
            <a:endParaRPr kumimoji="0" lang="en-US" altLang="zh-TW" sz="1600" kern="0" dirty="0">
              <a:solidFill>
                <a:sysClr val="windowText" lastClr="000000"/>
              </a:solidFill>
              <a:latin typeface="Calibri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- Create a socket.</a:t>
            </a:r>
          </a:p>
        </p:txBody>
      </p:sp>
      <p:sp>
        <p:nvSpPr>
          <p:cNvPr id="40" name="Text Box 38">
            <a:extLst>
              <a:ext uri="{FF2B5EF4-FFF2-40B4-BE49-F238E27FC236}">
                <a16:creationId xmlns:a16="http://schemas.microsoft.com/office/drawing/2014/main" id="{4FD705B2-E615-4486-8E51-8D9E89067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6873" y="4029075"/>
            <a:ext cx="4054475" cy="11699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tIns="91440" bIns="9144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Step (2). </a:t>
            </a:r>
            <a:r>
              <a:rPr kumimoji="0" lang="en-US" altLang="zh-TW" sz="1600" b="1" kern="0" dirty="0">
                <a:solidFill>
                  <a:sysClr val="windowText" lastClr="000000"/>
                </a:solidFill>
                <a:latin typeface="Calibri" pitchFamily="34" charset="0"/>
              </a:rPr>
              <a:t>bind() [optional]</a:t>
            </a:r>
            <a:endParaRPr kumimoji="0" lang="en-US" altLang="zh-TW" sz="1600" kern="0" dirty="0">
              <a:solidFill>
                <a:sysClr val="windowText" lastClr="000000"/>
              </a:solidFill>
              <a:latin typeface="Calibri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- Assign the socket a port number.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- Skip this step and will have a random port number assigned.</a:t>
            </a:r>
          </a:p>
        </p:txBody>
      </p:sp>
      <p:sp>
        <p:nvSpPr>
          <p:cNvPr id="41" name="Text Box 39">
            <a:extLst>
              <a:ext uri="{FF2B5EF4-FFF2-40B4-BE49-F238E27FC236}">
                <a16:creationId xmlns:a16="http://schemas.microsoft.com/office/drawing/2014/main" id="{425660A0-F0FC-4EAD-8E96-5425A334D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6873" y="5327650"/>
            <a:ext cx="4054475" cy="923925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tIns="91440" bIns="9144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Step (3). </a:t>
            </a:r>
            <a:r>
              <a:rPr kumimoji="0" lang="en-US" altLang="zh-TW" sz="1600" b="1" kern="0" dirty="0">
                <a:solidFill>
                  <a:sysClr val="windowText" lastClr="000000"/>
                </a:solidFill>
                <a:latin typeface="Calibri" pitchFamily="34" charset="0"/>
              </a:rPr>
              <a:t>connect()</a:t>
            </a:r>
            <a:endParaRPr kumimoji="0" lang="en-US" altLang="zh-TW" sz="1600" kern="0" dirty="0">
              <a:solidFill>
                <a:sysClr val="windowText" lastClr="000000"/>
              </a:solidFill>
              <a:latin typeface="Calibri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- Connect to the remote server.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kern="0" dirty="0">
                <a:solidFill>
                  <a:sysClr val="windowText" lastClr="000000"/>
                </a:solidFill>
                <a:latin typeface="Calibri" pitchFamily="34" charset="0"/>
              </a:rPr>
              <a:t>- It is a blocking system call.</a:t>
            </a:r>
          </a:p>
        </p:txBody>
      </p:sp>
      <p:sp>
        <p:nvSpPr>
          <p:cNvPr id="42" name="Text Box 40">
            <a:extLst>
              <a:ext uri="{FF2B5EF4-FFF2-40B4-BE49-F238E27FC236}">
                <a16:creationId xmlns:a16="http://schemas.microsoft.com/office/drawing/2014/main" id="{B79A84F8-8051-49DE-BB9D-732F6E45B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7473" y="3111500"/>
            <a:ext cx="2500313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 kern="0">
                <a:solidFill>
                  <a:sysClr val="windowText" lastClr="000000"/>
                </a:solidFill>
                <a:latin typeface="Calibri" pitchFamily="34" charset="0"/>
              </a:rPr>
              <a:t>read()</a:t>
            </a:r>
            <a:r>
              <a:rPr kumimoji="0" lang="en-US" altLang="zh-TW" sz="1600" kern="0">
                <a:solidFill>
                  <a:sysClr val="windowText" lastClr="000000"/>
                </a:solidFill>
                <a:latin typeface="Calibri" pitchFamily="34" charset="0"/>
              </a:rPr>
              <a:t> – to receive data.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 kern="0">
                <a:solidFill>
                  <a:sysClr val="windowText" lastClr="000000"/>
                </a:solidFill>
                <a:latin typeface="Calibri" pitchFamily="34" charset="0"/>
              </a:rPr>
              <a:t>write()</a:t>
            </a:r>
            <a:r>
              <a:rPr kumimoji="0" lang="en-US" altLang="zh-TW" sz="1600" kern="0">
                <a:solidFill>
                  <a:sysClr val="windowText" lastClr="000000"/>
                </a:solidFill>
                <a:latin typeface="Calibri" pitchFamily="34" charset="0"/>
              </a:rPr>
              <a:t> – to send data.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 kern="0">
                <a:solidFill>
                  <a:sysClr val="windowText" lastClr="000000"/>
                </a:solidFill>
                <a:latin typeface="Calibri" pitchFamily="34" charset="0"/>
              </a:rPr>
              <a:t>close()</a:t>
            </a:r>
            <a:r>
              <a:rPr kumimoji="0" lang="en-US" altLang="zh-TW" sz="1600" kern="0">
                <a:solidFill>
                  <a:sysClr val="windowText" lastClr="000000"/>
                </a:solidFill>
                <a:latin typeface="Calibri" pitchFamily="34" charset="0"/>
              </a:rPr>
              <a:t> – to close the socket</a:t>
            </a:r>
          </a:p>
        </p:txBody>
      </p:sp>
    </p:spTree>
    <p:extLst>
      <p:ext uri="{BB962C8B-B14F-4D97-AF65-F5344CB8AC3E}">
        <p14:creationId xmlns:p14="http://schemas.microsoft.com/office/powerpoint/2010/main" val="2279024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Server Side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F1B7FF-0FBF-3D45-81DD-BA45BC44D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919" y="1555113"/>
            <a:ext cx="1863856" cy="4824100"/>
          </a:xfrm>
          <a:prstGeom prst="rect">
            <a:avLst/>
          </a:prstGeom>
        </p:spPr>
      </p:pic>
      <p:graphicFrame>
        <p:nvGraphicFramePr>
          <p:cNvPr id="6" name="Group 4">
            <a:extLst>
              <a:ext uri="{FF2B5EF4-FFF2-40B4-BE49-F238E27FC236}">
                <a16:creationId xmlns:a16="http://schemas.microsoft.com/office/drawing/2014/main" id="{5EE5234C-2895-47D5-BEE5-B6EAF2F4F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63475"/>
              </p:ext>
            </p:extLst>
          </p:nvPr>
        </p:nvGraphicFramePr>
        <p:xfrm>
          <a:off x="8548688" y="4102101"/>
          <a:ext cx="3505200" cy="237744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Important System calls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Client side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Server side</a:t>
                      </a:r>
                    </a:p>
                  </a:txBody>
                  <a:tcPr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socket()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bind()*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bind()</a:t>
                      </a:r>
                    </a:p>
                  </a:txBody>
                  <a:tcPr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connect()</a:t>
                      </a:r>
                    </a:p>
                  </a:txBody>
                  <a:tcPr marT="91440" marB="914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ea typeface="新細明體" pitchFamily="18" charset="-120"/>
                        </a:rPr>
                        <a:t>listen() and accept()</a:t>
                      </a:r>
                    </a:p>
                  </a:txBody>
                  <a:tcPr marT="91440" marB="914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Box 25">
            <a:extLst>
              <a:ext uri="{FF2B5EF4-FFF2-40B4-BE49-F238E27FC236}">
                <a16:creationId xmlns:a16="http://schemas.microsoft.com/office/drawing/2014/main" id="{70714A64-A22E-499D-A5F9-BAEE59F85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088" y="1743076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latin typeface="Consolas" pitchFamily="49" charset="0"/>
              </a:rPr>
              <a:t>socket()</a:t>
            </a:r>
          </a:p>
        </p:txBody>
      </p:sp>
      <p:sp>
        <p:nvSpPr>
          <p:cNvPr id="9" name="Text Box 26">
            <a:extLst>
              <a:ext uri="{FF2B5EF4-FFF2-40B4-BE49-F238E27FC236}">
                <a16:creationId xmlns:a16="http://schemas.microsoft.com/office/drawing/2014/main" id="{AAB19A18-9873-4911-BFDE-D5B965E36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2888" y="1743076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listen()</a:t>
            </a:r>
          </a:p>
        </p:txBody>
      </p:sp>
      <p:sp>
        <p:nvSpPr>
          <p:cNvPr id="10" name="Text Box 27">
            <a:extLst>
              <a:ext uri="{FF2B5EF4-FFF2-40B4-BE49-F238E27FC236}">
                <a16:creationId xmlns:a16="http://schemas.microsoft.com/office/drawing/2014/main" id="{CF6365C8-AAD7-4AC0-926D-27E0580F5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99738" y="1762126"/>
            <a:ext cx="9461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read()</a:t>
            </a:r>
          </a:p>
        </p:txBody>
      </p:sp>
      <p:sp>
        <p:nvSpPr>
          <p:cNvPr id="11" name="Text Box 28">
            <a:extLst>
              <a:ext uri="{FF2B5EF4-FFF2-40B4-BE49-F238E27FC236}">
                <a16:creationId xmlns:a16="http://schemas.microsoft.com/office/drawing/2014/main" id="{8E3C78D9-C6DE-4941-94EF-0B59567E2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2138" y="2371726"/>
            <a:ext cx="1071563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write()</a:t>
            </a:r>
          </a:p>
        </p:txBody>
      </p:sp>
      <p:sp>
        <p:nvSpPr>
          <p:cNvPr id="12" name="Line 29">
            <a:extLst>
              <a:ext uri="{FF2B5EF4-FFF2-40B4-BE49-F238E27FC236}">
                <a16:creationId xmlns:a16="http://schemas.microsoft.com/office/drawing/2014/main" id="{0DE6630A-B88D-4468-AE78-131AE81A15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0688" y="19097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Box 30">
            <a:extLst>
              <a:ext uri="{FF2B5EF4-FFF2-40B4-BE49-F238E27FC236}">
                <a16:creationId xmlns:a16="http://schemas.microsoft.com/office/drawing/2014/main" id="{6E1491DA-84FF-46FE-BA55-02D6CCEFA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0288" y="1743076"/>
            <a:ext cx="9461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bind()</a:t>
            </a:r>
          </a:p>
        </p:txBody>
      </p:sp>
      <p:sp>
        <p:nvSpPr>
          <p:cNvPr id="14" name="Line 31">
            <a:extLst>
              <a:ext uri="{FF2B5EF4-FFF2-40B4-BE49-F238E27FC236}">
                <a16:creationId xmlns:a16="http://schemas.microsoft.com/office/drawing/2014/main" id="{74017E5F-A164-46D4-BAF4-B71F5C6CD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3288" y="19097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e 32">
            <a:extLst>
              <a:ext uri="{FF2B5EF4-FFF2-40B4-BE49-F238E27FC236}">
                <a16:creationId xmlns:a16="http://schemas.microsoft.com/office/drawing/2014/main" id="{D4D59AC5-37F2-42FD-86C4-59E687C704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34488" y="1985963"/>
            <a:ext cx="1219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" name="Line 33">
            <a:extLst>
              <a:ext uri="{FF2B5EF4-FFF2-40B4-BE49-F238E27FC236}">
                <a16:creationId xmlns:a16="http://schemas.microsoft.com/office/drawing/2014/main" id="{5EAFD17E-38D0-4DFE-971D-79CE4A8F35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34488" y="2595563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Box 34">
            <a:extLst>
              <a:ext uri="{FF2B5EF4-FFF2-40B4-BE49-F238E27FC236}">
                <a16:creationId xmlns:a16="http://schemas.microsoft.com/office/drawing/2014/main" id="{DC2F8C2D-A59B-4E45-8FA5-FC56637B0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888" y="2438401"/>
            <a:ext cx="1866900" cy="31432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 dirty="0">
                <a:latin typeface="Consolas" pitchFamily="49" charset="0"/>
              </a:rPr>
              <a:t>Server flow chart</a:t>
            </a:r>
          </a:p>
        </p:txBody>
      </p:sp>
      <p:sp>
        <p:nvSpPr>
          <p:cNvPr id="18" name="Text Box 35">
            <a:extLst>
              <a:ext uri="{FF2B5EF4-FFF2-40B4-BE49-F238E27FC236}">
                <a16:creationId xmlns:a16="http://schemas.microsoft.com/office/drawing/2014/main" id="{76BDD808-3BFD-433E-BDE6-FC23921E9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813" y="3216276"/>
            <a:ext cx="4054475" cy="4381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>
            <a:spAutoFit/>
          </a:bodyPr>
          <a:lstStyle/>
          <a:p>
            <a:r>
              <a:rPr lang="en-US" altLang="zh-TW" sz="1600" dirty="0">
                <a:latin typeface="Calibri" pitchFamily="34" charset="0"/>
              </a:rPr>
              <a:t>Step (1) &amp; Step(2) [ you know them now. ]</a:t>
            </a:r>
          </a:p>
        </p:txBody>
      </p:sp>
      <p:sp>
        <p:nvSpPr>
          <p:cNvPr id="19" name="Rectangle 36">
            <a:extLst>
              <a:ext uri="{FF2B5EF4-FFF2-40B4-BE49-F238E27FC236}">
                <a16:creationId xmlns:a16="http://schemas.microsoft.com/office/drawing/2014/main" id="{E17C543E-AA26-4EE5-B6E2-E51CDE572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8688" y="3052763"/>
            <a:ext cx="3505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37">
            <a:extLst>
              <a:ext uri="{FF2B5EF4-FFF2-40B4-BE49-F238E27FC236}">
                <a16:creationId xmlns:a16="http://schemas.microsoft.com/office/drawing/2014/main" id="{BE8C8833-AB35-4972-8EB1-3911354DF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688" y="4040188"/>
            <a:ext cx="4054475" cy="927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>
            <a:spAutoFit/>
          </a:bodyPr>
          <a:lstStyle/>
          <a:p>
            <a:r>
              <a:rPr lang="en-US" altLang="zh-TW" sz="1600">
                <a:latin typeface="Calibri" pitchFamily="34" charset="0"/>
              </a:rPr>
              <a:t>Step (3). </a:t>
            </a:r>
            <a:r>
              <a:rPr lang="en-US" altLang="zh-TW" sz="1600" b="1">
                <a:latin typeface="Calibri" pitchFamily="34" charset="0"/>
              </a:rPr>
              <a:t>listen()</a:t>
            </a:r>
            <a:endParaRPr lang="en-US" altLang="zh-TW" sz="1600">
              <a:latin typeface="Calibri" pitchFamily="34" charset="0"/>
            </a:endParaRPr>
          </a:p>
          <a:p>
            <a:r>
              <a:rPr lang="en-US" altLang="zh-TW" sz="1600">
                <a:latin typeface="Calibri" pitchFamily="34" charset="0"/>
              </a:rPr>
              <a:t>- It sets the port to be listening to incoming connections, for TCP only.</a:t>
            </a:r>
          </a:p>
        </p:txBody>
      </p:sp>
      <p:sp>
        <p:nvSpPr>
          <p:cNvPr id="21" name="Text Box 38">
            <a:extLst>
              <a:ext uri="{FF2B5EF4-FFF2-40B4-BE49-F238E27FC236}">
                <a16:creationId xmlns:a16="http://schemas.microsoft.com/office/drawing/2014/main" id="{B21DE8A7-EBC6-4163-AA06-1C09A09EF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688" y="5338763"/>
            <a:ext cx="4054475" cy="927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>
            <a:spAutoFit/>
          </a:bodyPr>
          <a:lstStyle/>
          <a:p>
            <a:r>
              <a:rPr lang="en-US" altLang="zh-TW" sz="1600" dirty="0">
                <a:latin typeface="Calibri" pitchFamily="34" charset="0"/>
              </a:rPr>
              <a:t>Step (4). </a:t>
            </a:r>
            <a:r>
              <a:rPr lang="en-US" altLang="zh-TW" sz="1600" b="1" dirty="0">
                <a:latin typeface="Calibri" pitchFamily="34" charset="0"/>
              </a:rPr>
              <a:t>accept()</a:t>
            </a:r>
            <a:endParaRPr lang="en-US" altLang="zh-TW" sz="1600" dirty="0">
              <a:latin typeface="Calibri" pitchFamily="34" charset="0"/>
            </a:endParaRPr>
          </a:p>
          <a:p>
            <a:r>
              <a:rPr lang="en-US" altLang="zh-TW" sz="1600" dirty="0">
                <a:latin typeface="Calibri" pitchFamily="34" charset="0"/>
              </a:rPr>
              <a:t>- Accept incoming connections.</a:t>
            </a:r>
          </a:p>
          <a:p>
            <a:r>
              <a:rPr lang="en-US" altLang="zh-TW" sz="1600" dirty="0">
                <a:latin typeface="Calibri" pitchFamily="34" charset="0"/>
              </a:rPr>
              <a:t>- A blocking system call.</a:t>
            </a: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D4F89D13-3D02-4B3F-8DD3-7BA63D583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2888" y="2352676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accept()</a:t>
            </a:r>
          </a:p>
        </p:txBody>
      </p:sp>
      <p:sp>
        <p:nvSpPr>
          <p:cNvPr id="23" name="Text Box 40">
            <a:extLst>
              <a:ext uri="{FF2B5EF4-FFF2-40B4-BE49-F238E27FC236}">
                <a16:creationId xmlns:a16="http://schemas.microsoft.com/office/drawing/2014/main" id="{DCAF029B-4F63-43FF-AECF-8F6DF0248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7288" y="3122613"/>
            <a:ext cx="2490788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b="1">
                <a:latin typeface="Calibri" pitchFamily="34" charset="0"/>
              </a:rPr>
              <a:t>read()</a:t>
            </a:r>
            <a:r>
              <a:rPr lang="en-US" altLang="zh-TW" sz="1600">
                <a:latin typeface="Calibri" pitchFamily="34" charset="0"/>
              </a:rPr>
              <a:t> – to receive data.</a:t>
            </a:r>
          </a:p>
          <a:p>
            <a:r>
              <a:rPr lang="en-US" altLang="zh-TW" sz="1600" b="1">
                <a:latin typeface="Calibri" pitchFamily="34" charset="0"/>
              </a:rPr>
              <a:t>write()</a:t>
            </a:r>
            <a:r>
              <a:rPr lang="en-US" altLang="zh-TW" sz="1600">
                <a:latin typeface="Calibri" pitchFamily="34" charset="0"/>
              </a:rPr>
              <a:t> – to send data.</a:t>
            </a:r>
          </a:p>
          <a:p>
            <a:r>
              <a:rPr lang="en-US" altLang="zh-TW" sz="1600" b="1">
                <a:latin typeface="Calibri" pitchFamily="34" charset="0"/>
              </a:rPr>
              <a:t>close()</a:t>
            </a:r>
            <a:r>
              <a:rPr lang="en-US" altLang="zh-TW" sz="1600">
                <a:latin typeface="Calibri" pitchFamily="34" charset="0"/>
              </a:rPr>
              <a:t> – to close the socket</a:t>
            </a:r>
          </a:p>
        </p:txBody>
      </p:sp>
      <p:sp>
        <p:nvSpPr>
          <p:cNvPr id="24" name="Line 41">
            <a:extLst>
              <a:ext uri="{FF2B5EF4-FFF2-40B4-BE49-F238E27FC236}">
                <a16:creationId xmlns:a16="http://schemas.microsoft.com/office/drawing/2014/main" id="{5DCD6942-DE13-4EFB-BEEB-67FAF2ED9264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2488" y="213836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Box 42">
            <a:extLst>
              <a:ext uri="{FF2B5EF4-FFF2-40B4-BE49-F238E27FC236}">
                <a16:creationId xmlns:a16="http://schemas.microsoft.com/office/drawing/2014/main" id="{512AC3EE-D825-46FE-82E0-FBAB52551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9288" y="6564313"/>
            <a:ext cx="1624013" cy="284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Consolas" pitchFamily="49" charset="0"/>
              </a:rPr>
              <a:t>* means optional.</a:t>
            </a:r>
          </a:p>
        </p:txBody>
      </p:sp>
    </p:spTree>
    <p:extLst>
      <p:ext uri="{BB962C8B-B14F-4D97-AF65-F5344CB8AC3E}">
        <p14:creationId xmlns:p14="http://schemas.microsoft.com/office/powerpoint/2010/main" val="2648031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Complete Flow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11AF92-8AD0-444F-83E3-E11532277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6290" y="1825625"/>
            <a:ext cx="5639420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B591B7-0ED3-894C-A352-8477ED74F3BB}"/>
              </a:ext>
            </a:extLst>
          </p:cNvPr>
          <p:cNvSpPr txBox="1"/>
          <p:nvPr/>
        </p:nvSpPr>
        <p:spPr>
          <a:xfrm>
            <a:off x="1436914" y="3708906"/>
            <a:ext cx="1252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A8685D-FCCD-1D48-84F7-D47520F09B5B}"/>
              </a:ext>
            </a:extLst>
          </p:cNvPr>
          <p:cNvSpPr txBox="1"/>
          <p:nvPr/>
        </p:nvSpPr>
        <p:spPr>
          <a:xfrm>
            <a:off x="9688285" y="3708906"/>
            <a:ext cx="1147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946419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Complete Flow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F6AFE687-0492-4A55-AB34-D24ED6DC8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3775" y="1876426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 dirty="0">
                <a:latin typeface="Consolas" pitchFamily="49" charset="0"/>
              </a:rPr>
              <a:t>socket()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34CEA3E1-E825-4190-BA28-33FC42C33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575" y="1876426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listen()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9EDF3584-74B0-4730-AA57-AAA168C84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2271713"/>
            <a:ext cx="1219200" cy="6508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read() &amp; write()</a:t>
            </a: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E83C4907-AB29-4059-8561-579811A2BB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20431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244D6EC8-8247-47DF-AB89-82CCA3504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5" y="1876426"/>
            <a:ext cx="946150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bind()</a:t>
            </a: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2C0B79DC-7211-46C9-9B05-933BEAB4A1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7975" y="20431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43E296AB-0EEF-4E91-94A8-7EBF3F9648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16775" y="2617788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6BCF302D-B88D-477B-8D98-501931225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575" y="3709988"/>
            <a:ext cx="1866900" cy="314325"/>
          </a:xfrm>
          <a:prstGeom prst="rect">
            <a:avLst/>
          </a:prstGeom>
          <a:solidFill>
            <a:schemeClr val="bg1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 dirty="0">
                <a:latin typeface="Consolas" pitchFamily="49" charset="0"/>
              </a:rPr>
              <a:t>Server flow chart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17F0FCD2-C122-43FA-A96E-A2EF64DB3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7575" y="2486026"/>
            <a:ext cx="1196975" cy="37623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accept()</a:t>
            </a: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4D023969-95A2-468A-A3E0-B675ED6570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7175" y="22717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289FA5-0234-4100-9377-F65B26C0F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195513"/>
            <a:ext cx="990600" cy="30480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400" b="1" dirty="0">
                <a:latin typeface="Consolas" pitchFamily="49" charset="0"/>
              </a:rPr>
              <a:t>Socket FD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D8A21C-1E7E-4D09-B905-8CE711B8C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4975" y="2195513"/>
            <a:ext cx="990600" cy="30480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400" b="1">
                <a:latin typeface="Consolas" pitchFamily="49" charset="0"/>
              </a:rPr>
              <a:t>Socket FD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94EDB-4E65-4E1D-A28A-5B6B4ED81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3775" y="1585913"/>
            <a:ext cx="990600" cy="30480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400" b="1">
                <a:latin typeface="Consolas" pitchFamily="49" charset="0"/>
              </a:rPr>
              <a:t>Socket FD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E2CC8E-EDB7-4393-86A1-74F25FC28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3775" y="2805113"/>
            <a:ext cx="990600" cy="304800"/>
          </a:xfrm>
          <a:prstGeom prst="rect">
            <a:avLst/>
          </a:prstGeom>
          <a:solidFill>
            <a:schemeClr val="fol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400" b="1">
                <a:latin typeface="Consolas" pitchFamily="49" charset="0"/>
              </a:rPr>
              <a:t>Socket FD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9CEC58-E6BE-4C40-8200-5922040D6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6975" y="2008188"/>
            <a:ext cx="990600" cy="304800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400" b="1" dirty="0">
                <a:solidFill>
                  <a:schemeClr val="bg1"/>
                </a:solidFill>
                <a:latin typeface="Consolas" pitchFamily="49" charset="0"/>
              </a:rPr>
              <a:t>Accept FD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94F98D6C-E4AD-4590-AE5B-B0B3DBE42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9775" y="3373438"/>
            <a:ext cx="1219200" cy="6508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b="1">
                <a:latin typeface="Consolas" pitchFamily="49" charset="0"/>
              </a:rPr>
              <a:t>read() &amp; write()</a:t>
            </a:r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670D0AA2-BFA6-4BC7-AE67-50825652B4B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2975" y="2881313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BC3896-39BA-478F-BF56-19FA3C557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975" y="3109913"/>
            <a:ext cx="990600" cy="304800"/>
          </a:xfrm>
          <a:prstGeom prst="rect">
            <a:avLst/>
          </a:prstGeom>
          <a:solidFill>
            <a:schemeClr val="hlink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400" b="1" dirty="0">
                <a:solidFill>
                  <a:schemeClr val="bg1"/>
                </a:solidFill>
                <a:latin typeface="Consolas" pitchFamily="49" charset="0"/>
              </a:rPr>
              <a:t>Accept FD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4EEB0F-761A-4404-822C-C1CEB3CD1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728913"/>
            <a:ext cx="76200" cy="762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C2683EF-7905-4295-8288-A7DF62978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881313"/>
            <a:ext cx="76200" cy="762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8A9B143-8954-45B1-B481-3D090FB57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3033713"/>
            <a:ext cx="76200" cy="762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30">
            <a:extLst>
              <a:ext uri="{FF2B5EF4-FFF2-40B4-BE49-F238E27FC236}">
                <a16:creationId xmlns:a16="http://schemas.microsoft.com/office/drawing/2014/main" id="{F0B5B28B-72D4-4E80-87A2-4986B9984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575" y="4329113"/>
            <a:ext cx="7696200" cy="4302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>
            <a:spAutoFit/>
          </a:bodyPr>
          <a:lstStyle/>
          <a:p>
            <a:r>
              <a:rPr lang="en-US" altLang="zh-TW" sz="1600" dirty="0">
                <a:latin typeface="Calibri" pitchFamily="34" charset="0"/>
              </a:rPr>
              <a:t>An interesting thing about </a:t>
            </a:r>
            <a:r>
              <a:rPr lang="en-US" altLang="zh-TW" sz="1600" b="1" dirty="0">
                <a:latin typeface="Calibri" pitchFamily="34" charset="0"/>
              </a:rPr>
              <a:t>accept()</a:t>
            </a:r>
            <a:r>
              <a:rPr lang="en-US" altLang="zh-TW" sz="1600" dirty="0">
                <a:latin typeface="Calibri" pitchFamily="34" charset="0"/>
              </a:rPr>
              <a:t> is the creation of a </a:t>
            </a:r>
            <a:r>
              <a:rPr lang="en-US" altLang="zh-TW" sz="1600" b="1" dirty="0">
                <a:solidFill>
                  <a:srgbClr val="FF3300"/>
                </a:solidFill>
                <a:latin typeface="Calibri" pitchFamily="34" charset="0"/>
              </a:rPr>
              <a:t>new file descriptor</a:t>
            </a:r>
            <a:r>
              <a:rPr lang="en-US" altLang="zh-TW" sz="1600" dirty="0">
                <a:latin typeface="Calibri" pitchFamily="34" charset="0"/>
              </a:rPr>
              <a:t>!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3BF08CE2-AE43-465C-8504-4E22C3A2F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575" y="4938713"/>
            <a:ext cx="3733800" cy="1416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>
            <a:spAutoFit/>
          </a:bodyPr>
          <a:lstStyle/>
          <a:p>
            <a:r>
              <a:rPr lang="en-US" altLang="zh-TW" sz="1600" b="1" u="sng" dirty="0">
                <a:latin typeface="Calibri" pitchFamily="34" charset="0"/>
              </a:rPr>
              <a:t>Application layer’s point of view.</a:t>
            </a:r>
          </a:p>
          <a:p>
            <a:endParaRPr lang="en-US" altLang="zh-TW" sz="1600" dirty="0">
              <a:latin typeface="Calibri" pitchFamily="34" charset="0"/>
            </a:endParaRPr>
          </a:p>
          <a:p>
            <a:r>
              <a:rPr lang="en-US" altLang="zh-TW" sz="1600" dirty="0">
                <a:latin typeface="Calibri" pitchFamily="34" charset="0"/>
              </a:rPr>
              <a:t>Good!  It provides each connection a new handler and we can distinguish every connection!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29ADE9-9816-4B60-9622-82270D1BC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2975" y="2195513"/>
            <a:ext cx="1295400" cy="304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200" b="1">
                <a:latin typeface="Consolas" pitchFamily="49" charset="0"/>
              </a:rPr>
              <a:t>connection #1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5872B7-6D75-4EF2-A03D-2B66163D8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9575" y="3414713"/>
            <a:ext cx="1295400" cy="3048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1200" b="1">
                <a:latin typeface="Consolas" pitchFamily="49" charset="0"/>
              </a:rPr>
              <a:t>connection #n</a:t>
            </a:r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72FED377-0EC2-45E9-8638-AA6034CD5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975" y="4938713"/>
            <a:ext cx="3733800" cy="14160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>
            <a:spAutoFit/>
          </a:bodyPr>
          <a:lstStyle/>
          <a:p>
            <a:r>
              <a:rPr lang="en-US" altLang="zh-TW" sz="1600" b="1" u="sng" dirty="0">
                <a:latin typeface="Calibri" pitchFamily="34" charset="0"/>
              </a:rPr>
              <a:t>Transport layer’s point of view.</a:t>
            </a:r>
          </a:p>
          <a:p>
            <a:endParaRPr lang="en-US" altLang="zh-TW" sz="1600" dirty="0">
              <a:latin typeface="Calibri" pitchFamily="34" charset="0"/>
            </a:endParaRPr>
          </a:p>
          <a:p>
            <a:r>
              <a:rPr lang="en-US" altLang="zh-TW" sz="1600" dirty="0">
                <a:latin typeface="Calibri" pitchFamily="34" charset="0"/>
              </a:rPr>
              <a:t>Well, for TCP, every FD points to </a:t>
            </a:r>
            <a:r>
              <a:rPr lang="en-US" altLang="zh-TW" sz="1600" b="1" dirty="0">
                <a:solidFill>
                  <a:srgbClr val="C00000"/>
                </a:solidFill>
                <a:latin typeface="Calibri" pitchFamily="34" charset="0"/>
              </a:rPr>
              <a:t>a unique TCP control structure</a:t>
            </a:r>
            <a:r>
              <a:rPr lang="en-US" altLang="zh-TW" sz="1600" dirty="0">
                <a:latin typeface="Calibri" pitchFamily="34" charset="0"/>
              </a:rPr>
              <a:t>. It is a necessary for reliable data transfer!</a:t>
            </a:r>
          </a:p>
        </p:txBody>
      </p:sp>
    </p:spTree>
    <p:extLst>
      <p:ext uri="{BB962C8B-B14F-4D97-AF65-F5344CB8AC3E}">
        <p14:creationId xmlns:p14="http://schemas.microsoft.com/office/powerpoint/2010/main" val="2287890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socket()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1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Create a socket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B148E8-50D7-4542-A495-2257CE9D6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690" y="2919109"/>
            <a:ext cx="9616620" cy="6295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C166B3-D1B0-6A4E-9334-36DA412495C4}"/>
              </a:ext>
            </a:extLst>
          </p:cNvPr>
          <p:cNvSpPr/>
          <p:nvPr/>
        </p:nvSpPr>
        <p:spPr>
          <a:xfrm>
            <a:off x="838200" y="4200009"/>
            <a:ext cx="76355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socket_fd</a:t>
            </a:r>
            <a:r>
              <a:rPr lang="en-US" sz="2400" dirty="0"/>
              <a:t> = socket(AF_INET, SOCK_STREAM, IPPROTO_TCP);</a:t>
            </a:r>
          </a:p>
        </p:txBody>
      </p:sp>
    </p:spTree>
    <p:extLst>
      <p:ext uri="{BB962C8B-B14F-4D97-AF65-F5344CB8AC3E}">
        <p14:creationId xmlns:p14="http://schemas.microsoft.com/office/powerpoint/2010/main" val="2477746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Programming-Server: bind()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4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dirty="0"/>
              <a:t>Bind an address to a socket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3285BD-3165-3D46-A0CB-9A06242E6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74" y="2674261"/>
            <a:ext cx="10541000" cy="863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586356-C565-9B40-BF75-839DA7B53FCB}"/>
              </a:ext>
            </a:extLst>
          </p:cNvPr>
          <p:cNvSpPr/>
          <p:nvPr/>
        </p:nvSpPr>
        <p:spPr>
          <a:xfrm>
            <a:off x="838199" y="3889059"/>
            <a:ext cx="74458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struct </a:t>
            </a:r>
            <a:r>
              <a:rPr lang="en-US" sz="2400" dirty="0" err="1"/>
              <a:t>sockaddr_in</a:t>
            </a:r>
            <a:r>
              <a:rPr lang="en-US" sz="2400" dirty="0"/>
              <a:t> </a:t>
            </a:r>
            <a:r>
              <a:rPr lang="en-US" sz="2400" dirty="0" err="1"/>
              <a:t>addr</a:t>
            </a:r>
            <a:r>
              <a:rPr lang="en-US" sz="2400" dirty="0"/>
              <a:t>; </a:t>
            </a:r>
          </a:p>
          <a:p>
            <a:r>
              <a:rPr lang="en-US" sz="2400" dirty="0" err="1"/>
              <a:t>memset</a:t>
            </a:r>
            <a:r>
              <a:rPr lang="en-US" sz="2400" dirty="0"/>
              <a:t>(&amp;</a:t>
            </a:r>
            <a:r>
              <a:rPr lang="en-US" sz="2400" dirty="0" err="1"/>
              <a:t>addr</a:t>
            </a:r>
            <a:r>
              <a:rPr lang="en-US" sz="2400" dirty="0"/>
              <a:t>, 0, </a:t>
            </a:r>
            <a:r>
              <a:rPr lang="en-US" sz="2400" dirty="0" err="1"/>
              <a:t>sizeof</a:t>
            </a:r>
            <a:r>
              <a:rPr lang="en-US" sz="2400" dirty="0"/>
              <a:t>(</a:t>
            </a:r>
            <a:r>
              <a:rPr lang="en-US" sz="2400" dirty="0" err="1"/>
              <a:t>addr</a:t>
            </a:r>
            <a:r>
              <a:rPr lang="en-US" sz="2400" dirty="0"/>
              <a:t>)); </a:t>
            </a:r>
          </a:p>
          <a:p>
            <a:r>
              <a:rPr lang="en-US" sz="2400" dirty="0" err="1"/>
              <a:t>addr.sin_family</a:t>
            </a:r>
            <a:r>
              <a:rPr lang="en-US" sz="2400" dirty="0"/>
              <a:t> = AF_INET; </a:t>
            </a:r>
            <a:r>
              <a:rPr lang="en-HK" sz="2400" dirty="0"/>
              <a:t>% Address family</a:t>
            </a:r>
            <a:endParaRPr lang="en-US" sz="2400" dirty="0"/>
          </a:p>
          <a:p>
            <a:r>
              <a:rPr lang="en-US" sz="2400" dirty="0" err="1"/>
              <a:t>addr.sin_addr.s_addr</a:t>
            </a:r>
            <a:r>
              <a:rPr lang="en-US" sz="2400" dirty="0"/>
              <a:t> = INADDR_ANY; % 0.0.0.0</a:t>
            </a:r>
          </a:p>
          <a:p>
            <a:r>
              <a:rPr lang="en-US" sz="2400" dirty="0" err="1"/>
              <a:t>addr.sin_port</a:t>
            </a:r>
            <a:r>
              <a:rPr lang="en-US" sz="2400" dirty="0"/>
              <a:t> = </a:t>
            </a:r>
            <a:r>
              <a:rPr lang="en-US" sz="2400" dirty="0" err="1"/>
              <a:t>htons</a:t>
            </a:r>
            <a:r>
              <a:rPr lang="en-US" sz="2400" dirty="0"/>
              <a:t>(port); % Host to network long</a:t>
            </a:r>
          </a:p>
          <a:p>
            <a:r>
              <a:rPr lang="en-US" sz="2400" dirty="0"/>
              <a:t>bind(</a:t>
            </a:r>
            <a:r>
              <a:rPr lang="en-US" sz="2400" dirty="0" err="1"/>
              <a:t>sockfd</a:t>
            </a:r>
            <a:r>
              <a:rPr lang="en-US" sz="2400" dirty="0"/>
              <a:t>, (struct </a:t>
            </a:r>
            <a:r>
              <a:rPr lang="en-US" sz="2400" dirty="0" err="1"/>
              <a:t>sockaddr</a:t>
            </a:r>
            <a:r>
              <a:rPr lang="en-US" sz="2400" dirty="0"/>
              <a:t> *) &amp;</a:t>
            </a:r>
            <a:r>
              <a:rPr lang="en-US" sz="2400" dirty="0" err="1"/>
              <a:t>addr</a:t>
            </a:r>
            <a:r>
              <a:rPr lang="en-US" sz="2400" dirty="0"/>
              <a:t>, </a:t>
            </a:r>
            <a:r>
              <a:rPr lang="en-US" sz="2400" dirty="0" err="1"/>
              <a:t>sizeof</a:t>
            </a:r>
            <a:r>
              <a:rPr lang="en-US" sz="2400" dirty="0"/>
              <a:t>(</a:t>
            </a:r>
            <a:r>
              <a:rPr lang="en-US" sz="2400" dirty="0" err="1"/>
              <a:t>addr</a:t>
            </a:r>
            <a:r>
              <a:rPr lang="en-US" sz="2400" dirty="0"/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3355003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Programming-Server: listen()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Listen for connections on a socket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80844-4AD9-7945-A207-E3FE35124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9" y="2844801"/>
            <a:ext cx="7366000" cy="711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B692967-652C-AB4A-9FFE-F0D2464A2DD4}"/>
              </a:ext>
            </a:extLst>
          </p:cNvPr>
          <p:cNvSpPr/>
          <p:nvPr/>
        </p:nvSpPr>
        <p:spPr>
          <a:xfrm>
            <a:off x="838200" y="3953040"/>
            <a:ext cx="23820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listen(</a:t>
            </a:r>
            <a:r>
              <a:rPr lang="en-US" sz="2400" dirty="0" err="1"/>
              <a:t>sockfd</a:t>
            </a:r>
            <a:r>
              <a:rPr lang="en-US" sz="2400" dirty="0"/>
              <a:t>, 10);</a:t>
            </a:r>
          </a:p>
        </p:txBody>
      </p:sp>
    </p:spTree>
    <p:extLst>
      <p:ext uri="{BB962C8B-B14F-4D97-AF65-F5344CB8AC3E}">
        <p14:creationId xmlns:p14="http://schemas.microsoft.com/office/powerpoint/2010/main" val="3781525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Programming-Client: connect()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1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Initiate a connection on a socket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5C397-6034-9D41-9BB4-A827A6FAA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57" y="2616200"/>
            <a:ext cx="10337800" cy="812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5A69BD-EADE-DA43-8E5A-0F49CD1E94FF}"/>
              </a:ext>
            </a:extLst>
          </p:cNvPr>
          <p:cNvSpPr/>
          <p:nvPr/>
        </p:nvSpPr>
        <p:spPr>
          <a:xfrm>
            <a:off x="838200" y="3717658"/>
            <a:ext cx="885008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US" sz="2400" dirty="0"/>
              <a:t>struct </a:t>
            </a:r>
            <a:r>
              <a:rPr lang="en-US" sz="2400" dirty="0" err="1"/>
              <a:t>hostent</a:t>
            </a:r>
            <a:r>
              <a:rPr lang="en-US" sz="2400" dirty="0"/>
              <a:t> *server = </a:t>
            </a:r>
            <a:r>
              <a:rPr lang="en-US" sz="2400" dirty="0" err="1"/>
              <a:t>gethostbyname</a:t>
            </a:r>
            <a:r>
              <a:rPr lang="en-US" sz="2400" dirty="0"/>
              <a:t>(hostname); </a:t>
            </a:r>
          </a:p>
          <a:p>
            <a:pPr hangingPunct="0"/>
            <a:r>
              <a:rPr lang="en-US" sz="2400" dirty="0"/>
              <a:t>struct </a:t>
            </a:r>
            <a:r>
              <a:rPr lang="en-US" sz="2400" dirty="0" err="1"/>
              <a:t>sockaddr_in</a:t>
            </a:r>
            <a:r>
              <a:rPr lang="en-US" sz="2400" dirty="0"/>
              <a:t> </a:t>
            </a:r>
            <a:r>
              <a:rPr lang="en-US" sz="2400" dirty="0" err="1"/>
              <a:t>addr</a:t>
            </a:r>
            <a:r>
              <a:rPr lang="en-US" sz="2400" dirty="0"/>
              <a:t>; </a:t>
            </a:r>
          </a:p>
          <a:p>
            <a:pPr hangingPunct="0"/>
            <a:r>
              <a:rPr lang="en-US" sz="2400" dirty="0" err="1"/>
              <a:t>memset</a:t>
            </a:r>
            <a:r>
              <a:rPr lang="en-US" sz="2400" dirty="0"/>
              <a:t>(&amp;</a:t>
            </a:r>
            <a:r>
              <a:rPr lang="en-US" sz="2400" dirty="0" err="1"/>
              <a:t>addr</a:t>
            </a:r>
            <a:r>
              <a:rPr lang="en-US" sz="2400" dirty="0"/>
              <a:t>, 0, </a:t>
            </a:r>
            <a:r>
              <a:rPr lang="en-US" sz="2400" dirty="0" err="1"/>
              <a:t>sizeof</a:t>
            </a:r>
            <a:r>
              <a:rPr lang="en-US" sz="2400" dirty="0"/>
              <a:t>(</a:t>
            </a:r>
            <a:r>
              <a:rPr lang="en-US" sz="2400" dirty="0" err="1"/>
              <a:t>addr</a:t>
            </a:r>
            <a:r>
              <a:rPr lang="en-US" sz="2400" dirty="0"/>
              <a:t>)); </a:t>
            </a:r>
          </a:p>
          <a:p>
            <a:pPr hangingPunct="0"/>
            <a:r>
              <a:rPr lang="en-US" sz="2400" dirty="0" err="1"/>
              <a:t>addr.sin_family</a:t>
            </a:r>
            <a:r>
              <a:rPr lang="en-US" sz="2400" dirty="0"/>
              <a:t> = AF_INET; </a:t>
            </a:r>
          </a:p>
          <a:p>
            <a:pPr hangingPunct="0"/>
            <a:r>
              <a:rPr lang="en-US" sz="2400" dirty="0" err="1"/>
              <a:t>addr.sin_addr.s_addr</a:t>
            </a:r>
            <a:r>
              <a:rPr lang="en-US" sz="2400" dirty="0"/>
              <a:t> = * (unsigned long *) server-&gt;</a:t>
            </a:r>
            <a:r>
              <a:rPr lang="en-US" sz="2400" dirty="0" err="1"/>
              <a:t>h_addr_list</a:t>
            </a:r>
            <a:r>
              <a:rPr lang="en-US" sz="2400" dirty="0"/>
              <a:t>[0]; </a:t>
            </a:r>
          </a:p>
          <a:p>
            <a:pPr hangingPunct="0"/>
            <a:r>
              <a:rPr lang="en-US" sz="2400" dirty="0" err="1"/>
              <a:t>addr.sin_port</a:t>
            </a:r>
            <a:r>
              <a:rPr lang="en-US" sz="2400" dirty="0"/>
              <a:t> = </a:t>
            </a:r>
            <a:r>
              <a:rPr lang="en-US" sz="2400" dirty="0" err="1"/>
              <a:t>htons</a:t>
            </a:r>
            <a:r>
              <a:rPr lang="en-US" sz="2400" dirty="0"/>
              <a:t>(</a:t>
            </a:r>
            <a:r>
              <a:rPr lang="en-US" sz="2400" dirty="0" err="1"/>
              <a:t>server_port</a:t>
            </a:r>
            <a:r>
              <a:rPr lang="en-US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63058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Programming-Server: accept()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1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Accept a connection on a socket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5A69BD-EADE-DA43-8E5A-0F49CD1E94FF}"/>
              </a:ext>
            </a:extLst>
          </p:cNvPr>
          <p:cNvSpPr/>
          <p:nvPr/>
        </p:nvSpPr>
        <p:spPr>
          <a:xfrm>
            <a:off x="838200" y="3717658"/>
            <a:ext cx="88500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US" sz="2400" dirty="0" err="1"/>
              <a:t>socklen_t</a:t>
            </a:r>
            <a:r>
              <a:rPr lang="en-US" sz="2400" dirty="0"/>
              <a:t> </a:t>
            </a:r>
            <a:r>
              <a:rPr lang="en-US" sz="2400" dirty="0" err="1"/>
              <a:t>addr_len</a:t>
            </a:r>
            <a:r>
              <a:rPr lang="en-US" sz="2400" dirty="0"/>
              <a:t> = </a:t>
            </a:r>
            <a:r>
              <a:rPr lang="en-US" sz="2400" dirty="0" err="1"/>
              <a:t>sizeof</a:t>
            </a:r>
            <a:r>
              <a:rPr lang="en-US" sz="2400" dirty="0"/>
              <a:t>(</a:t>
            </a:r>
            <a:r>
              <a:rPr lang="en-US" sz="2400" dirty="0" err="1"/>
              <a:t>addr</a:t>
            </a:r>
            <a:r>
              <a:rPr lang="en-US" sz="2400" dirty="0"/>
              <a:t>); </a:t>
            </a:r>
          </a:p>
          <a:p>
            <a:pPr hangingPunct="0"/>
            <a:r>
              <a:rPr lang="en-US" sz="2400" dirty="0"/>
              <a:t>int conn = accept(</a:t>
            </a:r>
            <a:r>
              <a:rPr lang="en-US" sz="2400" dirty="0" err="1"/>
              <a:t>sockfd</a:t>
            </a:r>
            <a:r>
              <a:rPr lang="en-US" sz="2400" dirty="0"/>
              <a:t>, (struct </a:t>
            </a:r>
            <a:r>
              <a:rPr lang="en-US" sz="2400" dirty="0" err="1"/>
              <a:t>sockaddr</a:t>
            </a:r>
            <a:r>
              <a:rPr lang="en-US" sz="2400" dirty="0"/>
              <a:t> *) &amp;</a:t>
            </a:r>
            <a:r>
              <a:rPr lang="en-US" sz="2400" dirty="0" err="1"/>
              <a:t>addr</a:t>
            </a:r>
            <a:r>
              <a:rPr lang="en-US" sz="2400" dirty="0"/>
              <a:t>, &amp;</a:t>
            </a:r>
            <a:r>
              <a:rPr lang="en-US" sz="2400" dirty="0" err="1"/>
              <a:t>addr_len</a:t>
            </a:r>
            <a:r>
              <a:rPr lang="en-US" sz="2400" dirty="0"/>
              <a:t>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B8ECFB-DBDD-7147-A6FE-FB32D105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73" y="2676298"/>
            <a:ext cx="11339285" cy="74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56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send()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1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Send a message on a socket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5A69BD-EADE-DA43-8E5A-0F49CD1E94FF}"/>
              </a:ext>
            </a:extLst>
          </p:cNvPr>
          <p:cNvSpPr/>
          <p:nvPr/>
        </p:nvSpPr>
        <p:spPr>
          <a:xfrm>
            <a:off x="838200" y="3717658"/>
            <a:ext cx="88500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US" sz="2400" dirty="0"/>
              <a:t>send(</a:t>
            </a:r>
            <a:r>
              <a:rPr lang="en-US" sz="2400" dirty="0" err="1"/>
              <a:t>sockfd</a:t>
            </a:r>
            <a:r>
              <a:rPr lang="en-US" sz="2400" dirty="0"/>
              <a:t>, buffer, MSG_SIZE, MSG_NOSIGNAL);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4675FE-F79E-C645-8EAA-C00F49172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31794"/>
            <a:ext cx="11027229" cy="79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00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</a:t>
            </a:r>
            <a:r>
              <a:rPr lang="en-US" b="1" dirty="0" err="1"/>
              <a:t>recv</a:t>
            </a:r>
            <a:r>
              <a:rPr lang="en-US" b="1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1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Receive a message on a socket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5A69BD-EADE-DA43-8E5A-0F49CD1E94FF}"/>
              </a:ext>
            </a:extLst>
          </p:cNvPr>
          <p:cNvSpPr/>
          <p:nvPr/>
        </p:nvSpPr>
        <p:spPr>
          <a:xfrm>
            <a:off x="838200" y="3717658"/>
            <a:ext cx="88500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US" sz="2400" dirty="0" err="1"/>
              <a:t>byte_recved</a:t>
            </a:r>
            <a:r>
              <a:rPr lang="en-US" sz="2400" dirty="0"/>
              <a:t> = </a:t>
            </a:r>
            <a:r>
              <a:rPr lang="en-US" sz="2400" dirty="0" err="1"/>
              <a:t>recv</a:t>
            </a:r>
            <a:r>
              <a:rPr lang="en-US" sz="2400" dirty="0"/>
              <a:t>(conn, buffer, </a:t>
            </a:r>
            <a:r>
              <a:rPr lang="en-US" sz="2400" dirty="0" err="1"/>
              <a:t>len</a:t>
            </a:r>
            <a:r>
              <a:rPr lang="en-US" sz="2400" dirty="0"/>
              <a:t>, MSG_NOSIGNAL);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7AB7E-88BC-F041-A7B3-C9FD27A79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78" y="2718141"/>
            <a:ext cx="10730593" cy="71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65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A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98230"/>
          </a:xfrm>
        </p:spPr>
        <p:txBody>
          <a:bodyPr>
            <a:normAutofit fontScale="85000" lnSpcReduction="10000"/>
          </a:bodyPr>
          <a:lstStyle/>
          <a:p>
            <a:r>
              <a:rPr lang="en-HK" dirty="0">
                <a:hlinkClick r:id="rId2"/>
              </a:rPr>
              <a:t>eecs482/</a:t>
            </a:r>
            <a:r>
              <a:rPr lang="en-HK" dirty="0" err="1">
                <a:hlinkClick r:id="rId2"/>
              </a:rPr>
              <a:t>bgreeves</a:t>
            </a:r>
            <a:r>
              <a:rPr lang="en-HK" dirty="0">
                <a:hlinkClick r:id="rId2"/>
              </a:rPr>
              <a:t>-socket-example: Sockets example from discussion</a:t>
            </a:r>
            <a:endParaRPr lang="en-HK" dirty="0"/>
          </a:p>
          <a:p>
            <a:r>
              <a:rPr lang="en-HK" dirty="0"/>
              <a:t>Linux or Mac OS.</a:t>
            </a:r>
          </a:p>
          <a:p>
            <a:r>
              <a:rPr lang="en-HK" dirty="0"/>
              <a:t>A virtual machine is provided </a:t>
            </a:r>
            <a:r>
              <a:rPr lang="en-HK" dirty="0">
                <a:hlinkClick r:id="rId3"/>
              </a:rPr>
              <a:t>here</a:t>
            </a:r>
            <a:r>
              <a:rPr lang="en-HK" dirty="0"/>
              <a:t>. (The password is identical to the username.)</a:t>
            </a:r>
          </a:p>
          <a:p>
            <a:r>
              <a:rPr lang="en-US" altLang="zh-CN" dirty="0"/>
              <a:t>Tip: Manually s</a:t>
            </a:r>
            <a:r>
              <a:rPr lang="en-US" dirty="0"/>
              <a:t>et shared folder between your PC/laptop and VM: </a:t>
            </a:r>
            <a:r>
              <a:rPr lang="en-US" dirty="0" err="1"/>
              <a:t>sudo</a:t>
            </a:r>
            <a:r>
              <a:rPr lang="en-US" dirty="0"/>
              <a:t> mount - t </a:t>
            </a:r>
            <a:r>
              <a:rPr lang="en-US" dirty="0" err="1"/>
              <a:t>vboxsf</a:t>
            </a:r>
            <a:r>
              <a:rPr lang="en-US" dirty="0"/>
              <a:t>   </a:t>
            </a:r>
            <a:r>
              <a:rPr lang="en-US" i="1" u="sng" dirty="0"/>
              <a:t>folder name in VirtualBox App setting</a:t>
            </a:r>
            <a:r>
              <a:rPr lang="en-US" i="1" dirty="0"/>
              <a:t>   </a:t>
            </a:r>
            <a:r>
              <a:rPr lang="en-US" i="1" u="sng" dirty="0"/>
              <a:t>folder name in VM</a:t>
            </a:r>
            <a:endParaRPr lang="en-HK" dirty="0"/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871005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Socket Programming: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07632"/>
          </a:xfrm>
        </p:spPr>
        <p:txBody>
          <a:bodyPr>
            <a:normAutofit/>
          </a:bodyPr>
          <a:lstStyle/>
          <a:p>
            <a:r>
              <a:rPr lang="en-HK" dirty="0">
                <a:hlinkClick r:id="rId2"/>
              </a:rPr>
              <a:t>Beej's Guide to Network Programming</a:t>
            </a:r>
            <a:endParaRPr lang="en-HK" dirty="0"/>
          </a:p>
          <a:p>
            <a:r>
              <a:rPr lang="en-HK" dirty="0">
                <a:hlinkClick r:id="rId3"/>
              </a:rPr>
              <a:t>eecs482/bgreeves-socket-example: Sockets example from discussion</a:t>
            </a:r>
            <a:endParaRPr lang="en-HK" dirty="0"/>
          </a:p>
          <a:p>
            <a:r>
              <a:rPr lang="en-HK" dirty="0"/>
              <a:t>man is always your good friend</a:t>
            </a:r>
          </a:p>
          <a:p>
            <a:pPr lvl="1"/>
            <a:r>
              <a:rPr lang="en-HK" sz="2800" dirty="0"/>
              <a:t>man socket</a:t>
            </a:r>
            <a:endParaRPr lang="en-HK" dirty="0"/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616564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D2CAE8-E323-A14E-A62F-188A25405FEA}"/>
              </a:ext>
            </a:extLst>
          </p:cNvPr>
          <p:cNvSpPr/>
          <p:nvPr/>
        </p:nvSpPr>
        <p:spPr>
          <a:xfrm>
            <a:off x="5350732" y="3136612"/>
            <a:ext cx="14905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216618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2260</TotalTime>
  <Words>1371</Words>
  <Application>Microsoft Macintosh PowerPoint</Application>
  <PresentationFormat>Widescreen</PresentationFormat>
  <Paragraphs>227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Consolas</vt:lpstr>
      <vt:lpstr>Wingdings</vt:lpstr>
      <vt:lpstr>Office Theme</vt:lpstr>
      <vt:lpstr>CSCI 4430 - Spring 25</vt:lpstr>
      <vt:lpstr>Welcome to CSCI4430, Computer Networks!</vt:lpstr>
      <vt:lpstr>Outline</vt:lpstr>
      <vt:lpstr>Assignment 1</vt:lpstr>
      <vt:lpstr>Assignment 1</vt:lpstr>
      <vt:lpstr>Assignment 1</vt:lpstr>
      <vt:lpstr>Assignment 1</vt:lpstr>
      <vt:lpstr>Socket Programming: Intro</vt:lpstr>
      <vt:lpstr>Socket Programming: Intro</vt:lpstr>
      <vt:lpstr>Socket Programming: TCP/UDP</vt:lpstr>
      <vt:lpstr>Socket Programming: Complete Flow</vt:lpstr>
      <vt:lpstr>Socket Programming: Client Side</vt:lpstr>
      <vt:lpstr>Socket Programming: Server Side</vt:lpstr>
      <vt:lpstr>Socket Programming: Complete Flow</vt:lpstr>
      <vt:lpstr>Socket Programming: Complete Flow</vt:lpstr>
      <vt:lpstr>Socket Programming: socket()</vt:lpstr>
      <vt:lpstr>Socket Programming-Server: bind()</vt:lpstr>
      <vt:lpstr>Socket Programming-Server: listen()</vt:lpstr>
      <vt:lpstr>Socket Programming-Client: connect()</vt:lpstr>
      <vt:lpstr>Socket Programming-Server: accept()</vt:lpstr>
      <vt:lpstr>Socket Programming: send()</vt:lpstr>
      <vt:lpstr>Socket Programming: recv()</vt:lpstr>
      <vt:lpstr>Socket Programming: A Demo</vt:lpstr>
      <vt:lpstr>Socket Programming: 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4430 - Spring 22</dc:title>
  <dc:creator>SONG, Qingyu</dc:creator>
  <cp:lastModifiedBy>Hong Xu</cp:lastModifiedBy>
  <cp:revision>57</cp:revision>
  <dcterms:created xsi:type="dcterms:W3CDTF">2022-01-09T08:27:06Z</dcterms:created>
  <dcterms:modified xsi:type="dcterms:W3CDTF">2025-01-07T05:18:56Z</dcterms:modified>
</cp:coreProperties>
</file>