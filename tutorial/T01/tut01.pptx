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8" r:id="rId4"/>
    <p:sldId id="257" r:id="rId5"/>
    <p:sldId id="276" r:id="rId6"/>
    <p:sldId id="280" r:id="rId7"/>
    <p:sldId id="277" r:id="rId8"/>
    <p:sldId id="259" r:id="rId9"/>
    <p:sldId id="275" r:id="rId10"/>
    <p:sldId id="278" r:id="rId11"/>
    <p:sldId id="279" r:id="rId12"/>
    <p:sldId id="261" r:id="rId13"/>
    <p:sldId id="260" r:id="rId14"/>
    <p:sldId id="262" r:id="rId15"/>
    <p:sldId id="273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1"/>
    <p:restoredTop sz="91590" autoAdjust="0"/>
  </p:normalViewPr>
  <p:slideViewPr>
    <p:cSldViewPr snapToGrid="0" snapToObjects="1">
      <p:cViewPr>
        <p:scale>
          <a:sx n="125" d="100"/>
          <a:sy n="125" d="100"/>
        </p:scale>
        <p:origin x="161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24D6E530-C0B9-47B9-A1D5-C0EEE4E4E5F0}"/>
    <pc:docChg chg="custSel modSld">
      <pc:chgData name="SONG, Qingyu" userId="498998f4-7f18-4549-a740-dcfb6e1e3d22" providerId="ADAL" clId="{24D6E530-C0B9-47B9-A1D5-C0EEE4E4E5F0}" dt="2023-01-09T07:03:14.712" v="37" actId="20577"/>
      <pc:docMkLst>
        <pc:docMk/>
      </pc:docMkLst>
      <pc:sldChg chg="modSp mod">
        <pc:chgData name="SONG, Qingyu" userId="498998f4-7f18-4549-a740-dcfb6e1e3d22" providerId="ADAL" clId="{24D6E530-C0B9-47B9-A1D5-C0EEE4E4E5F0}" dt="2023-01-09T07:01:10.522" v="1" actId="20577"/>
        <pc:sldMkLst>
          <pc:docMk/>
          <pc:sldMk cId="356419186" sldId="256"/>
        </pc:sldMkLst>
        <pc:spChg chg="mod">
          <ac:chgData name="SONG, Qingyu" userId="498998f4-7f18-4549-a740-dcfb6e1e3d22" providerId="ADAL" clId="{24D6E530-C0B9-47B9-A1D5-C0EEE4E4E5F0}" dt="2023-01-09T07:01:10.522" v="1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SONG, Qingyu" userId="498998f4-7f18-4549-a740-dcfb6e1e3d22" providerId="ADAL" clId="{24D6E530-C0B9-47B9-A1D5-C0EEE4E4E5F0}" dt="2023-01-09T07:01:35.700" v="10" actId="20577"/>
        <pc:sldMkLst>
          <pc:docMk/>
          <pc:sldMk cId="1947847713" sldId="257"/>
        </pc:sldMkLst>
        <pc:spChg chg="mod">
          <ac:chgData name="SONG, Qingyu" userId="498998f4-7f18-4549-a740-dcfb6e1e3d22" providerId="ADAL" clId="{24D6E530-C0B9-47B9-A1D5-C0EEE4E4E5F0}" dt="2023-01-09T07:01:35.700" v="10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24D6E530-C0B9-47B9-A1D5-C0EEE4E4E5F0}" dt="2023-01-09T07:03:14.712" v="37" actId="20577"/>
        <pc:sldMkLst>
          <pc:docMk/>
          <pc:sldMk cId="1871005255" sldId="270"/>
        </pc:sldMkLst>
        <pc:spChg chg="mod">
          <ac:chgData name="SONG, Qingyu" userId="498998f4-7f18-4549-a740-dcfb6e1e3d22" providerId="ADAL" clId="{24D6E530-C0B9-47B9-A1D5-C0EEE4E4E5F0}" dt="2023-01-09T07:03:14.712" v="37" actId="20577"/>
          <ac:spMkLst>
            <pc:docMk/>
            <pc:sldMk cId="1871005255" sldId="270"/>
            <ac:spMk id="3" creationId="{8F20472D-613F-3748-9CBD-88055CDB4B08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FENG, Yicheng" userId="63ae093e-9cad-467c-bb2d-e823331db8b5" providerId="ADAL" clId="{B898DADE-9C35-46BD-A02D-0FAA454B61CB}"/>
    <pc:docChg chg="undo custSel addSld modSld sldOrd">
      <pc:chgData name="FENG, Yicheng" userId="63ae093e-9cad-467c-bb2d-e823331db8b5" providerId="ADAL" clId="{B898DADE-9C35-46BD-A02D-0FAA454B61CB}" dt="2025-01-06T12:27:01.730" v="695" actId="113"/>
      <pc:docMkLst>
        <pc:docMk/>
      </pc:docMkLst>
      <pc:sldChg chg="modSp mod">
        <pc:chgData name="FENG, Yicheng" userId="63ae093e-9cad-467c-bb2d-e823331db8b5" providerId="ADAL" clId="{B898DADE-9C35-46BD-A02D-0FAA454B61CB}" dt="2025-01-06T08:21:59.266" v="15" actId="20577"/>
        <pc:sldMkLst>
          <pc:docMk/>
          <pc:sldMk cId="356419186" sldId="256"/>
        </pc:sldMkLst>
        <pc:spChg chg="mod">
          <ac:chgData name="FENG, Yicheng" userId="63ae093e-9cad-467c-bb2d-e823331db8b5" providerId="ADAL" clId="{B898DADE-9C35-46BD-A02D-0FAA454B61CB}" dt="2025-01-06T08:21:59.266" v="15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FENG, Yicheng" userId="63ae093e-9cad-467c-bb2d-e823331db8b5" providerId="ADAL" clId="{B898DADE-9C35-46BD-A02D-0FAA454B61CB}" dt="2025-01-06T12:26:39.056" v="694" actId="20577"/>
        <pc:sldMkLst>
          <pc:docMk/>
          <pc:sldMk cId="1947847713" sldId="257"/>
        </pc:sldMkLst>
        <pc:spChg chg="mod">
          <ac:chgData name="FENG, Yicheng" userId="63ae093e-9cad-467c-bb2d-e823331db8b5" providerId="ADAL" clId="{B898DADE-9C35-46BD-A02D-0FAA454B61CB}" dt="2025-01-06T09:39:30.920" v="67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FENG, Yicheng" userId="63ae093e-9cad-467c-bb2d-e823331db8b5" providerId="ADAL" clId="{B898DADE-9C35-46BD-A02D-0FAA454B61CB}" dt="2025-01-06T12:26:39.056" v="694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 ord">
        <pc:chgData name="FENG, Yicheng" userId="63ae093e-9cad-467c-bb2d-e823331db8b5" providerId="ADAL" clId="{B898DADE-9C35-46BD-A02D-0FAA454B61CB}" dt="2025-01-06T09:36:45.704" v="62" actId="20577"/>
        <pc:sldMkLst>
          <pc:docMk/>
          <pc:sldMk cId="440415094" sldId="258"/>
        </pc:sldMkLst>
        <pc:spChg chg="mod">
          <ac:chgData name="FENG, Yicheng" userId="63ae093e-9cad-467c-bb2d-e823331db8b5" providerId="ADAL" clId="{B898DADE-9C35-46BD-A02D-0FAA454B61CB}" dt="2025-01-06T09:36:45.704" v="62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Sp delSp modSp mod">
        <pc:chgData name="FENG, Yicheng" userId="63ae093e-9cad-467c-bb2d-e823331db8b5" providerId="ADAL" clId="{B898DADE-9C35-46BD-A02D-0FAA454B61CB}" dt="2025-01-06T08:30:36.009" v="50" actId="12789"/>
        <pc:sldMkLst>
          <pc:docMk/>
          <pc:sldMk cId="4069980962" sldId="274"/>
        </pc:sldMkLst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4" creationId="{7D730F05-1FC2-458F-8566-837F642C98F0}"/>
          </ac:picMkLst>
        </pc:picChg>
        <pc:picChg chg="del">
          <ac:chgData name="FENG, Yicheng" userId="63ae093e-9cad-467c-bb2d-e823331db8b5" providerId="ADAL" clId="{B898DADE-9C35-46BD-A02D-0FAA454B61CB}" dt="2025-01-06T08:27:42.917" v="16" actId="478"/>
          <ac:picMkLst>
            <pc:docMk/>
            <pc:sldMk cId="4069980962" sldId="274"/>
            <ac:picMk id="5" creationId="{481A92B3-57FA-1D5F-3B0A-68C8265E814C}"/>
          </ac:picMkLst>
        </pc:picChg>
        <pc:picChg chg="add del">
          <ac:chgData name="FENG, Yicheng" userId="63ae093e-9cad-467c-bb2d-e823331db8b5" providerId="ADAL" clId="{B898DADE-9C35-46BD-A02D-0FAA454B61CB}" dt="2025-01-06T08:29:50.933" v="28" actId="478"/>
          <ac:picMkLst>
            <pc:docMk/>
            <pc:sldMk cId="4069980962" sldId="274"/>
            <ac:picMk id="7" creationId="{21A267B6-343D-355C-6EFF-1079A7ED6300}"/>
          </ac:picMkLst>
        </pc:picChg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8" creationId="{370D4974-61FC-4A81-B853-946F6EAD39E9}"/>
          </ac:picMkLst>
        </pc:picChg>
      </pc:sldChg>
      <pc:sldChg chg="addSp delSp modSp add mod">
        <pc:chgData name="FENG, Yicheng" userId="63ae093e-9cad-467c-bb2d-e823331db8b5" providerId="ADAL" clId="{B898DADE-9C35-46BD-A02D-0FAA454B61CB}" dt="2025-01-06T12:13:47.632" v="656" actId="20577"/>
        <pc:sldMkLst>
          <pc:docMk/>
          <pc:sldMk cId="82547415" sldId="276"/>
        </pc:sldMkLst>
        <pc:spChg chg="del">
          <ac:chgData name="FENG, Yicheng" userId="63ae093e-9cad-467c-bb2d-e823331db8b5" providerId="ADAL" clId="{B898DADE-9C35-46BD-A02D-0FAA454B61CB}" dt="2025-01-06T10:42:05.470" v="77" actId="478"/>
          <ac:spMkLst>
            <pc:docMk/>
            <pc:sldMk cId="82547415" sldId="276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0.914" v="79" actId="478"/>
          <ac:spMkLst>
            <pc:docMk/>
            <pc:sldMk cId="82547415" sldId="276"/>
            <ac:spMk id="5" creationId="{2AD38D7F-0155-4AB4-9B6E-903465B38A3F}"/>
          </ac:spMkLst>
        </pc:spChg>
        <pc:spChg chg="add mod">
          <ac:chgData name="FENG, Yicheng" userId="63ae093e-9cad-467c-bb2d-e823331db8b5" providerId="ADAL" clId="{B898DADE-9C35-46BD-A02D-0FAA454B61CB}" dt="2025-01-06T12:13:47.632" v="656" actId="20577"/>
          <ac:spMkLst>
            <pc:docMk/>
            <pc:sldMk cId="82547415" sldId="276"/>
            <ac:spMk id="6" creationId="{62C12F4B-8A60-4928-8BB3-39F36F1CBC59}"/>
          </ac:spMkLst>
        </pc:spChg>
        <pc:spChg chg="add mod">
          <ac:chgData name="FENG, Yicheng" userId="63ae093e-9cad-467c-bb2d-e823331db8b5" providerId="ADAL" clId="{B898DADE-9C35-46BD-A02D-0FAA454B61CB}" dt="2025-01-06T11:47:35.046" v="541" actId="1038"/>
          <ac:spMkLst>
            <pc:docMk/>
            <pc:sldMk cId="82547415" sldId="276"/>
            <ac:spMk id="7" creationId="{3E071ADA-B045-410C-9CF1-D6C7F4F0ABFF}"/>
          </ac:spMkLst>
        </pc:spChg>
        <pc:spChg chg="add del mod">
          <ac:chgData name="FENG, Yicheng" userId="63ae093e-9cad-467c-bb2d-e823331db8b5" providerId="ADAL" clId="{B898DADE-9C35-46BD-A02D-0FAA454B61CB}" dt="2025-01-06T11:46:34.486" v="487" actId="478"/>
          <ac:spMkLst>
            <pc:docMk/>
            <pc:sldMk cId="82547415" sldId="276"/>
            <ac:spMk id="8" creationId="{8BA37268-800A-4E95-8CA0-0498E76045AD}"/>
          </ac:spMkLst>
        </pc:spChg>
        <pc:spChg chg="add del">
          <ac:chgData name="FENG, Yicheng" userId="63ae093e-9cad-467c-bb2d-e823331db8b5" providerId="ADAL" clId="{B898DADE-9C35-46BD-A02D-0FAA454B61CB}" dt="2025-01-06T11:44:29.354" v="430"/>
          <ac:spMkLst>
            <pc:docMk/>
            <pc:sldMk cId="82547415" sldId="276"/>
            <ac:spMk id="9" creationId="{6E20B804-3A4A-47A6-93DF-1B02C26853D0}"/>
          </ac:spMkLst>
        </pc:spChg>
        <pc:spChg chg="add del">
          <ac:chgData name="FENG, Yicheng" userId="63ae093e-9cad-467c-bb2d-e823331db8b5" providerId="ADAL" clId="{B898DADE-9C35-46BD-A02D-0FAA454B61CB}" dt="2025-01-06T11:44:30.560" v="432"/>
          <ac:spMkLst>
            <pc:docMk/>
            <pc:sldMk cId="82547415" sldId="276"/>
            <ac:spMk id="10" creationId="{0912E371-3F5E-40D0-BFE9-F583B95A2A8F}"/>
          </ac:spMkLst>
        </pc:spChg>
      </pc:sldChg>
      <pc:sldChg chg="addSp delSp modSp add mod">
        <pc:chgData name="FENG, Yicheng" userId="63ae093e-9cad-467c-bb2d-e823331db8b5" providerId="ADAL" clId="{B898DADE-9C35-46BD-A02D-0FAA454B61CB}" dt="2025-01-06T12:24:57.667" v="659" actId="1076"/>
        <pc:sldMkLst>
          <pc:docMk/>
          <pc:sldMk cId="877811591" sldId="277"/>
        </pc:sldMkLst>
        <pc:spChg chg="del">
          <ac:chgData name="FENG, Yicheng" userId="63ae093e-9cad-467c-bb2d-e823331db8b5" providerId="ADAL" clId="{B898DADE-9C35-46BD-A02D-0FAA454B61CB}" dt="2025-01-06T10:42:07.557" v="78" actId="478"/>
          <ac:spMkLst>
            <pc:docMk/>
            <pc:sldMk cId="877811591" sldId="277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2.587" v="80" actId="478"/>
          <ac:spMkLst>
            <pc:docMk/>
            <pc:sldMk cId="877811591" sldId="277"/>
            <ac:spMk id="5" creationId="{AB36A032-A6E2-412C-B9B2-06EC6226A133}"/>
          </ac:spMkLst>
        </pc:spChg>
        <pc:spChg chg="add del mod">
          <ac:chgData name="FENG, Yicheng" userId="63ae093e-9cad-467c-bb2d-e823331db8b5" providerId="ADAL" clId="{B898DADE-9C35-46BD-A02D-0FAA454B61CB}" dt="2025-01-06T11:19:49.616" v="219" actId="21"/>
          <ac:spMkLst>
            <pc:docMk/>
            <pc:sldMk cId="877811591" sldId="277"/>
            <ac:spMk id="9" creationId="{128FC6B3-8392-4A21-9CA7-EBB391AD7681}"/>
          </ac:spMkLst>
        </pc:spChg>
        <pc:spChg chg="add mod">
          <ac:chgData name="FENG, Yicheng" userId="63ae093e-9cad-467c-bb2d-e823331db8b5" providerId="ADAL" clId="{B898DADE-9C35-46BD-A02D-0FAA454B61CB}" dt="2025-01-06T11:32:43.229" v="296" actId="1036"/>
          <ac:spMkLst>
            <pc:docMk/>
            <pc:sldMk cId="877811591" sldId="277"/>
            <ac:spMk id="11" creationId="{B565529F-A244-4B5A-BC29-CBB2B0E78E3B}"/>
          </ac:spMkLst>
        </pc:spChg>
        <pc:spChg chg="add del mod">
          <ac:chgData name="FENG, Yicheng" userId="63ae093e-9cad-467c-bb2d-e823331db8b5" providerId="ADAL" clId="{B898DADE-9C35-46BD-A02D-0FAA454B61CB}" dt="2025-01-06T11:21:01.522" v="239" actId="478"/>
          <ac:spMkLst>
            <pc:docMk/>
            <pc:sldMk cId="877811591" sldId="277"/>
            <ac:spMk id="14" creationId="{542B65ED-D230-40AC-A080-89C6CFB19465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16" creationId="{EDA20214-291D-4541-9C70-09BC5B4C2320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25" creationId="{C0DCC740-320B-4DB4-9D00-AC3289797E05}"/>
          </ac:spMkLst>
        </pc:spChg>
        <pc:spChg chg="add mod">
          <ac:chgData name="FENG, Yicheng" userId="63ae093e-9cad-467c-bb2d-e823331db8b5" providerId="ADAL" clId="{B898DADE-9C35-46BD-A02D-0FAA454B61CB}" dt="2025-01-06T11:36:41.928" v="369" actId="1076"/>
          <ac:spMkLst>
            <pc:docMk/>
            <pc:sldMk cId="877811591" sldId="277"/>
            <ac:spMk id="30" creationId="{531BCA26-FE47-45AD-B446-8ED2E8F00833}"/>
          </ac:spMkLst>
        </pc:spChg>
        <pc:picChg chg="add mod">
          <ac:chgData name="FENG, Yicheng" userId="63ae093e-9cad-467c-bb2d-e823331db8b5" providerId="ADAL" clId="{B898DADE-9C35-46BD-A02D-0FAA454B61CB}" dt="2025-01-06T11:36:39.957" v="368" actId="1076"/>
          <ac:picMkLst>
            <pc:docMk/>
            <pc:sldMk cId="877811591" sldId="277"/>
            <ac:picMk id="7" creationId="{FBD64A4B-22D3-494B-AC42-6C62E0C1FBD9}"/>
          </ac:picMkLst>
        </pc:picChg>
        <pc:picChg chg="add mod">
          <ac:chgData name="FENG, Yicheng" userId="63ae093e-9cad-467c-bb2d-e823331db8b5" providerId="ADAL" clId="{B898DADE-9C35-46BD-A02D-0FAA454B61CB}" dt="2025-01-06T11:35:50.710" v="360" actId="1035"/>
          <ac:picMkLst>
            <pc:docMk/>
            <pc:sldMk cId="877811591" sldId="277"/>
            <ac:picMk id="13" creationId="{5F0F335C-EBDC-47DC-B41C-ED0C7E00EBE1}"/>
          </ac:picMkLst>
        </pc:picChg>
        <pc:picChg chg="add del mod">
          <ac:chgData name="FENG, Yicheng" userId="63ae093e-9cad-467c-bb2d-e823331db8b5" providerId="ADAL" clId="{B898DADE-9C35-46BD-A02D-0FAA454B61CB}" dt="2025-01-06T12:24:54.088" v="657" actId="478"/>
          <ac:picMkLst>
            <pc:docMk/>
            <pc:sldMk cId="877811591" sldId="277"/>
            <ac:picMk id="18" creationId="{36393F99-3CEB-402D-9E20-9D8DCAC66291}"/>
          </ac:picMkLst>
        </pc:picChg>
        <pc:picChg chg="add mod">
          <ac:chgData name="FENG, Yicheng" userId="63ae093e-9cad-467c-bb2d-e823331db8b5" providerId="ADAL" clId="{B898DADE-9C35-46BD-A02D-0FAA454B61CB}" dt="2025-01-06T11:35:48.718" v="356" actId="1035"/>
          <ac:picMkLst>
            <pc:docMk/>
            <pc:sldMk cId="877811591" sldId="277"/>
            <ac:picMk id="20" creationId="{5D5A1CED-83B2-447A-B8CA-62EE677234E0}"/>
          </ac:picMkLst>
        </pc:picChg>
        <pc:picChg chg="add mod">
          <ac:chgData name="FENG, Yicheng" userId="63ae093e-9cad-467c-bb2d-e823331db8b5" providerId="ADAL" clId="{B898DADE-9C35-46BD-A02D-0FAA454B61CB}" dt="2025-01-06T12:24:57.667" v="659" actId="1076"/>
          <ac:picMkLst>
            <pc:docMk/>
            <pc:sldMk cId="877811591" sldId="277"/>
            <ac:picMk id="31" creationId="{DE3B557F-C148-4CD9-B1EF-A970C07C65E1}"/>
          </ac:picMkLst>
        </pc:picChg>
        <pc:picChg chg="add del mod">
          <ac:chgData name="FENG, Yicheng" userId="63ae093e-9cad-467c-bb2d-e823331db8b5" providerId="ADAL" clId="{B898DADE-9C35-46BD-A02D-0FAA454B61CB}" dt="2025-01-06T11:32:50.181" v="301" actId="478"/>
          <ac:picMkLst>
            <pc:docMk/>
            <pc:sldMk cId="877811591" sldId="277"/>
            <ac:picMk id="2050" creationId="{AE493283-75CD-4A11-9853-1F811AEB1A62}"/>
          </ac:picMkLst>
        </pc:picChg>
        <pc:cxnChg chg="add mod">
          <ac:chgData name="FENG, Yicheng" userId="63ae093e-9cad-467c-bb2d-e823331db8b5" providerId="ADAL" clId="{B898DADE-9C35-46BD-A02D-0FAA454B61CB}" dt="2025-01-06T11:35:48.718" v="356" actId="1035"/>
          <ac:cxnSpMkLst>
            <pc:docMk/>
            <pc:sldMk cId="877811591" sldId="277"/>
            <ac:cxnSpMk id="22" creationId="{33093442-16A5-4160-AC48-7D8BC2C4567A}"/>
          </ac:cxnSpMkLst>
        </pc:cxnChg>
      </pc:sldChg>
      <pc:sldChg chg="addSp delSp modSp add mod">
        <pc:chgData name="FENG, Yicheng" userId="63ae093e-9cad-467c-bb2d-e823331db8b5" providerId="ADAL" clId="{B898DADE-9C35-46BD-A02D-0FAA454B61CB}" dt="2025-01-06T11:16:35.202" v="189" actId="14100"/>
        <pc:sldMkLst>
          <pc:docMk/>
          <pc:sldMk cId="2214390031" sldId="278"/>
        </pc:sldMkLst>
        <pc:spChg chg="add del">
          <ac:chgData name="FENG, Yicheng" userId="63ae093e-9cad-467c-bb2d-e823331db8b5" providerId="ADAL" clId="{B898DADE-9C35-46BD-A02D-0FAA454B61CB}" dt="2025-01-06T11:14:06.981" v="136"/>
          <ac:spMkLst>
            <pc:docMk/>
            <pc:sldMk cId="2214390031" sldId="278"/>
            <ac:spMk id="3" creationId="{59C86E4B-6CF3-48B8-A612-C8DFF0F3C55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19" creationId="{EC87430E-FAD8-455B-88F2-77BF7472E96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0" creationId="{A273E866-D81F-4EFB-A024-952AE090546B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1" creationId="{20C18CB8-5FA6-4376-996C-6E016CE49551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2" creationId="{6826EC72-38D1-426F-8A35-73C33C4F0C6F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3" creationId="{6698C70D-41D2-44D6-B494-EF2C63798AD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4" creationId="{464D5EFF-AA73-4609-AC80-7D2AD5881C4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5" creationId="{2A65E828-BD11-4CD0-8D68-353B49B05433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6" creationId="{1631607C-4A5F-4FD5-97EF-A76A3C222904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7" creationId="{2F8FE0F3-5EB6-4F5C-AC2A-C6752373F32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8" creationId="{F3D1D51D-78C3-4709-ABBB-0F2F737F52FC}"/>
          </ac:spMkLst>
        </pc:spChg>
        <pc:spChg chg="mod">
          <ac:chgData name="FENG, Yicheng" userId="63ae093e-9cad-467c-bb2d-e823331db8b5" providerId="ADAL" clId="{B898DADE-9C35-46BD-A02D-0FAA454B61CB}" dt="2025-01-06T11:11:21.434" v="128" actId="20577"/>
          <ac:spMkLst>
            <pc:docMk/>
            <pc:sldMk cId="2214390031" sldId="278"/>
            <ac:spMk id="49" creationId="{1E66C6DF-8B5A-4DCC-B068-39F838B95819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50" creationId="{70C9852B-1901-4298-9545-9B66CAD35E30}"/>
          </ac:spMkLst>
        </pc:spChg>
        <pc:spChg chg="add del">
          <ac:chgData name="FENG, Yicheng" userId="63ae093e-9cad-467c-bb2d-e823331db8b5" providerId="ADAL" clId="{B898DADE-9C35-46BD-A02D-0FAA454B61CB}" dt="2025-01-06T11:14:08.297" v="138"/>
          <ac:spMkLst>
            <pc:docMk/>
            <pc:sldMk cId="2214390031" sldId="278"/>
            <ac:spMk id="51" creationId="{9E9FB83F-7500-44C1-B5AA-8546221706DE}"/>
          </ac:spMkLst>
        </pc:spChg>
        <pc:spChg chg="del mod">
          <ac:chgData name="FENG, Yicheng" userId="63ae093e-9cad-467c-bb2d-e823331db8b5" providerId="ADAL" clId="{B898DADE-9C35-46BD-A02D-0FAA454B61CB}" dt="2025-01-06T11:11:24.412" v="129" actId="478"/>
          <ac:spMkLst>
            <pc:docMk/>
            <pc:sldMk cId="2214390031" sldId="278"/>
            <ac:spMk id="63" creationId="{ECE89933-058D-4A9E-A95B-D820B56492B2}"/>
          </ac:spMkLst>
        </pc:spChg>
        <pc:spChg chg="add mod">
          <ac:chgData name="FENG, Yicheng" userId="63ae093e-9cad-467c-bb2d-e823331db8b5" providerId="ADAL" clId="{B898DADE-9C35-46BD-A02D-0FAA454B61CB}" dt="2025-01-06T11:16:01.370" v="166" actId="14100"/>
          <ac:spMkLst>
            <pc:docMk/>
            <pc:sldMk cId="2214390031" sldId="278"/>
            <ac:spMk id="64" creationId="{B9771295-2051-44AF-8D9B-1185DEDC1F93}"/>
          </ac:spMkLst>
        </pc:spChg>
        <pc:spChg chg="add mod">
          <ac:chgData name="FENG, Yicheng" userId="63ae093e-9cad-467c-bb2d-e823331db8b5" providerId="ADAL" clId="{B898DADE-9C35-46BD-A02D-0FAA454B61CB}" dt="2025-01-06T11:16:35.202" v="189" actId="14100"/>
          <ac:spMkLst>
            <pc:docMk/>
            <pc:sldMk cId="2214390031" sldId="278"/>
            <ac:spMk id="65" creationId="{A977D434-4382-4283-9294-187D0748C0FB}"/>
          </ac:spMkLst>
        </pc:s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" creationId="{6B44FB3F-B911-4BC5-9130-DB268E3D08D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7" creationId="{C24FB2A3-25F9-4645-A9D8-8B7984E87F9F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0" creationId="{19DC3B97-EC21-4FC5-A4C8-1C6D6D6AAE6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3" creationId="{689264C2-7BB1-4272-BED2-0CAEA7599916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6" creationId="{C28602F3-C0ED-432E-9D30-DDDDFDE315E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29" creationId="{CB69BEA1-0BB0-4067-948F-2E81161DAD71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2" creationId="{2B64781F-9039-48BC-8536-E0CE65393279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5" creationId="{74C39FBC-00DC-4F2B-AC6A-2080D35C3E8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8" creationId="{9056390B-FCCF-43AC-A8D8-3FA45F1377B4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1" creationId="{5AD4C60B-4A0E-415A-9075-E90A221FF9ED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57" creationId="{A0F56EC3-40DA-4376-B89C-3559B8EFD402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60" creationId="{EAE756E7-3534-4AF0-B9E8-0A53FA4C3E3D}"/>
          </ac:grpSpMkLst>
        </pc:grp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4" creationId="{9A0616A5-F08E-414C-801C-A08DB9E21354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5" creationId="{DD8453A4-424B-444F-95DD-D4E0A06B26A0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6" creationId="{64E99D29-FD98-4960-8497-950408DE3736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7" creationId="{D05CC176-2F6D-4020-A9F2-EF3B522BFA1C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8" creationId="{87890218-6332-4256-B4C1-321DA2F273B3}"/>
          </ac:cxnSpMkLst>
        </pc:cxnChg>
      </pc:sldChg>
      <pc:sldChg chg="add">
        <pc:chgData name="FENG, Yicheng" userId="63ae093e-9cad-467c-bb2d-e823331db8b5" providerId="ADAL" clId="{B898DADE-9C35-46BD-A02D-0FAA454B61CB}" dt="2025-01-06T11:10:41.785" v="122"/>
        <pc:sldMkLst>
          <pc:docMk/>
          <pc:sldMk cId="522421455" sldId="279"/>
        </pc:sldMkLst>
      </pc:sldChg>
      <pc:sldChg chg="addSp delSp modSp add mod">
        <pc:chgData name="FENG, Yicheng" userId="63ae093e-9cad-467c-bb2d-e823331db8b5" providerId="ADAL" clId="{B898DADE-9C35-46BD-A02D-0FAA454B61CB}" dt="2025-01-06T12:27:01.730" v="695" actId="113"/>
        <pc:sldMkLst>
          <pc:docMk/>
          <pc:sldMk cId="2117576047" sldId="280"/>
        </pc:sldMkLst>
        <pc:spChg chg="add mod">
          <ac:chgData name="FENG, Yicheng" userId="63ae093e-9cad-467c-bb2d-e823331db8b5" providerId="ADAL" clId="{B898DADE-9C35-46BD-A02D-0FAA454B61CB}" dt="2025-01-06T12:27:01.730" v="695" actId="113"/>
          <ac:spMkLst>
            <pc:docMk/>
            <pc:sldMk cId="2117576047" sldId="280"/>
            <ac:spMk id="3" creationId="{B39D61A5-3FCE-45F5-B6C4-03DF442AF9CB}"/>
          </ac:spMkLst>
        </pc:spChg>
        <pc:spChg chg="add del">
          <ac:chgData name="FENG, Yicheng" userId="63ae093e-9cad-467c-bb2d-e823331db8b5" providerId="ADAL" clId="{B898DADE-9C35-46BD-A02D-0FAA454B61CB}" dt="2025-01-06T11:48:54.962" v="572"/>
          <ac:spMkLst>
            <pc:docMk/>
            <pc:sldMk cId="2117576047" sldId="280"/>
            <ac:spMk id="4" creationId="{D0DC69E2-ED84-43A3-B404-0701F3028018}"/>
          </ac:spMkLst>
        </pc:spChg>
        <pc:spChg chg="mod">
          <ac:chgData name="FENG, Yicheng" userId="63ae093e-9cad-467c-bb2d-e823331db8b5" providerId="ADAL" clId="{B898DADE-9C35-46BD-A02D-0FAA454B61CB}" dt="2025-01-06T11:48:25.293" v="566" actId="1076"/>
          <ac:spMkLst>
            <pc:docMk/>
            <pc:sldMk cId="2117576047" sldId="280"/>
            <ac:spMk id="6" creationId="{62C12F4B-8A60-4928-8BB3-39F36F1CBC59}"/>
          </ac:spMkLst>
        </pc:spChg>
        <pc:spChg chg="del">
          <ac:chgData name="FENG, Yicheng" userId="63ae093e-9cad-467c-bb2d-e823331db8b5" providerId="ADAL" clId="{B898DADE-9C35-46BD-A02D-0FAA454B61CB}" dt="2025-01-06T11:47:38.143" v="543" actId="478"/>
          <ac:spMkLst>
            <pc:docMk/>
            <pc:sldMk cId="2117576047" sldId="280"/>
            <ac:spMk id="7" creationId="{3E071ADA-B045-410C-9CF1-D6C7F4F0AB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.eecs.umich.edu/~justincj/teaching/eecs498/FA2020/autograder.html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://projgw.cse.cuhk.edu.hk:2913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5yiMqmsdN9P8O_H_M_DrURkETPwPpxZF/view?usp=sharing" TargetMode="External"/><Relationship Id="rId2" Type="http://schemas.openxmlformats.org/officeDocument/2006/relationships/hyperlink" Target="https://github.com/eecs482/bgreeves-socket-example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ecs482/bgreeves-socket-example" TargetMode="External"/><Relationship Id="rId2" Type="http://schemas.openxmlformats.org/officeDocument/2006/relationships/hyperlink" Target="https://beej.us/guide/bgnet/html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</a:t>
            </a:r>
            <a:r>
              <a:rPr lang="en-US" altLang="zh-CN" sz="6600" b="1" dirty="0"/>
              <a:t>pring</a:t>
            </a:r>
            <a:r>
              <a:rPr lang="en-US" sz="6600" b="1" dirty="0"/>
              <a:t>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1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1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71418"/>
            <a:ext cx="1125931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W</a:t>
            </a:r>
            <a:r>
              <a:rPr lang="en-US" altLang="zh-CN" sz="4000" b="1" dirty="0"/>
              <a:t>elcome to CSCI4430-ESTR4120, Computer Networks!</a:t>
            </a:r>
            <a:endParaRPr 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96ACA-C0AD-5D03-FC0D-F309616271E5}"/>
              </a:ext>
            </a:extLst>
          </p:cNvPr>
          <p:cNvSpPr txBox="1"/>
          <p:nvPr/>
        </p:nvSpPr>
        <p:spPr>
          <a:xfrm>
            <a:off x="6543855" y="2442649"/>
            <a:ext cx="2447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Piazza</a:t>
            </a:r>
            <a:endParaRPr lang="en-US" sz="2400" dirty="0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D01685-344B-7B86-873B-62862760B94C}"/>
              </a:ext>
            </a:extLst>
          </p:cNvPr>
          <p:cNvSpPr txBox="1"/>
          <p:nvPr/>
        </p:nvSpPr>
        <p:spPr>
          <a:xfrm>
            <a:off x="2566338" y="2442649"/>
            <a:ext cx="24470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Course page</a:t>
            </a:r>
            <a:endParaRPr lang="en-US" sz="2400" dirty="0">
              <a:cs typeface="Calibri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D730F05-1FC2-458F-8566-837F642C98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797"/>
          <a:stretch/>
        </p:blipFill>
        <p:spPr>
          <a:xfrm>
            <a:off x="2729938" y="2904314"/>
            <a:ext cx="2165545" cy="216729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0D4974-61FC-4A81-B853-946F6EAD39E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889"/>
          <a:stretch/>
        </p:blipFill>
        <p:spPr>
          <a:xfrm>
            <a:off x="6589575" y="2905601"/>
            <a:ext cx="2165545" cy="216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8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ASG1.</a:t>
            </a:r>
          </a:p>
          <a:p>
            <a:endParaRPr lang="en-US" sz="3200" dirty="0"/>
          </a:p>
          <a:p>
            <a:r>
              <a:rPr lang="en-US" sz="3200" dirty="0"/>
              <a:t> Introduction to socket programming.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HK" dirty="0"/>
              <a:t>11:59:59 p.m., Sat, Feb. 8th</a:t>
            </a:r>
            <a:endParaRPr lang="en-US" dirty="0"/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C</a:t>
            </a:r>
            <a:r>
              <a:rPr lang="en-US" altLang="zh-CN" sz="2800" dirty="0"/>
              <a:t>onduct measurements in Mininet (using standard tools)</a:t>
            </a:r>
            <a:endParaRPr lang="en-US" sz="2800" dirty="0"/>
          </a:p>
          <a:p>
            <a:pPr lvl="1"/>
            <a:r>
              <a:rPr lang="en-US" sz="2800" dirty="0"/>
              <a:t>Write your own iPerf (“iPerfer”)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Get yourself familiar with the basic socket programming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12520" y="1498572"/>
            <a:ext cx="98755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iperf: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performance measurement tool to test bandwidth between two endpoints.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2"/>
            <a:r>
              <a:rPr lang="en-HK" dirty="0"/>
              <a:t>Operates in client-server mode.</a:t>
            </a:r>
          </a:p>
          <a:p>
            <a:pPr lvl="2"/>
            <a:r>
              <a:rPr lang="en-HK" dirty="0"/>
              <a:t>The client generates traffic, and the server measures the received traffic.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Server: iperf -s</a:t>
            </a:r>
          </a:p>
          <a:p>
            <a:pPr lvl="2"/>
            <a:r>
              <a:rPr lang="en-HK" dirty="0"/>
              <a:t>Client: iperf -c &lt;</a:t>
            </a:r>
            <a:r>
              <a:rPr lang="en-HK" dirty="0" err="1"/>
              <a:t>server_ip</a:t>
            </a:r>
            <a:r>
              <a:rPr lang="en-HK" dirty="0"/>
              <a:t>&gt; -t &lt;time&gt;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071ADA-B045-410C-9CF1-D6C7F4F0ABFF}"/>
              </a:ext>
            </a:extLst>
          </p:cNvPr>
          <p:cNvSpPr txBox="1"/>
          <p:nvPr/>
        </p:nvSpPr>
        <p:spPr>
          <a:xfrm>
            <a:off x="1112520" y="4147561"/>
            <a:ext cx="101422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Ping: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2"/>
            <a:r>
              <a:rPr lang="en-HK" dirty="0"/>
              <a:t>Measures latency (Round-Trip Time, RTT) between two endpoints.</a:t>
            </a:r>
          </a:p>
          <a:p>
            <a:pPr lvl="2"/>
            <a:r>
              <a:rPr lang="en-HK" dirty="0"/>
              <a:t>Verifies connectivity and diagnoses network issues.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Sends ICMP echo requests and waits for replies.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1"/>
            <a:r>
              <a:rPr lang="en-HK" dirty="0"/>
              <a:t>	ping &lt;</a:t>
            </a:r>
            <a:r>
              <a:rPr lang="en-HK" dirty="0" err="1"/>
              <a:t>destination_ip</a:t>
            </a:r>
            <a:r>
              <a:rPr lang="en-HK" dirty="0"/>
              <a:t>&gt; -c &lt;count&gt; (e.g., 20 packets for consistent results).</a:t>
            </a:r>
          </a:p>
        </p:txBody>
      </p:sp>
    </p:spTree>
    <p:extLst>
      <p:ext uri="{BB962C8B-B14F-4D97-AF65-F5344CB8AC3E}">
        <p14:creationId xmlns:p14="http://schemas.microsoft.com/office/powerpoint/2010/main" val="82547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58242" y="1498572"/>
            <a:ext cx="987551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Mininet: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emulator for creating and testing virtual networks on a single machine.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Simulates hosts, switches, links, and controllers using a lightweight VM.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Start Mininet: </a:t>
            </a:r>
            <a:r>
              <a:rPr lang="en-HK" dirty="0" err="1"/>
              <a:t>sudo</a:t>
            </a:r>
            <a:r>
              <a:rPr lang="en-HK" dirty="0"/>
              <a:t> </a:t>
            </a:r>
            <a:r>
              <a:rPr lang="en-HK" dirty="0" err="1"/>
              <a:t>mn</a:t>
            </a:r>
            <a:endParaRPr lang="en-HK" dirty="0"/>
          </a:p>
          <a:p>
            <a:pPr lvl="2"/>
            <a:r>
              <a:rPr lang="en-HK" dirty="0"/>
              <a:t>Create a topology: Use Python scripts or built-in commands (e.g., </a:t>
            </a:r>
            <a:r>
              <a:rPr lang="en-HK" dirty="0" err="1"/>
              <a:t>sudo</a:t>
            </a:r>
            <a:r>
              <a:rPr lang="en-HK" dirty="0"/>
              <a:t> python &lt;file&gt;.</a:t>
            </a:r>
            <a:r>
              <a:rPr lang="en-HK" dirty="0" err="1"/>
              <a:t>py</a:t>
            </a:r>
            <a:r>
              <a:rPr lang="en-HK" dirty="0"/>
              <a:t>).</a:t>
            </a:r>
          </a:p>
          <a:p>
            <a:pPr lvl="2"/>
            <a:r>
              <a:rPr lang="en-HK" dirty="0"/>
              <a:t>Test connectivity: </a:t>
            </a:r>
            <a:r>
              <a:rPr lang="en-HK" dirty="0" err="1"/>
              <a:t>pingall</a:t>
            </a:r>
            <a:endParaRPr lang="en-HK" dirty="0"/>
          </a:p>
          <a:p>
            <a:pPr lvl="2"/>
            <a:r>
              <a:rPr lang="en-HK" dirty="0"/>
              <a:t>Launch terminals for hosts: </a:t>
            </a:r>
            <a:r>
              <a:rPr lang="en-HK" dirty="0" err="1"/>
              <a:t>xterm</a:t>
            </a:r>
            <a:r>
              <a:rPr lang="en-HK" dirty="0"/>
              <a:t> h1 h2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39D61A5-3FCE-45F5-B6C4-03DF442AF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2" y="4801843"/>
            <a:ext cx="1030089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400" dirty="0"/>
              <a:t>Workflow in Assignment: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Mininet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and manage virtual network topologies.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ping &amp; </a:t>
            </a:r>
            <a:r>
              <a:rPr kumimoji="0" lang="en-HK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iPerf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measure RTT (latency) </a:t>
            </a:r>
            <a:r>
              <a:rPr lang="en-HK" altLang="en-US" dirty="0">
                <a:latin typeface="Arial" panose="020B0604020202020204" pitchFamily="34" charset="0"/>
              </a:rPr>
              <a:t>and</a:t>
            </a:r>
            <a:r>
              <a:rPr lang="zh-CN" altLang="en-US" dirty="0">
                <a:latin typeface="Arial" panose="020B0604020202020204" pitchFamily="34" charset="0"/>
              </a:rPr>
              <a:t> </a:t>
            </a:r>
            <a:r>
              <a:rPr kumimoji="0" lang="en-HK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bandwidth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performance under different conditions (e.g., multiplexing, latency effects).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Write</a:t>
            </a:r>
            <a:r>
              <a:rPr lang="en-US" dirty="0"/>
              <a:t> your own iPerf (“iPerfer”) </a:t>
            </a:r>
          </a:p>
        </p:txBody>
      </p:sp>
    </p:spTree>
    <p:extLst>
      <p:ext uri="{BB962C8B-B14F-4D97-AF65-F5344CB8AC3E}">
        <p14:creationId xmlns:p14="http://schemas.microsoft.com/office/powerpoint/2010/main" val="211757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BD64A4B-22D3-494B-AC42-6C62E0C1F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90" y="1543858"/>
            <a:ext cx="4991100" cy="462531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565529F-A244-4B5A-BC29-CBB2B0E78E3B}"/>
              </a:ext>
            </a:extLst>
          </p:cNvPr>
          <p:cNvSpPr txBox="1"/>
          <p:nvPr/>
        </p:nvSpPr>
        <p:spPr>
          <a:xfrm>
            <a:off x="6256022" y="1360348"/>
            <a:ext cx="1844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b="1" dirty="0"/>
              <a:t>A</a:t>
            </a:r>
            <a:r>
              <a:rPr lang="en-US" altLang="zh-CN" sz="2400" b="1" dirty="0"/>
              <a:t>utograder:</a:t>
            </a:r>
            <a:endParaRPr lang="en-HK" sz="24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F0F335C-EBDC-47DC-B41C-ED0C7E00E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630" y="2059037"/>
            <a:ext cx="2219870" cy="1339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DA20214-291D-4541-9C70-09BC5B4C2320}"/>
              </a:ext>
            </a:extLst>
          </p:cNvPr>
          <p:cNvSpPr txBox="1"/>
          <p:nvPr/>
        </p:nvSpPr>
        <p:spPr>
          <a:xfrm>
            <a:off x="6042660" y="3698543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>
                <a:hlinkClick r:id="rId4"/>
              </a:rPr>
              <a:t>Log in </a:t>
            </a:r>
            <a:r>
              <a:rPr lang="en-HK" sz="1600" dirty="0"/>
              <a:t>with your CUHK link email and </a:t>
            </a:r>
            <a:r>
              <a:rPr lang="en-HK" sz="1600" u="sng" dirty="0"/>
              <a:t>password (will be sent by email </a:t>
            </a:r>
            <a:r>
              <a:rPr lang="en-HK" sz="1600" dirty="0"/>
              <a:t>after add/drop period) to URL </a:t>
            </a:r>
            <a:r>
              <a:rPr lang="en-HK" sz="1600" u="sng" dirty="0"/>
              <a:t>under the connection of CSE VPN.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5A1CED-83B2-447A-B8CA-62EE67723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460" y="4349218"/>
            <a:ext cx="1986780" cy="2005803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3093442-16A5-4160-AC48-7D8BC2C4567A}"/>
              </a:ext>
            </a:extLst>
          </p:cNvPr>
          <p:cNvCxnSpPr>
            <a:cxnSpLocks/>
          </p:cNvCxnSpPr>
          <p:nvPr/>
        </p:nvCxnSpPr>
        <p:spPr>
          <a:xfrm flipV="1">
            <a:off x="8427720" y="5821680"/>
            <a:ext cx="729070" cy="376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C0DCC740-320B-4DB4-9D00-AC3289797E05}"/>
              </a:ext>
            </a:extLst>
          </p:cNvPr>
          <p:cNvSpPr txBox="1"/>
          <p:nvPr/>
        </p:nvSpPr>
        <p:spPr>
          <a:xfrm>
            <a:off x="5113020" y="6185744"/>
            <a:ext cx="449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Please find </a:t>
            </a:r>
            <a:r>
              <a:rPr lang="en-HK" sz="1600" dirty="0">
                <a:hlinkClick r:id="rId6"/>
              </a:rPr>
              <a:t>link</a:t>
            </a:r>
            <a:r>
              <a:rPr lang="en-HK" sz="1600" dirty="0"/>
              <a:t> for general use of the Autograder. 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31BCA26-FE47-45AD-B446-8ED2E8F00833}"/>
              </a:ext>
            </a:extLst>
          </p:cNvPr>
          <p:cNvSpPr txBox="1"/>
          <p:nvPr/>
        </p:nvSpPr>
        <p:spPr>
          <a:xfrm>
            <a:off x="1343978" y="6189840"/>
            <a:ext cx="32740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Example final structure of repository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3B557F-C148-4CD9-B1EF-A970C07C6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4505" y="4391579"/>
            <a:ext cx="27622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811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What is a socket?</a:t>
            </a:r>
          </a:p>
          <a:p>
            <a:pPr>
              <a:buFontTx/>
              <a:buChar char="-"/>
            </a:pPr>
            <a:r>
              <a:rPr lang="en-US" sz="3200" dirty="0"/>
              <a:t>Communication endpoint at the end hosts[1].</a:t>
            </a:r>
          </a:p>
          <a:p>
            <a:pPr>
              <a:buFontTx/>
              <a:buChar char="-"/>
            </a:pPr>
            <a:r>
              <a:rPr lang="en-US" sz="3200" dirty="0"/>
              <a:t>Don’t mix network socket up with other “sockets”, i.e. CPU socket.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Why do we use a socket?</a:t>
            </a:r>
          </a:p>
          <a:p>
            <a:pPr marL="0" indent="0">
              <a:buNone/>
            </a:pPr>
            <a:r>
              <a:rPr lang="en-US" sz="3200" dirty="0"/>
              <a:t>- It provides an application programming interface to exchange data between processes on the same or different machines.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55E2F-1183-7E37-4DAB-FB1727EFF128}"/>
              </a:ext>
            </a:extLst>
          </p:cNvPr>
          <p:cNvSpPr txBox="1"/>
          <p:nvPr/>
        </p:nvSpPr>
        <p:spPr>
          <a:xfrm>
            <a:off x="838200" y="617696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https://www.rfc-editor.org/rfc/rfc147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0C9852B-1901-4298-9545-9B66CAD35E30}"/>
              </a:ext>
            </a:extLst>
          </p:cNvPr>
          <p:cNvSpPr/>
          <p:nvPr/>
        </p:nvSpPr>
        <p:spPr>
          <a:xfrm>
            <a:off x="2003612" y="3220572"/>
            <a:ext cx="8283388" cy="24137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AE756E7-3534-4AF0-B9E8-0A53FA4C3E3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987019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78A48-FE2F-49A9-93A4-A0F1C11898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1718EEB-9F98-49FA-8791-2E03D6752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B44FB3F-B911-4BC5-9130-DB268E3D08D0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6EDF0-0C92-469A-B888-9C808A177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D89892-0AA5-4952-A951-F0DC3D832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0F56EC3-40DA-4376-B89C-3559B8EFD402}"/>
              </a:ext>
            </a:extLst>
          </p:cNvPr>
          <p:cNvGrpSpPr>
            <a:grpSpLocks/>
          </p:cNvGrpSpPr>
          <p:nvPr/>
        </p:nvGrpSpPr>
        <p:grpSpPr bwMode="auto">
          <a:xfrm>
            <a:off x="2753478" y="298152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898E400-F10E-41C2-A585-5247C8EDEA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7EDBE3B-687A-4121-9205-DDF1712935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4FB2A3-25F9-4645-A9D8-8B7984E87F9F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3E8CB2-588C-436D-9682-384DD9864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4A3143-3F18-4432-ADA1-5B7AFC4DD9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DC3B97-EC21-4FC5-A4C8-1C6D6D6AAE6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651010-CCAC-4554-8519-2C559E148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27B870-E4D7-4EF6-9D5A-2CB54B073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264C2-7BB1-4272-BED2-0CAEA7599916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0E9983-D696-41B4-B976-6C0B4699B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AEFD8D-0C71-40F1-96E0-8EADA7B69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8602F3-C0ED-432E-9D30-DDDDFDE315E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267AE64-AB4D-41C5-B481-85F68F2E2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096579C-A034-4968-BE57-76408F01E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87430E-FAD8-455B-88F2-77BF7472E96A}"/>
              </a:ext>
            </a:extLst>
          </p:cNvPr>
          <p:cNvSpPr txBox="1"/>
          <p:nvPr/>
        </p:nvSpPr>
        <p:spPr>
          <a:xfrm>
            <a:off x="224699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73E866-D81F-4EFB-A024-952AE090546B}"/>
              </a:ext>
            </a:extLst>
          </p:cNvPr>
          <p:cNvSpPr txBox="1"/>
          <p:nvPr/>
        </p:nvSpPr>
        <p:spPr>
          <a:xfrm>
            <a:off x="224699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18CB8-5FA6-4376-996C-6E016CE49551}"/>
              </a:ext>
            </a:extLst>
          </p:cNvPr>
          <p:cNvSpPr txBox="1"/>
          <p:nvPr/>
        </p:nvSpPr>
        <p:spPr>
          <a:xfrm>
            <a:off x="224699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6EC72-38D1-426F-8A35-73C33C4F0C6F}"/>
              </a:ext>
            </a:extLst>
          </p:cNvPr>
          <p:cNvSpPr txBox="1"/>
          <p:nvPr/>
        </p:nvSpPr>
        <p:spPr>
          <a:xfrm>
            <a:off x="224699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98C70D-41D2-44D6-B494-EF2C63798ADA}"/>
              </a:ext>
            </a:extLst>
          </p:cNvPr>
          <p:cNvSpPr txBox="1"/>
          <p:nvPr/>
        </p:nvSpPr>
        <p:spPr>
          <a:xfrm>
            <a:off x="224699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4" name="Straight Connector 44">
            <a:extLst>
              <a:ext uri="{FF2B5EF4-FFF2-40B4-BE49-F238E27FC236}">
                <a16:creationId xmlns:a16="http://schemas.microsoft.com/office/drawing/2014/main" id="{9A0616A5-F08E-414C-801C-A08DB9E2135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2708513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5" name="Straight Connector 46">
            <a:extLst>
              <a:ext uri="{FF2B5EF4-FFF2-40B4-BE49-F238E27FC236}">
                <a16:creationId xmlns:a16="http://schemas.microsoft.com/office/drawing/2014/main" id="{DD8453A4-424B-444F-95DD-D4E0A06B2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36303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6" name="Straight Connector 47">
            <a:extLst>
              <a:ext uri="{FF2B5EF4-FFF2-40B4-BE49-F238E27FC236}">
                <a16:creationId xmlns:a16="http://schemas.microsoft.com/office/drawing/2014/main" id="{64E99D29-FD98-4960-8497-950408DE37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0875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7" name="Straight Connector 48">
            <a:extLst>
              <a:ext uri="{FF2B5EF4-FFF2-40B4-BE49-F238E27FC236}">
                <a16:creationId xmlns:a16="http://schemas.microsoft.com/office/drawing/2014/main" id="{D05CC176-2F6D-4020-A9F2-EF3B522BFA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620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8" name="Straight Connector 49">
            <a:extLst>
              <a:ext uri="{FF2B5EF4-FFF2-40B4-BE49-F238E27FC236}">
                <a16:creationId xmlns:a16="http://schemas.microsoft.com/office/drawing/2014/main" id="{87890218-6332-4256-B4C1-321DA2F273B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5001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69BEA1-0BB0-4067-948F-2E81161DAD71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2826820-2D99-4C72-AF78-34B09C8F394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AD3824-DB9A-4568-8A66-4ABFA8B8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4781F-9039-48BC-8536-E0CE65393279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014801E-40F5-4E8E-A6B9-B31B3602AE8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37BFF4-3C2C-497F-9227-D0E8ECFB5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4C39FBC-00DC-4F2B-AC6A-2080D35C3E80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43D2684-A106-4246-AA5C-27255FDE55F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A689236-C6C6-4704-A413-73E1B4FB57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56390B-FCCF-43AC-A8D8-3FA45F1377B4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0DC30F-F73D-4751-A7DD-767BB64AEB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753A03B-1625-468D-B82B-F3996467A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D4C60B-4A0E-415A-9075-E90A221FF9E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B5B15A-E019-4FB3-A2C3-C5360A58F3F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3A973F6-1273-463B-9BFD-583A7D6D4F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64D5EFF-AA73-4609-AC80-7D2AD5881C45}"/>
              </a:ext>
            </a:extLst>
          </p:cNvPr>
          <p:cNvSpPr txBox="1"/>
          <p:nvPr/>
        </p:nvSpPr>
        <p:spPr>
          <a:xfrm>
            <a:off x="956542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65E828-BD11-4CD0-8D68-353B49B05433}"/>
              </a:ext>
            </a:extLst>
          </p:cNvPr>
          <p:cNvSpPr txBox="1"/>
          <p:nvPr/>
        </p:nvSpPr>
        <p:spPr>
          <a:xfrm>
            <a:off x="956542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1607C-4A5F-4FD5-97EF-A76A3C222904}"/>
              </a:ext>
            </a:extLst>
          </p:cNvPr>
          <p:cNvSpPr txBox="1"/>
          <p:nvPr/>
        </p:nvSpPr>
        <p:spPr>
          <a:xfrm>
            <a:off x="956542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8FE0F3-5EB6-4F5C-AC2A-C6752373F32A}"/>
              </a:ext>
            </a:extLst>
          </p:cNvPr>
          <p:cNvSpPr txBox="1"/>
          <p:nvPr/>
        </p:nvSpPr>
        <p:spPr>
          <a:xfrm>
            <a:off x="956542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D1D51D-78C3-4709-ABBB-0F2F737F52FC}"/>
              </a:ext>
            </a:extLst>
          </p:cNvPr>
          <p:cNvSpPr txBox="1"/>
          <p:nvPr/>
        </p:nvSpPr>
        <p:spPr>
          <a:xfrm>
            <a:off x="956542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ECE89933-058D-4A9E-A95B-D820B56492B2}"/>
              </a:ext>
            </a:extLst>
          </p:cNvPr>
          <p:cNvSpPr txBox="1">
            <a:spLocks/>
          </p:cNvSpPr>
          <p:nvPr/>
        </p:nvSpPr>
        <p:spPr>
          <a:xfrm>
            <a:off x="10287001" y="4065896"/>
            <a:ext cx="1905000" cy="717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/>
              <a:t>Abstracted away</a:t>
            </a:r>
          </a:p>
        </p:txBody>
      </p:sp>
    </p:spTree>
    <p:extLst>
      <p:ext uri="{BB962C8B-B14F-4D97-AF65-F5344CB8AC3E}">
        <p14:creationId xmlns:p14="http://schemas.microsoft.com/office/powerpoint/2010/main" val="91389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6523" cy="1325563"/>
          </a:xfrm>
        </p:spPr>
        <p:txBody>
          <a:bodyPr/>
          <a:lstStyle/>
          <a:p>
            <a:r>
              <a:rPr lang="en-US" b="1" dirty="0"/>
              <a:t>Socket Programming: </a:t>
            </a:r>
            <a:r>
              <a:rPr lang="en-HK" b="1" dirty="0"/>
              <a:t>TCP/UDP</a:t>
            </a:r>
            <a:endParaRPr lang="en-US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771295-2051-44AF-8D9B-1185DEDC1F93}"/>
              </a:ext>
            </a:extLst>
          </p:cNvPr>
          <p:cNvSpPr txBox="1"/>
          <p:nvPr/>
        </p:nvSpPr>
        <p:spPr>
          <a:xfrm>
            <a:off x="838198" y="1823933"/>
            <a:ext cx="71704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/>
              <a:t>Socket as the Programming Interface for TCP and UDP: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977D434-4382-4283-9294-187D0748C0FB}"/>
              </a:ext>
            </a:extLst>
          </p:cNvPr>
          <p:cNvSpPr txBox="1"/>
          <p:nvPr/>
        </p:nvSpPr>
        <p:spPr>
          <a:xfrm>
            <a:off x="838198" y="2436493"/>
            <a:ext cx="1100328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TCP and UDP are transport layer protocols responsible for data transmission over the network: 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 (Transmission Control Protocol): Ensures reliable, connection-oriented data transfer.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UDP (User Datagram Protocol): Provides simple, fast, and connectionless data communication. </a:t>
            </a:r>
          </a:p>
          <a:p>
            <a:endParaRPr lang="en-HK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Sockets abstract the complexity of TCP and UDP, offering developers an easy way to use these protocols: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TCP/UDP functionality (e.g., packet segmentation, error checking) is handled internally by the socket.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Developers do not need to directly manage these protocol details.</a:t>
            </a:r>
          </a:p>
        </p:txBody>
      </p:sp>
    </p:spTree>
    <p:extLst>
      <p:ext uri="{BB962C8B-B14F-4D97-AF65-F5344CB8AC3E}">
        <p14:creationId xmlns:p14="http://schemas.microsoft.com/office/powerpoint/2010/main" val="2214390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84723"/>
              </p:ext>
            </p:extLst>
          </p:nvPr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63475"/>
              </p:ext>
            </p:extLst>
          </p:nvPr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socket()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919109"/>
            <a:ext cx="9616620" cy="6295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0C166B3-D1B0-6A4E-9334-36DA412495C4}"/>
              </a:ext>
            </a:extLst>
          </p:cNvPr>
          <p:cNvSpPr/>
          <p:nvPr/>
        </p:nvSpPr>
        <p:spPr>
          <a:xfrm>
            <a:off x="838200" y="4200009"/>
            <a:ext cx="76355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socket_fd</a:t>
            </a:r>
            <a:r>
              <a:rPr lang="en-US" sz="2400" dirty="0"/>
              <a:t> = socket(AF_INET, SOCK_STREAM, IPPROTO_TCP);</a:t>
            </a:r>
          </a:p>
        </p:txBody>
      </p:sp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Bind an address to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10541000" cy="863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586356-C565-9B40-BF75-839DA7B53FCB}"/>
              </a:ext>
            </a:extLst>
          </p:cNvPr>
          <p:cNvSpPr/>
          <p:nvPr/>
        </p:nvSpPr>
        <p:spPr>
          <a:xfrm>
            <a:off x="838199" y="3889059"/>
            <a:ext cx="744582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  <a:r>
              <a:rPr lang="en-HK" sz="2400" dirty="0"/>
              <a:t>% Address family</a:t>
            </a:r>
            <a:endParaRPr lang="en-US" sz="2400" dirty="0"/>
          </a:p>
          <a:p>
            <a:r>
              <a:rPr lang="en-US" sz="2400" dirty="0" err="1"/>
              <a:t>addr.sin_addr.s_addr</a:t>
            </a:r>
            <a:r>
              <a:rPr lang="en-US" sz="2400" dirty="0"/>
              <a:t> = INADDR_ANY; % 0.0.0.0</a:t>
            </a:r>
          </a:p>
          <a:p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(port); % Host to network long</a:t>
            </a:r>
          </a:p>
          <a:p>
            <a:r>
              <a:rPr lang="en-US" sz="2400" dirty="0"/>
              <a:t>bind(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listen()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Listen for connections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80844-4AD9-7945-A207-E3FE3512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29" y="2844801"/>
            <a:ext cx="7366000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92967-652C-AB4A-9FFE-F0D2464A2DD4}"/>
              </a:ext>
            </a:extLst>
          </p:cNvPr>
          <p:cNvSpPr/>
          <p:nvPr/>
        </p:nvSpPr>
        <p:spPr>
          <a:xfrm>
            <a:off x="838200" y="3953040"/>
            <a:ext cx="23820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listen(</a:t>
            </a:r>
            <a:r>
              <a:rPr lang="en-US" sz="2400" dirty="0" err="1"/>
              <a:t>sockfd</a:t>
            </a:r>
            <a:r>
              <a:rPr lang="en-US" sz="2400" dirty="0"/>
              <a:t>, 10);</a:t>
            </a:r>
          </a:p>
        </p:txBody>
      </p:sp>
    </p:spTree>
    <p:extLst>
      <p:ext uri="{BB962C8B-B14F-4D97-AF65-F5344CB8AC3E}">
        <p14:creationId xmlns:p14="http://schemas.microsoft.com/office/powerpoint/2010/main" val="3781525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Programming-Client: connect()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Initiate a connection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5C397-6034-9D41-9BB4-A827A6FA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57" y="2616200"/>
            <a:ext cx="10337800" cy="812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hostent</a:t>
            </a:r>
            <a:r>
              <a:rPr lang="en-US" sz="2400" dirty="0"/>
              <a:t> *server = </a:t>
            </a:r>
            <a:r>
              <a:rPr lang="en-US" sz="2400" dirty="0" err="1"/>
              <a:t>gethostbyname</a:t>
            </a:r>
            <a:r>
              <a:rPr lang="en-US" sz="2400" dirty="0"/>
              <a:t>(hostname); </a:t>
            </a:r>
          </a:p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pPr hangingPunct="0"/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pPr hangingPunct="0"/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</a:p>
          <a:p>
            <a:pPr hangingPunct="0"/>
            <a:r>
              <a:rPr lang="en-US" sz="2400" dirty="0" err="1"/>
              <a:t>addr.sin_addr.s_addr</a:t>
            </a:r>
            <a:r>
              <a:rPr lang="en-US" sz="2400" dirty="0"/>
              <a:t> = * (unsigned long *) server-&gt;</a:t>
            </a:r>
            <a:r>
              <a:rPr lang="en-US" sz="2400" dirty="0" err="1"/>
              <a:t>h_addr_list</a:t>
            </a:r>
            <a:r>
              <a:rPr lang="en-US" sz="2400" dirty="0"/>
              <a:t>[0]; </a:t>
            </a:r>
          </a:p>
          <a:p>
            <a:pPr hangingPunct="0"/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</a:t>
            </a:r>
            <a:r>
              <a:rPr lang="en-US" sz="2400" dirty="0" err="1"/>
              <a:t>server_port</a:t>
            </a:r>
            <a:r>
              <a:rPr lang="en-US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63058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accept()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Accept a connection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socklen_t</a:t>
            </a:r>
            <a:r>
              <a:rPr lang="en-US" sz="2400" dirty="0"/>
              <a:t> </a:t>
            </a:r>
            <a:r>
              <a:rPr lang="en-US" sz="2400" dirty="0" err="1"/>
              <a:t>addr_len</a:t>
            </a:r>
            <a:r>
              <a:rPr lang="en-US" sz="2400" dirty="0"/>
              <a:t> =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); </a:t>
            </a:r>
          </a:p>
          <a:p>
            <a:pPr hangingPunct="0"/>
            <a:r>
              <a:rPr lang="en-US" sz="2400" dirty="0"/>
              <a:t>int conn = accept(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&amp;</a:t>
            </a:r>
            <a:r>
              <a:rPr lang="en-US" sz="2400" dirty="0" err="1"/>
              <a:t>addr_len</a:t>
            </a:r>
            <a:r>
              <a:rPr lang="en-US" sz="2400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B8ECFB-DBDD-7147-A6FE-FB32D10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3" y="2676298"/>
            <a:ext cx="11339285" cy="74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56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Send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send(</a:t>
            </a:r>
            <a:r>
              <a:rPr lang="en-US" sz="2400" dirty="0" err="1"/>
              <a:t>sockfd</a:t>
            </a:r>
            <a:r>
              <a:rPr lang="en-US" sz="2400" dirty="0"/>
              <a:t>, buffer, MSG_SIZE, MSG_NOSIGNAL);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4675FE-F79E-C645-8EAA-C00F49172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1794"/>
            <a:ext cx="11027229" cy="79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byte_recved</a:t>
            </a:r>
            <a:r>
              <a:rPr lang="en-US" sz="2400" dirty="0"/>
              <a:t> = </a:t>
            </a:r>
            <a:r>
              <a:rPr lang="en-US" sz="2400" dirty="0" err="1"/>
              <a:t>recv</a:t>
            </a:r>
            <a:r>
              <a:rPr lang="en-US" sz="2400" dirty="0"/>
              <a:t>(conn, buffer, </a:t>
            </a:r>
            <a:r>
              <a:rPr lang="en-US" sz="2400" dirty="0" err="1"/>
              <a:t>len</a:t>
            </a:r>
            <a:r>
              <a:rPr lang="en-US" sz="2400" dirty="0"/>
              <a:t>, MSG_NOSIGNAL);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7AB7E-88BC-F041-A7B3-C9FD27A7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78" y="2718141"/>
            <a:ext cx="10730593" cy="71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98230"/>
          </a:xfrm>
        </p:spPr>
        <p:txBody>
          <a:bodyPr>
            <a:normAutofit fontScale="85000" lnSpcReduction="10000"/>
          </a:bodyPr>
          <a:lstStyle/>
          <a:p>
            <a:r>
              <a:rPr lang="en-HK" dirty="0">
                <a:hlinkClick r:id="rId2"/>
              </a:rPr>
              <a:t>eecs482/</a:t>
            </a:r>
            <a:r>
              <a:rPr lang="en-HK" dirty="0" err="1">
                <a:hlinkClick r:id="rId2"/>
              </a:rPr>
              <a:t>bgreeves</a:t>
            </a:r>
            <a:r>
              <a:rPr lang="en-HK" dirty="0">
                <a:hlinkClick r:id="rId2"/>
              </a:rPr>
              <a:t>-socket-example: Sockets example from discussion</a:t>
            </a:r>
            <a:endParaRPr lang="en-HK" dirty="0"/>
          </a:p>
          <a:p>
            <a:r>
              <a:rPr lang="en-HK" dirty="0"/>
              <a:t>Linux or Mac OS.</a:t>
            </a:r>
          </a:p>
          <a:p>
            <a:r>
              <a:rPr lang="en-HK" dirty="0"/>
              <a:t>A virtual machine is provided </a:t>
            </a:r>
            <a:r>
              <a:rPr lang="en-HK" dirty="0">
                <a:hlinkClick r:id="rId3"/>
              </a:rPr>
              <a:t>here</a:t>
            </a:r>
            <a:r>
              <a:rPr lang="en-HK" dirty="0"/>
              <a:t>. (The password is identical to the username.)</a:t>
            </a:r>
          </a:p>
          <a:p>
            <a:r>
              <a:rPr lang="en-US" altLang="zh-CN" dirty="0"/>
              <a:t>Tip: Manually s</a:t>
            </a:r>
            <a:r>
              <a:rPr lang="en-US" dirty="0"/>
              <a:t>et shared folder between your PC/laptop and VM: </a:t>
            </a:r>
            <a:r>
              <a:rPr lang="en-US" dirty="0" err="1"/>
              <a:t>sudo</a:t>
            </a:r>
            <a:r>
              <a:rPr lang="en-US" dirty="0"/>
              <a:t> mount - t </a:t>
            </a:r>
            <a:r>
              <a:rPr lang="en-US" dirty="0" err="1"/>
              <a:t>vboxsf</a:t>
            </a:r>
            <a:r>
              <a:rPr lang="en-US" dirty="0"/>
              <a:t>   </a:t>
            </a:r>
            <a:r>
              <a:rPr lang="en-US" i="1" u="sng" dirty="0"/>
              <a:t>folder name in VirtualBox App setting</a:t>
            </a:r>
            <a:r>
              <a:rPr lang="en-US" i="1" dirty="0"/>
              <a:t>   </a:t>
            </a:r>
            <a:r>
              <a:rPr lang="en-US" i="1" u="sng" dirty="0"/>
              <a:t>folder name in VM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/>
          </a:bodyPr>
          <a:lstStyle/>
          <a:p>
            <a:r>
              <a:rPr lang="en-HK" dirty="0">
                <a:hlinkClick r:id="rId2"/>
              </a:rPr>
              <a:t>Beej's Guide to Network Programming</a:t>
            </a:r>
            <a:endParaRPr lang="en-HK" dirty="0"/>
          </a:p>
          <a:p>
            <a:r>
              <a:rPr lang="en-HK" dirty="0">
                <a:hlinkClick r:id="rId3"/>
              </a:rPr>
              <a:t>eecs482/bgreeves-socket-example: Sockets example from discussion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HK" sz="2800" dirty="0"/>
              <a:t>man socket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2213</TotalTime>
  <Words>1369</Words>
  <Application>Microsoft Office PowerPoint</Application>
  <PresentationFormat>宽屏</PresentationFormat>
  <Paragraphs>227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Consolas</vt:lpstr>
      <vt:lpstr>Wingdings</vt:lpstr>
      <vt:lpstr>Office Theme</vt:lpstr>
      <vt:lpstr>CSCI 4430 - Spring 25</vt:lpstr>
      <vt:lpstr>Welcome to CSCI4430-ESTR4120, Computer Networks!</vt:lpstr>
      <vt:lpstr>Outline</vt:lpstr>
      <vt:lpstr>Assignment 1</vt:lpstr>
      <vt:lpstr>Assignment 1</vt:lpstr>
      <vt:lpstr>Assignment 1</vt:lpstr>
      <vt:lpstr>Assignment 1</vt:lpstr>
      <vt:lpstr>Socket Programming: Intro</vt:lpstr>
      <vt:lpstr>Socket Programming: Intro</vt:lpstr>
      <vt:lpstr>Socket Programming: TCP/UDP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socket()</vt:lpstr>
      <vt:lpstr>Socket Programming-Server: bind()</vt:lpstr>
      <vt:lpstr>Socket Programming-Server: listen()</vt:lpstr>
      <vt:lpstr>Socket Programming-Client: connect()</vt:lpstr>
      <vt:lpstr>Socket Programming-Server: accept()</vt:lpstr>
      <vt:lpstr>Socket Programming: send()</vt:lpstr>
      <vt:lpstr>Socket Programming: recv()</vt:lpstr>
      <vt:lpstr>Socket Programming: A Demo</vt:lpstr>
      <vt:lpstr>Socket Programming: Resources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54</cp:revision>
  <dcterms:created xsi:type="dcterms:W3CDTF">2022-01-09T08:27:06Z</dcterms:created>
  <dcterms:modified xsi:type="dcterms:W3CDTF">2025-01-06T12:27:02Z</dcterms:modified>
</cp:coreProperties>
</file>