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2"/>
    <p:sldId id="257" r:id="rId3"/>
    <p:sldId id="258" r:id="rId4"/>
    <p:sldId id="275" r:id="rId5"/>
    <p:sldId id="259" r:id="rId6"/>
    <p:sldId id="262" r:id="rId7"/>
    <p:sldId id="274" r:id="rId8"/>
    <p:sldId id="279" r:id="rId9"/>
    <p:sldId id="263" r:id="rId10"/>
    <p:sldId id="264" r:id="rId11"/>
    <p:sldId id="268" r:id="rId12"/>
    <p:sldId id="269" r:id="rId13"/>
    <p:sldId id="278" r:id="rId14"/>
    <p:sldId id="2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67"/>
    <p:restoredTop sz="94577"/>
  </p:normalViewPr>
  <p:slideViewPr>
    <p:cSldViewPr snapToGrid="0" snapToObjects="1">
      <p:cViewPr varScale="1">
        <p:scale>
          <a:sx n="104" d="100"/>
          <a:sy n="104" d="100"/>
        </p:scale>
        <p:origin x="90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G, Wenlong" userId="2462c282-915a-45d3-817d-b87203e0e2e0" providerId="ADAL" clId="{3D8B668A-F676-464D-AE2C-BAD37A7E9AEA}"/>
    <pc:docChg chg="undo custSel addSld delSld modSld">
      <pc:chgData name="DING, Wenlong" userId="2462c282-915a-45d3-817d-b87203e0e2e0" providerId="ADAL" clId="{3D8B668A-F676-464D-AE2C-BAD37A7E9AEA}" dt="2023-03-22T13:24:40.494" v="858" actId="1076"/>
      <pc:docMkLst>
        <pc:docMk/>
      </pc:docMkLst>
      <pc:sldChg chg="addSp delSp modSp del mod">
        <pc:chgData name="DING, Wenlong" userId="2462c282-915a-45d3-817d-b87203e0e2e0" providerId="ADAL" clId="{3D8B668A-F676-464D-AE2C-BAD37A7E9AEA}" dt="2023-03-22T08:08:53.130" v="6" actId="2696"/>
        <pc:sldMkLst>
          <pc:docMk/>
          <pc:sldMk cId="356419186" sldId="256"/>
        </pc:sldMkLst>
      </pc:sldChg>
      <pc:sldChg chg="modSp mod">
        <pc:chgData name="DING, Wenlong" userId="2462c282-915a-45d3-817d-b87203e0e2e0" providerId="ADAL" clId="{3D8B668A-F676-464D-AE2C-BAD37A7E9AEA}" dt="2023-03-22T08:24:07.239" v="465" actId="207"/>
        <pc:sldMkLst>
          <pc:docMk/>
          <pc:sldMk cId="440415094" sldId="258"/>
        </pc:sldMkLst>
      </pc:sldChg>
      <pc:sldChg chg="modSp mod">
        <pc:chgData name="DING, Wenlong" userId="2462c282-915a-45d3-817d-b87203e0e2e0" providerId="ADAL" clId="{3D8B668A-F676-464D-AE2C-BAD37A7E9AEA}" dt="2023-03-22T12:44:49.003" v="756" actId="20577"/>
        <pc:sldMkLst>
          <pc:docMk/>
          <pc:sldMk cId="1573737923" sldId="259"/>
        </pc:sldMkLst>
      </pc:sldChg>
      <pc:sldChg chg="addSp modSp mod">
        <pc:chgData name="DING, Wenlong" userId="2462c282-915a-45d3-817d-b87203e0e2e0" providerId="ADAL" clId="{3D8B668A-F676-464D-AE2C-BAD37A7E9AEA}" dt="2023-03-22T12:44:58.517" v="757" actId="1076"/>
        <pc:sldMkLst>
          <pc:docMk/>
          <pc:sldMk cId="2946419580" sldId="262"/>
        </pc:sldMkLst>
      </pc:sldChg>
      <pc:sldChg chg="addSp delSp modSp mod setBg">
        <pc:chgData name="DING, Wenlong" userId="2462c282-915a-45d3-817d-b87203e0e2e0" providerId="ADAL" clId="{3D8B668A-F676-464D-AE2C-BAD37A7E9AEA}" dt="2023-03-22T13:24:19.829" v="853" actId="1076"/>
        <pc:sldMkLst>
          <pc:docMk/>
          <pc:sldMk cId="2477746496" sldId="263"/>
        </pc:sldMkLst>
      </pc:sldChg>
      <pc:sldChg chg="addSp delSp modSp mod">
        <pc:chgData name="DING, Wenlong" userId="2462c282-915a-45d3-817d-b87203e0e2e0" providerId="ADAL" clId="{3D8B668A-F676-464D-AE2C-BAD37A7E9AEA}" dt="2023-03-22T13:13:54.885" v="794" actId="1076"/>
        <pc:sldMkLst>
          <pc:docMk/>
          <pc:sldMk cId="3355003134" sldId="264"/>
        </pc:sldMkLst>
      </pc:sldChg>
      <pc:sldChg chg="addSp delSp modSp mod">
        <pc:chgData name="DING, Wenlong" userId="2462c282-915a-45d3-817d-b87203e0e2e0" providerId="ADAL" clId="{3D8B668A-F676-464D-AE2C-BAD37A7E9AEA}" dt="2023-03-22T13:24:30.729" v="855" actId="1076"/>
        <pc:sldMkLst>
          <pc:docMk/>
          <pc:sldMk cId="3168600580" sldId="268"/>
        </pc:sldMkLst>
      </pc:sldChg>
      <pc:sldChg chg="addSp delSp modSp mod">
        <pc:chgData name="DING, Wenlong" userId="2462c282-915a-45d3-817d-b87203e0e2e0" providerId="ADAL" clId="{3D8B668A-F676-464D-AE2C-BAD37A7E9AEA}" dt="2023-03-22T13:24:40.494" v="858" actId="1076"/>
        <pc:sldMkLst>
          <pc:docMk/>
          <pc:sldMk cId="1589765134" sldId="269"/>
        </pc:sldMkLst>
      </pc:sldChg>
      <pc:sldChg chg="modSp mod">
        <pc:chgData name="DING, Wenlong" userId="2462c282-915a-45d3-817d-b87203e0e2e0" providerId="ADAL" clId="{3D8B668A-F676-464D-AE2C-BAD37A7E9AEA}" dt="2023-03-22T12:27:19.082" v="469" actId="1076"/>
        <pc:sldMkLst>
          <pc:docMk/>
          <pc:sldMk cId="3772524970" sldId="275"/>
        </pc:sldMkLst>
      </pc:sldChg>
      <pc:sldChg chg="add">
        <pc:chgData name="DING, Wenlong" userId="2462c282-915a-45d3-817d-b87203e0e2e0" providerId="ADAL" clId="{3D8B668A-F676-464D-AE2C-BAD37A7E9AEA}" dt="2023-03-22T08:08:31.079" v="2"/>
        <pc:sldMkLst>
          <pc:docMk/>
          <pc:sldMk cId="1722627996" sldId="276"/>
        </pc:sldMkLst>
      </pc:sldChg>
      <pc:sldChg chg="addSp delSp modSp add mod">
        <pc:chgData name="DING, Wenlong" userId="2462c282-915a-45d3-817d-b87203e0e2e0" providerId="ADAL" clId="{3D8B668A-F676-464D-AE2C-BAD37A7E9AEA}" dt="2023-03-22T08:18:41.228" v="364" actId="20577"/>
        <pc:sldMkLst>
          <pc:docMk/>
          <pc:sldMk cId="3370445712" sldId="277"/>
        </pc:sldMkLst>
      </pc:sldChg>
      <pc:sldChg chg="addSp delSp modSp add mod">
        <pc:chgData name="DING, Wenlong" userId="2462c282-915a-45d3-817d-b87203e0e2e0" providerId="ADAL" clId="{3D8B668A-F676-464D-AE2C-BAD37A7E9AEA}" dt="2023-03-22T08:23:33.952" v="464" actId="20577"/>
        <pc:sldMkLst>
          <pc:docMk/>
          <pc:sldMk cId="1194475063" sldId="278"/>
        </pc:sldMkLst>
      </pc:sldChg>
      <pc:sldChg chg="modSp add mod">
        <pc:chgData name="DING, Wenlong" userId="2462c282-915a-45d3-817d-b87203e0e2e0" providerId="ADAL" clId="{3D8B668A-F676-464D-AE2C-BAD37A7E9AEA}" dt="2023-03-22T12:27:00.148" v="468" actId="207"/>
        <pc:sldMkLst>
          <pc:docMk/>
          <pc:sldMk cId="3045617864" sldId="279"/>
        </pc:sldMkLst>
      </pc:sldChg>
    </pc:docChg>
  </pc:docChgLst>
  <pc:docChgLst>
    <pc:chgData name="Shaofeng Wu" userId="16cc59afe9483dd5" providerId="LiveId" clId="{B4F7DA38-777B-4082-81AE-31BF6AD60E33}"/>
    <pc:docChg chg="undo custSel modSld">
      <pc:chgData name="Shaofeng Wu" userId="16cc59afe9483dd5" providerId="LiveId" clId="{B4F7DA38-777B-4082-81AE-31BF6AD60E33}" dt="2025-03-09T02:56:43.203" v="221" actId="20577"/>
      <pc:docMkLst>
        <pc:docMk/>
      </pc:docMkLst>
      <pc:sldChg chg="modSp mod">
        <pc:chgData name="Shaofeng Wu" userId="16cc59afe9483dd5" providerId="LiveId" clId="{B4F7DA38-777B-4082-81AE-31BF6AD60E33}" dt="2025-03-09T02:56:43.203" v="221" actId="20577"/>
        <pc:sldMkLst>
          <pc:docMk/>
          <pc:sldMk cId="1947847713" sldId="257"/>
        </pc:sldMkLst>
        <pc:spChg chg="mod">
          <ac:chgData name="Shaofeng Wu" userId="16cc59afe9483dd5" providerId="LiveId" clId="{B4F7DA38-777B-4082-81AE-31BF6AD60E33}" dt="2025-03-09T02:56:43.203" v="22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</pc:sldChg>
    </pc:docChg>
  </pc:docChgLst>
  <pc:docChgLst>
    <pc:chgData name="SONG, Qingyu" userId="498998f4-7f18-4549-a740-dcfb6e1e3d22" providerId="ADAL" clId="{BA60B16A-CD11-804F-A14F-0F10531AA825}"/>
    <pc:docChg chg="undo custSel addSld delSld modSld sldOrd">
      <pc:chgData name="SONG, Qingyu" userId="498998f4-7f18-4549-a740-dcfb6e1e3d22" providerId="ADAL" clId="{BA60B16A-CD11-804F-A14F-0F10531AA825}" dt="2022-03-10T00:26:10.709" v="472" actId="20577"/>
      <pc:docMkLst>
        <pc:docMk/>
      </pc:docMkLst>
      <pc:sldChg chg="addSp modSp mod">
        <pc:chgData name="SONG, Qingyu" userId="498998f4-7f18-4549-a740-dcfb6e1e3d22" providerId="ADAL" clId="{BA60B16A-CD11-804F-A14F-0F10531AA825}" dt="2022-03-10T00:19:36.027" v="458" actId="20577"/>
        <pc:sldMkLst>
          <pc:docMk/>
          <pc:sldMk cId="356419186" sldId="256"/>
        </pc:sldMkLst>
      </pc:sldChg>
      <pc:sldChg chg="del">
        <pc:chgData name="SONG, Qingyu" userId="498998f4-7f18-4549-a740-dcfb6e1e3d22" providerId="ADAL" clId="{BA60B16A-CD11-804F-A14F-0F10531AA825}" dt="2022-03-08T11:18:54.830" v="417" actId="2696"/>
        <pc:sldMkLst>
          <pc:docMk/>
          <pc:sldMk cId="1947847713" sldId="257"/>
        </pc:sldMkLst>
      </pc:sldChg>
      <pc:sldChg chg="modSp mod">
        <pc:chgData name="SONG, Qingyu" userId="498998f4-7f18-4549-a740-dcfb6e1e3d22" providerId="ADAL" clId="{BA60B16A-CD11-804F-A14F-0F10531AA825}" dt="2022-03-08T10:45:53.034" v="123" actId="20577"/>
        <pc:sldMkLst>
          <pc:docMk/>
          <pc:sldMk cId="440415094" sldId="258"/>
        </pc:sldMkLst>
      </pc:sldChg>
      <pc:sldChg chg="modSp mod">
        <pc:chgData name="SONG, Qingyu" userId="498998f4-7f18-4549-a740-dcfb6e1e3d22" providerId="ADAL" clId="{BA60B16A-CD11-804F-A14F-0F10531AA825}" dt="2022-03-10T00:21:57.630" v="469" actId="20577"/>
        <pc:sldMkLst>
          <pc:docMk/>
          <pc:sldMk cId="1573737923" sldId="259"/>
        </pc:sldMkLst>
      </pc:sldChg>
      <pc:sldChg chg="modSp add mod">
        <pc:chgData name="SONG, Qingyu" userId="498998f4-7f18-4549-a740-dcfb6e1e3d22" providerId="ADAL" clId="{BA60B16A-CD11-804F-A14F-0F10531AA825}" dt="2022-03-08T11:04:57.063" v="293" actId="20577"/>
        <pc:sldMkLst>
          <pc:docMk/>
          <pc:sldMk cId="2946419580" sldId="262"/>
        </pc:sldMkLst>
      </pc:sldChg>
      <pc:sldChg chg="modSp add mod">
        <pc:chgData name="SONG, Qingyu" userId="498998f4-7f18-4549-a740-dcfb6e1e3d22" providerId="ADAL" clId="{BA60B16A-CD11-804F-A14F-0F10531AA825}" dt="2022-03-08T16:40:02.566" v="452" actId="207"/>
        <pc:sldMkLst>
          <pc:docMk/>
          <pc:sldMk cId="2477746496" sldId="263"/>
        </pc:sldMkLst>
      </pc:sldChg>
      <pc:sldChg chg="modSp add">
        <pc:chgData name="SONG, Qingyu" userId="498998f4-7f18-4549-a740-dcfb6e1e3d22" providerId="ADAL" clId="{BA60B16A-CD11-804F-A14F-0F10531AA825}" dt="2022-03-08T11:00:30.913" v="255"/>
        <pc:sldMkLst>
          <pc:docMk/>
          <pc:sldMk cId="3355003134" sldId="264"/>
        </pc:sldMkLst>
      </pc:sldChg>
      <pc:sldChg chg="modSp add del">
        <pc:chgData name="SONG, Qingyu" userId="498998f4-7f18-4549-a740-dcfb6e1e3d22" providerId="ADAL" clId="{BA60B16A-CD11-804F-A14F-0F10531AA825}" dt="2022-03-08T16:40:48.629" v="453" actId="2696"/>
        <pc:sldMkLst>
          <pc:docMk/>
          <pc:sldMk cId="3781525919" sldId="265"/>
        </pc:sldMkLst>
      </pc:sldChg>
      <pc:sldChg chg="addSp delSp modSp add mod">
        <pc:chgData name="SONG, Qingyu" userId="498998f4-7f18-4549-a740-dcfb6e1e3d22" providerId="ADAL" clId="{BA60B16A-CD11-804F-A14F-0F10531AA825}" dt="2022-03-10T00:26:10.709" v="472" actId="20577"/>
        <pc:sldMkLst>
          <pc:docMk/>
          <pc:sldMk cId="3168600580" sldId="268"/>
        </pc:sldMkLst>
      </pc:sldChg>
      <pc:sldChg chg="addSp delSp modSp add mod">
        <pc:chgData name="SONG, Qingyu" userId="498998f4-7f18-4549-a740-dcfb6e1e3d22" providerId="ADAL" clId="{BA60B16A-CD11-804F-A14F-0F10531AA825}" dt="2022-03-08T11:04:01.345" v="288" actId="14100"/>
        <pc:sldMkLst>
          <pc:docMk/>
          <pc:sldMk cId="1589765134" sldId="269"/>
        </pc:sldMkLst>
      </pc:sldChg>
      <pc:sldChg chg="modSp add del mod">
        <pc:chgData name="SONG, Qingyu" userId="498998f4-7f18-4549-a740-dcfb6e1e3d22" providerId="ADAL" clId="{BA60B16A-CD11-804F-A14F-0F10531AA825}" dt="2022-03-08T16:18:01.191" v="427" actId="2696"/>
        <pc:sldMkLst>
          <pc:docMk/>
          <pc:sldMk cId="1313724088" sldId="273"/>
        </pc:sldMkLst>
      </pc:sldChg>
      <pc:sldChg chg="del">
        <pc:chgData name="SONG, Qingyu" userId="498998f4-7f18-4549-a740-dcfb6e1e3d22" providerId="ADAL" clId="{BA60B16A-CD11-804F-A14F-0F10531AA825}" dt="2022-03-08T10:47:42.465" v="145" actId="2696"/>
        <pc:sldMkLst>
          <pc:docMk/>
          <pc:sldMk cId="1460982116" sldId="273"/>
        </pc:sldMkLst>
      </pc:sldChg>
      <pc:sldChg chg="del">
        <pc:chgData name="SONG, Qingyu" userId="498998f4-7f18-4549-a740-dcfb6e1e3d22" providerId="ADAL" clId="{BA60B16A-CD11-804F-A14F-0F10531AA825}" dt="2022-03-08T10:47:43.204" v="146" actId="2696"/>
        <pc:sldMkLst>
          <pc:docMk/>
          <pc:sldMk cId="746100141" sldId="274"/>
        </pc:sldMkLst>
      </pc:sldChg>
      <pc:sldChg chg="addSp delSp modSp add mod">
        <pc:chgData name="SONG, Qingyu" userId="498998f4-7f18-4549-a740-dcfb6e1e3d22" providerId="ADAL" clId="{BA60B16A-CD11-804F-A14F-0F10531AA825}" dt="2022-03-08T16:23:13.131" v="448" actId="14100"/>
        <pc:sldMkLst>
          <pc:docMk/>
          <pc:sldMk cId="3223745799" sldId="274"/>
        </pc:sldMkLst>
      </pc:sldChg>
      <pc:sldChg chg="del">
        <pc:chgData name="SONG, Qingyu" userId="498998f4-7f18-4549-a740-dcfb6e1e3d22" providerId="ADAL" clId="{BA60B16A-CD11-804F-A14F-0F10531AA825}" dt="2022-03-08T10:47:44.521" v="148" actId="2696"/>
        <pc:sldMkLst>
          <pc:docMk/>
          <pc:sldMk cId="442365464" sldId="275"/>
        </pc:sldMkLst>
      </pc:sldChg>
      <pc:sldChg chg="addSp delSp modSp add mod ord">
        <pc:chgData name="SONG, Qingyu" userId="498998f4-7f18-4549-a740-dcfb6e1e3d22" providerId="ADAL" clId="{BA60B16A-CD11-804F-A14F-0F10531AA825}" dt="2022-03-08T16:41:08.350" v="454" actId="20578"/>
        <pc:sldMkLst>
          <pc:docMk/>
          <pc:sldMk cId="3772524970" sldId="275"/>
        </pc:sldMkLst>
      </pc:sldChg>
      <pc:sldChg chg="del">
        <pc:chgData name="SONG, Qingyu" userId="498998f4-7f18-4549-a740-dcfb6e1e3d22" providerId="ADAL" clId="{BA60B16A-CD11-804F-A14F-0F10531AA825}" dt="2022-03-08T10:47:45.119" v="149" actId="2696"/>
        <pc:sldMkLst>
          <pc:docMk/>
          <pc:sldMk cId="4278079293" sldId="277"/>
        </pc:sldMkLst>
      </pc:sldChg>
      <pc:sldChg chg="del">
        <pc:chgData name="SONG, Qingyu" userId="498998f4-7f18-4549-a740-dcfb6e1e3d22" providerId="ADAL" clId="{BA60B16A-CD11-804F-A14F-0F10531AA825}" dt="2022-03-08T10:47:45.901" v="150" actId="2696"/>
        <pc:sldMkLst>
          <pc:docMk/>
          <pc:sldMk cId="3882663473" sldId="278"/>
        </pc:sldMkLst>
      </pc:sldChg>
      <pc:sldChg chg="del">
        <pc:chgData name="SONG, Qingyu" userId="498998f4-7f18-4549-a740-dcfb6e1e3d22" providerId="ADAL" clId="{BA60B16A-CD11-804F-A14F-0F10531AA825}" dt="2022-03-08T10:47:46.919" v="151" actId="2696"/>
        <pc:sldMkLst>
          <pc:docMk/>
          <pc:sldMk cId="3927078520" sldId="279"/>
        </pc:sldMkLst>
      </pc:sldChg>
      <pc:sldChg chg="del">
        <pc:chgData name="SONG, Qingyu" userId="498998f4-7f18-4549-a740-dcfb6e1e3d22" providerId="ADAL" clId="{BA60B16A-CD11-804F-A14F-0F10531AA825}" dt="2022-03-08T10:47:47.543" v="152" actId="2696"/>
        <pc:sldMkLst>
          <pc:docMk/>
          <pc:sldMk cId="1261831385" sldId="280"/>
        </pc:sldMkLst>
      </pc:sldChg>
      <pc:sldChg chg="del">
        <pc:chgData name="SONG, Qingyu" userId="498998f4-7f18-4549-a740-dcfb6e1e3d22" providerId="ADAL" clId="{BA60B16A-CD11-804F-A14F-0F10531AA825}" dt="2022-03-08T10:47:43.802" v="147" actId="2696"/>
        <pc:sldMkLst>
          <pc:docMk/>
          <pc:sldMk cId="11664182" sldId="281"/>
        </pc:sldMkLst>
      </pc:sldChg>
    </pc:docChg>
  </pc:docChgLst>
  <pc:docChgLst>
    <pc:chgData name="Shaofeng Wu" userId="16cc59afe9483dd5" providerId="LiveId" clId="{826AD4E0-4743-4B15-B289-2DA2CA7F5D28}"/>
    <pc:docChg chg="custSel addSld modSld">
      <pc:chgData name="Shaofeng Wu" userId="16cc59afe9483dd5" providerId="LiveId" clId="{826AD4E0-4743-4B15-B289-2DA2CA7F5D28}" dt="2025-02-18T12:15:47.793" v="35" actId="20577"/>
      <pc:docMkLst>
        <pc:docMk/>
      </pc:docMkLst>
      <pc:sldChg chg="modSp add mod">
        <pc:chgData name="Shaofeng Wu" userId="16cc59afe9483dd5" providerId="LiveId" clId="{826AD4E0-4743-4B15-B289-2DA2CA7F5D28}" dt="2025-02-18T12:15:47.793" v="35" actId="20577"/>
        <pc:sldMkLst>
          <pc:docMk/>
          <pc:sldMk cId="1947847713" sldId="257"/>
        </pc:sldMkLst>
        <pc:spChg chg="mod">
          <ac:chgData name="Shaofeng Wu" userId="16cc59afe9483dd5" providerId="LiveId" clId="{826AD4E0-4743-4B15-B289-2DA2CA7F5D28}" dt="2025-02-18T12:15:47.793" v="35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haofeng Wu" userId="16cc59afe9483dd5" providerId="LiveId" clId="{826AD4E0-4743-4B15-B289-2DA2CA7F5D28}" dt="2025-02-18T12:10:01.287" v="24" actId="20577"/>
        <pc:sldMkLst>
          <pc:docMk/>
          <pc:sldMk cId="1722627996" sldId="276"/>
        </pc:sldMkLst>
        <pc:spChg chg="mod">
          <ac:chgData name="Shaofeng Wu" userId="16cc59afe9483dd5" providerId="LiveId" clId="{826AD4E0-4743-4B15-B289-2DA2CA7F5D28}" dt="2025-02-18T12:10:01.287" v="24" actId="20577"/>
          <ac:spMkLst>
            <pc:docMk/>
            <pc:sldMk cId="1722627996" sldId="276"/>
            <ac:spMk id="2" creationId="{37E55C1B-43BC-8B40-A7BE-D3C3F3D8A40E}"/>
          </ac:spMkLst>
        </pc:sp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3/9/2025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– </a:t>
            </a:r>
            <a:r>
              <a:rPr lang="en-US" altLang="zh-CN" sz="6600" b="1" dirty="0"/>
              <a:t>Spring 25</a:t>
            </a:r>
            <a:endParaRPr lang="en-US" sz="6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</a:t>
            </a:r>
            <a:r>
              <a:rPr lang="en-US" altLang="zh-CN" sz="3600" b="1" dirty="0"/>
              <a:t>8</a:t>
            </a:r>
            <a:endParaRPr lang="en-US" sz="3600" b="1" dirty="0"/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/>
              <a:t>CUHK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CSCI</a:t>
            </a:r>
            <a:r>
              <a:rPr lang="en-US" sz="2000" b="1" dirty="0"/>
              <a:t> </a:t>
            </a:r>
            <a:r>
              <a:rPr lang="en-US" altLang="zh-CN" sz="2000" b="1" dirty="0"/>
              <a:t>4430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Spring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2020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Tutorial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03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E75CF8-AB32-A941-A3CC-E6E521E3A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627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</a:t>
            </a:r>
            <a:r>
              <a:rPr lang="en-US" altLang="zh-CN" b="1" dirty="0"/>
              <a:t>3</a:t>
            </a:r>
            <a:r>
              <a:rPr lang="en-US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Due: </a:t>
            </a:r>
            <a:r>
              <a:rPr lang="en-US" altLang="zh-CN" dirty="0">
                <a:solidFill>
                  <a:srgbClr val="FF0000"/>
                </a:solidFill>
              </a:rPr>
              <a:t>April 13, 2025, 11:59 PM</a:t>
            </a:r>
          </a:p>
          <a:p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Topic</a:t>
            </a:r>
          </a:p>
          <a:p>
            <a:pPr lvl="1"/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Static router</a:t>
            </a:r>
          </a:p>
          <a:p>
            <a:pPr lvl="1"/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Reliable transport protocols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</a:rPr>
              <a:t>! We plan to adjust the difficulty of test cases &amp; release </a:t>
            </a:r>
            <a:r>
              <a:rPr lang="en-US" altLang="zh-CN" sz="2000" dirty="0" err="1">
                <a:solidFill>
                  <a:schemeClr val="bg2">
                    <a:lumMod val="10000"/>
                  </a:schemeClr>
                </a:solidFill>
              </a:rPr>
              <a:t>Autograder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</a:rPr>
              <a:t> later, stay tuned.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! The deadline is close to the final exam time (</a:t>
            </a:r>
            <a:r>
              <a:rPr lang="en-US" altLang="zh-CN" sz="2000" dirty="0"/>
              <a:t>May 9</a:t>
            </a:r>
            <a:r>
              <a:rPr lang="en-US" altLang="zh-CN" sz="2000"/>
              <a:t>, 2025, Friday</a:t>
            </a:r>
            <a:r>
              <a:rPr lang="en-US" sz="2000" dirty="0"/>
              <a:t>), so please arrange your time</a:t>
            </a:r>
            <a:r>
              <a:rPr lang="zh-CN" altLang="en-US" sz="2000" dirty="0"/>
              <a:t> </a:t>
            </a:r>
            <a:r>
              <a:rPr lang="en-US" altLang="zh-CN" sz="2000" dirty="0"/>
              <a:t>properly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/>
              <a:t>UDP</a:t>
            </a:r>
            <a:r>
              <a:rPr lang="zh-CN" altLang="en-US" sz="3200" dirty="0"/>
              <a:t> </a:t>
            </a:r>
            <a:r>
              <a:rPr lang="en-US" altLang="zh-CN" sz="3200" dirty="0"/>
              <a:t>Introduction</a:t>
            </a:r>
            <a:endParaRPr lang="en-US" sz="3200" dirty="0"/>
          </a:p>
          <a:p>
            <a:r>
              <a:rPr lang="en-US" sz="3200" dirty="0">
                <a:solidFill>
                  <a:schemeClr val="bg2">
                    <a:lumMod val="90000"/>
                  </a:schemeClr>
                </a:solidFill>
              </a:rPr>
              <a:t>Socket Programming for UDP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UDP (User Datagram Protocol)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4216D1-84FB-1140-9840-C4EA86DE1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833" y="1690688"/>
            <a:ext cx="8382565" cy="424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524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UDP (User Datagram Protocol)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74661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Another transport layer protocol (recall TCP).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Difference from TCP: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TCP guarantees </a:t>
            </a: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reliable data </a:t>
            </a:r>
            <a:r>
              <a:rPr lang="en-US" dirty="0"/>
              <a:t>transmission by </a:t>
            </a: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establishing connection </a:t>
            </a:r>
            <a:r>
              <a:rPr lang="en-US" dirty="0"/>
              <a:t>between client and server.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UDP is a </a:t>
            </a:r>
            <a:r>
              <a:rPr lang="en-US" altLang="zh-CN" i="1" dirty="0">
                <a:solidFill>
                  <a:schemeClr val="accent2">
                    <a:lumMod val="75000"/>
                  </a:schemeClr>
                </a:solidFill>
              </a:rPr>
              <a:t>connection-less protocol</a:t>
            </a:r>
            <a:r>
              <a:rPr lang="en-US" dirty="0"/>
              <a:t> which does not establish connection between</a:t>
            </a:r>
            <a:r>
              <a:rPr lang="zh-CN" altLang="en-US" dirty="0"/>
              <a:t> </a:t>
            </a:r>
            <a:r>
              <a:rPr lang="en-US" dirty="0"/>
              <a:t>server and client before transferring data.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altLang="zh-CN" dirty="0"/>
              <a:t>Each datagram is handled </a:t>
            </a:r>
            <a:r>
              <a:rPr lang="en-US" altLang="zh-CN" i="1" dirty="0"/>
              <a:t>independently</a:t>
            </a:r>
            <a:r>
              <a:rPr lang="en-US" altLang="zh-CN" dirty="0"/>
              <a:t>. </a:t>
            </a:r>
            <a:endParaRPr lang="en-US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en-US" i="1" dirty="0"/>
              <a:t>No handshaking </a:t>
            </a:r>
            <a:r>
              <a:rPr lang="en-US" dirty="0"/>
              <a:t>between UDP sender and receiver.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Thus, UDP does not guarantee the arrival, arrival order, arrival time and content of the message (unreliable data transmission).</a:t>
            </a:r>
          </a:p>
        </p:txBody>
      </p: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b="1" dirty="0"/>
              <a:t>Socket Programming</a:t>
            </a:r>
            <a:r>
              <a:rPr lang="zh-CN" altLang="en-US" b="1" dirty="0"/>
              <a:t> </a:t>
            </a:r>
            <a:r>
              <a:rPr lang="en-US" altLang="zh-CN" b="1" dirty="0"/>
              <a:t>Workflow</a:t>
            </a:r>
            <a:r>
              <a:rPr lang="en-US" b="1" dirty="0"/>
              <a:t>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Client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A5F24D3-8B1F-1961-E720-C6DD6DD45BF9}"/>
              </a:ext>
            </a:extLst>
          </p:cNvPr>
          <p:cNvSpPr txBox="1"/>
          <p:nvPr/>
        </p:nvSpPr>
        <p:spPr>
          <a:xfrm>
            <a:off x="5118489" y="4365243"/>
            <a:ext cx="1955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Handshakes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of TCP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E5F106-E14D-B234-37A9-DCD1C664BBEF}"/>
              </a:ext>
            </a:extLst>
          </p:cNvPr>
          <p:cNvSpPr txBox="1"/>
          <p:nvPr/>
        </p:nvSpPr>
        <p:spPr>
          <a:xfrm>
            <a:off x="4873324" y="3266655"/>
            <a:ext cx="2561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Listen to connection requirements from client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64195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</a:t>
            </a:r>
            <a:r>
              <a:rPr lang="zh-CN" altLang="en-US" b="1" dirty="0"/>
              <a:t> </a:t>
            </a:r>
            <a:r>
              <a:rPr lang="en-US" altLang="zh-CN" b="1" dirty="0"/>
              <a:t>Workflow</a:t>
            </a:r>
            <a:r>
              <a:rPr lang="en-US" b="1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Client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470864A-4411-674C-A042-9A6CB30D2435}"/>
              </a:ext>
            </a:extLst>
          </p:cNvPr>
          <p:cNvSpPr/>
          <p:nvPr/>
        </p:nvSpPr>
        <p:spPr>
          <a:xfrm>
            <a:off x="3384969" y="1974465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socket()</a:t>
            </a:r>
            <a:endParaRPr lang="en-US" sz="20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865BDC3-19D2-F54E-B944-EA941E1DB9B1}"/>
              </a:ext>
            </a:extLst>
          </p:cNvPr>
          <p:cNvSpPr/>
          <p:nvPr/>
        </p:nvSpPr>
        <p:spPr>
          <a:xfrm>
            <a:off x="3384969" y="2694423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/>
              <a:t>bind()</a:t>
            </a:r>
            <a:endParaRPr lang="en-US" sz="20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0E15188-24D4-D84C-87B3-209C952234C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4141714" y="2352837"/>
            <a:ext cx="1" cy="34158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E9F56B9-E914-7442-909A-A3D0181D86CC}"/>
              </a:ext>
            </a:extLst>
          </p:cNvPr>
          <p:cNvSpPr/>
          <p:nvPr/>
        </p:nvSpPr>
        <p:spPr>
          <a:xfrm>
            <a:off x="3384969" y="3850562"/>
            <a:ext cx="1513491" cy="378372"/>
          </a:xfrm>
          <a:prstGeom prst="round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K" sz="2000" dirty="0" err="1"/>
              <a:t>recvfrom</a:t>
            </a:r>
            <a:r>
              <a:rPr lang="en-US" altLang="zh-CN" sz="2000" dirty="0"/>
              <a:t>()</a:t>
            </a:r>
            <a:endParaRPr lang="en-US" sz="2000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4541B53-DE3D-A54F-8547-40F4D92913FF}"/>
              </a:ext>
            </a:extLst>
          </p:cNvPr>
          <p:cNvSpPr/>
          <p:nvPr/>
        </p:nvSpPr>
        <p:spPr>
          <a:xfrm>
            <a:off x="3384969" y="5101427"/>
            <a:ext cx="1513491" cy="378372"/>
          </a:xfrm>
          <a:prstGeom prst="round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K" sz="2000" dirty="0" err="1"/>
              <a:t>sendto</a:t>
            </a:r>
            <a:r>
              <a:rPr lang="en-US" altLang="zh-CN" sz="2000" dirty="0"/>
              <a:t>()</a:t>
            </a:r>
            <a:endParaRPr lang="en-US" sz="2000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F2D7433-AE15-4349-AF0E-F834F4EB4B6E}"/>
              </a:ext>
            </a:extLst>
          </p:cNvPr>
          <p:cNvSpPr/>
          <p:nvPr/>
        </p:nvSpPr>
        <p:spPr>
          <a:xfrm>
            <a:off x="3384969" y="5821387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close()</a:t>
            </a:r>
            <a:endParaRPr lang="en-US" sz="20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8FABDD-8BDD-9F4B-A455-DCDC109A7B97}"/>
              </a:ext>
            </a:extLst>
          </p:cNvPr>
          <p:cNvCxnSpPr>
            <a:cxnSpLocks/>
            <a:stCxn id="9" idx="2"/>
            <a:endCxn id="15" idx="0"/>
          </p:cNvCxnSpPr>
          <p:nvPr/>
        </p:nvCxnSpPr>
        <p:spPr>
          <a:xfrm>
            <a:off x="4141715" y="3072795"/>
            <a:ext cx="0" cy="777767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842E69-C352-0345-87E4-B15A05FCD4F1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4141715" y="4228934"/>
            <a:ext cx="0" cy="87249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CFAA787-6274-4244-8C99-DED76A7E0635}"/>
              </a:ext>
            </a:extLst>
          </p:cNvPr>
          <p:cNvCxnSpPr>
            <a:cxnSpLocks/>
          </p:cNvCxnSpPr>
          <p:nvPr/>
        </p:nvCxnSpPr>
        <p:spPr>
          <a:xfrm>
            <a:off x="4141715" y="5479799"/>
            <a:ext cx="0" cy="34158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506BA88-9CF0-5045-BC64-6074698F9095}"/>
              </a:ext>
            </a:extLst>
          </p:cNvPr>
          <p:cNvSpPr/>
          <p:nvPr/>
        </p:nvSpPr>
        <p:spPr>
          <a:xfrm>
            <a:off x="7478748" y="3051240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socket()</a:t>
            </a:r>
            <a:endParaRPr lang="en-US" sz="2000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E4193FA-258C-1347-BA42-B4CFB20B1ECA}"/>
              </a:ext>
            </a:extLst>
          </p:cNvPr>
          <p:cNvSpPr/>
          <p:nvPr/>
        </p:nvSpPr>
        <p:spPr>
          <a:xfrm>
            <a:off x="7478748" y="4081456"/>
            <a:ext cx="1513491" cy="378372"/>
          </a:xfrm>
          <a:prstGeom prst="round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K" sz="2000" dirty="0" err="1"/>
              <a:t>sendto</a:t>
            </a:r>
            <a:r>
              <a:rPr lang="en-US" altLang="zh-CN" sz="2000" dirty="0"/>
              <a:t>()</a:t>
            </a:r>
            <a:endParaRPr lang="en-US" sz="2000" dirty="0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9E6F70-BA71-E148-B3D2-9FCDCF776A10}"/>
              </a:ext>
            </a:extLst>
          </p:cNvPr>
          <p:cNvSpPr/>
          <p:nvPr/>
        </p:nvSpPr>
        <p:spPr>
          <a:xfrm>
            <a:off x="7478747" y="4912241"/>
            <a:ext cx="1513491" cy="378372"/>
          </a:xfrm>
          <a:prstGeom prst="round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K" sz="2000" dirty="0" err="1"/>
              <a:t>recvfrom</a:t>
            </a:r>
            <a:r>
              <a:rPr lang="en-US" altLang="zh-CN" sz="2000" dirty="0"/>
              <a:t>()</a:t>
            </a:r>
            <a:endParaRPr lang="en-US" sz="20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A1CCB4E-62C5-F94C-B20C-CA5228848170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8235493" y="3429612"/>
            <a:ext cx="1" cy="6518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9EADEB6-1277-AD45-A6C7-9C9ECBAEBF4B}"/>
              </a:ext>
            </a:extLst>
          </p:cNvPr>
          <p:cNvCxnSpPr>
            <a:cxnSpLocks/>
            <a:stCxn id="34" idx="2"/>
            <a:endCxn id="35" idx="0"/>
          </p:cNvCxnSpPr>
          <p:nvPr/>
        </p:nvCxnSpPr>
        <p:spPr>
          <a:xfrm flipH="1">
            <a:off x="8235493" y="4459828"/>
            <a:ext cx="1" cy="45241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9E1A3EE-5DFD-C44C-8EB6-A23AAF0EE143}"/>
              </a:ext>
            </a:extLst>
          </p:cNvPr>
          <p:cNvSpPr/>
          <p:nvPr/>
        </p:nvSpPr>
        <p:spPr>
          <a:xfrm>
            <a:off x="7478747" y="5632199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close()</a:t>
            </a:r>
            <a:endParaRPr lang="en-US" sz="20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E26EB2E-BB47-F340-9565-9501E958D62B}"/>
              </a:ext>
            </a:extLst>
          </p:cNvPr>
          <p:cNvCxnSpPr>
            <a:cxnSpLocks/>
          </p:cNvCxnSpPr>
          <p:nvPr/>
        </p:nvCxnSpPr>
        <p:spPr>
          <a:xfrm>
            <a:off x="8235492" y="5290613"/>
            <a:ext cx="0" cy="34158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D1DD195-42BD-D248-9102-FF4100F11CF9}"/>
              </a:ext>
            </a:extLst>
          </p:cNvPr>
          <p:cNvCxnSpPr>
            <a:cxnSpLocks/>
            <a:stCxn id="34" idx="1"/>
            <a:endCxn id="15" idx="3"/>
          </p:cNvCxnSpPr>
          <p:nvPr/>
        </p:nvCxnSpPr>
        <p:spPr>
          <a:xfrm flipH="1" flipV="1">
            <a:off x="4898460" y="4039748"/>
            <a:ext cx="2580288" cy="23089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166075E-957D-AE4C-8204-1607A326B295}"/>
              </a:ext>
            </a:extLst>
          </p:cNvPr>
          <p:cNvCxnSpPr>
            <a:cxnSpLocks/>
            <a:stCxn id="16" idx="3"/>
            <a:endCxn id="35" idx="1"/>
          </p:cNvCxnSpPr>
          <p:nvPr/>
        </p:nvCxnSpPr>
        <p:spPr>
          <a:xfrm flipV="1">
            <a:off x="4898460" y="5101427"/>
            <a:ext cx="2580287" cy="18918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3745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>
                <a:solidFill>
                  <a:schemeClr val="bg2">
                    <a:lumMod val="90000"/>
                  </a:schemeClr>
                </a:solidFill>
              </a:rPr>
              <a:t>UDP</a:t>
            </a:r>
            <a:r>
              <a:rPr lang="zh-CN" altLang="en-US" sz="3200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bg2">
                    <a:lumMod val="90000"/>
                  </a:schemeClr>
                </a:solidFill>
              </a:rPr>
              <a:t>Introduction</a:t>
            </a:r>
            <a:endParaRPr lang="en-US" sz="320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US" sz="3200" dirty="0"/>
              <a:t>Socket Programming for UDP</a:t>
            </a:r>
          </a:p>
        </p:txBody>
      </p:sp>
    </p:spTree>
    <p:extLst>
      <p:ext uri="{BB962C8B-B14F-4D97-AF65-F5344CB8AC3E}">
        <p14:creationId xmlns:p14="http://schemas.microsoft.com/office/powerpoint/2010/main" val="3045617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 socket()</a:t>
            </a:r>
            <a:r>
              <a:rPr lang="zh-CN" altLang="en-US" b="1" dirty="0"/>
              <a:t> 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2780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Create a socket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148E8-50D7-4542-A495-2257CE9D6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690" y="2664241"/>
            <a:ext cx="9616620" cy="62958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67F9A57-4A07-AC45-9724-D39D0347C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088" y="3660567"/>
            <a:ext cx="7719070" cy="170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746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 Server bind()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43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/>
              <a:t>Bind an address to a socket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3285BD-3165-3D46-A0CB-9A06242E6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74" y="2674261"/>
            <a:ext cx="9791631" cy="80220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1B5B167-BABC-889F-07CF-759B9A721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31" y="3714888"/>
            <a:ext cx="8471740" cy="175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003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 </a:t>
            </a:r>
            <a:r>
              <a:rPr lang="en-US" b="1" dirty="0" err="1"/>
              <a:t>send</a:t>
            </a:r>
            <a:r>
              <a:rPr lang="en-US" altLang="zh-CN" b="1" dirty="0" err="1"/>
              <a:t>to</a:t>
            </a:r>
            <a:r>
              <a:rPr lang="en-US" b="1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/>
              <a:t>Send a message on a socket</a:t>
            </a:r>
            <a:endParaRPr lang="en-US" sz="2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AF487B-7756-ED42-B4BF-477064994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951" y="2676298"/>
            <a:ext cx="10072351" cy="107918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9AD4A55B-858D-D699-AE12-B12564B1E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44957"/>
            <a:ext cx="10136491" cy="132406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FB89985-5CCB-0C1E-35E9-B8F4FF0335C6}"/>
              </a:ext>
            </a:extLst>
          </p:cNvPr>
          <p:cNvSpPr txBox="1"/>
          <p:nvPr/>
        </p:nvSpPr>
        <p:spPr>
          <a:xfrm>
            <a:off x="966951" y="5487012"/>
            <a:ext cx="1985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Return: sent length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68600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 </a:t>
            </a:r>
            <a:r>
              <a:rPr lang="en-US" b="1" dirty="0" err="1"/>
              <a:t>recv</a:t>
            </a:r>
            <a:r>
              <a:rPr lang="en-US" altLang="zh-CN" b="1" dirty="0" err="1"/>
              <a:t>from</a:t>
            </a:r>
            <a:r>
              <a:rPr lang="en-US" b="1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Receive a message on a socket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0AB0F-70A8-E64E-B92F-BF8829BAA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21900"/>
            <a:ext cx="10343665" cy="120676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CDC837E-E86C-3176-619A-99A5595E4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28661"/>
            <a:ext cx="10002703" cy="142240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3C6E95F-0E3A-F98D-E607-2F416F30CCFA}"/>
              </a:ext>
            </a:extLst>
          </p:cNvPr>
          <p:cNvSpPr txBox="1"/>
          <p:nvPr/>
        </p:nvSpPr>
        <p:spPr>
          <a:xfrm>
            <a:off x="838200" y="5552753"/>
            <a:ext cx="2381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Return: received length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89765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</a:t>
            </a:r>
            <a:r>
              <a:rPr lang="zh-CN" altLang="en-US" b="1" dirty="0"/>
              <a:t> </a:t>
            </a:r>
            <a:r>
              <a:rPr lang="en-US" altLang="zh-CN" b="1" dirty="0"/>
              <a:t>A</a:t>
            </a:r>
            <a:r>
              <a:rPr lang="zh-CN" altLang="en-US" b="1" dirty="0"/>
              <a:t> </a:t>
            </a:r>
            <a:r>
              <a:rPr lang="en-US" altLang="zh-CN" b="1" dirty="0"/>
              <a:t>Demo</a:t>
            </a:r>
            <a:endParaRPr lang="en-US" b="1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F42A21-3874-5AB4-B49A-0D0075D2C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43548"/>
          </a:xfrm>
        </p:spPr>
        <p:txBody>
          <a:bodyPr>
            <a:normAutofit/>
          </a:bodyPr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source</a:t>
            </a:r>
            <a:r>
              <a:rPr lang="zh-CN" altLang="en-US" dirty="0"/>
              <a:t>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r>
              <a:rPr lang="zh-CN" altLang="en-US" dirty="0"/>
              <a:t> </a:t>
            </a:r>
            <a:r>
              <a:rPr lang="en-US" altLang="zh-CN" dirty="0"/>
              <a:t>language</a:t>
            </a:r>
            <a:r>
              <a:rPr lang="zh-CN" altLang="en-US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been</a:t>
            </a:r>
            <a:r>
              <a:rPr lang="zh-CN" altLang="en-US" dirty="0"/>
              <a:t> </a:t>
            </a:r>
            <a:r>
              <a:rPr lang="en-US" altLang="zh-CN" dirty="0"/>
              <a:t>released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 err="1"/>
              <a:t>Github</a:t>
            </a:r>
            <a:r>
              <a:rPr lang="zh-CN" altLang="en-US" dirty="0"/>
              <a:t> </a:t>
            </a:r>
            <a:r>
              <a:rPr lang="en-US" altLang="zh-CN" dirty="0"/>
              <a:t>Webpage.</a:t>
            </a:r>
          </a:p>
        </p:txBody>
      </p:sp>
    </p:spTree>
    <p:extLst>
      <p:ext uri="{BB962C8B-B14F-4D97-AF65-F5344CB8AC3E}">
        <p14:creationId xmlns:p14="http://schemas.microsoft.com/office/powerpoint/2010/main" val="1194475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432260" y="3167390"/>
            <a:ext cx="13274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1928</TotalTime>
  <Words>299</Words>
  <Application>Microsoft Office PowerPoint</Application>
  <PresentationFormat>Widescreen</PresentationFormat>
  <Paragraphs>57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Courier New</vt:lpstr>
      <vt:lpstr>Office Theme</vt:lpstr>
      <vt:lpstr>CSCI 4430 – Spring 25</vt:lpstr>
      <vt:lpstr>Assignment 3 </vt:lpstr>
      <vt:lpstr>Outline</vt:lpstr>
      <vt:lpstr>UDP (User Datagram Protocol) </vt:lpstr>
      <vt:lpstr>UDP (User Datagram Protocol) </vt:lpstr>
      <vt:lpstr>TCP Socket Programming Workflow:</vt:lpstr>
      <vt:lpstr>UDP Socket Programming Workflow:</vt:lpstr>
      <vt:lpstr>Outline</vt:lpstr>
      <vt:lpstr>UDP Socket Programming: socket() </vt:lpstr>
      <vt:lpstr>UDP Socket Programming: Server bind()</vt:lpstr>
      <vt:lpstr>UDP Socket Programming: sendto()</vt:lpstr>
      <vt:lpstr>UDP Socket Programming: recvfrom()</vt:lpstr>
      <vt:lpstr>UDP Socket Programming: A Demo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Shaofeng Wu</cp:lastModifiedBy>
  <cp:revision>77</cp:revision>
  <dcterms:created xsi:type="dcterms:W3CDTF">2022-01-09T08:27:06Z</dcterms:created>
  <dcterms:modified xsi:type="dcterms:W3CDTF">2025-03-09T02:56:43Z</dcterms:modified>
</cp:coreProperties>
</file>