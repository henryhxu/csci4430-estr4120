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6" r:id="rId2"/>
    <p:sldId id="257" r:id="rId3"/>
    <p:sldId id="258" r:id="rId4"/>
    <p:sldId id="275" r:id="rId5"/>
    <p:sldId id="259" r:id="rId6"/>
    <p:sldId id="262" r:id="rId7"/>
    <p:sldId id="274" r:id="rId8"/>
    <p:sldId id="279" r:id="rId9"/>
    <p:sldId id="263" r:id="rId10"/>
    <p:sldId id="264" r:id="rId11"/>
    <p:sldId id="268" r:id="rId12"/>
    <p:sldId id="269" r:id="rId13"/>
    <p:sldId id="278" r:id="rId14"/>
    <p:sldId id="27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F7DA38-777B-4082-81AE-31BF6AD60E33}" v="12" dt="2025-03-11T08:20:07.5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67"/>
    <p:restoredTop sz="94577"/>
  </p:normalViewPr>
  <p:slideViewPr>
    <p:cSldViewPr snapToGrid="0" snapToObjects="1">
      <p:cViewPr varScale="1">
        <p:scale>
          <a:sx n="104" d="100"/>
          <a:sy n="104" d="100"/>
        </p:scale>
        <p:origin x="90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NG, Wenlong" userId="2462c282-915a-45d3-817d-b87203e0e2e0" providerId="ADAL" clId="{3D8B668A-F676-464D-AE2C-BAD37A7E9AEA}"/>
    <pc:docChg chg="undo custSel addSld delSld modSld">
      <pc:chgData name="DING, Wenlong" userId="2462c282-915a-45d3-817d-b87203e0e2e0" providerId="ADAL" clId="{3D8B668A-F676-464D-AE2C-BAD37A7E9AEA}" dt="2023-03-22T13:24:40.494" v="858" actId="1076"/>
      <pc:docMkLst>
        <pc:docMk/>
      </pc:docMkLst>
      <pc:sldChg chg="addSp delSp modSp del mod">
        <pc:chgData name="DING, Wenlong" userId="2462c282-915a-45d3-817d-b87203e0e2e0" providerId="ADAL" clId="{3D8B668A-F676-464D-AE2C-BAD37A7E9AEA}" dt="2023-03-22T08:08:53.130" v="6" actId="2696"/>
        <pc:sldMkLst>
          <pc:docMk/>
          <pc:sldMk cId="356419186" sldId="256"/>
        </pc:sldMkLst>
      </pc:sldChg>
      <pc:sldChg chg="modSp mod">
        <pc:chgData name="DING, Wenlong" userId="2462c282-915a-45d3-817d-b87203e0e2e0" providerId="ADAL" clId="{3D8B668A-F676-464D-AE2C-BAD37A7E9AEA}" dt="2023-03-22T08:24:07.239" v="465" actId="207"/>
        <pc:sldMkLst>
          <pc:docMk/>
          <pc:sldMk cId="440415094" sldId="258"/>
        </pc:sldMkLst>
      </pc:sldChg>
      <pc:sldChg chg="modSp mod">
        <pc:chgData name="DING, Wenlong" userId="2462c282-915a-45d3-817d-b87203e0e2e0" providerId="ADAL" clId="{3D8B668A-F676-464D-AE2C-BAD37A7E9AEA}" dt="2023-03-22T12:44:49.003" v="756" actId="20577"/>
        <pc:sldMkLst>
          <pc:docMk/>
          <pc:sldMk cId="1573737923" sldId="259"/>
        </pc:sldMkLst>
      </pc:sldChg>
      <pc:sldChg chg="addSp modSp mod">
        <pc:chgData name="DING, Wenlong" userId="2462c282-915a-45d3-817d-b87203e0e2e0" providerId="ADAL" clId="{3D8B668A-F676-464D-AE2C-BAD37A7E9AEA}" dt="2023-03-22T12:44:58.517" v="757" actId="1076"/>
        <pc:sldMkLst>
          <pc:docMk/>
          <pc:sldMk cId="2946419580" sldId="262"/>
        </pc:sldMkLst>
      </pc:sldChg>
      <pc:sldChg chg="addSp delSp modSp mod setBg">
        <pc:chgData name="DING, Wenlong" userId="2462c282-915a-45d3-817d-b87203e0e2e0" providerId="ADAL" clId="{3D8B668A-F676-464D-AE2C-BAD37A7E9AEA}" dt="2023-03-22T13:24:19.829" v="853" actId="1076"/>
        <pc:sldMkLst>
          <pc:docMk/>
          <pc:sldMk cId="2477746496" sldId="263"/>
        </pc:sldMkLst>
      </pc:sldChg>
      <pc:sldChg chg="addSp delSp modSp mod">
        <pc:chgData name="DING, Wenlong" userId="2462c282-915a-45d3-817d-b87203e0e2e0" providerId="ADAL" clId="{3D8B668A-F676-464D-AE2C-BAD37A7E9AEA}" dt="2023-03-22T13:13:54.885" v="794" actId="1076"/>
        <pc:sldMkLst>
          <pc:docMk/>
          <pc:sldMk cId="3355003134" sldId="264"/>
        </pc:sldMkLst>
      </pc:sldChg>
      <pc:sldChg chg="addSp delSp modSp mod">
        <pc:chgData name="DING, Wenlong" userId="2462c282-915a-45d3-817d-b87203e0e2e0" providerId="ADAL" clId="{3D8B668A-F676-464D-AE2C-BAD37A7E9AEA}" dt="2023-03-22T13:24:30.729" v="855" actId="1076"/>
        <pc:sldMkLst>
          <pc:docMk/>
          <pc:sldMk cId="3168600580" sldId="268"/>
        </pc:sldMkLst>
      </pc:sldChg>
      <pc:sldChg chg="addSp delSp modSp mod">
        <pc:chgData name="DING, Wenlong" userId="2462c282-915a-45d3-817d-b87203e0e2e0" providerId="ADAL" clId="{3D8B668A-F676-464D-AE2C-BAD37A7E9AEA}" dt="2023-03-22T13:24:40.494" v="858" actId="1076"/>
        <pc:sldMkLst>
          <pc:docMk/>
          <pc:sldMk cId="1589765134" sldId="269"/>
        </pc:sldMkLst>
      </pc:sldChg>
      <pc:sldChg chg="modSp mod">
        <pc:chgData name="DING, Wenlong" userId="2462c282-915a-45d3-817d-b87203e0e2e0" providerId="ADAL" clId="{3D8B668A-F676-464D-AE2C-BAD37A7E9AEA}" dt="2023-03-22T12:27:19.082" v="469" actId="1076"/>
        <pc:sldMkLst>
          <pc:docMk/>
          <pc:sldMk cId="3772524970" sldId="275"/>
        </pc:sldMkLst>
      </pc:sldChg>
      <pc:sldChg chg="add">
        <pc:chgData name="DING, Wenlong" userId="2462c282-915a-45d3-817d-b87203e0e2e0" providerId="ADAL" clId="{3D8B668A-F676-464D-AE2C-BAD37A7E9AEA}" dt="2023-03-22T08:08:31.079" v="2"/>
        <pc:sldMkLst>
          <pc:docMk/>
          <pc:sldMk cId="1722627996" sldId="276"/>
        </pc:sldMkLst>
      </pc:sldChg>
      <pc:sldChg chg="addSp delSp modSp add mod">
        <pc:chgData name="DING, Wenlong" userId="2462c282-915a-45d3-817d-b87203e0e2e0" providerId="ADAL" clId="{3D8B668A-F676-464D-AE2C-BAD37A7E9AEA}" dt="2023-03-22T08:18:41.228" v="364" actId="20577"/>
        <pc:sldMkLst>
          <pc:docMk/>
          <pc:sldMk cId="3370445712" sldId="277"/>
        </pc:sldMkLst>
      </pc:sldChg>
      <pc:sldChg chg="addSp delSp modSp add mod">
        <pc:chgData name="DING, Wenlong" userId="2462c282-915a-45d3-817d-b87203e0e2e0" providerId="ADAL" clId="{3D8B668A-F676-464D-AE2C-BAD37A7E9AEA}" dt="2023-03-22T08:23:33.952" v="464" actId="20577"/>
        <pc:sldMkLst>
          <pc:docMk/>
          <pc:sldMk cId="1194475063" sldId="278"/>
        </pc:sldMkLst>
      </pc:sldChg>
      <pc:sldChg chg="modSp add mod">
        <pc:chgData name="DING, Wenlong" userId="2462c282-915a-45d3-817d-b87203e0e2e0" providerId="ADAL" clId="{3D8B668A-F676-464D-AE2C-BAD37A7E9AEA}" dt="2023-03-22T12:27:00.148" v="468" actId="207"/>
        <pc:sldMkLst>
          <pc:docMk/>
          <pc:sldMk cId="3045617864" sldId="279"/>
        </pc:sldMkLst>
      </pc:sldChg>
    </pc:docChg>
  </pc:docChgLst>
  <pc:docChgLst>
    <pc:chgData name="Shaofeng Wu" userId="16cc59afe9483dd5" providerId="LiveId" clId="{B4F7DA38-777B-4082-81AE-31BF6AD60E33}"/>
    <pc:docChg chg="undo custSel modSld">
      <pc:chgData name="Shaofeng Wu" userId="16cc59afe9483dd5" providerId="LiveId" clId="{B4F7DA38-777B-4082-81AE-31BF6AD60E33}" dt="2025-03-11T08:20:35.805" v="563" actId="1076"/>
      <pc:docMkLst>
        <pc:docMk/>
      </pc:docMkLst>
      <pc:sldChg chg="modSp mod">
        <pc:chgData name="Shaofeng Wu" userId="16cc59afe9483dd5" providerId="LiveId" clId="{B4F7DA38-777B-4082-81AE-31BF6AD60E33}" dt="2025-03-09T02:56:43.203" v="221" actId="20577"/>
        <pc:sldMkLst>
          <pc:docMk/>
          <pc:sldMk cId="1947847713" sldId="257"/>
        </pc:sldMkLst>
        <pc:spChg chg="mod">
          <ac:chgData name="Shaofeng Wu" userId="16cc59afe9483dd5" providerId="LiveId" clId="{B4F7DA38-777B-4082-81AE-31BF6AD60E33}" dt="2025-03-09T02:56:43.203" v="221" actId="20577"/>
          <ac:spMkLst>
            <pc:docMk/>
            <pc:sldMk cId="1947847713" sldId="257"/>
            <ac:spMk id="3" creationId="{8F20472D-613F-3748-9CBD-88055CDB4B08}"/>
          </ac:spMkLst>
        </pc:spChg>
      </pc:sldChg>
      <pc:sldChg chg="addSp delSp modSp mod">
        <pc:chgData name="Shaofeng Wu" userId="16cc59afe9483dd5" providerId="LiveId" clId="{B4F7DA38-777B-4082-81AE-31BF6AD60E33}" dt="2025-03-11T08:16:41.733" v="412" actId="1076"/>
        <pc:sldMkLst>
          <pc:docMk/>
          <pc:sldMk cId="3355003134" sldId="264"/>
        </pc:sldMkLst>
        <pc:spChg chg="add mod">
          <ac:chgData name="Shaofeng Wu" userId="16cc59afe9483dd5" providerId="LiveId" clId="{B4F7DA38-777B-4082-81AE-31BF6AD60E33}" dt="2025-03-11T08:14:37.199" v="271" actId="1076"/>
          <ac:spMkLst>
            <pc:docMk/>
            <pc:sldMk cId="3355003134" sldId="264"/>
            <ac:spMk id="11" creationId="{C6FB6BB4-4F8E-AD61-3F85-124861F3E224}"/>
          </ac:spMkLst>
        </pc:spChg>
        <pc:spChg chg="add mod">
          <ac:chgData name="Shaofeng Wu" userId="16cc59afe9483dd5" providerId="LiveId" clId="{B4F7DA38-777B-4082-81AE-31BF6AD60E33}" dt="2025-03-11T08:16:41.733" v="412" actId="1076"/>
          <ac:spMkLst>
            <pc:docMk/>
            <pc:sldMk cId="3355003134" sldId="264"/>
            <ac:spMk id="12" creationId="{B729219F-ACE8-CCCA-2308-1BF751AD7C71}"/>
          </ac:spMkLst>
        </pc:spChg>
        <pc:spChg chg="add del mod">
          <ac:chgData name="Shaofeng Wu" userId="16cc59afe9483dd5" providerId="LiveId" clId="{B4F7DA38-777B-4082-81AE-31BF6AD60E33}" dt="2025-03-11T08:16:31.439" v="408"/>
          <ac:spMkLst>
            <pc:docMk/>
            <pc:sldMk cId="3355003134" sldId="264"/>
            <ac:spMk id="13" creationId="{FF92B303-A385-15AF-C250-1B30E3A0E1BD}"/>
          </ac:spMkLst>
        </pc:spChg>
        <pc:picChg chg="add del mod">
          <ac:chgData name="Shaofeng Wu" userId="16cc59afe9483dd5" providerId="LiveId" clId="{B4F7DA38-777B-4082-81AE-31BF6AD60E33}" dt="2025-03-11T08:13:53.831" v="240" actId="478"/>
          <ac:picMkLst>
            <pc:docMk/>
            <pc:sldMk cId="3355003134" sldId="264"/>
            <ac:picMk id="6" creationId="{C728D7CE-3F12-D334-1698-19D0A76D5CE1}"/>
          </ac:picMkLst>
        </pc:picChg>
        <pc:picChg chg="del">
          <ac:chgData name="Shaofeng Wu" userId="16cc59afe9483dd5" providerId="LiveId" clId="{B4F7DA38-777B-4082-81AE-31BF6AD60E33}" dt="2025-03-11T08:13:14.881" v="234" actId="478"/>
          <ac:picMkLst>
            <pc:docMk/>
            <pc:sldMk cId="3355003134" sldId="264"/>
            <ac:picMk id="7" creationId="{91B5B167-BABC-889F-07CF-759B9A72194F}"/>
          </ac:picMkLst>
        </pc:picChg>
        <pc:picChg chg="add mod">
          <ac:chgData name="Shaofeng Wu" userId="16cc59afe9483dd5" providerId="LiveId" clId="{B4F7DA38-777B-4082-81AE-31BF6AD60E33}" dt="2025-03-11T08:14:10.357" v="246" actId="1076"/>
          <ac:picMkLst>
            <pc:docMk/>
            <pc:sldMk cId="3355003134" sldId="264"/>
            <ac:picMk id="9" creationId="{0FAF9D7D-6199-5D63-D827-9B38A3272CFB}"/>
          </ac:picMkLst>
        </pc:picChg>
      </pc:sldChg>
      <pc:sldChg chg="addSp modSp mod">
        <pc:chgData name="Shaofeng Wu" userId="16cc59afe9483dd5" providerId="LiveId" clId="{B4F7DA38-777B-4082-81AE-31BF6AD60E33}" dt="2025-03-11T08:17:22.067" v="497" actId="1076"/>
        <pc:sldMkLst>
          <pc:docMk/>
          <pc:sldMk cId="3168600580" sldId="268"/>
        </pc:sldMkLst>
        <pc:spChg chg="add mod">
          <ac:chgData name="Shaofeng Wu" userId="16cc59afe9483dd5" providerId="LiveId" clId="{B4F7DA38-777B-4082-81AE-31BF6AD60E33}" dt="2025-03-11T08:17:22.067" v="497" actId="1076"/>
          <ac:spMkLst>
            <pc:docMk/>
            <pc:sldMk cId="3168600580" sldId="268"/>
            <ac:spMk id="6" creationId="{129CC585-B945-0685-33BC-6099A09A602C}"/>
          </ac:spMkLst>
        </pc:spChg>
      </pc:sldChg>
      <pc:sldChg chg="addSp modSp mod">
        <pc:chgData name="Shaofeng Wu" userId="16cc59afe9483dd5" providerId="LiveId" clId="{B4F7DA38-777B-4082-81AE-31BF6AD60E33}" dt="2025-03-11T08:20:35.805" v="563" actId="1076"/>
        <pc:sldMkLst>
          <pc:docMk/>
          <pc:sldMk cId="1589765134" sldId="269"/>
        </pc:sldMkLst>
        <pc:spChg chg="add mod">
          <ac:chgData name="Shaofeng Wu" userId="16cc59afe9483dd5" providerId="LiveId" clId="{B4F7DA38-777B-4082-81AE-31BF6AD60E33}" dt="2025-03-11T08:20:35.805" v="563" actId="1076"/>
          <ac:spMkLst>
            <pc:docMk/>
            <pc:sldMk cId="1589765134" sldId="269"/>
            <ac:spMk id="6" creationId="{FD0FC48C-7C46-7B21-070F-45265DA44F80}"/>
          </ac:spMkLst>
        </pc:spChg>
      </pc:sldChg>
      <pc:sldChg chg="addSp modSp mod">
        <pc:chgData name="Shaofeng Wu" userId="16cc59afe9483dd5" providerId="LiveId" clId="{B4F7DA38-777B-4082-81AE-31BF6AD60E33}" dt="2025-03-11T07:17:45.587" v="233" actId="167"/>
        <pc:sldMkLst>
          <pc:docMk/>
          <pc:sldMk cId="3772524970" sldId="275"/>
        </pc:sldMkLst>
        <pc:picChg chg="add mod">
          <ac:chgData name="Shaofeng Wu" userId="16cc59afe9483dd5" providerId="LiveId" clId="{B4F7DA38-777B-4082-81AE-31BF6AD60E33}" dt="2025-03-11T07:17:45.587" v="233" actId="167"/>
          <ac:picMkLst>
            <pc:docMk/>
            <pc:sldMk cId="3772524970" sldId="275"/>
            <ac:picMk id="3" creationId="{4284D095-6478-13B0-B14D-0404285CCEC4}"/>
          </ac:picMkLst>
        </pc:picChg>
        <pc:picChg chg="mod">
          <ac:chgData name="Shaofeng Wu" userId="16cc59afe9483dd5" providerId="LiveId" clId="{B4F7DA38-777B-4082-81AE-31BF6AD60E33}" dt="2025-03-11T07:17:36.365" v="228" actId="1076"/>
          <ac:picMkLst>
            <pc:docMk/>
            <pc:sldMk cId="3772524970" sldId="275"/>
            <ac:picMk id="6" creationId="{624216D1-84FB-1140-9840-C4EA86DE13FC}"/>
          </ac:picMkLst>
        </pc:picChg>
      </pc:sldChg>
    </pc:docChg>
  </pc:docChgLst>
  <pc:docChgLst>
    <pc:chgData name="Qingyu Song" userId="O4NG2utMRSC9bShTQouuMd1Uq3x00QhxVtEheGSGOoU=" providerId="None" clId="Web-{1A9491C6-FD31-4FA7-98FA-39E25D0B6578}"/>
    <pc:docChg chg="modSld">
      <pc:chgData name="Qingyu Song" userId="O4NG2utMRSC9bShTQouuMd1Uq3x00QhxVtEheGSGOoU=" providerId="None" clId="Web-{1A9491C6-FD31-4FA7-98FA-39E25D0B6578}" dt="2022-01-09T11:29:04.756" v="11" actId="20577"/>
      <pc:docMkLst>
        <pc:docMk/>
      </pc:docMkLst>
      <pc:sldChg chg="modSp">
        <pc:chgData name="Qingyu Song" userId="O4NG2utMRSC9bShTQouuMd1Uq3x00QhxVtEheGSGOoU=" providerId="None" clId="Web-{1A9491C6-FD31-4FA7-98FA-39E25D0B6578}" dt="2022-01-09T11:29:04.756" v="11" actId="20577"/>
        <pc:sldMkLst>
          <pc:docMk/>
          <pc:sldMk cId="1947847713" sldId="257"/>
        </pc:sldMkLst>
      </pc:sldChg>
    </pc:docChg>
  </pc:docChgLst>
  <pc:docChgLst>
    <pc:chgData name="SONG, Qingyu" userId="498998f4-7f18-4549-a740-dcfb6e1e3d22" providerId="ADAL" clId="{0F84402B-494A-D841-9A43-F49E88B6429E}"/>
    <pc:docChg chg="undo redo custSel addSld delSld modSld">
      <pc:chgData name="SONG, Qingyu" userId="498998f4-7f18-4549-a740-dcfb6e1e3d22" providerId="ADAL" clId="{0F84402B-494A-D841-9A43-F49E88B6429E}" dt="2022-01-20T01:06:45.773" v="90"/>
      <pc:docMkLst>
        <pc:docMk/>
      </pc:docMkLst>
      <pc:sldChg chg="addSp">
        <pc:chgData name="SONG, Qingyu" userId="498998f4-7f18-4549-a740-dcfb6e1e3d22" providerId="ADAL" clId="{0F84402B-494A-D841-9A43-F49E88B6429E}" dt="2022-01-19T14:28:08.480" v="0"/>
        <pc:sldMkLst>
          <pc:docMk/>
          <pc:sldMk cId="356419186" sldId="256"/>
        </pc:sldMkLst>
      </pc:sldChg>
      <pc:sldChg chg="modSp mod">
        <pc:chgData name="SONG, Qingyu" userId="498998f4-7f18-4549-a740-dcfb6e1e3d22" providerId="ADAL" clId="{0F84402B-494A-D841-9A43-F49E88B6429E}" dt="2022-01-19T14:28:15.459" v="2" actId="20577"/>
        <pc:sldMkLst>
          <pc:docMk/>
          <pc:sldMk cId="1947847713" sldId="257"/>
        </pc:sldMkLst>
      </pc:sldChg>
      <pc:sldChg chg="modSp mod">
        <pc:chgData name="SONG, Qingyu" userId="498998f4-7f18-4549-a740-dcfb6e1e3d22" providerId="ADAL" clId="{0F84402B-494A-D841-9A43-F49E88B6429E}" dt="2022-01-19T14:28:33.707" v="8" actId="20577"/>
        <pc:sldMkLst>
          <pc:docMk/>
          <pc:sldMk cId="440415094" sldId="258"/>
        </pc:sldMkLst>
      </pc:sldChg>
      <pc:sldChg chg="modSp mod">
        <pc:chgData name="SONG, Qingyu" userId="498998f4-7f18-4549-a740-dcfb6e1e3d22" providerId="ADAL" clId="{0F84402B-494A-D841-9A43-F49E88B6429E}" dt="2022-01-19T14:52:36.846" v="53" actId="20577"/>
        <pc:sldMkLst>
          <pc:docMk/>
          <pc:sldMk cId="746100141" sldId="274"/>
        </pc:sldMkLst>
      </pc:sldChg>
      <pc:sldChg chg="modSp mod modAnim">
        <pc:chgData name="SONG, Qingyu" userId="498998f4-7f18-4549-a740-dcfb6e1e3d22" providerId="ADAL" clId="{0F84402B-494A-D841-9A43-F49E88B6429E}" dt="2022-01-19T14:53:09.710" v="57" actId="20577"/>
        <pc:sldMkLst>
          <pc:docMk/>
          <pc:sldMk cId="442365464" sldId="275"/>
        </pc:sldMkLst>
      </pc:sldChg>
      <pc:sldChg chg="modSp del">
        <pc:chgData name="SONG, Qingyu" userId="498998f4-7f18-4549-a740-dcfb6e1e3d22" providerId="ADAL" clId="{0F84402B-494A-D841-9A43-F49E88B6429E}" dt="2022-01-19T14:53:04.928" v="55" actId="2696"/>
        <pc:sldMkLst>
          <pc:docMk/>
          <pc:sldMk cId="3494430642" sldId="276"/>
        </pc:sldMkLst>
      </pc:sldChg>
      <pc:sldChg chg="modSp mod">
        <pc:chgData name="SONG, Qingyu" userId="498998f4-7f18-4549-a740-dcfb6e1e3d22" providerId="ADAL" clId="{0F84402B-494A-D841-9A43-F49E88B6429E}" dt="2022-01-20T01:06:31.128" v="89" actId="20577"/>
        <pc:sldMkLst>
          <pc:docMk/>
          <pc:sldMk cId="4278079293" sldId="277"/>
        </pc:sldMkLst>
      </pc:sldChg>
      <pc:sldChg chg="modSp">
        <pc:chgData name="SONG, Qingyu" userId="498998f4-7f18-4549-a740-dcfb6e1e3d22" providerId="ADAL" clId="{0F84402B-494A-D841-9A43-F49E88B6429E}" dt="2022-01-19T14:31:13.089" v="14"/>
        <pc:sldMkLst>
          <pc:docMk/>
          <pc:sldMk cId="3882663473" sldId="278"/>
        </pc:sldMkLst>
      </pc:sldChg>
      <pc:sldChg chg="modSp mod">
        <pc:chgData name="SONG, Qingyu" userId="498998f4-7f18-4549-a740-dcfb6e1e3d22" providerId="ADAL" clId="{0F84402B-494A-D841-9A43-F49E88B6429E}" dt="2022-01-20T01:06:45.773" v="90"/>
        <pc:sldMkLst>
          <pc:docMk/>
          <pc:sldMk cId="3927078520" sldId="279"/>
        </pc:sldMkLst>
      </pc:sldChg>
      <pc:sldChg chg="modSp">
        <pc:chgData name="SONG, Qingyu" userId="498998f4-7f18-4549-a740-dcfb6e1e3d22" providerId="ADAL" clId="{0F84402B-494A-D841-9A43-F49E88B6429E}" dt="2022-01-19T14:31:20.046" v="16"/>
        <pc:sldMkLst>
          <pc:docMk/>
          <pc:sldMk cId="1261831385" sldId="280"/>
        </pc:sldMkLst>
      </pc:sldChg>
      <pc:sldChg chg="modSp add mod">
        <pc:chgData name="SONG, Qingyu" userId="498998f4-7f18-4549-a740-dcfb6e1e3d22" providerId="ADAL" clId="{0F84402B-494A-D841-9A43-F49E88B6429E}" dt="2022-01-19T14:55:18" v="62" actId="20577"/>
        <pc:sldMkLst>
          <pc:docMk/>
          <pc:sldMk cId="11664182" sldId="281"/>
        </pc:sldMkLst>
      </pc:sldChg>
    </pc:docChg>
  </pc:docChgLst>
  <pc:docChgLst>
    <pc:chgData name="SONG, Qingyu" userId="498998f4-7f18-4549-a740-dcfb6e1e3d22" providerId="ADAL" clId="{BA60B16A-CD11-804F-A14F-0F10531AA825}"/>
    <pc:docChg chg="undo custSel addSld delSld modSld sldOrd">
      <pc:chgData name="SONG, Qingyu" userId="498998f4-7f18-4549-a740-dcfb6e1e3d22" providerId="ADAL" clId="{BA60B16A-CD11-804F-A14F-0F10531AA825}" dt="2022-03-10T00:26:10.709" v="472" actId="20577"/>
      <pc:docMkLst>
        <pc:docMk/>
      </pc:docMkLst>
      <pc:sldChg chg="addSp modSp mod">
        <pc:chgData name="SONG, Qingyu" userId="498998f4-7f18-4549-a740-dcfb6e1e3d22" providerId="ADAL" clId="{BA60B16A-CD11-804F-A14F-0F10531AA825}" dt="2022-03-10T00:19:36.027" v="458" actId="20577"/>
        <pc:sldMkLst>
          <pc:docMk/>
          <pc:sldMk cId="356419186" sldId="256"/>
        </pc:sldMkLst>
      </pc:sldChg>
      <pc:sldChg chg="del">
        <pc:chgData name="SONG, Qingyu" userId="498998f4-7f18-4549-a740-dcfb6e1e3d22" providerId="ADAL" clId="{BA60B16A-CD11-804F-A14F-0F10531AA825}" dt="2022-03-08T11:18:54.830" v="417" actId="2696"/>
        <pc:sldMkLst>
          <pc:docMk/>
          <pc:sldMk cId="1947847713" sldId="257"/>
        </pc:sldMkLst>
      </pc:sldChg>
      <pc:sldChg chg="modSp mod">
        <pc:chgData name="SONG, Qingyu" userId="498998f4-7f18-4549-a740-dcfb6e1e3d22" providerId="ADAL" clId="{BA60B16A-CD11-804F-A14F-0F10531AA825}" dt="2022-03-08T10:45:53.034" v="123" actId="20577"/>
        <pc:sldMkLst>
          <pc:docMk/>
          <pc:sldMk cId="440415094" sldId="258"/>
        </pc:sldMkLst>
      </pc:sldChg>
      <pc:sldChg chg="modSp mod">
        <pc:chgData name="SONG, Qingyu" userId="498998f4-7f18-4549-a740-dcfb6e1e3d22" providerId="ADAL" clId="{BA60B16A-CD11-804F-A14F-0F10531AA825}" dt="2022-03-10T00:21:57.630" v="469" actId="20577"/>
        <pc:sldMkLst>
          <pc:docMk/>
          <pc:sldMk cId="1573737923" sldId="259"/>
        </pc:sldMkLst>
      </pc:sldChg>
      <pc:sldChg chg="modSp add mod">
        <pc:chgData name="SONG, Qingyu" userId="498998f4-7f18-4549-a740-dcfb6e1e3d22" providerId="ADAL" clId="{BA60B16A-CD11-804F-A14F-0F10531AA825}" dt="2022-03-08T11:04:57.063" v="293" actId="20577"/>
        <pc:sldMkLst>
          <pc:docMk/>
          <pc:sldMk cId="2946419580" sldId="262"/>
        </pc:sldMkLst>
      </pc:sldChg>
      <pc:sldChg chg="modSp add mod">
        <pc:chgData name="SONG, Qingyu" userId="498998f4-7f18-4549-a740-dcfb6e1e3d22" providerId="ADAL" clId="{BA60B16A-CD11-804F-A14F-0F10531AA825}" dt="2022-03-08T16:40:02.566" v="452" actId="207"/>
        <pc:sldMkLst>
          <pc:docMk/>
          <pc:sldMk cId="2477746496" sldId="263"/>
        </pc:sldMkLst>
      </pc:sldChg>
      <pc:sldChg chg="modSp add">
        <pc:chgData name="SONG, Qingyu" userId="498998f4-7f18-4549-a740-dcfb6e1e3d22" providerId="ADAL" clId="{BA60B16A-CD11-804F-A14F-0F10531AA825}" dt="2022-03-08T11:00:30.913" v="255"/>
        <pc:sldMkLst>
          <pc:docMk/>
          <pc:sldMk cId="3355003134" sldId="264"/>
        </pc:sldMkLst>
      </pc:sldChg>
      <pc:sldChg chg="modSp add del">
        <pc:chgData name="SONG, Qingyu" userId="498998f4-7f18-4549-a740-dcfb6e1e3d22" providerId="ADAL" clId="{BA60B16A-CD11-804F-A14F-0F10531AA825}" dt="2022-03-08T16:40:48.629" v="453" actId="2696"/>
        <pc:sldMkLst>
          <pc:docMk/>
          <pc:sldMk cId="3781525919" sldId="265"/>
        </pc:sldMkLst>
      </pc:sldChg>
      <pc:sldChg chg="addSp delSp modSp add mod">
        <pc:chgData name="SONG, Qingyu" userId="498998f4-7f18-4549-a740-dcfb6e1e3d22" providerId="ADAL" clId="{BA60B16A-CD11-804F-A14F-0F10531AA825}" dt="2022-03-10T00:26:10.709" v="472" actId="20577"/>
        <pc:sldMkLst>
          <pc:docMk/>
          <pc:sldMk cId="3168600580" sldId="268"/>
        </pc:sldMkLst>
      </pc:sldChg>
      <pc:sldChg chg="addSp delSp modSp add mod">
        <pc:chgData name="SONG, Qingyu" userId="498998f4-7f18-4549-a740-dcfb6e1e3d22" providerId="ADAL" clId="{BA60B16A-CD11-804F-A14F-0F10531AA825}" dt="2022-03-08T11:04:01.345" v="288" actId="14100"/>
        <pc:sldMkLst>
          <pc:docMk/>
          <pc:sldMk cId="1589765134" sldId="269"/>
        </pc:sldMkLst>
      </pc:sldChg>
      <pc:sldChg chg="modSp add del mod">
        <pc:chgData name="SONG, Qingyu" userId="498998f4-7f18-4549-a740-dcfb6e1e3d22" providerId="ADAL" clId="{BA60B16A-CD11-804F-A14F-0F10531AA825}" dt="2022-03-08T16:18:01.191" v="427" actId="2696"/>
        <pc:sldMkLst>
          <pc:docMk/>
          <pc:sldMk cId="1313724088" sldId="273"/>
        </pc:sldMkLst>
      </pc:sldChg>
      <pc:sldChg chg="del">
        <pc:chgData name="SONG, Qingyu" userId="498998f4-7f18-4549-a740-dcfb6e1e3d22" providerId="ADAL" clId="{BA60B16A-CD11-804F-A14F-0F10531AA825}" dt="2022-03-08T10:47:42.465" v="145" actId="2696"/>
        <pc:sldMkLst>
          <pc:docMk/>
          <pc:sldMk cId="1460982116" sldId="273"/>
        </pc:sldMkLst>
      </pc:sldChg>
      <pc:sldChg chg="del">
        <pc:chgData name="SONG, Qingyu" userId="498998f4-7f18-4549-a740-dcfb6e1e3d22" providerId="ADAL" clId="{BA60B16A-CD11-804F-A14F-0F10531AA825}" dt="2022-03-08T10:47:43.204" v="146" actId="2696"/>
        <pc:sldMkLst>
          <pc:docMk/>
          <pc:sldMk cId="746100141" sldId="274"/>
        </pc:sldMkLst>
      </pc:sldChg>
      <pc:sldChg chg="addSp delSp modSp add mod">
        <pc:chgData name="SONG, Qingyu" userId="498998f4-7f18-4549-a740-dcfb6e1e3d22" providerId="ADAL" clId="{BA60B16A-CD11-804F-A14F-0F10531AA825}" dt="2022-03-08T16:23:13.131" v="448" actId="14100"/>
        <pc:sldMkLst>
          <pc:docMk/>
          <pc:sldMk cId="3223745799" sldId="274"/>
        </pc:sldMkLst>
      </pc:sldChg>
      <pc:sldChg chg="del">
        <pc:chgData name="SONG, Qingyu" userId="498998f4-7f18-4549-a740-dcfb6e1e3d22" providerId="ADAL" clId="{BA60B16A-CD11-804F-A14F-0F10531AA825}" dt="2022-03-08T10:47:44.521" v="148" actId="2696"/>
        <pc:sldMkLst>
          <pc:docMk/>
          <pc:sldMk cId="442365464" sldId="275"/>
        </pc:sldMkLst>
      </pc:sldChg>
      <pc:sldChg chg="addSp delSp modSp add mod ord">
        <pc:chgData name="SONG, Qingyu" userId="498998f4-7f18-4549-a740-dcfb6e1e3d22" providerId="ADAL" clId="{BA60B16A-CD11-804F-A14F-0F10531AA825}" dt="2022-03-08T16:41:08.350" v="454" actId="20578"/>
        <pc:sldMkLst>
          <pc:docMk/>
          <pc:sldMk cId="3772524970" sldId="275"/>
        </pc:sldMkLst>
      </pc:sldChg>
      <pc:sldChg chg="del">
        <pc:chgData name="SONG, Qingyu" userId="498998f4-7f18-4549-a740-dcfb6e1e3d22" providerId="ADAL" clId="{BA60B16A-CD11-804F-A14F-0F10531AA825}" dt="2022-03-08T10:47:45.119" v="149" actId="2696"/>
        <pc:sldMkLst>
          <pc:docMk/>
          <pc:sldMk cId="4278079293" sldId="277"/>
        </pc:sldMkLst>
      </pc:sldChg>
      <pc:sldChg chg="del">
        <pc:chgData name="SONG, Qingyu" userId="498998f4-7f18-4549-a740-dcfb6e1e3d22" providerId="ADAL" clId="{BA60B16A-CD11-804F-A14F-0F10531AA825}" dt="2022-03-08T10:47:45.901" v="150" actId="2696"/>
        <pc:sldMkLst>
          <pc:docMk/>
          <pc:sldMk cId="3882663473" sldId="278"/>
        </pc:sldMkLst>
      </pc:sldChg>
      <pc:sldChg chg="del">
        <pc:chgData name="SONG, Qingyu" userId="498998f4-7f18-4549-a740-dcfb6e1e3d22" providerId="ADAL" clId="{BA60B16A-CD11-804F-A14F-0F10531AA825}" dt="2022-03-08T10:47:46.919" v="151" actId="2696"/>
        <pc:sldMkLst>
          <pc:docMk/>
          <pc:sldMk cId="3927078520" sldId="279"/>
        </pc:sldMkLst>
      </pc:sldChg>
      <pc:sldChg chg="del">
        <pc:chgData name="SONG, Qingyu" userId="498998f4-7f18-4549-a740-dcfb6e1e3d22" providerId="ADAL" clId="{BA60B16A-CD11-804F-A14F-0F10531AA825}" dt="2022-03-08T10:47:47.543" v="152" actId="2696"/>
        <pc:sldMkLst>
          <pc:docMk/>
          <pc:sldMk cId="1261831385" sldId="280"/>
        </pc:sldMkLst>
      </pc:sldChg>
      <pc:sldChg chg="del">
        <pc:chgData name="SONG, Qingyu" userId="498998f4-7f18-4549-a740-dcfb6e1e3d22" providerId="ADAL" clId="{BA60B16A-CD11-804F-A14F-0F10531AA825}" dt="2022-03-08T10:47:43.802" v="147" actId="2696"/>
        <pc:sldMkLst>
          <pc:docMk/>
          <pc:sldMk cId="11664182" sldId="281"/>
        </pc:sldMkLst>
      </pc:sldChg>
    </pc:docChg>
  </pc:docChgLst>
  <pc:docChgLst>
    <pc:chgData name="Shaofeng Wu" userId="16cc59afe9483dd5" providerId="LiveId" clId="{826AD4E0-4743-4B15-B289-2DA2CA7F5D28}"/>
    <pc:docChg chg="custSel addSld modSld">
      <pc:chgData name="Shaofeng Wu" userId="16cc59afe9483dd5" providerId="LiveId" clId="{826AD4E0-4743-4B15-B289-2DA2CA7F5D28}" dt="2025-02-18T12:15:47.793" v="35" actId="20577"/>
      <pc:docMkLst>
        <pc:docMk/>
      </pc:docMkLst>
      <pc:sldChg chg="modSp add mod">
        <pc:chgData name="Shaofeng Wu" userId="16cc59afe9483dd5" providerId="LiveId" clId="{826AD4E0-4743-4B15-B289-2DA2CA7F5D28}" dt="2025-02-18T12:15:47.793" v="35" actId="20577"/>
        <pc:sldMkLst>
          <pc:docMk/>
          <pc:sldMk cId="1947847713" sldId="257"/>
        </pc:sldMkLst>
        <pc:spChg chg="mod">
          <ac:chgData name="Shaofeng Wu" userId="16cc59afe9483dd5" providerId="LiveId" clId="{826AD4E0-4743-4B15-B289-2DA2CA7F5D28}" dt="2025-02-18T12:15:47.793" v="35" actId="20577"/>
          <ac:spMkLst>
            <pc:docMk/>
            <pc:sldMk cId="1947847713" sldId="257"/>
            <ac:spMk id="3" creationId="{8F20472D-613F-3748-9CBD-88055CDB4B08}"/>
          </ac:spMkLst>
        </pc:spChg>
      </pc:sldChg>
      <pc:sldChg chg="modSp mod">
        <pc:chgData name="Shaofeng Wu" userId="16cc59afe9483dd5" providerId="LiveId" clId="{826AD4E0-4743-4B15-B289-2DA2CA7F5D28}" dt="2025-02-18T12:10:01.287" v="24" actId="20577"/>
        <pc:sldMkLst>
          <pc:docMk/>
          <pc:sldMk cId="1722627996" sldId="276"/>
        </pc:sldMkLst>
        <pc:spChg chg="mod">
          <ac:chgData name="Shaofeng Wu" userId="16cc59afe9483dd5" providerId="LiveId" clId="{826AD4E0-4743-4B15-B289-2DA2CA7F5D28}" dt="2025-02-18T12:10:01.287" v="24" actId="20577"/>
          <ac:spMkLst>
            <pc:docMk/>
            <pc:sldMk cId="1722627996" sldId="276"/>
            <ac:spMk id="2" creationId="{37E55C1B-43BC-8B40-A7BE-D3C3F3D8A40E}"/>
          </ac:spMkLst>
        </pc:spChg>
      </pc:sldChg>
    </pc:docChg>
  </pc:docChgLst>
  <pc:docChgLst>
    <pc:chgData name="SONG, Qingyu" userId="498998f4-7f18-4549-a740-dcfb6e1e3d22" providerId="ADAL" clId="{A2A67607-707D-9A4B-B498-57C0CB8C6AF6}"/>
    <pc:docChg chg="undo custSel addSld delSld modSld">
      <pc:chgData name="SONG, Qingyu" userId="498998f4-7f18-4549-a740-dcfb6e1e3d22" providerId="ADAL" clId="{A2A67607-707D-9A4B-B498-57C0CB8C6AF6}" dt="2022-01-09T09:39:47.453" v="739" actId="20577"/>
      <pc:docMkLst>
        <pc:docMk/>
      </pc:docMkLst>
      <pc:sldChg chg="modSp mod">
        <pc:chgData name="SONG, Qingyu" userId="498998f4-7f18-4549-a740-dcfb6e1e3d22" providerId="ADAL" clId="{A2A67607-707D-9A4B-B498-57C0CB8C6AF6}" dt="2022-01-09T08:43:56.456" v="166" actId="27636"/>
        <pc:sldMkLst>
          <pc:docMk/>
          <pc:sldMk cId="356419186" sldId="256"/>
        </pc:sldMkLst>
      </pc:sldChg>
      <pc:sldChg chg="modSp mod">
        <pc:chgData name="SONG, Qingyu" userId="498998f4-7f18-4549-a740-dcfb6e1e3d22" providerId="ADAL" clId="{A2A67607-707D-9A4B-B498-57C0CB8C6AF6}" dt="2022-01-09T09:39:47.453" v="739" actId="20577"/>
        <pc:sldMkLst>
          <pc:docMk/>
          <pc:sldMk cId="1947847713" sldId="257"/>
        </pc:sldMkLst>
      </pc:sldChg>
      <pc:sldChg chg="modSp add mod">
        <pc:chgData name="SONG, Qingyu" userId="498998f4-7f18-4549-a740-dcfb6e1e3d22" providerId="ADAL" clId="{A2A67607-707D-9A4B-B498-57C0CB8C6AF6}" dt="2022-01-09T08:45:17.052" v="215" actId="20577"/>
        <pc:sldMkLst>
          <pc:docMk/>
          <pc:sldMk cId="440415094" sldId="258"/>
        </pc:sldMkLst>
      </pc:sldChg>
      <pc:sldChg chg="new del">
        <pc:chgData name="SONG, Qingyu" userId="498998f4-7f18-4549-a740-dcfb6e1e3d22" providerId="ADAL" clId="{A2A67607-707D-9A4B-B498-57C0CB8C6AF6}" dt="2022-01-09T08:44:50.281" v="173" actId="680"/>
        <pc:sldMkLst>
          <pc:docMk/>
          <pc:sldMk cId="1741813886" sldId="258"/>
        </pc:sldMkLst>
      </pc:sldChg>
      <pc:sldChg chg="modSp add mod">
        <pc:chgData name="SONG, Qingyu" userId="498998f4-7f18-4549-a740-dcfb6e1e3d22" providerId="ADAL" clId="{A2A67607-707D-9A4B-B498-57C0CB8C6AF6}" dt="2022-01-09T08:46:18.147" v="243" actId="123"/>
        <pc:sldMkLst>
          <pc:docMk/>
          <pc:sldMk cId="1573737923" sldId="259"/>
        </pc:sldMkLst>
      </pc:sldChg>
      <pc:sldChg chg="add del">
        <pc:chgData name="SONG, Qingyu" userId="498998f4-7f18-4549-a740-dcfb6e1e3d22" providerId="ADAL" clId="{A2A67607-707D-9A4B-B498-57C0CB8C6AF6}" dt="2022-01-09T08:45:26.162" v="217"/>
        <pc:sldMkLst>
          <pc:docMk/>
          <pc:sldMk cId="2702226723" sldId="259"/>
        </pc:sldMkLst>
      </pc:sldChg>
      <pc:sldChg chg="addSp delSp modSp add mod">
        <pc:chgData name="SONG, Qingyu" userId="498998f4-7f18-4549-a740-dcfb6e1e3d22" providerId="ADAL" clId="{A2A67607-707D-9A4B-B498-57C0CB8C6AF6}" dt="2022-01-09T08:48:11.318" v="252" actId="1076"/>
        <pc:sldMkLst>
          <pc:docMk/>
          <pc:sldMk cId="2648031906" sldId="260"/>
        </pc:sldMkLst>
      </pc:sldChg>
      <pc:sldChg chg="addSp delSp modSp add mod">
        <pc:chgData name="SONG, Qingyu" userId="498998f4-7f18-4549-a740-dcfb6e1e3d22" providerId="ADAL" clId="{A2A67607-707D-9A4B-B498-57C0CB8C6AF6}" dt="2022-01-09T08:48:40.756" v="255"/>
        <pc:sldMkLst>
          <pc:docMk/>
          <pc:sldMk cId="2279024797" sldId="261"/>
        </pc:sldMkLst>
      </pc:sldChg>
      <pc:sldChg chg="addSp delSp modSp add mod">
        <pc:chgData name="SONG, Qingyu" userId="498998f4-7f18-4549-a740-dcfb6e1e3d22" providerId="ADAL" clId="{A2A67607-707D-9A4B-B498-57C0CB8C6AF6}" dt="2022-01-09T08:52:22.570" v="367"/>
        <pc:sldMkLst>
          <pc:docMk/>
          <pc:sldMk cId="2946419580" sldId="262"/>
        </pc:sldMkLst>
      </pc:sldChg>
      <pc:sldChg chg="addSp modSp add mod">
        <pc:chgData name="SONG, Qingyu" userId="498998f4-7f18-4549-a740-dcfb6e1e3d22" providerId="ADAL" clId="{A2A67607-707D-9A4B-B498-57C0CB8C6AF6}" dt="2022-01-09T09:02:56.402" v="628" actId="1076"/>
        <pc:sldMkLst>
          <pc:docMk/>
          <pc:sldMk cId="2477746496" sldId="263"/>
        </pc:sldMkLst>
      </pc:sldChg>
      <pc:sldChg chg="addSp delSp modSp add mod">
        <pc:chgData name="SONG, Qingyu" userId="498998f4-7f18-4549-a740-dcfb6e1e3d22" providerId="ADAL" clId="{A2A67607-707D-9A4B-B498-57C0CB8C6AF6}" dt="2022-01-09T09:00:55.037" v="585" actId="1036"/>
        <pc:sldMkLst>
          <pc:docMk/>
          <pc:sldMk cId="3355003134" sldId="264"/>
        </pc:sldMkLst>
      </pc:sldChg>
      <pc:sldChg chg="addSp delSp modSp add mod">
        <pc:chgData name="SONG, Qingyu" userId="498998f4-7f18-4549-a740-dcfb6e1e3d22" providerId="ADAL" clId="{A2A67607-707D-9A4B-B498-57C0CB8C6AF6}" dt="2022-01-09T09:01:01.172" v="602" actId="1036"/>
        <pc:sldMkLst>
          <pc:docMk/>
          <pc:sldMk cId="3781525919" sldId="265"/>
        </pc:sldMkLst>
      </pc:sldChg>
      <pc:sldChg chg="add del">
        <pc:chgData name="SONG, Qingyu" userId="498998f4-7f18-4549-a740-dcfb6e1e3d22" providerId="ADAL" clId="{A2A67607-707D-9A4B-B498-57C0CB8C6AF6}" dt="2022-01-09T08:56:47.408" v="466" actId="2696"/>
        <pc:sldMkLst>
          <pc:docMk/>
          <pc:sldMk cId="1610562717" sldId="266"/>
        </pc:sldMkLst>
      </pc:sldChg>
      <pc:sldChg chg="addSp delSp modSp add mod">
        <pc:chgData name="SONG, Qingyu" userId="498998f4-7f18-4549-a740-dcfb6e1e3d22" providerId="ADAL" clId="{A2A67607-707D-9A4B-B498-57C0CB8C6AF6}" dt="2022-01-09T09:01:29.138" v="610" actId="1076"/>
        <pc:sldMkLst>
          <pc:docMk/>
          <pc:sldMk cId="3863058764" sldId="266"/>
        </pc:sldMkLst>
      </pc:sldChg>
      <pc:sldChg chg="add del">
        <pc:chgData name="SONG, Qingyu" userId="498998f4-7f18-4549-a740-dcfb6e1e3d22" providerId="ADAL" clId="{A2A67607-707D-9A4B-B498-57C0CB8C6AF6}" dt="2022-01-09T08:56:47.926" v="467" actId="2696"/>
        <pc:sldMkLst>
          <pc:docMk/>
          <pc:sldMk cId="2034820447" sldId="267"/>
        </pc:sldMkLst>
      </pc:sldChg>
      <pc:sldChg chg="addSp delSp modSp add mod">
        <pc:chgData name="SONG, Qingyu" userId="498998f4-7f18-4549-a740-dcfb6e1e3d22" providerId="ADAL" clId="{A2A67607-707D-9A4B-B498-57C0CB8C6AF6}" dt="2022-01-09T09:03:51.796" v="655" actId="1037"/>
        <pc:sldMkLst>
          <pc:docMk/>
          <pc:sldMk cId="4271156151" sldId="267"/>
        </pc:sldMkLst>
      </pc:sldChg>
      <pc:sldChg chg="addSp delSp modSp add mod">
        <pc:chgData name="SONG, Qingyu" userId="498998f4-7f18-4549-a740-dcfb6e1e3d22" providerId="ADAL" clId="{A2A67607-707D-9A4B-B498-57C0CB8C6AF6}" dt="2022-01-09T09:04:30.224" v="673" actId="1076"/>
        <pc:sldMkLst>
          <pc:docMk/>
          <pc:sldMk cId="3168600580" sldId="268"/>
        </pc:sldMkLst>
      </pc:sldChg>
      <pc:sldChg chg="addSp delSp modSp add mod">
        <pc:chgData name="SONG, Qingyu" userId="498998f4-7f18-4549-a740-dcfb6e1e3d22" providerId="ADAL" clId="{A2A67607-707D-9A4B-B498-57C0CB8C6AF6}" dt="2022-01-09T09:05:24.298" v="694" actId="1076"/>
        <pc:sldMkLst>
          <pc:docMk/>
          <pc:sldMk cId="1589765134" sldId="269"/>
        </pc:sldMkLst>
      </pc:sldChg>
      <pc:sldChg chg="delSp modSp add mod">
        <pc:chgData name="SONG, Qingyu" userId="498998f4-7f18-4549-a740-dcfb6e1e3d22" providerId="ADAL" clId="{A2A67607-707D-9A4B-B498-57C0CB8C6AF6}" dt="2022-01-09T09:17:41.699" v="736"/>
        <pc:sldMkLst>
          <pc:docMk/>
          <pc:sldMk cId="1871005255" sldId="270"/>
        </pc:sldMkLst>
      </pc:sldChg>
      <pc:sldChg chg="modSp add mod">
        <pc:chgData name="SONG, Qingyu" userId="498998f4-7f18-4549-a740-dcfb6e1e3d22" providerId="ADAL" clId="{A2A67607-707D-9A4B-B498-57C0CB8C6AF6}" dt="2022-01-09T09:10:29.220" v="720" actId="403"/>
        <pc:sldMkLst>
          <pc:docMk/>
          <pc:sldMk cId="616564471" sldId="271"/>
        </pc:sldMkLst>
      </pc:sldChg>
      <pc:sldChg chg="addSp delSp modSp new mod">
        <pc:chgData name="SONG, Qingyu" userId="498998f4-7f18-4549-a740-dcfb6e1e3d22" providerId="ADAL" clId="{A2A67607-707D-9A4B-B498-57C0CB8C6AF6}" dt="2022-01-09T09:11:07.645" v="730" actId="1076"/>
        <pc:sldMkLst>
          <pc:docMk/>
          <pc:sldMk cId="3216618933" sldId="27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A81B1-2540-6743-ABB4-0E292A122B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5AD417-B984-E443-AB4F-C92143CD1B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006C3-5569-404A-A00F-D4521490E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9AC1B-9F9B-7C4C-AD2B-75AB83874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C20CFE-8FE9-EB4E-A8E1-AE36C51E4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112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D011E-DCDE-C342-A56C-2EAC9B225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8A12E-F58F-7A41-BFC0-F72ABF92C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9EBF6-8755-7E49-B0D7-FB2F3BB92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EA0E9-4BD6-7644-BA8D-7470DF766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0FEFB-6605-6C41-87AB-0F5AA21FD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128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64326-D9A3-1A44-8452-04D5A488E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A07CA1-149F-4C4E-8D54-13D1A92527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652F9-B0E8-F941-8A14-1BEB86F9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8F3F9B-475A-C14C-A0E3-E96F9ED3B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FE635-695A-2C43-855F-CF2C41BD8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329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7B479-481A-0E49-8D52-0BE021ED2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541EA-D1C3-8E4A-B80B-8390B466F6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AE356B-D1EA-5247-B0F3-0476CB9307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9A32C0-D4EC-FD47-BD75-CDDACA441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43B967-A303-124B-BA06-4BAEC0497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93EAE9-F2F8-7E42-9BF7-5A60A32A3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504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C2CE6-C39C-9045-94F8-9B43CA9D2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926E9-9778-2846-B43B-4A7267120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996341-9374-DF4E-B9F6-A94758E38A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5E4306-B762-C746-B6F4-16DFD70CB6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04D85-B6B3-0A42-925A-38933F782E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5CA7DE-DF2D-DD4B-8D9A-4B40F820D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E122F-5BD1-454E-A133-FE0AB5CD2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903D25-9E17-0044-9543-53299894B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254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D4217-17EF-3B45-93F5-B23C54148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4CDDD4-A221-CE49-9EB3-456758E56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5879A2-4394-CD4B-9263-3DDC707A4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1ECC98-0E91-594B-AC7F-127A4DD39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021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D70CAD-9D94-0544-90C0-985EDEA90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739153-BA93-C64C-B9BC-ECAD24173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2EC52B-8EB5-C146-B069-115FF8045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876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B9339-BB2A-AB4C-A011-36281FB8C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B9FD2-C72C-D746-8FEF-4B09D248F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4212A7-AD11-0642-87B6-8FC8A57634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FEE618-4BEB-D848-A755-D0B3815B6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9F7CBA-7A19-1743-9814-DDBE48E60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CF1DF5-1759-1846-85A4-293FE9060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622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FE6E1-ED4F-1D4C-B60C-89E3D8EF6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A6747D-0A18-D14E-9E1F-8914CD6118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9873C7-5733-564B-AEBA-F2F0FEFCC9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B7B211-4DF6-9442-9953-6292F1875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D0981E-2ABE-7048-AC75-D8C847724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466DC9-3D33-FE44-A5E3-A0B734DF5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968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8CAB9-FB2B-C540-B5C7-A162BB5F2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B419EE-DACB-ED41-9BC3-137129D6FE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4D66E-AA24-0A49-872D-17B778563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B7280-38D0-E542-8CFE-089B78DF0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E1198-80CE-3D48-8EEE-D994007D7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046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AF88F6-3858-2147-8565-3ABE064ABA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579688-6666-4A47-AB44-B55E2BF0EB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EBA88-1DD5-DC4A-AFB4-8B03BBD45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9944A-C4EB-B943-8190-BF118811D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E4696-702A-BD44-9A3C-F8C85C27C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653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73DFB7-9581-4D48-AAE2-C17529315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3503A-E2B1-0944-B035-77EF7A943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9E476-F670-2B47-81DC-675E7D1F7D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25905D-C0C4-D040-B3F5-79CCA23FA4EB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F1A25-0D30-0E4C-A201-3259214DFA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2BE1C-D630-6544-8677-F74CB5078C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034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55C1B-43BC-8B40-A7BE-D3C3F3D8A4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05674"/>
            <a:ext cx="9144000" cy="2387600"/>
          </a:xfrm>
        </p:spPr>
        <p:txBody>
          <a:bodyPr>
            <a:normAutofit/>
          </a:bodyPr>
          <a:lstStyle/>
          <a:p>
            <a:r>
              <a:rPr lang="en-US" sz="6600" b="1" dirty="0"/>
              <a:t>CSCI 4430 – </a:t>
            </a:r>
            <a:r>
              <a:rPr lang="en-US" altLang="zh-CN" sz="6600" b="1" dirty="0"/>
              <a:t>Spring 25</a:t>
            </a:r>
            <a:endParaRPr lang="en-US" sz="66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EAD46B-2981-B54E-B7BD-5B165BCFE3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2817"/>
            <a:ext cx="9144000" cy="1655762"/>
          </a:xfrm>
        </p:spPr>
        <p:txBody>
          <a:bodyPr>
            <a:normAutofit/>
          </a:bodyPr>
          <a:lstStyle/>
          <a:p>
            <a:r>
              <a:rPr lang="en-US" sz="3600" b="1" dirty="0"/>
              <a:t>Tutorial </a:t>
            </a:r>
            <a:r>
              <a:rPr lang="en-US" altLang="zh-CN" sz="3600" b="1" dirty="0"/>
              <a:t>8</a:t>
            </a:r>
            <a:endParaRPr lang="en-US" sz="3600" b="1" dirty="0"/>
          </a:p>
          <a:p>
            <a:endParaRPr lang="en-US" sz="3600" b="1" dirty="0"/>
          </a:p>
          <a:p>
            <a:pPr algn="r"/>
            <a:r>
              <a:rPr lang="en-US" sz="2000" b="1" dirty="0"/>
              <a:t>Credits to </a:t>
            </a:r>
            <a:r>
              <a:rPr lang="en-US" altLang="zh-CN" sz="2000" b="1" dirty="0"/>
              <a:t>CUHK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CSCI</a:t>
            </a:r>
            <a:r>
              <a:rPr lang="en-US" sz="2000" b="1" dirty="0"/>
              <a:t> </a:t>
            </a:r>
            <a:r>
              <a:rPr lang="en-US" altLang="zh-CN" sz="2000" b="1" dirty="0"/>
              <a:t>4430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Spring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2020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Tutorial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03</a:t>
            </a:r>
            <a:endParaRPr lang="en-US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90C243-66EE-9844-B6C9-297837E8D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9BED88-AA1D-3144-ABB6-9C775BCC2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E75CF8-AB32-A941-A3CC-E6E521E3A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627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Assignment </a:t>
            </a:r>
            <a:r>
              <a:rPr lang="en-US" altLang="zh-CN" b="1" dirty="0"/>
              <a:t>3</a:t>
            </a:r>
            <a:r>
              <a:rPr lang="en-US" b="1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Due: </a:t>
            </a:r>
            <a:r>
              <a:rPr lang="en-US" altLang="zh-CN" dirty="0">
                <a:solidFill>
                  <a:srgbClr val="FF0000"/>
                </a:solidFill>
              </a:rPr>
              <a:t>April 13, 2025, 11:59 PM</a:t>
            </a:r>
          </a:p>
          <a:p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Topic</a:t>
            </a:r>
          </a:p>
          <a:p>
            <a:pPr lvl="1"/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Static router</a:t>
            </a:r>
          </a:p>
          <a:p>
            <a:pPr lvl="1"/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Reliable transport protocols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altLang="zh-CN" sz="2000" dirty="0">
                <a:solidFill>
                  <a:schemeClr val="bg2">
                    <a:lumMod val="10000"/>
                  </a:schemeClr>
                </a:solidFill>
              </a:rPr>
              <a:t>! We plan to adjust the difficulty of test cases &amp; release </a:t>
            </a:r>
            <a:r>
              <a:rPr lang="en-US" altLang="zh-CN" sz="2000" dirty="0" err="1">
                <a:solidFill>
                  <a:schemeClr val="bg2">
                    <a:lumMod val="10000"/>
                  </a:schemeClr>
                </a:solidFill>
              </a:rPr>
              <a:t>Autograder</a:t>
            </a:r>
            <a:r>
              <a:rPr lang="en-US" altLang="zh-CN" sz="2000" dirty="0">
                <a:solidFill>
                  <a:schemeClr val="bg2">
                    <a:lumMod val="10000"/>
                  </a:schemeClr>
                </a:solidFill>
              </a:rPr>
              <a:t> later, stay tuned.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! The deadline is close to the final exam time (</a:t>
            </a:r>
            <a:r>
              <a:rPr lang="en-US" altLang="zh-CN" sz="2000" dirty="0"/>
              <a:t>May 9, 2025, Friday</a:t>
            </a:r>
            <a:r>
              <a:rPr lang="en-US" sz="2000" dirty="0"/>
              <a:t>), so please arrange your time</a:t>
            </a:r>
            <a:r>
              <a:rPr lang="zh-CN" altLang="en-US" sz="2000" dirty="0"/>
              <a:t> </a:t>
            </a:r>
            <a:r>
              <a:rPr lang="en-US" altLang="zh-CN" sz="2000" dirty="0"/>
              <a:t>properly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47847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/>
              <a:t>UDP</a:t>
            </a:r>
            <a:r>
              <a:rPr lang="zh-CN" altLang="en-US" sz="3200" dirty="0"/>
              <a:t> </a:t>
            </a:r>
            <a:r>
              <a:rPr lang="en-US" altLang="zh-CN" sz="3200" dirty="0"/>
              <a:t>Introduction</a:t>
            </a:r>
            <a:endParaRPr lang="en-US" sz="3200" dirty="0"/>
          </a:p>
          <a:p>
            <a:r>
              <a:rPr lang="en-US" sz="3200" dirty="0">
                <a:solidFill>
                  <a:schemeClr val="bg2">
                    <a:lumMod val="90000"/>
                  </a:schemeClr>
                </a:solidFill>
              </a:rPr>
              <a:t>Socket Programming for UDP</a:t>
            </a:r>
          </a:p>
        </p:txBody>
      </p:sp>
    </p:spTree>
    <p:extLst>
      <p:ext uri="{BB962C8B-B14F-4D97-AF65-F5344CB8AC3E}">
        <p14:creationId xmlns:p14="http://schemas.microsoft.com/office/powerpoint/2010/main" val="440415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page5image579262464">
            <a:extLst>
              <a:ext uri="{FF2B5EF4-FFF2-40B4-BE49-F238E27FC236}">
                <a16:creationId xmlns:a16="http://schemas.microsoft.com/office/drawing/2014/main" id="{4284D095-6478-13B0-B14D-0404285CCEC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5665" y="2185988"/>
            <a:ext cx="5676335" cy="3781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UDP (User Datagram Protocol)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4216D1-84FB-1140-9840-C4EA86DE13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2271713"/>
            <a:ext cx="6439465" cy="326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524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UDP (User Datagram Protocol)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74661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Another transport layer protocol (recall TCP).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Difference from TCP: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TCP guarantees 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reliable data </a:t>
            </a:r>
            <a:r>
              <a:rPr lang="en-US" dirty="0"/>
              <a:t>transmission by 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establishing connection </a:t>
            </a:r>
            <a:r>
              <a:rPr lang="en-US" dirty="0"/>
              <a:t>between client and server.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UDP is a </a:t>
            </a:r>
            <a:r>
              <a:rPr lang="en-US" altLang="zh-CN" i="1" dirty="0">
                <a:solidFill>
                  <a:schemeClr val="accent2">
                    <a:lumMod val="75000"/>
                  </a:schemeClr>
                </a:solidFill>
              </a:rPr>
              <a:t>connection-less protocol</a:t>
            </a:r>
            <a:r>
              <a:rPr lang="en-US" dirty="0"/>
              <a:t> which does not establish connection between</a:t>
            </a:r>
            <a:r>
              <a:rPr lang="zh-CN" altLang="en-US" dirty="0"/>
              <a:t> </a:t>
            </a:r>
            <a:r>
              <a:rPr lang="en-US" dirty="0"/>
              <a:t>server and client before transferring data.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altLang="zh-CN" dirty="0"/>
              <a:t>Each datagram is handled </a:t>
            </a:r>
            <a:r>
              <a:rPr lang="en-US" altLang="zh-CN" i="1" dirty="0"/>
              <a:t>independently</a:t>
            </a:r>
            <a:r>
              <a:rPr lang="en-US" altLang="zh-CN" dirty="0"/>
              <a:t>. </a:t>
            </a:r>
            <a:endParaRPr lang="en-US" i="1" dirty="0"/>
          </a:p>
          <a:p>
            <a:pPr lvl="2">
              <a:buFont typeface="Courier New" panose="02070309020205020404" pitchFamily="49" charset="0"/>
              <a:buChar char="o"/>
            </a:pPr>
            <a:r>
              <a:rPr lang="en-US" i="1" dirty="0"/>
              <a:t>No handshaking </a:t>
            </a:r>
            <a:r>
              <a:rPr lang="en-US" dirty="0"/>
              <a:t>between UDP sender and receiver.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Thus, UDP does not guarantee the arrival, arrival order, arrival time and content of the message (unreliable data transmission).</a:t>
            </a:r>
          </a:p>
        </p:txBody>
      </p:sp>
    </p:spTree>
    <p:extLst>
      <p:ext uri="{BB962C8B-B14F-4D97-AF65-F5344CB8AC3E}">
        <p14:creationId xmlns:p14="http://schemas.microsoft.com/office/powerpoint/2010/main" val="1573737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TCP</a:t>
            </a:r>
            <a:r>
              <a:rPr lang="zh-CN" altLang="en-US" b="1" dirty="0"/>
              <a:t> </a:t>
            </a:r>
            <a:r>
              <a:rPr lang="en-US" b="1" dirty="0"/>
              <a:t>Socket Programming</a:t>
            </a:r>
            <a:r>
              <a:rPr lang="zh-CN" altLang="en-US" b="1" dirty="0"/>
              <a:t> </a:t>
            </a:r>
            <a:r>
              <a:rPr lang="en-US" altLang="zh-CN" b="1" dirty="0"/>
              <a:t>Workflow</a:t>
            </a:r>
            <a:r>
              <a:rPr lang="en-US" b="1" dirty="0"/>
              <a:t>: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D11AF92-8AD0-444F-83E3-E115322779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76290" y="1825625"/>
            <a:ext cx="5639420" cy="435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9B591B7-0ED3-894C-A352-8477ED74F3BB}"/>
              </a:ext>
            </a:extLst>
          </p:cNvPr>
          <p:cNvSpPr txBox="1"/>
          <p:nvPr/>
        </p:nvSpPr>
        <p:spPr>
          <a:xfrm>
            <a:off x="1436914" y="3708906"/>
            <a:ext cx="12520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/>
              <a:t>Server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A8685D-FCCD-1D48-84F7-D47520F09B5B}"/>
              </a:ext>
            </a:extLst>
          </p:cNvPr>
          <p:cNvSpPr txBox="1"/>
          <p:nvPr/>
        </p:nvSpPr>
        <p:spPr>
          <a:xfrm>
            <a:off x="9688285" y="3708906"/>
            <a:ext cx="11474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/>
              <a:t>Client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A5F24D3-8B1F-1961-E720-C6DD6DD45BF9}"/>
              </a:ext>
            </a:extLst>
          </p:cNvPr>
          <p:cNvSpPr txBox="1"/>
          <p:nvPr/>
        </p:nvSpPr>
        <p:spPr>
          <a:xfrm>
            <a:off x="5118489" y="4365243"/>
            <a:ext cx="1955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Handshakes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of TCP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9E5F106-E14D-B234-37A9-DCD1C664BBEF}"/>
              </a:ext>
            </a:extLst>
          </p:cNvPr>
          <p:cNvSpPr txBox="1"/>
          <p:nvPr/>
        </p:nvSpPr>
        <p:spPr>
          <a:xfrm>
            <a:off x="4873324" y="3266655"/>
            <a:ext cx="25611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Listen to connection requirements from client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6419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UDP</a:t>
            </a:r>
            <a:r>
              <a:rPr lang="zh-CN" altLang="en-US" b="1" dirty="0"/>
              <a:t> </a:t>
            </a:r>
            <a:r>
              <a:rPr lang="en-US" b="1" dirty="0"/>
              <a:t>Socket Programming</a:t>
            </a:r>
            <a:r>
              <a:rPr lang="zh-CN" altLang="en-US" b="1" dirty="0"/>
              <a:t> </a:t>
            </a:r>
            <a:r>
              <a:rPr lang="en-US" altLang="zh-CN" b="1" dirty="0"/>
              <a:t>Workflow</a:t>
            </a:r>
            <a:r>
              <a:rPr lang="en-US" b="1" dirty="0"/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B591B7-0ED3-894C-A352-8477ED74F3BB}"/>
              </a:ext>
            </a:extLst>
          </p:cNvPr>
          <p:cNvSpPr txBox="1"/>
          <p:nvPr/>
        </p:nvSpPr>
        <p:spPr>
          <a:xfrm>
            <a:off x="1436914" y="3708906"/>
            <a:ext cx="12520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/>
              <a:t>Server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A8685D-FCCD-1D48-84F7-D47520F09B5B}"/>
              </a:ext>
            </a:extLst>
          </p:cNvPr>
          <p:cNvSpPr txBox="1"/>
          <p:nvPr/>
        </p:nvSpPr>
        <p:spPr>
          <a:xfrm>
            <a:off x="9688285" y="3708906"/>
            <a:ext cx="11474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/>
              <a:t>Client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470864A-4411-674C-A042-9A6CB30D2435}"/>
              </a:ext>
            </a:extLst>
          </p:cNvPr>
          <p:cNvSpPr/>
          <p:nvPr/>
        </p:nvSpPr>
        <p:spPr>
          <a:xfrm>
            <a:off x="3384969" y="1974465"/>
            <a:ext cx="1513491" cy="378372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socket()</a:t>
            </a:r>
            <a:endParaRPr lang="en-US" sz="2000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865BDC3-19D2-F54E-B944-EA941E1DB9B1}"/>
              </a:ext>
            </a:extLst>
          </p:cNvPr>
          <p:cNvSpPr/>
          <p:nvPr/>
        </p:nvSpPr>
        <p:spPr>
          <a:xfrm>
            <a:off x="3384969" y="2694423"/>
            <a:ext cx="1513491" cy="378372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/>
              <a:t>bind()</a:t>
            </a:r>
            <a:endParaRPr lang="en-US" sz="20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0E15188-24D4-D84C-87B3-209C952234CA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4141714" y="2352837"/>
            <a:ext cx="1" cy="34158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E9F56B9-E914-7442-909A-A3D0181D86CC}"/>
              </a:ext>
            </a:extLst>
          </p:cNvPr>
          <p:cNvSpPr/>
          <p:nvPr/>
        </p:nvSpPr>
        <p:spPr>
          <a:xfrm>
            <a:off x="3384969" y="3850562"/>
            <a:ext cx="1513491" cy="378372"/>
          </a:xfrm>
          <a:prstGeom prst="round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HK" sz="2000" dirty="0" err="1"/>
              <a:t>recvfrom</a:t>
            </a:r>
            <a:r>
              <a:rPr lang="en-US" altLang="zh-CN" sz="2000" dirty="0"/>
              <a:t>()</a:t>
            </a:r>
            <a:endParaRPr lang="en-US" sz="2000"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4541B53-DE3D-A54F-8547-40F4D92913FF}"/>
              </a:ext>
            </a:extLst>
          </p:cNvPr>
          <p:cNvSpPr/>
          <p:nvPr/>
        </p:nvSpPr>
        <p:spPr>
          <a:xfrm>
            <a:off x="3384969" y="5101427"/>
            <a:ext cx="1513491" cy="378372"/>
          </a:xfrm>
          <a:prstGeom prst="round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HK" sz="2000" dirty="0" err="1"/>
              <a:t>sendto</a:t>
            </a:r>
            <a:r>
              <a:rPr lang="en-US" altLang="zh-CN" sz="2000" dirty="0"/>
              <a:t>()</a:t>
            </a:r>
            <a:endParaRPr lang="en-US" sz="2000" dirty="0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F2D7433-AE15-4349-AF0E-F834F4EB4B6E}"/>
              </a:ext>
            </a:extLst>
          </p:cNvPr>
          <p:cNvSpPr/>
          <p:nvPr/>
        </p:nvSpPr>
        <p:spPr>
          <a:xfrm>
            <a:off x="3384969" y="5821387"/>
            <a:ext cx="1513491" cy="378372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close()</a:t>
            </a:r>
            <a:endParaRPr lang="en-US" sz="20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78FABDD-8BDD-9F4B-A455-DCDC109A7B97}"/>
              </a:ext>
            </a:extLst>
          </p:cNvPr>
          <p:cNvCxnSpPr>
            <a:cxnSpLocks/>
            <a:stCxn id="9" idx="2"/>
            <a:endCxn id="15" idx="0"/>
          </p:cNvCxnSpPr>
          <p:nvPr/>
        </p:nvCxnSpPr>
        <p:spPr>
          <a:xfrm>
            <a:off x="4141715" y="3072795"/>
            <a:ext cx="0" cy="77776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D842E69-C352-0345-87E4-B15A05FCD4F1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>
            <a:off x="4141715" y="4228934"/>
            <a:ext cx="0" cy="87249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CFAA787-6274-4244-8C99-DED76A7E0635}"/>
              </a:ext>
            </a:extLst>
          </p:cNvPr>
          <p:cNvCxnSpPr>
            <a:cxnSpLocks/>
          </p:cNvCxnSpPr>
          <p:nvPr/>
        </p:nvCxnSpPr>
        <p:spPr>
          <a:xfrm>
            <a:off x="4141715" y="5479799"/>
            <a:ext cx="0" cy="34158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E506BA88-9CF0-5045-BC64-6074698F9095}"/>
              </a:ext>
            </a:extLst>
          </p:cNvPr>
          <p:cNvSpPr/>
          <p:nvPr/>
        </p:nvSpPr>
        <p:spPr>
          <a:xfrm>
            <a:off x="7478748" y="3051240"/>
            <a:ext cx="1513491" cy="378372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socket()</a:t>
            </a:r>
            <a:endParaRPr lang="en-US" sz="2000" dirty="0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EE4193FA-258C-1347-BA42-B4CFB20B1ECA}"/>
              </a:ext>
            </a:extLst>
          </p:cNvPr>
          <p:cNvSpPr/>
          <p:nvPr/>
        </p:nvSpPr>
        <p:spPr>
          <a:xfrm>
            <a:off x="7478748" y="4081456"/>
            <a:ext cx="1513491" cy="378372"/>
          </a:xfrm>
          <a:prstGeom prst="round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HK" sz="2000" dirty="0" err="1"/>
              <a:t>sendto</a:t>
            </a:r>
            <a:r>
              <a:rPr lang="en-US" altLang="zh-CN" sz="2000" dirty="0"/>
              <a:t>()</a:t>
            </a:r>
            <a:endParaRPr lang="en-US" sz="2000" dirty="0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379E6F70-BA71-E148-B3D2-9FCDCF776A10}"/>
              </a:ext>
            </a:extLst>
          </p:cNvPr>
          <p:cNvSpPr/>
          <p:nvPr/>
        </p:nvSpPr>
        <p:spPr>
          <a:xfrm>
            <a:off x="7478747" y="4912241"/>
            <a:ext cx="1513491" cy="378372"/>
          </a:xfrm>
          <a:prstGeom prst="round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HK" sz="2000" dirty="0" err="1"/>
              <a:t>recvfrom</a:t>
            </a:r>
            <a:r>
              <a:rPr lang="en-US" altLang="zh-CN" sz="2000" dirty="0"/>
              <a:t>()</a:t>
            </a:r>
            <a:endParaRPr lang="en-US" sz="2000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A1CCB4E-62C5-F94C-B20C-CA5228848170}"/>
              </a:ext>
            </a:extLst>
          </p:cNvPr>
          <p:cNvCxnSpPr>
            <a:cxnSpLocks/>
            <a:endCxn id="34" idx="0"/>
          </p:cNvCxnSpPr>
          <p:nvPr/>
        </p:nvCxnSpPr>
        <p:spPr>
          <a:xfrm>
            <a:off x="8235493" y="3429612"/>
            <a:ext cx="1" cy="65184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9EADEB6-1277-AD45-A6C7-9C9ECBAEBF4B}"/>
              </a:ext>
            </a:extLst>
          </p:cNvPr>
          <p:cNvCxnSpPr>
            <a:cxnSpLocks/>
            <a:stCxn id="34" idx="2"/>
            <a:endCxn id="35" idx="0"/>
          </p:cNvCxnSpPr>
          <p:nvPr/>
        </p:nvCxnSpPr>
        <p:spPr>
          <a:xfrm flipH="1">
            <a:off x="8235493" y="4459828"/>
            <a:ext cx="1" cy="45241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19E1A3EE-5DFD-C44C-8EB6-A23AAF0EE143}"/>
              </a:ext>
            </a:extLst>
          </p:cNvPr>
          <p:cNvSpPr/>
          <p:nvPr/>
        </p:nvSpPr>
        <p:spPr>
          <a:xfrm>
            <a:off x="7478747" y="5632199"/>
            <a:ext cx="1513491" cy="378372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close()</a:t>
            </a:r>
            <a:endParaRPr lang="en-US" sz="2000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E26EB2E-BB47-F340-9565-9501E958D62B}"/>
              </a:ext>
            </a:extLst>
          </p:cNvPr>
          <p:cNvCxnSpPr>
            <a:cxnSpLocks/>
          </p:cNvCxnSpPr>
          <p:nvPr/>
        </p:nvCxnSpPr>
        <p:spPr>
          <a:xfrm>
            <a:off x="8235492" y="5290613"/>
            <a:ext cx="0" cy="34158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D1DD195-42BD-D248-9102-FF4100F11CF9}"/>
              </a:ext>
            </a:extLst>
          </p:cNvPr>
          <p:cNvCxnSpPr>
            <a:cxnSpLocks/>
            <a:stCxn id="34" idx="1"/>
            <a:endCxn id="15" idx="3"/>
          </p:cNvCxnSpPr>
          <p:nvPr/>
        </p:nvCxnSpPr>
        <p:spPr>
          <a:xfrm flipH="1" flipV="1">
            <a:off x="4898460" y="4039748"/>
            <a:ext cx="2580288" cy="23089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166075E-957D-AE4C-8204-1607A326B295}"/>
              </a:ext>
            </a:extLst>
          </p:cNvPr>
          <p:cNvCxnSpPr>
            <a:cxnSpLocks/>
            <a:stCxn id="16" idx="3"/>
            <a:endCxn id="35" idx="1"/>
          </p:cNvCxnSpPr>
          <p:nvPr/>
        </p:nvCxnSpPr>
        <p:spPr>
          <a:xfrm flipV="1">
            <a:off x="4898460" y="5101427"/>
            <a:ext cx="2580287" cy="18918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3745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>
                <a:solidFill>
                  <a:schemeClr val="bg2">
                    <a:lumMod val="90000"/>
                  </a:schemeClr>
                </a:solidFill>
              </a:rPr>
              <a:t>UDP</a:t>
            </a:r>
            <a:r>
              <a:rPr lang="zh-CN" altLang="en-US" sz="3200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bg2">
                    <a:lumMod val="90000"/>
                  </a:schemeClr>
                </a:solidFill>
              </a:rPr>
              <a:t>Introduction</a:t>
            </a:r>
            <a:endParaRPr lang="en-US" sz="3200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US" sz="3200" dirty="0"/>
              <a:t>Socket Programming for UDP</a:t>
            </a:r>
          </a:p>
        </p:txBody>
      </p:sp>
    </p:spTree>
    <p:extLst>
      <p:ext uri="{BB962C8B-B14F-4D97-AF65-F5344CB8AC3E}">
        <p14:creationId xmlns:p14="http://schemas.microsoft.com/office/powerpoint/2010/main" val="3045617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UDP</a:t>
            </a:r>
            <a:r>
              <a:rPr lang="zh-CN" altLang="en-US" b="1" dirty="0"/>
              <a:t> </a:t>
            </a:r>
            <a:r>
              <a:rPr lang="en-US" b="1" dirty="0"/>
              <a:t>Socket Programming: socket()</a:t>
            </a:r>
            <a:r>
              <a:rPr lang="zh-CN" altLang="en-US" b="1" dirty="0"/>
              <a:t> 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2780"/>
            <a:ext cx="10515600" cy="17013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Create a socket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B148E8-50D7-4542-A495-2257CE9D6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690" y="2664241"/>
            <a:ext cx="9616620" cy="62958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67F9A57-4A07-AC45-9724-D39D0347CF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088" y="3660567"/>
            <a:ext cx="7719070" cy="1701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746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UDP</a:t>
            </a:r>
            <a:r>
              <a:rPr lang="zh-CN" altLang="en-US" b="1" dirty="0"/>
              <a:t> </a:t>
            </a:r>
            <a:r>
              <a:rPr lang="en-US" b="1" dirty="0"/>
              <a:t>Socket Programming: Server bind()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543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/>
              <a:t>Bind an address to a socket</a:t>
            </a:r>
          </a:p>
          <a:p>
            <a:pPr marL="0" indent="0">
              <a:buNone/>
            </a:pP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3285BD-3165-3D46-A0CB-9A06242E6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474" y="2674261"/>
            <a:ext cx="9791631" cy="8022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AF9D7D-6199-5D63-D827-9B38A3272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474" y="3660580"/>
            <a:ext cx="5353502" cy="307767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6FB6BB4-4F8E-AD61-3F85-124861F3E224}"/>
              </a:ext>
            </a:extLst>
          </p:cNvPr>
          <p:cNvSpPr txBox="1"/>
          <p:nvPr/>
        </p:nvSpPr>
        <p:spPr>
          <a:xfrm>
            <a:off x="838200" y="3363019"/>
            <a:ext cx="17733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/>
              <a:t>S</a:t>
            </a:r>
            <a:r>
              <a:rPr lang="en-US" altLang="zh-CN" sz="1800" dirty="0"/>
              <a:t>erver code</a:t>
            </a:r>
            <a:endParaRPr lang="en-US" sz="1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29219F-ACE8-CCCA-2308-1BF751AD7C71}"/>
              </a:ext>
            </a:extLst>
          </p:cNvPr>
          <p:cNvSpPr txBox="1"/>
          <p:nvPr/>
        </p:nvSpPr>
        <p:spPr>
          <a:xfrm>
            <a:off x="5819288" y="4553086"/>
            <a:ext cx="58647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Receive from any IP of this machine (any interface)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Port used for UDP packets   </a:t>
            </a:r>
          </a:p>
        </p:txBody>
      </p:sp>
    </p:spTree>
    <p:extLst>
      <p:ext uri="{BB962C8B-B14F-4D97-AF65-F5344CB8AC3E}">
        <p14:creationId xmlns:p14="http://schemas.microsoft.com/office/powerpoint/2010/main" val="33550031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UDP</a:t>
            </a:r>
            <a:r>
              <a:rPr lang="zh-CN" altLang="en-US" b="1" dirty="0"/>
              <a:t> </a:t>
            </a:r>
            <a:r>
              <a:rPr lang="en-US" b="1" dirty="0"/>
              <a:t>Socket Programming: </a:t>
            </a:r>
            <a:r>
              <a:rPr lang="en-US" b="1" dirty="0" err="1"/>
              <a:t>send</a:t>
            </a:r>
            <a:r>
              <a:rPr lang="en-US" altLang="zh-CN" b="1" dirty="0" err="1"/>
              <a:t>to</a:t>
            </a:r>
            <a:r>
              <a:rPr lang="en-US" b="1" dirty="0"/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013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/>
              <a:t>Send a message on a socket</a:t>
            </a:r>
            <a:endParaRPr lang="en-US" sz="2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AF487B-7756-ED42-B4BF-477064994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951" y="2676298"/>
            <a:ext cx="10072351" cy="107918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AD4A55B-858D-D699-AE12-B12564B1E1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844957"/>
            <a:ext cx="10136491" cy="132406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FB89985-5CCB-0C1E-35E9-B8F4FF0335C6}"/>
              </a:ext>
            </a:extLst>
          </p:cNvPr>
          <p:cNvSpPr txBox="1"/>
          <p:nvPr/>
        </p:nvSpPr>
        <p:spPr>
          <a:xfrm>
            <a:off x="966951" y="5487012"/>
            <a:ext cx="1985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Return: sent length</a:t>
            </a:r>
            <a:endParaRPr kumimoji="1" lang="zh-CN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9CC585-B945-0685-33BC-6099A09A602C}"/>
              </a:ext>
            </a:extLst>
          </p:cNvPr>
          <p:cNvSpPr txBox="1"/>
          <p:nvPr/>
        </p:nvSpPr>
        <p:spPr>
          <a:xfrm>
            <a:off x="5403274" y="5487012"/>
            <a:ext cx="65574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Question here: How do I know the </a:t>
            </a:r>
            <a:r>
              <a:rPr lang="en-US" dirty="0" err="1"/>
              <a:t>sockaddr</a:t>
            </a:r>
            <a:r>
              <a:rPr lang="en-US" dirty="0"/>
              <a:t> of the receiving side?</a:t>
            </a:r>
          </a:p>
        </p:txBody>
      </p:sp>
    </p:spTree>
    <p:extLst>
      <p:ext uri="{BB962C8B-B14F-4D97-AF65-F5344CB8AC3E}">
        <p14:creationId xmlns:p14="http://schemas.microsoft.com/office/powerpoint/2010/main" val="31686005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UDP</a:t>
            </a:r>
            <a:r>
              <a:rPr lang="zh-CN" altLang="en-US" b="1" dirty="0"/>
              <a:t> </a:t>
            </a:r>
            <a:r>
              <a:rPr lang="en-US" b="1" dirty="0"/>
              <a:t>Socket Programming: </a:t>
            </a:r>
            <a:r>
              <a:rPr lang="en-US" b="1" dirty="0" err="1"/>
              <a:t>recv</a:t>
            </a:r>
            <a:r>
              <a:rPr lang="en-US" altLang="zh-CN" b="1" dirty="0" err="1"/>
              <a:t>from</a:t>
            </a:r>
            <a:r>
              <a:rPr lang="en-US" b="1" dirty="0"/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013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Receive a message on a socket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20AB0F-70A8-E64E-B92F-BF8829BAA7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21900"/>
            <a:ext cx="10343665" cy="120676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CDC837E-E86C-3176-619A-99A5595E4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828661"/>
            <a:ext cx="10002703" cy="142240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3C6E95F-0E3A-F98D-E607-2F416F30CCFA}"/>
              </a:ext>
            </a:extLst>
          </p:cNvPr>
          <p:cNvSpPr txBox="1"/>
          <p:nvPr/>
        </p:nvSpPr>
        <p:spPr>
          <a:xfrm>
            <a:off x="838200" y="5552753"/>
            <a:ext cx="2381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Return: received length</a:t>
            </a:r>
            <a:endParaRPr kumimoji="1" lang="zh-CN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0FC48C-7C46-7B21-070F-45265DA44F80}"/>
              </a:ext>
            </a:extLst>
          </p:cNvPr>
          <p:cNvSpPr txBox="1"/>
          <p:nvPr/>
        </p:nvSpPr>
        <p:spPr>
          <a:xfrm>
            <a:off x="6705601" y="5183421"/>
            <a:ext cx="29833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(This part will be populated)</a:t>
            </a:r>
          </a:p>
        </p:txBody>
      </p:sp>
    </p:spTree>
    <p:extLst>
      <p:ext uri="{BB962C8B-B14F-4D97-AF65-F5344CB8AC3E}">
        <p14:creationId xmlns:p14="http://schemas.microsoft.com/office/powerpoint/2010/main" val="15897651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UDP</a:t>
            </a:r>
            <a:r>
              <a:rPr lang="zh-CN" altLang="en-US" b="1" dirty="0"/>
              <a:t> </a:t>
            </a:r>
            <a:r>
              <a:rPr lang="en-US" b="1" dirty="0"/>
              <a:t>Socket Programming:</a:t>
            </a:r>
            <a:r>
              <a:rPr lang="zh-CN" altLang="en-US" b="1" dirty="0"/>
              <a:t> </a:t>
            </a:r>
            <a:r>
              <a:rPr lang="en-US" altLang="zh-CN" b="1" dirty="0"/>
              <a:t>A</a:t>
            </a:r>
            <a:r>
              <a:rPr lang="zh-CN" altLang="en-US" b="1" dirty="0"/>
              <a:t> </a:t>
            </a:r>
            <a:r>
              <a:rPr lang="en-US" altLang="zh-CN" b="1" dirty="0"/>
              <a:t>Demo</a:t>
            </a:r>
            <a:endParaRPr lang="en-US" b="1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7F42A21-3874-5AB4-B49A-0D0075D2C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43548"/>
          </a:xfrm>
        </p:spPr>
        <p:txBody>
          <a:bodyPr>
            <a:normAutofit/>
          </a:bodyPr>
          <a:lstStyle/>
          <a:p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source</a:t>
            </a:r>
            <a:r>
              <a:rPr lang="zh-CN" altLang="en-US" dirty="0"/>
              <a:t> </a:t>
            </a:r>
            <a:r>
              <a:rPr lang="en-US" altLang="zh-CN" dirty="0"/>
              <a:t>code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C</a:t>
            </a:r>
            <a:r>
              <a:rPr lang="zh-CN" altLang="en-US" dirty="0"/>
              <a:t> </a:t>
            </a:r>
            <a:r>
              <a:rPr lang="en-US" altLang="zh-CN" dirty="0"/>
              <a:t>language</a:t>
            </a:r>
            <a:r>
              <a:rPr lang="zh-CN" altLang="en-US" dirty="0"/>
              <a:t> </a:t>
            </a:r>
            <a:r>
              <a:rPr lang="en-US" altLang="zh-CN" dirty="0"/>
              <a:t>has</a:t>
            </a:r>
            <a:r>
              <a:rPr lang="zh-CN" altLang="en-US" dirty="0"/>
              <a:t> </a:t>
            </a:r>
            <a:r>
              <a:rPr lang="en-US" altLang="zh-CN" dirty="0"/>
              <a:t>been</a:t>
            </a:r>
            <a:r>
              <a:rPr lang="zh-CN" altLang="en-US" dirty="0"/>
              <a:t> </a:t>
            </a:r>
            <a:r>
              <a:rPr lang="en-US" altLang="zh-CN" dirty="0"/>
              <a:t>released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 err="1"/>
              <a:t>Github</a:t>
            </a:r>
            <a:r>
              <a:rPr lang="zh-CN" altLang="en-US" dirty="0"/>
              <a:t> </a:t>
            </a:r>
            <a:r>
              <a:rPr lang="en-US" altLang="zh-CN" dirty="0"/>
              <a:t>Webpage.</a:t>
            </a:r>
          </a:p>
        </p:txBody>
      </p:sp>
    </p:spTree>
    <p:extLst>
      <p:ext uri="{BB962C8B-B14F-4D97-AF65-F5344CB8AC3E}">
        <p14:creationId xmlns:p14="http://schemas.microsoft.com/office/powerpoint/2010/main" val="11944750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8D2CAE8-E323-A14E-A62F-188A25405FEA}"/>
              </a:ext>
            </a:extLst>
          </p:cNvPr>
          <p:cNvSpPr/>
          <p:nvPr/>
        </p:nvSpPr>
        <p:spPr>
          <a:xfrm>
            <a:off x="5432260" y="3167390"/>
            <a:ext cx="13274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Thanks!</a:t>
            </a:r>
          </a:p>
        </p:txBody>
      </p:sp>
    </p:spTree>
    <p:extLst>
      <p:ext uri="{BB962C8B-B14F-4D97-AF65-F5344CB8AC3E}">
        <p14:creationId xmlns:p14="http://schemas.microsoft.com/office/powerpoint/2010/main" val="3216618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2060</TotalTime>
  <Words>338</Words>
  <Application>Microsoft Office PowerPoint</Application>
  <PresentationFormat>Widescreen</PresentationFormat>
  <Paragraphs>62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Courier New</vt:lpstr>
      <vt:lpstr>Office Theme</vt:lpstr>
      <vt:lpstr>CSCI 4430 – Spring 25</vt:lpstr>
      <vt:lpstr>Assignment 3 </vt:lpstr>
      <vt:lpstr>Outline</vt:lpstr>
      <vt:lpstr>UDP (User Datagram Protocol) </vt:lpstr>
      <vt:lpstr>UDP (User Datagram Protocol) </vt:lpstr>
      <vt:lpstr>TCP Socket Programming Workflow:</vt:lpstr>
      <vt:lpstr>UDP Socket Programming Workflow:</vt:lpstr>
      <vt:lpstr>Outline</vt:lpstr>
      <vt:lpstr>UDP Socket Programming: socket() </vt:lpstr>
      <vt:lpstr>UDP Socket Programming: Server bind()</vt:lpstr>
      <vt:lpstr>UDP Socket Programming: sendto()</vt:lpstr>
      <vt:lpstr>UDP Socket Programming: recvfrom()</vt:lpstr>
      <vt:lpstr>UDP Socket Programming: A Demo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 4430 - Spring 22</dc:title>
  <dc:creator>SONG, Qingyu</dc:creator>
  <cp:lastModifiedBy>Shaofeng Wu</cp:lastModifiedBy>
  <cp:revision>77</cp:revision>
  <dcterms:created xsi:type="dcterms:W3CDTF">2022-01-09T08:27:06Z</dcterms:created>
  <dcterms:modified xsi:type="dcterms:W3CDTF">2025-03-11T08:20:42Z</dcterms:modified>
</cp:coreProperties>
</file>