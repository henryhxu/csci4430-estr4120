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8" r:id="rId3"/>
    <p:sldId id="260" r:id="rId4"/>
    <p:sldId id="281" r:id="rId5"/>
    <p:sldId id="283" r:id="rId6"/>
    <p:sldId id="275" r:id="rId7"/>
    <p:sldId id="274" r:id="rId8"/>
    <p:sldId id="282" r:id="rId9"/>
    <p:sldId id="276" r:id="rId10"/>
    <p:sldId id="277" r:id="rId11"/>
    <p:sldId id="278" r:id="rId12"/>
    <p:sldId id="279" r:id="rId13"/>
    <p:sldId id="280" r:id="rId14"/>
    <p:sldId id="270" r:id="rId15"/>
    <p:sldId id="271" r:id="rId16"/>
    <p:sldId id="257" r:id="rId17"/>
    <p:sldId id="272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0053F"/>
    <a:srgbClr val="020DFF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EA34803-EBC2-B646-AD91-C98E90D4BE64}" v="5" dt="2025-02-02T15:16:16.45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937"/>
    <p:restoredTop sz="94694"/>
  </p:normalViewPr>
  <p:slideViewPr>
    <p:cSldViewPr snapToGrid="0" snapToObjects="1">
      <p:cViewPr varScale="1">
        <p:scale>
          <a:sx n="119" d="100"/>
          <a:sy n="119" d="100"/>
        </p:scale>
        <p:origin x="224" y="2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Qingyu Song" userId="O4NG2utMRSC9bShTQouuMd1Uq3x00QhxVtEheGSGOoU=" providerId="None" clId="Web-{1A9491C6-FD31-4FA7-98FA-39E25D0B6578}"/>
    <pc:docChg chg="modSld">
      <pc:chgData name="Qingyu Song" userId="O4NG2utMRSC9bShTQouuMd1Uq3x00QhxVtEheGSGOoU=" providerId="None" clId="Web-{1A9491C6-FD31-4FA7-98FA-39E25D0B6578}" dt="2022-01-09T11:29:04.756" v="11" actId="20577"/>
      <pc:docMkLst>
        <pc:docMk/>
      </pc:docMkLst>
      <pc:sldChg chg="modSp">
        <pc:chgData name="Qingyu Song" userId="O4NG2utMRSC9bShTQouuMd1Uq3x00QhxVtEheGSGOoU=" providerId="None" clId="Web-{1A9491C6-FD31-4FA7-98FA-39E25D0B6578}" dt="2022-01-09T11:29:04.756" v="11" actId="20577"/>
        <pc:sldMkLst>
          <pc:docMk/>
          <pc:sldMk cId="1947847713" sldId="257"/>
        </pc:sldMkLst>
        <pc:spChg chg="mod">
          <ac:chgData name="Qingyu Song" userId="O4NG2utMRSC9bShTQouuMd1Uq3x00QhxVtEheGSGOoU=" providerId="None" clId="Web-{1A9491C6-FD31-4FA7-98FA-39E25D0B6578}" dt="2022-01-09T11:29:04.756" v="11" actId="20577"/>
          <ac:spMkLst>
            <pc:docMk/>
            <pc:sldMk cId="1947847713" sldId="257"/>
            <ac:spMk id="3" creationId="{8F20472D-613F-3748-9CBD-88055CDB4B08}"/>
          </ac:spMkLst>
        </pc:spChg>
      </pc:sldChg>
    </pc:docChg>
  </pc:docChgLst>
  <pc:docChgLst>
    <pc:chgData name="YANG, Yitao" userId="88e7822c-0337-4812-90b9-cac454a86cb3" providerId="ADAL" clId="{99F41875-7439-487D-9ECA-8FAFAEEE8A21}"/>
    <pc:docChg chg="undo custSel addSld modSld sldOrd">
      <pc:chgData name="YANG, Yitao" userId="88e7822c-0337-4812-90b9-cac454a86cb3" providerId="ADAL" clId="{99F41875-7439-487D-9ECA-8FAFAEEE8A21}" dt="2023-09-27T07:25:04.301" v="919" actId="20577"/>
      <pc:docMkLst>
        <pc:docMk/>
      </pc:docMkLst>
      <pc:sldChg chg="modSp mod">
        <pc:chgData name="YANG, Yitao" userId="88e7822c-0337-4812-90b9-cac454a86cb3" providerId="ADAL" clId="{99F41875-7439-487D-9ECA-8FAFAEEE8A21}" dt="2023-09-27T07:25:04.301" v="919" actId="20577"/>
        <pc:sldMkLst>
          <pc:docMk/>
          <pc:sldMk cId="356419186" sldId="256"/>
        </pc:sldMkLst>
        <pc:spChg chg="mod">
          <ac:chgData name="YANG, Yitao" userId="88e7822c-0337-4812-90b9-cac454a86cb3" providerId="ADAL" clId="{99F41875-7439-487D-9ECA-8FAFAEEE8A21}" dt="2023-09-27T07:25:04.301" v="919" actId="20577"/>
          <ac:spMkLst>
            <pc:docMk/>
            <pc:sldMk cId="356419186" sldId="256"/>
            <ac:spMk id="2" creationId="{37E55C1B-43BC-8B40-A7BE-D3C3F3D8A40E}"/>
          </ac:spMkLst>
        </pc:spChg>
        <pc:spChg chg="mod">
          <ac:chgData name="YANG, Yitao" userId="88e7822c-0337-4812-90b9-cac454a86cb3" providerId="ADAL" clId="{99F41875-7439-487D-9ECA-8FAFAEEE8A21}" dt="2023-09-26T14:35:28.796" v="910" actId="27636"/>
          <ac:spMkLst>
            <pc:docMk/>
            <pc:sldMk cId="356419186" sldId="256"/>
            <ac:spMk id="3" creationId="{6CEAD46B-2981-B54E-B7BD-5B165BCFE3E7}"/>
          </ac:spMkLst>
        </pc:spChg>
      </pc:sldChg>
      <pc:sldChg chg="modSp mod ord">
        <pc:chgData name="YANG, Yitao" userId="88e7822c-0337-4812-90b9-cac454a86cb3" providerId="ADAL" clId="{99F41875-7439-487D-9ECA-8FAFAEEE8A21}" dt="2023-09-26T14:31:18.536" v="762"/>
        <pc:sldMkLst>
          <pc:docMk/>
          <pc:sldMk cId="1947847713" sldId="257"/>
        </pc:sldMkLst>
        <pc:spChg chg="mod">
          <ac:chgData name="YANG, Yitao" userId="88e7822c-0337-4812-90b9-cac454a86cb3" providerId="ADAL" clId="{99F41875-7439-487D-9ECA-8FAFAEEE8A21}" dt="2023-09-26T14:30:02.176" v="665" actId="6549"/>
          <ac:spMkLst>
            <pc:docMk/>
            <pc:sldMk cId="1947847713" sldId="257"/>
            <ac:spMk id="2" creationId="{45C79BA1-37A3-5741-B0A1-E64646E4283C}"/>
          </ac:spMkLst>
        </pc:spChg>
        <pc:spChg chg="mod">
          <ac:chgData name="YANG, Yitao" userId="88e7822c-0337-4812-90b9-cac454a86cb3" providerId="ADAL" clId="{99F41875-7439-487D-9ECA-8FAFAEEE8A21}" dt="2023-09-26T14:31:18.536" v="762"/>
          <ac:spMkLst>
            <pc:docMk/>
            <pc:sldMk cId="1947847713" sldId="257"/>
            <ac:spMk id="3" creationId="{8F20472D-613F-3748-9CBD-88055CDB4B08}"/>
          </ac:spMkLst>
        </pc:spChg>
      </pc:sldChg>
      <pc:sldChg chg="modSp mod">
        <pc:chgData name="YANG, Yitao" userId="88e7822c-0337-4812-90b9-cac454a86cb3" providerId="ADAL" clId="{99F41875-7439-487D-9ECA-8FAFAEEE8A21}" dt="2023-09-26T14:31:34.237" v="774" actId="20577"/>
        <pc:sldMkLst>
          <pc:docMk/>
          <pc:sldMk cId="616564471" sldId="271"/>
        </pc:sldMkLst>
        <pc:spChg chg="mod">
          <ac:chgData name="YANG, Yitao" userId="88e7822c-0337-4812-90b9-cac454a86cb3" providerId="ADAL" clId="{99F41875-7439-487D-9ECA-8FAFAEEE8A21}" dt="2023-09-26T14:31:34.237" v="774" actId="20577"/>
          <ac:spMkLst>
            <pc:docMk/>
            <pc:sldMk cId="616564471" sldId="271"/>
            <ac:spMk id="3" creationId="{8F20472D-613F-3748-9CBD-88055CDB4B08}"/>
          </ac:spMkLst>
        </pc:spChg>
      </pc:sldChg>
      <pc:sldChg chg="addSp modSp mod">
        <pc:chgData name="YANG, Yitao" userId="88e7822c-0337-4812-90b9-cac454a86cb3" providerId="ADAL" clId="{99F41875-7439-487D-9ECA-8FAFAEEE8A21}" dt="2023-09-26T13:16:54.040" v="456" actId="20577"/>
        <pc:sldMkLst>
          <pc:docMk/>
          <pc:sldMk cId="3678526647" sldId="274"/>
        </pc:sldMkLst>
        <pc:spChg chg="add mod">
          <ac:chgData name="YANG, Yitao" userId="88e7822c-0337-4812-90b9-cac454a86cb3" providerId="ADAL" clId="{99F41875-7439-487D-9ECA-8FAFAEEE8A21}" dt="2023-09-26T13:16:54.040" v="456" actId="20577"/>
          <ac:spMkLst>
            <pc:docMk/>
            <pc:sldMk cId="3678526647" sldId="274"/>
            <ac:spMk id="3" creationId="{D7AFC0D8-1301-EAA5-AC7E-616E9ACB8DF6}"/>
          </ac:spMkLst>
        </pc:spChg>
        <pc:picChg chg="mod modCrop">
          <ac:chgData name="YANG, Yitao" userId="88e7822c-0337-4812-90b9-cac454a86cb3" providerId="ADAL" clId="{99F41875-7439-487D-9ECA-8FAFAEEE8A21}" dt="2023-09-26T13:06:02.694" v="13" actId="732"/>
          <ac:picMkLst>
            <pc:docMk/>
            <pc:sldMk cId="3678526647" sldId="274"/>
            <ac:picMk id="4" creationId="{89681FE7-3292-E84E-809F-382F61CBC127}"/>
          </ac:picMkLst>
        </pc:picChg>
      </pc:sldChg>
      <pc:sldChg chg="addSp delSp mod ord">
        <pc:chgData name="YANG, Yitao" userId="88e7822c-0337-4812-90b9-cac454a86cb3" providerId="ADAL" clId="{99F41875-7439-487D-9ECA-8FAFAEEE8A21}" dt="2023-09-26T14:01:39.261" v="652"/>
        <pc:sldMkLst>
          <pc:docMk/>
          <pc:sldMk cId="2643125054" sldId="275"/>
        </pc:sldMkLst>
        <pc:spChg chg="add del">
          <ac:chgData name="YANG, Yitao" userId="88e7822c-0337-4812-90b9-cac454a86cb3" providerId="ADAL" clId="{99F41875-7439-487D-9ECA-8FAFAEEE8A21}" dt="2023-09-26T13:33:51.379" v="598" actId="478"/>
          <ac:spMkLst>
            <pc:docMk/>
            <pc:sldMk cId="2643125054" sldId="275"/>
            <ac:spMk id="6" creationId="{007BB760-F376-845D-C9FD-13FC974D1425}"/>
          </ac:spMkLst>
        </pc:spChg>
      </pc:sldChg>
      <pc:sldChg chg="modSp mod modNotesTx">
        <pc:chgData name="YANG, Yitao" userId="88e7822c-0337-4812-90b9-cac454a86cb3" providerId="ADAL" clId="{99F41875-7439-487D-9ECA-8FAFAEEE8A21}" dt="2023-09-26T14:34:21.671" v="857" actId="20577"/>
        <pc:sldMkLst>
          <pc:docMk/>
          <pc:sldMk cId="626097107" sldId="281"/>
        </pc:sldMkLst>
        <pc:spChg chg="mod">
          <ac:chgData name="YANG, Yitao" userId="88e7822c-0337-4812-90b9-cac454a86cb3" providerId="ADAL" clId="{99F41875-7439-487D-9ECA-8FAFAEEE8A21}" dt="2023-09-26T14:32:59.433" v="781" actId="20577"/>
          <ac:spMkLst>
            <pc:docMk/>
            <pc:sldMk cId="626097107" sldId="281"/>
            <ac:spMk id="7" creationId="{286F4569-7D93-EC44-B887-417C5800100B}"/>
          </ac:spMkLst>
        </pc:spChg>
      </pc:sldChg>
      <pc:sldChg chg="add modNotesTx">
        <pc:chgData name="YANG, Yitao" userId="88e7822c-0337-4812-90b9-cac454a86cb3" providerId="ADAL" clId="{99F41875-7439-487D-9ECA-8FAFAEEE8A21}" dt="2023-09-26T13:28:12.363" v="589" actId="20577"/>
        <pc:sldMkLst>
          <pc:docMk/>
          <pc:sldMk cId="2149271662" sldId="282"/>
        </pc:sldMkLst>
      </pc:sldChg>
      <pc:sldChg chg="addSp delSp modSp add mod ord">
        <pc:chgData name="YANG, Yitao" userId="88e7822c-0337-4812-90b9-cac454a86cb3" providerId="ADAL" clId="{99F41875-7439-487D-9ECA-8FAFAEEE8A21}" dt="2023-09-26T14:32:25.548" v="775" actId="14100"/>
        <pc:sldMkLst>
          <pc:docMk/>
          <pc:sldMk cId="219464000" sldId="283"/>
        </pc:sldMkLst>
        <pc:spChg chg="del">
          <ac:chgData name="YANG, Yitao" userId="88e7822c-0337-4812-90b9-cac454a86cb3" providerId="ADAL" clId="{99F41875-7439-487D-9ECA-8FAFAEEE8A21}" dt="2023-09-26T13:33:25.819" v="594" actId="478"/>
          <ac:spMkLst>
            <pc:docMk/>
            <pc:sldMk cId="219464000" sldId="283"/>
            <ac:spMk id="5" creationId="{DED71D2B-24EB-9C4A-9F6B-5ECEB45E26FF}"/>
          </ac:spMkLst>
        </pc:spChg>
        <pc:spChg chg="mod">
          <ac:chgData name="YANG, Yitao" userId="88e7822c-0337-4812-90b9-cac454a86cb3" providerId="ADAL" clId="{99F41875-7439-487D-9ECA-8FAFAEEE8A21}" dt="2023-09-26T14:32:25.548" v="775" actId="14100"/>
          <ac:spMkLst>
            <pc:docMk/>
            <pc:sldMk cId="219464000" sldId="283"/>
            <ac:spMk id="6" creationId="{007BB760-F376-845D-C9FD-13FC974D1425}"/>
          </ac:spMkLst>
        </pc:spChg>
        <pc:picChg chg="del">
          <ac:chgData name="YANG, Yitao" userId="88e7822c-0337-4812-90b9-cac454a86cb3" providerId="ADAL" clId="{99F41875-7439-487D-9ECA-8FAFAEEE8A21}" dt="2023-09-26T13:33:21.847" v="592" actId="478"/>
          <ac:picMkLst>
            <pc:docMk/>
            <pc:sldMk cId="219464000" sldId="283"/>
            <ac:picMk id="3" creationId="{DD87CBD2-E246-BC4E-8E61-596B90F76CB2}"/>
          </ac:picMkLst>
        </pc:picChg>
        <pc:picChg chg="add del mod">
          <ac:chgData name="YANG, Yitao" userId="88e7822c-0337-4812-90b9-cac454a86cb3" providerId="ADAL" clId="{99F41875-7439-487D-9ECA-8FAFAEEE8A21}" dt="2023-09-26T13:35:02.695" v="610" actId="478"/>
          <ac:picMkLst>
            <pc:docMk/>
            <pc:sldMk cId="219464000" sldId="283"/>
            <ac:picMk id="7" creationId="{C389434B-4253-E0EE-4427-DD005FA87F22}"/>
          </ac:picMkLst>
        </pc:picChg>
      </pc:sldChg>
    </pc:docChg>
  </pc:docChgLst>
  <pc:docChgLst>
    <pc:chgData name="SONG, Qingyu" userId="498998f4-7f18-4549-a740-dcfb6e1e3d22" providerId="ADAL" clId="{A2A67607-707D-9A4B-B498-57C0CB8C6AF6}"/>
    <pc:docChg chg="undo custSel addSld delSld modSld">
      <pc:chgData name="SONG, Qingyu" userId="498998f4-7f18-4549-a740-dcfb6e1e3d22" providerId="ADAL" clId="{A2A67607-707D-9A4B-B498-57C0CB8C6AF6}" dt="2022-01-09T09:39:47.453" v="739" actId="20577"/>
      <pc:docMkLst>
        <pc:docMk/>
      </pc:docMkLst>
      <pc:sldChg chg="modSp mod">
        <pc:chgData name="SONG, Qingyu" userId="498998f4-7f18-4549-a740-dcfb6e1e3d22" providerId="ADAL" clId="{A2A67607-707D-9A4B-B498-57C0CB8C6AF6}" dt="2022-01-09T08:43:56.456" v="166" actId="27636"/>
        <pc:sldMkLst>
          <pc:docMk/>
          <pc:sldMk cId="356419186" sldId="256"/>
        </pc:sldMkLst>
        <pc:spChg chg="mod">
          <ac:chgData name="SONG, Qingyu" userId="498998f4-7f18-4549-a740-dcfb6e1e3d22" providerId="ADAL" clId="{A2A67607-707D-9A4B-B498-57C0CB8C6AF6}" dt="2022-01-09T08:43:56.456" v="166" actId="27636"/>
          <ac:spMkLst>
            <pc:docMk/>
            <pc:sldMk cId="356419186" sldId="256"/>
            <ac:spMk id="3" creationId="{6CEAD46B-2981-B54E-B7BD-5B165BCFE3E7}"/>
          </ac:spMkLst>
        </pc:spChg>
      </pc:sldChg>
      <pc:sldChg chg="modSp mod">
        <pc:chgData name="SONG, Qingyu" userId="498998f4-7f18-4549-a740-dcfb6e1e3d22" providerId="ADAL" clId="{A2A67607-707D-9A4B-B498-57C0CB8C6AF6}" dt="2022-01-09T09:39:47.453" v="739" actId="20577"/>
        <pc:sldMkLst>
          <pc:docMk/>
          <pc:sldMk cId="1947847713" sldId="257"/>
        </pc:sldMkLst>
        <pc:spChg chg="mod">
          <ac:chgData name="SONG, Qingyu" userId="498998f4-7f18-4549-a740-dcfb6e1e3d22" providerId="ADAL" clId="{A2A67607-707D-9A4B-B498-57C0CB8C6AF6}" dt="2022-01-09T08:44:45.239" v="171" actId="20577"/>
          <ac:spMkLst>
            <pc:docMk/>
            <pc:sldMk cId="1947847713" sldId="257"/>
            <ac:spMk id="2" creationId="{45C79BA1-37A3-5741-B0A1-E64646E4283C}"/>
          </ac:spMkLst>
        </pc:spChg>
        <pc:spChg chg="mod">
          <ac:chgData name="SONG, Qingyu" userId="498998f4-7f18-4549-a740-dcfb6e1e3d22" providerId="ADAL" clId="{A2A67607-707D-9A4B-B498-57C0CB8C6AF6}" dt="2022-01-09T09:39:47.453" v="739" actId="20577"/>
          <ac:spMkLst>
            <pc:docMk/>
            <pc:sldMk cId="1947847713" sldId="257"/>
            <ac:spMk id="3" creationId="{8F20472D-613F-3748-9CBD-88055CDB4B08}"/>
          </ac:spMkLst>
        </pc:spChg>
      </pc:sldChg>
      <pc:sldChg chg="modSp add mod">
        <pc:chgData name="SONG, Qingyu" userId="498998f4-7f18-4549-a740-dcfb6e1e3d22" providerId="ADAL" clId="{A2A67607-707D-9A4B-B498-57C0CB8C6AF6}" dt="2022-01-09T08:45:17.052" v="215" actId="20577"/>
        <pc:sldMkLst>
          <pc:docMk/>
          <pc:sldMk cId="440415094" sldId="258"/>
        </pc:sldMkLst>
        <pc:spChg chg="mod">
          <ac:chgData name="SONG, Qingyu" userId="498998f4-7f18-4549-a740-dcfb6e1e3d22" providerId="ADAL" clId="{A2A67607-707D-9A4B-B498-57C0CB8C6AF6}" dt="2022-01-09T08:45:00.824" v="186" actId="20577"/>
          <ac:spMkLst>
            <pc:docMk/>
            <pc:sldMk cId="440415094" sldId="258"/>
            <ac:spMk id="2" creationId="{45C79BA1-37A3-5741-B0A1-E64646E4283C}"/>
          </ac:spMkLst>
        </pc:spChg>
        <pc:spChg chg="mod">
          <ac:chgData name="SONG, Qingyu" userId="498998f4-7f18-4549-a740-dcfb6e1e3d22" providerId="ADAL" clId="{A2A67607-707D-9A4B-B498-57C0CB8C6AF6}" dt="2022-01-09T08:45:17.052" v="215" actId="20577"/>
          <ac:spMkLst>
            <pc:docMk/>
            <pc:sldMk cId="440415094" sldId="258"/>
            <ac:spMk id="3" creationId="{8F20472D-613F-3748-9CBD-88055CDB4B08}"/>
          </ac:spMkLst>
        </pc:spChg>
      </pc:sldChg>
      <pc:sldChg chg="new del">
        <pc:chgData name="SONG, Qingyu" userId="498998f4-7f18-4549-a740-dcfb6e1e3d22" providerId="ADAL" clId="{A2A67607-707D-9A4B-B498-57C0CB8C6AF6}" dt="2022-01-09T08:44:50.281" v="173" actId="680"/>
        <pc:sldMkLst>
          <pc:docMk/>
          <pc:sldMk cId="1741813886" sldId="258"/>
        </pc:sldMkLst>
      </pc:sldChg>
      <pc:sldChg chg="modSp add mod">
        <pc:chgData name="SONG, Qingyu" userId="498998f4-7f18-4549-a740-dcfb6e1e3d22" providerId="ADAL" clId="{A2A67607-707D-9A4B-B498-57C0CB8C6AF6}" dt="2022-01-09T08:46:18.147" v="243" actId="123"/>
        <pc:sldMkLst>
          <pc:docMk/>
          <pc:sldMk cId="1573737923" sldId="259"/>
        </pc:sldMkLst>
        <pc:spChg chg="mod">
          <ac:chgData name="SONG, Qingyu" userId="498998f4-7f18-4549-a740-dcfb6e1e3d22" providerId="ADAL" clId="{A2A67607-707D-9A4B-B498-57C0CB8C6AF6}" dt="2022-01-09T08:45:34.361" v="219"/>
          <ac:spMkLst>
            <pc:docMk/>
            <pc:sldMk cId="1573737923" sldId="259"/>
            <ac:spMk id="2" creationId="{45C79BA1-37A3-5741-B0A1-E64646E4283C}"/>
          </ac:spMkLst>
        </pc:spChg>
        <pc:spChg chg="mod">
          <ac:chgData name="SONG, Qingyu" userId="498998f4-7f18-4549-a740-dcfb6e1e3d22" providerId="ADAL" clId="{A2A67607-707D-9A4B-B498-57C0CB8C6AF6}" dt="2022-01-09T08:46:18.147" v="243" actId="123"/>
          <ac:spMkLst>
            <pc:docMk/>
            <pc:sldMk cId="1573737923" sldId="259"/>
            <ac:spMk id="3" creationId="{8F20472D-613F-3748-9CBD-88055CDB4B08}"/>
          </ac:spMkLst>
        </pc:spChg>
      </pc:sldChg>
      <pc:sldChg chg="add del">
        <pc:chgData name="SONG, Qingyu" userId="498998f4-7f18-4549-a740-dcfb6e1e3d22" providerId="ADAL" clId="{A2A67607-707D-9A4B-B498-57C0CB8C6AF6}" dt="2022-01-09T08:45:26.162" v="217"/>
        <pc:sldMkLst>
          <pc:docMk/>
          <pc:sldMk cId="2702226723" sldId="259"/>
        </pc:sldMkLst>
      </pc:sldChg>
      <pc:sldChg chg="addSp delSp modSp add mod">
        <pc:chgData name="SONG, Qingyu" userId="498998f4-7f18-4549-a740-dcfb6e1e3d22" providerId="ADAL" clId="{A2A67607-707D-9A4B-B498-57C0CB8C6AF6}" dt="2022-01-09T08:48:11.318" v="252" actId="1076"/>
        <pc:sldMkLst>
          <pc:docMk/>
          <pc:sldMk cId="2648031906" sldId="260"/>
        </pc:sldMkLst>
        <pc:spChg chg="mod">
          <ac:chgData name="SONG, Qingyu" userId="498998f4-7f18-4549-a740-dcfb6e1e3d22" providerId="ADAL" clId="{A2A67607-707D-9A4B-B498-57C0CB8C6AF6}" dt="2022-01-09T08:47:00.476" v="248"/>
          <ac:spMkLst>
            <pc:docMk/>
            <pc:sldMk cId="2648031906" sldId="260"/>
            <ac:spMk id="2" creationId="{45C79BA1-37A3-5741-B0A1-E64646E4283C}"/>
          </ac:spMkLst>
        </pc:spChg>
        <pc:spChg chg="del mod">
          <ac:chgData name="SONG, Qingyu" userId="498998f4-7f18-4549-a740-dcfb6e1e3d22" providerId="ADAL" clId="{A2A67607-707D-9A4B-B498-57C0CB8C6AF6}" dt="2022-01-09T08:48:01.560" v="250"/>
          <ac:spMkLst>
            <pc:docMk/>
            <pc:sldMk cId="2648031906" sldId="260"/>
            <ac:spMk id="3" creationId="{8F20472D-613F-3748-9CBD-88055CDB4B08}"/>
          </ac:spMkLst>
        </pc:spChg>
        <pc:picChg chg="add mod">
          <ac:chgData name="SONG, Qingyu" userId="498998f4-7f18-4549-a740-dcfb6e1e3d22" providerId="ADAL" clId="{A2A67607-707D-9A4B-B498-57C0CB8C6AF6}" dt="2022-01-09T08:48:11.318" v="252" actId="1076"/>
          <ac:picMkLst>
            <pc:docMk/>
            <pc:sldMk cId="2648031906" sldId="260"/>
            <ac:picMk id="4" creationId="{E1F1B7FF-0FBF-3D45-81DD-BA45BC44D742}"/>
          </ac:picMkLst>
        </pc:picChg>
      </pc:sldChg>
      <pc:sldChg chg="addSp delSp modSp add mod">
        <pc:chgData name="SONG, Qingyu" userId="498998f4-7f18-4549-a740-dcfb6e1e3d22" providerId="ADAL" clId="{A2A67607-707D-9A4B-B498-57C0CB8C6AF6}" dt="2022-01-09T08:48:40.756" v="255"/>
        <pc:sldMkLst>
          <pc:docMk/>
          <pc:sldMk cId="2279024797" sldId="261"/>
        </pc:sldMkLst>
        <pc:spChg chg="mod">
          <ac:chgData name="SONG, Qingyu" userId="498998f4-7f18-4549-a740-dcfb6e1e3d22" providerId="ADAL" clId="{A2A67607-707D-9A4B-B498-57C0CB8C6AF6}" dt="2022-01-09T08:48:28.653" v="253"/>
          <ac:spMkLst>
            <pc:docMk/>
            <pc:sldMk cId="2279024797" sldId="261"/>
            <ac:spMk id="2" creationId="{45C79BA1-37A3-5741-B0A1-E64646E4283C}"/>
          </ac:spMkLst>
        </pc:spChg>
        <pc:spChg chg="del mod">
          <ac:chgData name="SONG, Qingyu" userId="498998f4-7f18-4549-a740-dcfb6e1e3d22" providerId="ADAL" clId="{A2A67607-707D-9A4B-B498-57C0CB8C6AF6}" dt="2022-01-09T08:48:40.756" v="255"/>
          <ac:spMkLst>
            <pc:docMk/>
            <pc:sldMk cId="2279024797" sldId="261"/>
            <ac:spMk id="3" creationId="{8F20472D-613F-3748-9CBD-88055CDB4B08}"/>
          </ac:spMkLst>
        </pc:spChg>
        <pc:picChg chg="add mod">
          <ac:chgData name="SONG, Qingyu" userId="498998f4-7f18-4549-a740-dcfb6e1e3d22" providerId="ADAL" clId="{A2A67607-707D-9A4B-B498-57C0CB8C6AF6}" dt="2022-01-09T08:48:40.756" v="255"/>
          <ac:picMkLst>
            <pc:docMk/>
            <pc:sldMk cId="2279024797" sldId="261"/>
            <ac:picMk id="4" creationId="{E0803F26-69FA-F141-8053-17ADFC76B873}"/>
          </ac:picMkLst>
        </pc:picChg>
      </pc:sldChg>
      <pc:sldChg chg="addSp delSp modSp add mod">
        <pc:chgData name="SONG, Qingyu" userId="498998f4-7f18-4549-a740-dcfb6e1e3d22" providerId="ADAL" clId="{A2A67607-707D-9A4B-B498-57C0CB8C6AF6}" dt="2022-01-09T08:52:22.570" v="367"/>
        <pc:sldMkLst>
          <pc:docMk/>
          <pc:sldMk cId="2946419580" sldId="262"/>
        </pc:sldMkLst>
        <pc:spChg chg="mod">
          <ac:chgData name="SONG, Qingyu" userId="498998f4-7f18-4549-a740-dcfb6e1e3d22" providerId="ADAL" clId="{A2A67607-707D-9A4B-B498-57C0CB8C6AF6}" dt="2022-01-09T08:52:22.570" v="367"/>
          <ac:spMkLst>
            <pc:docMk/>
            <pc:sldMk cId="2946419580" sldId="262"/>
            <ac:spMk id="2" creationId="{45C79BA1-37A3-5741-B0A1-E64646E4283C}"/>
          </ac:spMkLst>
        </pc:spChg>
        <pc:spChg chg="del mod">
          <ac:chgData name="SONG, Qingyu" userId="498998f4-7f18-4549-a740-dcfb6e1e3d22" providerId="ADAL" clId="{A2A67607-707D-9A4B-B498-57C0CB8C6AF6}" dt="2022-01-09T08:49:04.320" v="257"/>
          <ac:spMkLst>
            <pc:docMk/>
            <pc:sldMk cId="2946419580" sldId="262"/>
            <ac:spMk id="3" creationId="{8F20472D-613F-3748-9CBD-88055CDB4B08}"/>
          </ac:spMkLst>
        </pc:spChg>
        <pc:spChg chg="add mod">
          <ac:chgData name="SONG, Qingyu" userId="498998f4-7f18-4549-a740-dcfb6e1e3d22" providerId="ADAL" clId="{A2A67607-707D-9A4B-B498-57C0CB8C6AF6}" dt="2022-01-09T08:49:30.001" v="288" actId="1076"/>
          <ac:spMkLst>
            <pc:docMk/>
            <pc:sldMk cId="2946419580" sldId="262"/>
            <ac:spMk id="5" creationId="{99B591B7-0ED3-894C-A352-8477ED74F3BB}"/>
          </ac:spMkLst>
        </pc:spChg>
        <pc:spChg chg="add mod">
          <ac:chgData name="SONG, Qingyu" userId="498998f4-7f18-4549-a740-dcfb6e1e3d22" providerId="ADAL" clId="{A2A67607-707D-9A4B-B498-57C0CB8C6AF6}" dt="2022-01-09T08:49:34.916" v="289" actId="1076"/>
          <ac:spMkLst>
            <pc:docMk/>
            <pc:sldMk cId="2946419580" sldId="262"/>
            <ac:spMk id="6" creationId="{95A8685D-FCCD-1D48-84F7-D47520F09B5B}"/>
          </ac:spMkLst>
        </pc:spChg>
        <pc:picChg chg="add mod">
          <ac:chgData name="SONG, Qingyu" userId="498998f4-7f18-4549-a740-dcfb6e1e3d22" providerId="ADAL" clId="{A2A67607-707D-9A4B-B498-57C0CB8C6AF6}" dt="2022-01-09T08:49:04.320" v="257"/>
          <ac:picMkLst>
            <pc:docMk/>
            <pc:sldMk cId="2946419580" sldId="262"/>
            <ac:picMk id="4" creationId="{8D11AF92-8AD0-444F-83E3-E11532277980}"/>
          </ac:picMkLst>
        </pc:picChg>
      </pc:sldChg>
      <pc:sldChg chg="addSp modSp add mod">
        <pc:chgData name="SONG, Qingyu" userId="498998f4-7f18-4549-a740-dcfb6e1e3d22" providerId="ADAL" clId="{A2A67607-707D-9A4B-B498-57C0CB8C6AF6}" dt="2022-01-09T09:02:56.402" v="628" actId="1076"/>
        <pc:sldMkLst>
          <pc:docMk/>
          <pc:sldMk cId="2477746496" sldId="263"/>
        </pc:sldMkLst>
        <pc:spChg chg="mod">
          <ac:chgData name="SONG, Qingyu" userId="498998f4-7f18-4549-a740-dcfb6e1e3d22" providerId="ADAL" clId="{A2A67607-707D-9A4B-B498-57C0CB8C6AF6}" dt="2022-01-09T08:57:23.226" v="476" actId="20577"/>
          <ac:spMkLst>
            <pc:docMk/>
            <pc:sldMk cId="2477746496" sldId="263"/>
            <ac:spMk id="2" creationId="{45C79BA1-37A3-5741-B0A1-E64646E4283C}"/>
          </ac:spMkLst>
        </pc:spChg>
        <pc:spChg chg="mod">
          <ac:chgData name="SONG, Qingyu" userId="498998f4-7f18-4549-a740-dcfb6e1e3d22" providerId="ADAL" clId="{A2A67607-707D-9A4B-B498-57C0CB8C6AF6}" dt="2022-01-09T09:00:36.805" v="554" actId="14100"/>
          <ac:spMkLst>
            <pc:docMk/>
            <pc:sldMk cId="2477746496" sldId="263"/>
            <ac:spMk id="3" creationId="{8F20472D-613F-3748-9CBD-88055CDB4B08}"/>
          </ac:spMkLst>
        </pc:spChg>
        <pc:spChg chg="add mod">
          <ac:chgData name="SONG, Qingyu" userId="498998f4-7f18-4549-a740-dcfb6e1e3d22" providerId="ADAL" clId="{A2A67607-707D-9A4B-B498-57C0CB8C6AF6}" dt="2022-01-09T09:00:42.462" v="558" actId="403"/>
          <ac:spMkLst>
            <pc:docMk/>
            <pc:sldMk cId="2477746496" sldId="263"/>
            <ac:spMk id="5" creationId="{D0C166B3-D1B0-6A4E-9334-36DA412495C4}"/>
          </ac:spMkLst>
        </pc:spChg>
        <pc:picChg chg="add mod">
          <ac:chgData name="SONG, Qingyu" userId="498998f4-7f18-4549-a740-dcfb6e1e3d22" providerId="ADAL" clId="{A2A67607-707D-9A4B-B498-57C0CB8C6AF6}" dt="2022-01-09T09:02:56.402" v="628" actId="1076"/>
          <ac:picMkLst>
            <pc:docMk/>
            <pc:sldMk cId="2477746496" sldId="263"/>
            <ac:picMk id="4" creationId="{89B148E8-50D7-4542-A495-2257CE9D6A0C}"/>
          </ac:picMkLst>
        </pc:picChg>
      </pc:sldChg>
      <pc:sldChg chg="addSp delSp modSp add mod">
        <pc:chgData name="SONG, Qingyu" userId="498998f4-7f18-4549-a740-dcfb6e1e3d22" providerId="ADAL" clId="{A2A67607-707D-9A4B-B498-57C0CB8C6AF6}" dt="2022-01-09T09:00:55.037" v="585" actId="1036"/>
        <pc:sldMkLst>
          <pc:docMk/>
          <pc:sldMk cId="3355003134" sldId="264"/>
        </pc:sldMkLst>
        <pc:spChg chg="mod">
          <ac:chgData name="SONG, Qingyu" userId="498998f4-7f18-4549-a740-dcfb6e1e3d22" providerId="ADAL" clId="{A2A67607-707D-9A4B-B498-57C0CB8C6AF6}" dt="2022-01-09T08:52:41.807" v="379"/>
          <ac:spMkLst>
            <pc:docMk/>
            <pc:sldMk cId="3355003134" sldId="264"/>
            <ac:spMk id="2" creationId="{45C79BA1-37A3-5741-B0A1-E64646E4283C}"/>
          </ac:spMkLst>
        </pc:spChg>
        <pc:spChg chg="mod">
          <ac:chgData name="SONG, Qingyu" userId="498998f4-7f18-4549-a740-dcfb6e1e3d22" providerId="ADAL" clId="{A2A67607-707D-9A4B-B498-57C0CB8C6AF6}" dt="2022-01-09T08:59:52.346" v="535" actId="14100"/>
          <ac:spMkLst>
            <pc:docMk/>
            <pc:sldMk cId="3355003134" sldId="264"/>
            <ac:spMk id="3" creationId="{8F20472D-613F-3748-9CBD-88055CDB4B08}"/>
          </ac:spMkLst>
        </pc:spChg>
        <pc:spChg chg="add mod">
          <ac:chgData name="SONG, Qingyu" userId="498998f4-7f18-4549-a740-dcfb6e1e3d22" providerId="ADAL" clId="{A2A67607-707D-9A4B-B498-57C0CB8C6AF6}" dt="2022-01-09T09:00:50.651" v="567" actId="1036"/>
          <ac:spMkLst>
            <pc:docMk/>
            <pc:sldMk cId="3355003134" sldId="264"/>
            <ac:spMk id="6" creationId="{8B586356-C565-9B40-BF75-839DA7B53FCB}"/>
          </ac:spMkLst>
        </pc:spChg>
        <pc:picChg chg="del">
          <ac:chgData name="SONG, Qingyu" userId="498998f4-7f18-4549-a740-dcfb6e1e3d22" providerId="ADAL" clId="{A2A67607-707D-9A4B-B498-57C0CB8C6AF6}" dt="2022-01-09T08:53:07.781" v="381" actId="478"/>
          <ac:picMkLst>
            <pc:docMk/>
            <pc:sldMk cId="3355003134" sldId="264"/>
            <ac:picMk id="4" creationId="{89B148E8-50D7-4542-A495-2257CE9D6A0C}"/>
          </ac:picMkLst>
        </pc:picChg>
        <pc:picChg chg="add mod">
          <ac:chgData name="SONG, Qingyu" userId="498998f4-7f18-4549-a740-dcfb6e1e3d22" providerId="ADAL" clId="{A2A67607-707D-9A4B-B498-57C0CB8C6AF6}" dt="2022-01-09T09:00:55.037" v="585" actId="1036"/>
          <ac:picMkLst>
            <pc:docMk/>
            <pc:sldMk cId="3355003134" sldId="264"/>
            <ac:picMk id="5" creationId="{273285BD-3165-3D46-A0CB-9A06242E6EF4}"/>
          </ac:picMkLst>
        </pc:picChg>
      </pc:sldChg>
      <pc:sldChg chg="addSp delSp modSp add mod">
        <pc:chgData name="SONG, Qingyu" userId="498998f4-7f18-4549-a740-dcfb6e1e3d22" providerId="ADAL" clId="{A2A67607-707D-9A4B-B498-57C0CB8C6AF6}" dt="2022-01-09T09:01:01.172" v="602" actId="1036"/>
        <pc:sldMkLst>
          <pc:docMk/>
          <pc:sldMk cId="3781525919" sldId="265"/>
        </pc:sldMkLst>
        <pc:spChg chg="mod">
          <ac:chgData name="SONG, Qingyu" userId="498998f4-7f18-4549-a740-dcfb6e1e3d22" providerId="ADAL" clId="{A2A67607-707D-9A4B-B498-57C0CB8C6AF6}" dt="2022-01-09T08:56:55.874" v="468"/>
          <ac:spMkLst>
            <pc:docMk/>
            <pc:sldMk cId="3781525919" sldId="265"/>
            <ac:spMk id="2" creationId="{45C79BA1-37A3-5741-B0A1-E64646E4283C}"/>
          </ac:spMkLst>
        </pc:spChg>
        <pc:spChg chg="mod">
          <ac:chgData name="SONG, Qingyu" userId="498998f4-7f18-4549-a740-dcfb6e1e3d22" providerId="ADAL" clId="{A2A67607-707D-9A4B-B498-57C0CB8C6AF6}" dt="2022-01-09T09:00:13.333" v="541" actId="14100"/>
          <ac:spMkLst>
            <pc:docMk/>
            <pc:sldMk cId="3781525919" sldId="265"/>
            <ac:spMk id="3" creationId="{8F20472D-613F-3748-9CBD-88055CDB4B08}"/>
          </ac:spMkLst>
        </pc:spChg>
        <pc:spChg chg="add mod">
          <ac:chgData name="SONG, Qingyu" userId="498998f4-7f18-4549-a740-dcfb6e1e3d22" providerId="ADAL" clId="{A2A67607-707D-9A4B-B498-57C0CB8C6AF6}" dt="2022-01-09T09:00:24.761" v="547" actId="404"/>
          <ac:spMkLst>
            <pc:docMk/>
            <pc:sldMk cId="3781525919" sldId="265"/>
            <ac:spMk id="6" creationId="{3B692967-652C-AB4A-9FFE-F0D2464A2DD4}"/>
          </ac:spMkLst>
        </pc:spChg>
        <pc:picChg chg="del">
          <ac:chgData name="SONG, Qingyu" userId="498998f4-7f18-4549-a740-dcfb6e1e3d22" providerId="ADAL" clId="{A2A67607-707D-9A4B-B498-57C0CB8C6AF6}" dt="2022-01-09T08:55:10.406" v="439" actId="478"/>
          <ac:picMkLst>
            <pc:docMk/>
            <pc:sldMk cId="3781525919" sldId="265"/>
            <ac:picMk id="4" creationId="{89B148E8-50D7-4542-A495-2257CE9D6A0C}"/>
          </ac:picMkLst>
        </pc:picChg>
        <pc:picChg chg="add mod">
          <ac:chgData name="SONG, Qingyu" userId="498998f4-7f18-4549-a740-dcfb6e1e3d22" providerId="ADAL" clId="{A2A67607-707D-9A4B-B498-57C0CB8C6AF6}" dt="2022-01-09T09:01:01.172" v="602" actId="1036"/>
          <ac:picMkLst>
            <pc:docMk/>
            <pc:sldMk cId="3781525919" sldId="265"/>
            <ac:picMk id="5" creationId="{C3480844-4AD9-7945-A207-E3FE35124D43}"/>
          </ac:picMkLst>
        </pc:picChg>
      </pc:sldChg>
      <pc:sldChg chg="add del">
        <pc:chgData name="SONG, Qingyu" userId="498998f4-7f18-4549-a740-dcfb6e1e3d22" providerId="ADAL" clId="{A2A67607-707D-9A4B-B498-57C0CB8C6AF6}" dt="2022-01-09T08:56:47.408" v="466" actId="2696"/>
        <pc:sldMkLst>
          <pc:docMk/>
          <pc:sldMk cId="1610562717" sldId="266"/>
        </pc:sldMkLst>
      </pc:sldChg>
      <pc:sldChg chg="addSp delSp modSp add mod">
        <pc:chgData name="SONG, Qingyu" userId="498998f4-7f18-4549-a740-dcfb6e1e3d22" providerId="ADAL" clId="{A2A67607-707D-9A4B-B498-57C0CB8C6AF6}" dt="2022-01-09T09:01:29.138" v="610" actId="1076"/>
        <pc:sldMkLst>
          <pc:docMk/>
          <pc:sldMk cId="3863058764" sldId="266"/>
        </pc:sldMkLst>
        <pc:spChg chg="mod">
          <ac:chgData name="SONG, Qingyu" userId="498998f4-7f18-4549-a740-dcfb6e1e3d22" providerId="ADAL" clId="{A2A67607-707D-9A4B-B498-57C0CB8C6AF6}" dt="2022-01-09T08:57:52.495" v="484" actId="20577"/>
          <ac:spMkLst>
            <pc:docMk/>
            <pc:sldMk cId="3863058764" sldId="266"/>
            <ac:spMk id="2" creationId="{45C79BA1-37A3-5741-B0A1-E64646E4283C}"/>
          </ac:spMkLst>
        </pc:spChg>
        <pc:spChg chg="mod">
          <ac:chgData name="SONG, Qingyu" userId="498998f4-7f18-4549-a740-dcfb6e1e3d22" providerId="ADAL" clId="{A2A67607-707D-9A4B-B498-57C0CB8C6AF6}" dt="2022-01-09T09:01:24.526" v="609" actId="14100"/>
          <ac:spMkLst>
            <pc:docMk/>
            <pc:sldMk cId="3863058764" sldId="266"/>
            <ac:spMk id="3" creationId="{8F20472D-613F-3748-9CBD-88055CDB4B08}"/>
          </ac:spMkLst>
        </pc:spChg>
        <pc:spChg chg="add mod">
          <ac:chgData name="SONG, Qingyu" userId="498998f4-7f18-4549-a740-dcfb6e1e3d22" providerId="ADAL" clId="{A2A67607-707D-9A4B-B498-57C0CB8C6AF6}" dt="2022-01-09T09:01:29.138" v="610" actId="1076"/>
          <ac:spMkLst>
            <pc:docMk/>
            <pc:sldMk cId="3863058764" sldId="266"/>
            <ac:spMk id="6" creationId="{065A69BD-EADE-DA43-8E5A-0F49CD1E94FF}"/>
          </ac:spMkLst>
        </pc:spChg>
        <pc:picChg chg="add mod">
          <ac:chgData name="SONG, Qingyu" userId="498998f4-7f18-4549-a740-dcfb6e1e3d22" providerId="ADAL" clId="{A2A67607-707D-9A4B-B498-57C0CB8C6AF6}" dt="2022-01-09T09:01:20.609" v="608" actId="1076"/>
          <ac:picMkLst>
            <pc:docMk/>
            <pc:sldMk cId="3863058764" sldId="266"/>
            <ac:picMk id="4" creationId="{A1D5C397-6034-9D41-9BB4-A827A6FAA1BD}"/>
          </ac:picMkLst>
        </pc:picChg>
        <pc:picChg chg="add del">
          <ac:chgData name="SONG, Qingyu" userId="498998f4-7f18-4549-a740-dcfb6e1e3d22" providerId="ADAL" clId="{A2A67607-707D-9A4B-B498-57C0CB8C6AF6}" dt="2022-01-09T08:59:15.791" v="520" actId="478"/>
          <ac:picMkLst>
            <pc:docMk/>
            <pc:sldMk cId="3863058764" sldId="266"/>
            <ac:picMk id="5" creationId="{C3480844-4AD9-7945-A207-E3FE35124D43}"/>
          </ac:picMkLst>
        </pc:picChg>
      </pc:sldChg>
      <pc:sldChg chg="add del">
        <pc:chgData name="SONG, Qingyu" userId="498998f4-7f18-4549-a740-dcfb6e1e3d22" providerId="ADAL" clId="{A2A67607-707D-9A4B-B498-57C0CB8C6AF6}" dt="2022-01-09T08:56:47.926" v="467" actId="2696"/>
        <pc:sldMkLst>
          <pc:docMk/>
          <pc:sldMk cId="2034820447" sldId="267"/>
        </pc:sldMkLst>
      </pc:sldChg>
      <pc:sldChg chg="addSp delSp modSp add mod">
        <pc:chgData name="SONG, Qingyu" userId="498998f4-7f18-4549-a740-dcfb6e1e3d22" providerId="ADAL" clId="{A2A67607-707D-9A4B-B498-57C0CB8C6AF6}" dt="2022-01-09T09:03:51.796" v="655" actId="1037"/>
        <pc:sldMkLst>
          <pc:docMk/>
          <pc:sldMk cId="4271156151" sldId="267"/>
        </pc:sldMkLst>
        <pc:spChg chg="mod">
          <ac:chgData name="SONG, Qingyu" userId="498998f4-7f18-4549-a740-dcfb6e1e3d22" providerId="ADAL" clId="{A2A67607-707D-9A4B-B498-57C0CB8C6AF6}" dt="2022-01-09T09:02:05.389" v="619" actId="20577"/>
          <ac:spMkLst>
            <pc:docMk/>
            <pc:sldMk cId="4271156151" sldId="267"/>
            <ac:spMk id="2" creationId="{45C79BA1-37A3-5741-B0A1-E64646E4283C}"/>
          </ac:spMkLst>
        </pc:spChg>
        <pc:spChg chg="mod">
          <ac:chgData name="SONG, Qingyu" userId="498998f4-7f18-4549-a740-dcfb6e1e3d22" providerId="ADAL" clId="{A2A67607-707D-9A4B-B498-57C0CB8C6AF6}" dt="2022-01-09T09:02:19.743" v="620"/>
          <ac:spMkLst>
            <pc:docMk/>
            <pc:sldMk cId="4271156151" sldId="267"/>
            <ac:spMk id="3" creationId="{8F20472D-613F-3748-9CBD-88055CDB4B08}"/>
          </ac:spMkLst>
        </pc:spChg>
        <pc:spChg chg="mod">
          <ac:chgData name="SONG, Qingyu" userId="498998f4-7f18-4549-a740-dcfb6e1e3d22" providerId="ADAL" clId="{A2A67607-707D-9A4B-B498-57C0CB8C6AF6}" dt="2022-01-09T09:02:29.871" v="622" actId="20577"/>
          <ac:spMkLst>
            <pc:docMk/>
            <pc:sldMk cId="4271156151" sldId="267"/>
            <ac:spMk id="6" creationId="{065A69BD-EADE-DA43-8E5A-0F49CD1E94FF}"/>
          </ac:spMkLst>
        </pc:spChg>
        <pc:picChg chg="del">
          <ac:chgData name="SONG, Qingyu" userId="498998f4-7f18-4549-a740-dcfb6e1e3d22" providerId="ADAL" clId="{A2A67607-707D-9A4B-B498-57C0CB8C6AF6}" dt="2022-01-09T09:02:39.138" v="623" actId="478"/>
          <ac:picMkLst>
            <pc:docMk/>
            <pc:sldMk cId="4271156151" sldId="267"/>
            <ac:picMk id="4" creationId="{A1D5C397-6034-9D41-9BB4-A827A6FAA1BD}"/>
          </ac:picMkLst>
        </pc:picChg>
        <pc:picChg chg="add mod">
          <ac:chgData name="SONG, Qingyu" userId="498998f4-7f18-4549-a740-dcfb6e1e3d22" providerId="ADAL" clId="{A2A67607-707D-9A4B-B498-57C0CB8C6AF6}" dt="2022-01-09T09:03:51.796" v="655" actId="1037"/>
          <ac:picMkLst>
            <pc:docMk/>
            <pc:sldMk cId="4271156151" sldId="267"/>
            <ac:picMk id="5" creationId="{20B8ECFB-DBDD-7147-A6FE-FB32D105F141}"/>
          </ac:picMkLst>
        </pc:picChg>
      </pc:sldChg>
      <pc:sldChg chg="addSp delSp modSp add mod">
        <pc:chgData name="SONG, Qingyu" userId="498998f4-7f18-4549-a740-dcfb6e1e3d22" providerId="ADAL" clId="{A2A67607-707D-9A4B-B498-57C0CB8C6AF6}" dt="2022-01-09T09:04:30.224" v="673" actId="1076"/>
        <pc:sldMkLst>
          <pc:docMk/>
          <pc:sldMk cId="3168600580" sldId="268"/>
        </pc:sldMkLst>
        <pc:spChg chg="mod">
          <ac:chgData name="SONG, Qingyu" userId="498998f4-7f18-4549-a740-dcfb6e1e3d22" providerId="ADAL" clId="{A2A67607-707D-9A4B-B498-57C0CB8C6AF6}" dt="2022-01-09T09:04:04.507" v="667" actId="20577"/>
          <ac:spMkLst>
            <pc:docMk/>
            <pc:sldMk cId="3168600580" sldId="268"/>
            <ac:spMk id="2" creationId="{45C79BA1-37A3-5741-B0A1-E64646E4283C}"/>
          </ac:spMkLst>
        </pc:spChg>
        <pc:spChg chg="mod">
          <ac:chgData name="SONG, Qingyu" userId="498998f4-7f18-4549-a740-dcfb6e1e3d22" providerId="ADAL" clId="{A2A67607-707D-9A4B-B498-57C0CB8C6AF6}" dt="2022-01-09T09:04:09.928" v="668"/>
          <ac:spMkLst>
            <pc:docMk/>
            <pc:sldMk cId="3168600580" sldId="268"/>
            <ac:spMk id="3" creationId="{8F20472D-613F-3748-9CBD-88055CDB4B08}"/>
          </ac:spMkLst>
        </pc:spChg>
        <pc:spChg chg="mod">
          <ac:chgData name="SONG, Qingyu" userId="498998f4-7f18-4549-a740-dcfb6e1e3d22" providerId="ADAL" clId="{A2A67607-707D-9A4B-B498-57C0CB8C6AF6}" dt="2022-01-09T09:04:14.145" v="669"/>
          <ac:spMkLst>
            <pc:docMk/>
            <pc:sldMk cId="3168600580" sldId="268"/>
            <ac:spMk id="6" creationId="{065A69BD-EADE-DA43-8E5A-0F49CD1E94FF}"/>
          </ac:spMkLst>
        </pc:spChg>
        <pc:picChg chg="add mod">
          <ac:chgData name="SONG, Qingyu" userId="498998f4-7f18-4549-a740-dcfb6e1e3d22" providerId="ADAL" clId="{A2A67607-707D-9A4B-B498-57C0CB8C6AF6}" dt="2022-01-09T09:04:30.224" v="673" actId="1076"/>
          <ac:picMkLst>
            <pc:docMk/>
            <pc:sldMk cId="3168600580" sldId="268"/>
            <ac:picMk id="4" creationId="{E04675FE-F79E-C645-8EAA-C00F491721EB}"/>
          </ac:picMkLst>
        </pc:picChg>
        <pc:picChg chg="del">
          <ac:chgData name="SONG, Qingyu" userId="498998f4-7f18-4549-a740-dcfb6e1e3d22" providerId="ADAL" clId="{A2A67607-707D-9A4B-B498-57C0CB8C6AF6}" dt="2022-01-09T09:03:55.689" v="656" actId="478"/>
          <ac:picMkLst>
            <pc:docMk/>
            <pc:sldMk cId="3168600580" sldId="268"/>
            <ac:picMk id="5" creationId="{20B8ECFB-DBDD-7147-A6FE-FB32D105F141}"/>
          </ac:picMkLst>
        </pc:picChg>
      </pc:sldChg>
      <pc:sldChg chg="addSp delSp modSp add mod">
        <pc:chgData name="SONG, Qingyu" userId="498998f4-7f18-4549-a740-dcfb6e1e3d22" providerId="ADAL" clId="{A2A67607-707D-9A4B-B498-57C0CB8C6AF6}" dt="2022-01-09T09:05:24.298" v="694" actId="1076"/>
        <pc:sldMkLst>
          <pc:docMk/>
          <pc:sldMk cId="1589765134" sldId="269"/>
        </pc:sldMkLst>
        <pc:spChg chg="mod">
          <ac:chgData name="SONG, Qingyu" userId="498998f4-7f18-4549-a740-dcfb6e1e3d22" providerId="ADAL" clId="{A2A67607-707D-9A4B-B498-57C0CB8C6AF6}" dt="2022-01-09T09:04:45.920" v="676"/>
          <ac:spMkLst>
            <pc:docMk/>
            <pc:sldMk cId="1589765134" sldId="269"/>
            <ac:spMk id="2" creationId="{45C79BA1-37A3-5741-B0A1-E64646E4283C}"/>
          </ac:spMkLst>
        </pc:spChg>
        <pc:spChg chg="mod">
          <ac:chgData name="SONG, Qingyu" userId="498998f4-7f18-4549-a740-dcfb6e1e3d22" providerId="ADAL" clId="{A2A67607-707D-9A4B-B498-57C0CB8C6AF6}" dt="2022-01-09T09:04:55.810" v="687" actId="20577"/>
          <ac:spMkLst>
            <pc:docMk/>
            <pc:sldMk cId="1589765134" sldId="269"/>
            <ac:spMk id="3" creationId="{8F20472D-613F-3748-9CBD-88055CDB4B08}"/>
          </ac:spMkLst>
        </pc:spChg>
        <pc:spChg chg="mod">
          <ac:chgData name="SONG, Qingyu" userId="498998f4-7f18-4549-a740-dcfb6e1e3d22" providerId="ADAL" clId="{A2A67607-707D-9A4B-B498-57C0CB8C6AF6}" dt="2022-01-09T09:05:09.254" v="690"/>
          <ac:spMkLst>
            <pc:docMk/>
            <pc:sldMk cId="1589765134" sldId="269"/>
            <ac:spMk id="6" creationId="{065A69BD-EADE-DA43-8E5A-0F49CD1E94FF}"/>
          </ac:spMkLst>
        </pc:spChg>
        <pc:picChg chg="del">
          <ac:chgData name="SONG, Qingyu" userId="498998f4-7f18-4549-a740-dcfb6e1e3d22" providerId="ADAL" clId="{A2A67607-707D-9A4B-B498-57C0CB8C6AF6}" dt="2022-01-09T09:05:18.814" v="691" actId="478"/>
          <ac:picMkLst>
            <pc:docMk/>
            <pc:sldMk cId="1589765134" sldId="269"/>
            <ac:picMk id="4" creationId="{E04675FE-F79E-C645-8EAA-C00F491721EB}"/>
          </ac:picMkLst>
        </pc:picChg>
        <pc:picChg chg="add mod">
          <ac:chgData name="SONG, Qingyu" userId="498998f4-7f18-4549-a740-dcfb6e1e3d22" providerId="ADAL" clId="{A2A67607-707D-9A4B-B498-57C0CB8C6AF6}" dt="2022-01-09T09:05:24.298" v="694" actId="1076"/>
          <ac:picMkLst>
            <pc:docMk/>
            <pc:sldMk cId="1589765134" sldId="269"/>
            <ac:picMk id="5" creationId="{7827AB7E-88BC-F041-A7B3-C9FD27A79BE9}"/>
          </ac:picMkLst>
        </pc:picChg>
      </pc:sldChg>
      <pc:sldChg chg="delSp modSp add mod">
        <pc:chgData name="SONG, Qingyu" userId="498998f4-7f18-4549-a740-dcfb6e1e3d22" providerId="ADAL" clId="{A2A67607-707D-9A4B-B498-57C0CB8C6AF6}" dt="2022-01-09T09:17:41.699" v="736"/>
        <pc:sldMkLst>
          <pc:docMk/>
          <pc:sldMk cId="1871005255" sldId="270"/>
        </pc:sldMkLst>
        <pc:spChg chg="mod">
          <ac:chgData name="SONG, Qingyu" userId="498998f4-7f18-4549-a740-dcfb6e1e3d22" providerId="ADAL" clId="{A2A67607-707D-9A4B-B498-57C0CB8C6AF6}" dt="2022-01-09T09:05:37.022" v="695"/>
          <ac:spMkLst>
            <pc:docMk/>
            <pc:sldMk cId="1871005255" sldId="270"/>
            <ac:spMk id="2" creationId="{45C79BA1-37A3-5741-B0A1-E64646E4283C}"/>
          </ac:spMkLst>
        </pc:spChg>
        <pc:spChg chg="mod">
          <ac:chgData name="SONG, Qingyu" userId="498998f4-7f18-4549-a740-dcfb6e1e3d22" providerId="ADAL" clId="{A2A67607-707D-9A4B-B498-57C0CB8C6AF6}" dt="2022-01-09T09:17:41.699" v="736"/>
          <ac:spMkLst>
            <pc:docMk/>
            <pc:sldMk cId="1871005255" sldId="270"/>
            <ac:spMk id="3" creationId="{8F20472D-613F-3748-9CBD-88055CDB4B08}"/>
          </ac:spMkLst>
        </pc:spChg>
        <pc:spChg chg="del mod">
          <ac:chgData name="SONG, Qingyu" userId="498998f4-7f18-4549-a740-dcfb6e1e3d22" providerId="ADAL" clId="{A2A67607-707D-9A4B-B498-57C0CB8C6AF6}" dt="2022-01-09T09:07:05.309" v="699" actId="478"/>
          <ac:spMkLst>
            <pc:docMk/>
            <pc:sldMk cId="1871005255" sldId="270"/>
            <ac:spMk id="6" creationId="{065A69BD-EADE-DA43-8E5A-0F49CD1E94FF}"/>
          </ac:spMkLst>
        </pc:spChg>
        <pc:picChg chg="del">
          <ac:chgData name="SONG, Qingyu" userId="498998f4-7f18-4549-a740-dcfb6e1e3d22" providerId="ADAL" clId="{A2A67607-707D-9A4B-B498-57C0CB8C6AF6}" dt="2022-01-09T09:07:02.226" v="697" actId="478"/>
          <ac:picMkLst>
            <pc:docMk/>
            <pc:sldMk cId="1871005255" sldId="270"/>
            <ac:picMk id="4" creationId="{E04675FE-F79E-C645-8EAA-C00F491721EB}"/>
          </ac:picMkLst>
        </pc:picChg>
      </pc:sldChg>
      <pc:sldChg chg="modSp add mod">
        <pc:chgData name="SONG, Qingyu" userId="498998f4-7f18-4549-a740-dcfb6e1e3d22" providerId="ADAL" clId="{A2A67607-707D-9A4B-B498-57C0CB8C6AF6}" dt="2022-01-09T09:10:29.220" v="720" actId="403"/>
        <pc:sldMkLst>
          <pc:docMk/>
          <pc:sldMk cId="616564471" sldId="271"/>
        </pc:sldMkLst>
        <pc:spChg chg="mod">
          <ac:chgData name="SONG, Qingyu" userId="498998f4-7f18-4549-a740-dcfb6e1e3d22" providerId="ADAL" clId="{A2A67607-707D-9A4B-B498-57C0CB8C6AF6}" dt="2022-01-09T09:08:29.862" v="701"/>
          <ac:spMkLst>
            <pc:docMk/>
            <pc:sldMk cId="616564471" sldId="271"/>
            <ac:spMk id="2" creationId="{45C79BA1-37A3-5741-B0A1-E64646E4283C}"/>
          </ac:spMkLst>
        </pc:spChg>
        <pc:spChg chg="mod">
          <ac:chgData name="SONG, Qingyu" userId="498998f4-7f18-4549-a740-dcfb6e1e3d22" providerId="ADAL" clId="{A2A67607-707D-9A4B-B498-57C0CB8C6AF6}" dt="2022-01-09T09:10:29.220" v="720" actId="403"/>
          <ac:spMkLst>
            <pc:docMk/>
            <pc:sldMk cId="616564471" sldId="271"/>
            <ac:spMk id="3" creationId="{8F20472D-613F-3748-9CBD-88055CDB4B08}"/>
          </ac:spMkLst>
        </pc:spChg>
      </pc:sldChg>
      <pc:sldChg chg="addSp delSp modSp new mod">
        <pc:chgData name="SONG, Qingyu" userId="498998f4-7f18-4549-a740-dcfb6e1e3d22" providerId="ADAL" clId="{A2A67607-707D-9A4B-B498-57C0CB8C6AF6}" dt="2022-01-09T09:11:07.645" v="730" actId="1076"/>
        <pc:sldMkLst>
          <pc:docMk/>
          <pc:sldMk cId="3216618933" sldId="272"/>
        </pc:sldMkLst>
        <pc:spChg chg="del">
          <ac:chgData name="SONG, Qingyu" userId="498998f4-7f18-4549-a740-dcfb6e1e3d22" providerId="ADAL" clId="{A2A67607-707D-9A4B-B498-57C0CB8C6AF6}" dt="2022-01-09T09:10:47.797" v="722" actId="478"/>
          <ac:spMkLst>
            <pc:docMk/>
            <pc:sldMk cId="3216618933" sldId="272"/>
            <ac:spMk id="2" creationId="{900EDBAF-B262-2241-AC45-A243A09C313B}"/>
          </ac:spMkLst>
        </pc:spChg>
        <pc:spChg chg="del">
          <ac:chgData name="SONG, Qingyu" userId="498998f4-7f18-4549-a740-dcfb6e1e3d22" providerId="ADAL" clId="{A2A67607-707D-9A4B-B498-57C0CB8C6AF6}" dt="2022-01-09T09:10:50.341" v="723" actId="478"/>
          <ac:spMkLst>
            <pc:docMk/>
            <pc:sldMk cId="3216618933" sldId="272"/>
            <ac:spMk id="3" creationId="{CE685DE1-EC4A-014A-BCA4-FAC5A190BA84}"/>
          </ac:spMkLst>
        </pc:spChg>
        <pc:spChg chg="add mod">
          <ac:chgData name="SONG, Qingyu" userId="498998f4-7f18-4549-a740-dcfb6e1e3d22" providerId="ADAL" clId="{A2A67607-707D-9A4B-B498-57C0CB8C6AF6}" dt="2022-01-09T09:11:07.645" v="730" actId="1076"/>
          <ac:spMkLst>
            <pc:docMk/>
            <pc:sldMk cId="3216618933" sldId="272"/>
            <ac:spMk id="4" creationId="{A8D2CAE8-E323-A14E-A62F-188A25405FEA}"/>
          </ac:spMkLst>
        </pc:spChg>
      </pc:sldChg>
    </pc:docChg>
  </pc:docChgLst>
  <pc:docChgLst>
    <pc:chgData name="YANG, Yitao" userId="88e7822c-0337-4812-90b9-cac454a86cb3" providerId="ADAL" clId="{DEA34803-EBC2-B646-AD91-C98E90D4BE64}"/>
    <pc:docChg chg="modSld">
      <pc:chgData name="YANG, Yitao" userId="88e7822c-0337-4812-90b9-cac454a86cb3" providerId="ADAL" clId="{DEA34803-EBC2-B646-AD91-C98E90D4BE64}" dt="2025-02-02T15:16:09.759" v="2" actId="20577"/>
      <pc:docMkLst>
        <pc:docMk/>
      </pc:docMkLst>
      <pc:sldChg chg="modSp mod">
        <pc:chgData name="YANG, Yitao" userId="88e7822c-0337-4812-90b9-cac454a86cb3" providerId="ADAL" clId="{DEA34803-EBC2-B646-AD91-C98E90D4BE64}" dt="2025-02-02T15:16:09.759" v="2" actId="20577"/>
        <pc:sldMkLst>
          <pc:docMk/>
          <pc:sldMk cId="616564471" sldId="271"/>
        </pc:sldMkLst>
        <pc:spChg chg="mod">
          <ac:chgData name="YANG, Yitao" userId="88e7822c-0337-4812-90b9-cac454a86cb3" providerId="ADAL" clId="{DEA34803-EBC2-B646-AD91-C98E90D4BE64}" dt="2025-02-02T15:16:09.759" v="2" actId="20577"/>
          <ac:spMkLst>
            <pc:docMk/>
            <pc:sldMk cId="616564471" sldId="271"/>
            <ac:spMk id="3" creationId="{8F20472D-613F-3748-9CBD-88055CDB4B08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2FBE78F-E554-4806-A855-B19721C91D19}" type="datetimeFigureOut">
              <a:rPr lang="zh-CN" altLang="en-US" smtClean="0"/>
              <a:t>2025/2/2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4149050-F688-4072-B68F-BF1043D39F0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352927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Less CPU/DRAM/context switching/ not need to using lock for sync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149050-F688-4072-B68F-BF1043D39F0B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8469407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Three NULL represent: do not watch writing activity &amp; do not watch error socket &amp; do not have timeout limit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149050-F688-4072-B68F-BF1043D39F0B}" type="slidenum">
              <a:rPr lang="zh-CN" altLang="en-US" smtClean="0"/>
              <a:t>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251860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CA81B1-2540-6743-ABB4-0E292A122B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15AD417-B984-E443-AB4F-C92143CD1BA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6006C3-5569-404A-A00F-D4521490E5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2/2/25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19AC1B-9F9B-7C4C-AD2B-75AB838743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C20CFE-8FE9-EB4E-A8E1-AE36C51E48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41128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3D011E-DCDE-C342-A56C-2EAC9B225B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98A12E-F58F-7A41-BFC0-F72ABF92C8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59EBF6-8755-7E49-B0D7-FB2F3BB92C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2/2/25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FEA0E9-4BD6-7644-BA8D-7470DF7661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40FEFB-6605-6C41-87AB-0F5AA21FDE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91281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64326-D9A3-1A44-8452-04D5A488E2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A07CA1-149F-4C4E-8D54-13D1A92527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D652F9-B0E8-F941-8A14-1BEB86F97E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2/2/25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8F3F9B-475A-C14C-A0E3-E96F9ED3BD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CFE635-695A-2C43-855F-CF2C41BD89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13299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97B479-481A-0E49-8D52-0BE021ED29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C541EA-D1C3-8E4A-B80B-8390B466F6E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0AE356B-D1EA-5247-B0F3-0476CB9307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9A32C0-D4EC-FD47-BD75-CDDACA4419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2/2/25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43B967-A303-124B-BA06-4BAEC0497F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193EAE9-F2F8-7E42-9BF7-5A60A32A39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65045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1C2CE6-C39C-9045-94F8-9B43CA9D24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F926E9-9778-2846-B43B-4A7267120C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A996341-9374-DF4E-B9F6-A94758E38A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D5E4306-B762-C746-B6F4-16DFD70CB64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A704D85-B6B3-0A42-925A-38933F782EE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75CA7DE-DF2D-DD4B-8D9A-4B40F820DC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2/2/25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D6E122F-5BD1-454E-A133-FE0AB5CD2D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5903D25-9E17-0044-9543-53299894B8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12543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3D4217-17EF-3B45-93F5-B23C54148C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D4CDDD4-A221-CE49-9EB3-456758E56F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2/2/25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65879A2-4394-CD4B-9263-3DDC707A45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21ECC98-0E91-594B-AC7F-127A4DD39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00218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1D70CAD-9D94-0544-90C0-985EDEA907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2/2/25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C739153-BA93-C64C-B9BC-ECAD241737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2EC52B-8EB5-C146-B069-115FF80454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68761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FB9339-BB2A-AB4C-A011-36281FB8C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BB9FD2-C72C-D746-8FEF-4B09D248F9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14212A7-AD11-0642-87B6-8FC8A57634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1FEE618-4BEB-D848-A755-D0B3815B69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2/2/25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49F7CBA-7A19-1743-9814-DDBE48E60A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1CF1DF5-1759-1846-85A4-293FE90605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16225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8FE6E1-ED4F-1D4C-B60C-89E3D8EF6C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0A6747D-0A18-D14E-9E1F-8914CD61187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9873C7-5733-564B-AEBA-F2F0FEFCC9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CB7B211-4DF6-9442-9953-6292F18757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2/2/25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0D0981E-2ABE-7048-AC75-D8C8477246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466DC9-3D33-FE44-A5E3-A0B734DF51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39687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08CAB9-FB2B-C540-B5C7-A162BB5F27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5B419EE-DACB-ED41-9BC3-137129D6FE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F4D66E-AA24-0A49-872D-17B778563E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2/2/25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8B7280-38D0-E542-8CFE-089B78DF08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BE1198-80CE-3D48-8EEE-D994007D70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70468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AF88F6-3858-2147-8565-3ABE064ABAE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3579688-6666-4A47-AB44-B55E2BF0EB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CEBA88-1DD5-DC4A-AFB4-8B03BBD45A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2/2/25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D9944A-C4EB-B943-8190-BF118811DF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4E4696-702A-BD44-9A3C-F8C85C27C8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06531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873DFB7-9581-4D48-AAE2-C17529315D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C3503A-E2B1-0944-B035-77EF7A9439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89E476-F670-2B47-81DC-675E7D1F7DC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25905D-C0C4-D040-B3F5-79CCA23FA4EB}" type="datetimeFigureOut">
              <a:rPr lang="en-US" smtClean="0"/>
              <a:t>2/2/25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1F1A25-0D30-0E4C-A201-3259214DFAC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92BE1C-D630-6544-8677-F74CB5078C9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00349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hyperlink" Target="mailto:ytyang@cse.cuhk.edu.hk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henryhxu/CSCI4430/tree/2025_spring/tutorial/T04/select_example" TargetMode="External"/><Relationship Id="rId2" Type="http://schemas.openxmlformats.org/officeDocument/2006/relationships/hyperlink" Target="https://github.com/henryhxu/CSCI4430-ESTR4120/tree/2023_fall/tutorial/T04/select_example" TargetMode="Externa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henryhxu/CSCI4430/tree/2025_spring/tutorial/T04/select_example" TargetMode="External"/><Relationship Id="rId2" Type="http://schemas.openxmlformats.org/officeDocument/2006/relationships/hyperlink" Target="https://man7.org/linux/man-pages/man2/select.2.html" TargetMode="Externa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E55C1B-43BC-8B40-A7BE-D3C3F3D8A4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705674"/>
            <a:ext cx="9144000" cy="2387600"/>
          </a:xfrm>
        </p:spPr>
        <p:txBody>
          <a:bodyPr>
            <a:normAutofit/>
          </a:bodyPr>
          <a:lstStyle/>
          <a:p>
            <a:r>
              <a:rPr lang="en-US" sz="6600" b="1" dirty="0"/>
              <a:t>CSCI 4430 </a:t>
            </a:r>
            <a:r>
              <a:rPr lang="en-US" sz="6600" b="1"/>
              <a:t>– Spring 25</a:t>
            </a:r>
            <a:endParaRPr lang="en-US" sz="66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CEAD46B-2981-B54E-B7BD-5B165BCFE3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715006"/>
            <a:ext cx="9144000" cy="2513575"/>
          </a:xfrm>
        </p:spPr>
        <p:txBody>
          <a:bodyPr>
            <a:normAutofit lnSpcReduction="10000"/>
          </a:bodyPr>
          <a:lstStyle/>
          <a:p>
            <a:r>
              <a:rPr lang="en-US" sz="3900" b="1" dirty="0"/>
              <a:t>Tutorial </a:t>
            </a:r>
            <a:r>
              <a:rPr lang="en-US" altLang="zh-CN" sz="3900" b="1" dirty="0"/>
              <a:t>4</a:t>
            </a:r>
            <a:endParaRPr lang="en-US" sz="3900" b="1" dirty="0"/>
          </a:p>
          <a:p>
            <a:r>
              <a:rPr lang="en-US" sz="2800" b="1" dirty="0"/>
              <a:t>YANG Yitao</a:t>
            </a:r>
          </a:p>
          <a:p>
            <a:r>
              <a:rPr lang="en-US" sz="2800" b="1" dirty="0">
                <a:hlinkClick r:id="rId2"/>
              </a:rPr>
              <a:t>ytyang@cse.cuhk.edu.hk</a:t>
            </a:r>
            <a:endParaRPr lang="en-US" sz="2800" b="1" dirty="0"/>
          </a:p>
          <a:p>
            <a:endParaRPr lang="en-US" sz="2800" b="1" dirty="0"/>
          </a:p>
          <a:p>
            <a:pPr algn="r"/>
            <a:r>
              <a:rPr lang="en-US" sz="2000" b="1" dirty="0"/>
              <a:t>Credits to </a:t>
            </a:r>
            <a:r>
              <a:rPr lang="en-US" altLang="zh-CN" sz="2000" b="1" dirty="0" err="1"/>
              <a:t>Umich</a:t>
            </a:r>
            <a:r>
              <a:rPr lang="en-US" altLang="zh-CN" sz="2000" b="1" dirty="0"/>
              <a:t> </a:t>
            </a:r>
            <a:r>
              <a:rPr lang="en-US" sz="2000" b="1" dirty="0"/>
              <a:t>EECS 489 Discussion </a:t>
            </a:r>
            <a:r>
              <a:rPr lang="en-US" altLang="zh-CN" sz="2000" b="1" dirty="0"/>
              <a:t>4</a:t>
            </a:r>
            <a:endParaRPr lang="en-US" sz="32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D90C243-66EE-9844-B6C9-297837E8D7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0000" y="1270000"/>
            <a:ext cx="63500" cy="76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4191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Introduction to programming</a:t>
            </a:r>
            <a:r>
              <a:rPr lang="zh-CN" altLang="en-US" sz="3200" dirty="0"/>
              <a:t> </a:t>
            </a:r>
            <a:r>
              <a:rPr lang="en-US" altLang="zh-CN" sz="3200" dirty="0"/>
              <a:t>with</a:t>
            </a:r>
            <a:r>
              <a:rPr lang="zh-CN" altLang="en-US" sz="3200" dirty="0"/>
              <a:t> </a:t>
            </a:r>
            <a:r>
              <a:rPr lang="en-US" altLang="zh-CN" sz="3200" dirty="0"/>
              <a:t>“select”</a:t>
            </a:r>
            <a:endParaRPr lang="en-US" sz="3200" dirty="0"/>
          </a:p>
          <a:p>
            <a:endParaRPr lang="en-US" sz="3200" dirty="0"/>
          </a:p>
          <a:p>
            <a:r>
              <a:rPr lang="en-US" sz="3200" dirty="0"/>
              <a:t>A simple demo.</a:t>
            </a:r>
          </a:p>
        </p:txBody>
      </p:sp>
    </p:spTree>
    <p:extLst>
      <p:ext uri="{BB962C8B-B14F-4D97-AF65-F5344CB8AC3E}">
        <p14:creationId xmlns:p14="http://schemas.microsoft.com/office/powerpoint/2010/main" val="4404150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A2</a:t>
            </a:r>
            <a:r>
              <a:rPr lang="zh-CN" altLang="en-US" b="1" dirty="0"/>
              <a:t> </a:t>
            </a:r>
            <a:r>
              <a:rPr lang="en-US" altLang="zh-CN" b="1" dirty="0"/>
              <a:t>Preparation:</a:t>
            </a:r>
            <a:r>
              <a:rPr lang="zh-CN" altLang="en-US" b="1" dirty="0"/>
              <a:t> </a:t>
            </a:r>
            <a:r>
              <a:rPr lang="en-US" altLang="zh-CN" b="1" dirty="0"/>
              <a:t>select()</a:t>
            </a:r>
            <a:endParaRPr lang="en-US" b="1" dirty="0"/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B89ED527-9E1D-464F-8FDB-9EB8B6E339F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87600" y="2066007"/>
            <a:ext cx="7023100" cy="84638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altLang="zh-CN" sz="49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select(): I/O Multiplexing </a:t>
            </a:r>
            <a:endParaRPr kumimoji="0" lang="zh-CN" altLang="zh-C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286F4569-7D93-EC44-B887-417C5800100B}"/>
              </a:ext>
            </a:extLst>
          </p:cNvPr>
          <p:cNvSpPr/>
          <p:nvPr/>
        </p:nvSpPr>
        <p:spPr>
          <a:xfrm>
            <a:off x="1517650" y="3627735"/>
            <a:ext cx="9156700" cy="13849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800" dirty="0">
                <a:latin typeface="Calibri" panose="020F0502020204030204" pitchFamily="34" charset="0"/>
              </a:rPr>
              <a:t>Allow a program to monitor multiple file descriptors, waiting until one or more of the file descriptors becomes "ready" for some class of I/O operation. </a:t>
            </a:r>
            <a:endParaRPr lang="en-US" altLang="zh-CN" sz="2800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6480319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A2</a:t>
            </a:r>
            <a:r>
              <a:rPr lang="zh-CN" altLang="en-US" b="1" dirty="0"/>
              <a:t> </a:t>
            </a:r>
            <a:r>
              <a:rPr lang="en-US" altLang="zh-CN" b="1" dirty="0"/>
              <a:t>Preparation:</a:t>
            </a:r>
            <a:r>
              <a:rPr lang="zh-CN" altLang="en-US" b="1" dirty="0"/>
              <a:t> </a:t>
            </a:r>
            <a:r>
              <a:rPr lang="en-US" altLang="zh-CN" b="1" dirty="0"/>
              <a:t>select()</a:t>
            </a:r>
            <a:endParaRPr lang="en-US" b="1" dirty="0"/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B89ED527-9E1D-464F-8FDB-9EB8B6E339F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87600" y="1577976"/>
            <a:ext cx="7188200" cy="160043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zh-CN" sz="49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Why</a:t>
            </a:r>
            <a:r>
              <a:rPr kumimoji="0" lang="zh-CN" altLang="en-US" sz="49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 </a:t>
            </a:r>
            <a:r>
              <a:rPr kumimoji="0" lang="en-US" altLang="zh-CN" sz="49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“select”</a:t>
            </a:r>
            <a:r>
              <a:rPr kumimoji="0" lang="zh-CN" altLang="en-US" sz="49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 </a:t>
            </a:r>
            <a:r>
              <a:rPr kumimoji="0" lang="en-US" altLang="zh-CN" sz="49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instead</a:t>
            </a:r>
            <a:r>
              <a:rPr kumimoji="0" lang="zh-CN" altLang="en-US" sz="49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 </a:t>
            </a:r>
            <a:r>
              <a:rPr kumimoji="0" lang="en-US" altLang="zh-CN" sz="49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o</a:t>
            </a:r>
            <a:r>
              <a:rPr lang="en-US" altLang="zh-CN" sz="4900" dirty="0">
                <a:latin typeface="Arial" panose="020B0604020202020204" pitchFamily="34" charset="0"/>
                <a:ea typeface="Calibri" panose="020F0502020204030204" pitchFamily="34" charset="0"/>
              </a:rPr>
              <a:t>f</a:t>
            </a:r>
            <a:r>
              <a:rPr lang="zh-CN" altLang="en-US" sz="4900" dirty="0">
                <a:latin typeface="Arial" panose="020B0604020202020204" pitchFamily="34" charset="0"/>
                <a:ea typeface="Calibri" panose="020F0502020204030204" pitchFamily="34" charset="0"/>
              </a:rPr>
              <a:t> </a:t>
            </a:r>
            <a:r>
              <a:rPr lang="en-US" altLang="zh-CN" sz="4900" dirty="0">
                <a:latin typeface="Arial" panose="020B0604020202020204" pitchFamily="34" charset="0"/>
                <a:ea typeface="Calibri" panose="020F0502020204030204" pitchFamily="34" charset="0"/>
              </a:rPr>
              <a:t>multi-threading</a:t>
            </a:r>
            <a:endParaRPr kumimoji="0" lang="zh-CN" altLang="zh-C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286F4569-7D93-EC44-B887-417C5800100B}"/>
              </a:ext>
            </a:extLst>
          </p:cNvPr>
          <p:cNvSpPr/>
          <p:nvPr/>
        </p:nvSpPr>
        <p:spPr>
          <a:xfrm>
            <a:off x="1828800" y="3615035"/>
            <a:ext cx="9156700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800" dirty="0">
                <a:effectLst/>
              </a:rPr>
              <a:t>Non-blocking</a:t>
            </a:r>
            <a:r>
              <a:rPr lang="zh-CN" altLang="en-US" sz="2800" dirty="0">
                <a:effectLst/>
              </a:rPr>
              <a:t> </a:t>
            </a:r>
            <a:r>
              <a:rPr lang="en-US" altLang="zh-CN" sz="2800" dirty="0">
                <a:effectLst/>
              </a:rPr>
              <a:t>for</a:t>
            </a:r>
            <a:r>
              <a:rPr lang="zh-CN" altLang="en-US" sz="2800" dirty="0">
                <a:effectLst/>
              </a:rPr>
              <a:t> </a:t>
            </a:r>
            <a:r>
              <a:rPr lang="en-US" altLang="zh-CN" sz="2800" dirty="0">
                <a:effectLst/>
              </a:rPr>
              <a:t>only</a:t>
            </a:r>
            <a:r>
              <a:rPr lang="zh-CN" altLang="en-US" sz="2800" dirty="0">
                <a:effectLst/>
              </a:rPr>
              <a:t> </a:t>
            </a:r>
            <a:r>
              <a:rPr lang="en-US" altLang="zh-CN" sz="2800" dirty="0">
                <a:effectLst/>
              </a:rPr>
              <a:t>one</a:t>
            </a:r>
            <a:r>
              <a:rPr lang="en-US" altLang="zh-CN" sz="2800" dirty="0"/>
              <a:t>-</a:t>
            </a:r>
            <a:r>
              <a:rPr lang="en-US" altLang="zh-CN" sz="2800" dirty="0">
                <a:effectLst/>
              </a:rPr>
              <a:t>threaded</a:t>
            </a:r>
            <a:r>
              <a:rPr lang="zh-CN" altLang="en-US" sz="2800" dirty="0">
                <a:effectLst/>
              </a:rPr>
              <a:t> </a:t>
            </a:r>
            <a:r>
              <a:rPr lang="en-US" altLang="zh-CN" sz="2800" dirty="0">
                <a:effectLst/>
              </a:rPr>
              <a:t>program.</a:t>
            </a:r>
            <a:r>
              <a:rPr lang="zh-CN" altLang="en-US" sz="2800" dirty="0">
                <a:effectLst/>
              </a:rPr>
              <a:t> </a:t>
            </a:r>
            <a:r>
              <a:rPr lang="en-US" altLang="zh-CN" sz="2800" dirty="0">
                <a:effectLst/>
              </a:rPr>
              <a:t>Less</a:t>
            </a:r>
            <a:r>
              <a:rPr lang="zh-CN" altLang="en-US" sz="2800" dirty="0">
                <a:effectLst/>
              </a:rPr>
              <a:t> </a:t>
            </a:r>
            <a:r>
              <a:rPr lang="en-US" altLang="zh-CN" sz="2800" dirty="0">
                <a:effectLst/>
              </a:rPr>
              <a:t>system</a:t>
            </a:r>
            <a:r>
              <a:rPr lang="zh-CN" altLang="en-US" sz="2800" dirty="0">
                <a:effectLst/>
              </a:rPr>
              <a:t> </a:t>
            </a:r>
            <a:r>
              <a:rPr lang="en-US" altLang="zh-CN" sz="2800" dirty="0">
                <a:effectLst/>
              </a:rPr>
              <a:t>resource</a:t>
            </a:r>
            <a:r>
              <a:rPr lang="zh-CN" altLang="en-US" sz="2800" dirty="0">
                <a:effectLst/>
              </a:rPr>
              <a:t> </a:t>
            </a:r>
            <a:r>
              <a:rPr lang="en-US" altLang="zh-CN" sz="2800" dirty="0">
                <a:effectLst/>
              </a:rPr>
              <a:t>required.</a:t>
            </a:r>
            <a:r>
              <a:rPr lang="zh-CN" altLang="en-US" sz="2800" dirty="0">
                <a:effectLst/>
              </a:rPr>
              <a:t> </a:t>
            </a:r>
            <a:r>
              <a:rPr lang="en-US" altLang="zh-CN" sz="2800" dirty="0">
                <a:effectLst/>
              </a:rPr>
              <a:t>(although</a:t>
            </a:r>
            <a:r>
              <a:rPr lang="zh-CN" altLang="en-US" sz="2800" dirty="0">
                <a:effectLst/>
              </a:rPr>
              <a:t> </a:t>
            </a:r>
            <a:r>
              <a:rPr lang="en-US" altLang="zh-CN" sz="2800" dirty="0">
                <a:effectLst/>
              </a:rPr>
              <a:t>more</a:t>
            </a:r>
            <a:r>
              <a:rPr lang="zh-CN" altLang="en-US" sz="2800" dirty="0">
                <a:effectLst/>
              </a:rPr>
              <a:t> </a:t>
            </a:r>
            <a:r>
              <a:rPr lang="en-US" altLang="zh-CN" sz="2800" dirty="0">
                <a:effectLst/>
              </a:rPr>
              <a:t>complex</a:t>
            </a:r>
            <a:r>
              <a:rPr lang="zh-CN" altLang="en-US" sz="2800" dirty="0">
                <a:effectLst/>
              </a:rPr>
              <a:t> </a:t>
            </a:r>
            <a:r>
              <a:rPr lang="en-US" altLang="zh-CN" sz="2800" dirty="0">
                <a:effectLst/>
              </a:rPr>
              <a:t>for</a:t>
            </a:r>
            <a:r>
              <a:rPr lang="zh-CN" altLang="en-US" sz="2800" dirty="0">
                <a:effectLst/>
              </a:rPr>
              <a:t> </a:t>
            </a:r>
            <a:r>
              <a:rPr lang="en-US" altLang="zh-CN" sz="2800" dirty="0">
                <a:effectLst/>
              </a:rPr>
              <a:t>coding)</a:t>
            </a:r>
          </a:p>
        </p:txBody>
      </p:sp>
    </p:spTree>
    <p:extLst>
      <p:ext uri="{BB962C8B-B14F-4D97-AF65-F5344CB8AC3E}">
        <p14:creationId xmlns:p14="http://schemas.microsoft.com/office/powerpoint/2010/main" val="6260971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A2</a:t>
            </a:r>
            <a:r>
              <a:rPr lang="zh-CN" altLang="en-US" b="1" dirty="0"/>
              <a:t> </a:t>
            </a:r>
            <a:r>
              <a:rPr lang="en-US" altLang="zh-CN" b="1" dirty="0"/>
              <a:t>Preparation:</a:t>
            </a:r>
            <a:r>
              <a:rPr lang="zh-CN" altLang="en-US" b="1" dirty="0"/>
              <a:t> </a:t>
            </a:r>
            <a:r>
              <a:rPr lang="en-US" altLang="zh-CN" b="1" dirty="0"/>
              <a:t>select()</a:t>
            </a:r>
            <a:endParaRPr lang="en-US" b="1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007BB760-F376-845D-C9FD-13FC974D1425}"/>
              </a:ext>
            </a:extLst>
          </p:cNvPr>
          <p:cNvSpPr txBox="1"/>
          <p:nvPr/>
        </p:nvSpPr>
        <p:spPr>
          <a:xfrm>
            <a:off x="927726" y="1655301"/>
            <a:ext cx="9274190" cy="27084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4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// set of socket descriptors</a:t>
            </a:r>
            <a:endParaRPr lang="en-US" altLang="zh-CN" sz="24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zh-CN" sz="2400" b="0" dirty="0" err="1">
                <a:solidFill>
                  <a:srgbClr val="B0053F"/>
                </a:solidFill>
                <a:effectLst/>
                <a:latin typeface="Consolas" panose="020B0609020204030204" pitchFamily="49" charset="0"/>
              </a:rPr>
              <a:t>fd_set</a:t>
            </a:r>
            <a:r>
              <a:rPr lang="en-US" altLang="zh-CN" sz="2400" b="0" dirty="0">
                <a:solidFill>
                  <a:srgbClr val="B0053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CN" sz="2400" b="0" dirty="0" err="1">
                <a:solidFill>
                  <a:srgbClr val="020DFF"/>
                </a:solidFill>
                <a:effectLst/>
                <a:latin typeface="Consolas" panose="020B0609020204030204" pitchFamily="49" charset="0"/>
              </a:rPr>
              <a:t>readfds</a:t>
            </a:r>
            <a:r>
              <a:rPr lang="en-US" altLang="zh-CN" sz="2400" b="0" dirty="0">
                <a:effectLst/>
                <a:latin typeface="Consolas" panose="020B0609020204030204" pitchFamily="49" charset="0"/>
              </a:rPr>
              <a:t>;</a:t>
            </a:r>
          </a:p>
          <a:p>
            <a:endParaRPr lang="en-US" altLang="zh-CN" sz="2000" dirty="0">
              <a:latin typeface="Consolas" panose="020B0609020204030204" pitchFamily="49" charset="0"/>
            </a:endParaRPr>
          </a:p>
          <a:p>
            <a:r>
              <a:rPr lang="en-US" altLang="zh-CN" sz="2400" dirty="0"/>
              <a:t>Explanation: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2000" b="0" i="0" dirty="0" err="1">
                <a:solidFill>
                  <a:srgbClr val="B0053F"/>
                </a:solidFill>
                <a:effectLst/>
              </a:rPr>
              <a:t>fd_set</a:t>
            </a:r>
            <a:r>
              <a:rPr lang="en-US" altLang="zh-CN" sz="2000" b="0" i="0" dirty="0">
                <a:solidFill>
                  <a:srgbClr val="B0053F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3C4043"/>
                </a:solidFill>
                <a:effectLst/>
              </a:rPr>
              <a:t>is a data type usually used to store a set of file descriptors. This is very common in Unix and Unix-like systems, especially when using the select() system call for I/O multiplexing.</a:t>
            </a:r>
            <a:endParaRPr lang="en-US" altLang="zh-CN" sz="2000" dirty="0">
              <a:solidFill>
                <a:srgbClr val="ABB2BF"/>
              </a:solidFill>
            </a:endParaRPr>
          </a:p>
          <a:p>
            <a:endParaRPr lang="en-US" altLang="zh-CN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94640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A2</a:t>
            </a:r>
            <a:r>
              <a:rPr lang="zh-CN" altLang="en-US" b="1" dirty="0"/>
              <a:t> </a:t>
            </a:r>
            <a:r>
              <a:rPr lang="en-US" altLang="zh-CN" b="1" dirty="0"/>
              <a:t>Preparation:</a:t>
            </a:r>
            <a:r>
              <a:rPr lang="zh-CN" altLang="en-US" b="1" dirty="0"/>
              <a:t> </a:t>
            </a:r>
            <a:r>
              <a:rPr lang="en-US" altLang="zh-CN" b="1" dirty="0"/>
              <a:t>select()</a:t>
            </a:r>
            <a:endParaRPr lang="en-US" b="1" dirty="0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DD87CBD2-E246-BC4E-8E61-596B90F76C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590800"/>
            <a:ext cx="8680450" cy="3611507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DED71D2B-24EB-9C4A-9F6B-5ECEB45E26FF}"/>
              </a:ext>
            </a:extLst>
          </p:cNvPr>
          <p:cNvSpPr/>
          <p:nvPr/>
        </p:nvSpPr>
        <p:spPr>
          <a:xfrm>
            <a:off x="838200" y="1771412"/>
            <a:ext cx="3351623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800" b="1" dirty="0">
                <a:latin typeface="Calibri" panose="020F0502020204030204" pitchFamily="34" charset="0"/>
              </a:rPr>
              <a:t>Some useful macros: </a:t>
            </a:r>
            <a:endParaRPr lang="en-US" altLang="zh-CN" sz="2800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6431250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A2</a:t>
            </a:r>
            <a:r>
              <a:rPr lang="zh-CN" altLang="en-US" b="1" dirty="0"/>
              <a:t> </a:t>
            </a:r>
            <a:r>
              <a:rPr lang="en-US" altLang="zh-CN" b="1" dirty="0"/>
              <a:t>Preparation:</a:t>
            </a:r>
            <a:r>
              <a:rPr lang="zh-CN" altLang="en-US" b="1" dirty="0"/>
              <a:t> </a:t>
            </a:r>
            <a:r>
              <a:rPr lang="en-US" altLang="zh-CN" b="1" dirty="0"/>
              <a:t>select()</a:t>
            </a:r>
            <a:endParaRPr lang="en-US" b="1" dirty="0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89681FE7-3292-E84E-809F-382F61CBC12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53481"/>
          <a:stretch/>
        </p:blipFill>
        <p:spPr>
          <a:xfrm>
            <a:off x="838200" y="1806803"/>
            <a:ext cx="9375321" cy="1819906"/>
          </a:xfrm>
          <a:prstGeom prst="rect">
            <a:avLst/>
          </a:prstGeom>
        </p:spPr>
      </p:pic>
      <p:sp>
        <p:nvSpPr>
          <p:cNvPr id="3" name="文本框 2">
            <a:extLst>
              <a:ext uri="{FF2B5EF4-FFF2-40B4-BE49-F238E27FC236}">
                <a16:creationId xmlns:a16="http://schemas.microsoft.com/office/drawing/2014/main" id="{D7AFC0D8-1301-EAA5-AC7E-616E9ACB8DF6}"/>
              </a:ext>
            </a:extLst>
          </p:cNvPr>
          <p:cNvSpPr txBox="1"/>
          <p:nvPr/>
        </p:nvSpPr>
        <p:spPr>
          <a:xfrm>
            <a:off x="1049715" y="3729637"/>
            <a:ext cx="8791362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/>
              <a:t>The property of the select() function: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/>
              <a:t>Select() is a blocking operation; it will block the program until any activity happens on some sockets.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/>
              <a:t>Select() function will return a number.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 dirty="0"/>
              <a:t>If the return value &gt; 0, it means there happened activities on some sockets.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 dirty="0"/>
              <a:t>If the return value = 0, it means timeout expires but no activity occurs on any socket.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 dirty="0"/>
              <a:t>If the return value &lt; 0, it means that there is an error in the select function call.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6785266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A2</a:t>
            </a:r>
            <a:r>
              <a:rPr lang="zh-CN" altLang="en-US" b="1" dirty="0"/>
              <a:t> </a:t>
            </a:r>
            <a:r>
              <a:rPr lang="en-US" altLang="zh-CN" b="1" dirty="0"/>
              <a:t>Preparation:</a:t>
            </a:r>
            <a:r>
              <a:rPr lang="zh-CN" altLang="en-US" b="1" dirty="0"/>
              <a:t> </a:t>
            </a:r>
            <a:r>
              <a:rPr lang="en-US" altLang="zh-CN" b="1" dirty="0"/>
              <a:t>select()</a:t>
            </a:r>
            <a:endParaRPr lang="en-US" b="1" dirty="0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89681FE7-3292-E84E-809F-382F61CBC1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806802"/>
            <a:ext cx="9375321" cy="39122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92716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1707FC24-6981-43D9-B525-C7832BA224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336884" y="311449"/>
            <a:ext cx="4332307" cy="6179552"/>
          </a:xfrm>
          <a:prstGeom prst="rect">
            <a:avLst/>
          </a:prstGeom>
          <a:solidFill>
            <a:srgbClr val="404040"/>
          </a:solidFill>
          <a:ln w="127000" cap="sq" cmpd="thinThick">
            <a:solidFill>
              <a:srgbClr val="40404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2950" y="742951"/>
            <a:ext cx="3476625" cy="496252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altLang="zh-CN" sz="4800" b="1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A2 Preparation: select()</a:t>
            </a:r>
            <a:endParaRPr lang="en-US" sz="4800" b="1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75801BF3-6769-8F4A-A9DB-78EDFCBDE0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4680" y="0"/>
            <a:ext cx="4804497" cy="66729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56672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291090"/>
            <a:ext cx="10515599" cy="932688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A2 Preparation: select()</a:t>
            </a:r>
            <a:endParaRPr lang="en-US" sz="5400" b="1" kern="120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63A40565-D564-D443-82E0-A70E9618FA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1330" y="1863801"/>
            <a:ext cx="5349338" cy="4440746"/>
          </a:xfrm>
          <a:prstGeom prst="rect">
            <a:avLst/>
          </a:prstGeom>
        </p:spPr>
      </p:pic>
      <p:sp>
        <p:nvSpPr>
          <p:cNvPr id="8" name="矩形 7">
            <a:extLst>
              <a:ext uri="{FF2B5EF4-FFF2-40B4-BE49-F238E27FC236}">
                <a16:creationId xmlns:a16="http://schemas.microsoft.com/office/drawing/2014/main" id="{DED71D2B-24EB-9C4A-9F6B-5ECEB45E26FF}"/>
              </a:ext>
            </a:extLst>
          </p:cNvPr>
          <p:cNvSpPr/>
          <p:nvPr/>
        </p:nvSpPr>
        <p:spPr>
          <a:xfrm>
            <a:off x="923537" y="1465590"/>
            <a:ext cx="10357451" cy="523220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800" b="1" dirty="0">
                <a:latin typeface="Calibri" panose="020F0502020204030204" pitchFamily="34" charset="0"/>
              </a:rPr>
              <a:t>Step</a:t>
            </a:r>
            <a:r>
              <a:rPr lang="zh-CN" altLang="en-US" sz="2800" b="1" dirty="0">
                <a:latin typeface="Calibri" panose="020F0502020204030204" pitchFamily="34" charset="0"/>
              </a:rPr>
              <a:t> </a:t>
            </a:r>
            <a:r>
              <a:rPr lang="en-US" altLang="zh-CN" sz="2800" b="1" dirty="0">
                <a:latin typeface="Calibri" panose="020F0502020204030204" pitchFamily="34" charset="0"/>
              </a:rPr>
              <a:t>1:</a:t>
            </a:r>
            <a:r>
              <a:rPr lang="zh-CN" altLang="en-US" sz="2800" b="1" dirty="0">
                <a:latin typeface="Calibri" panose="020F0502020204030204" pitchFamily="34" charset="0"/>
              </a:rPr>
              <a:t> </a:t>
            </a:r>
            <a:r>
              <a:rPr lang="en-US" altLang="zh-CN" sz="2800" b="1" dirty="0">
                <a:latin typeface="Calibri" panose="020F0502020204030204" pitchFamily="34" charset="0"/>
              </a:rPr>
              <a:t>initialize(FD_ZERO)</a:t>
            </a:r>
            <a:r>
              <a:rPr lang="zh-CN" altLang="en-US" sz="2800" b="1" dirty="0">
                <a:latin typeface="Calibri" panose="020F0502020204030204" pitchFamily="34" charset="0"/>
              </a:rPr>
              <a:t> </a:t>
            </a:r>
            <a:r>
              <a:rPr lang="en-US" altLang="zh-CN" sz="2800" b="1" dirty="0" err="1">
                <a:latin typeface="Calibri" panose="020F0502020204030204" pitchFamily="34" charset="0"/>
              </a:rPr>
              <a:t>fd_set</a:t>
            </a:r>
            <a:r>
              <a:rPr lang="zh-CN" altLang="en-US" sz="2800" b="1" dirty="0">
                <a:latin typeface="Calibri" panose="020F0502020204030204" pitchFamily="34" charset="0"/>
              </a:rPr>
              <a:t> </a:t>
            </a:r>
            <a:r>
              <a:rPr lang="en-US" altLang="zh-CN" sz="2800" b="1" dirty="0">
                <a:latin typeface="Calibri" panose="020F0502020204030204" pitchFamily="34" charset="0"/>
              </a:rPr>
              <a:t>and</a:t>
            </a:r>
            <a:r>
              <a:rPr lang="zh-CN" altLang="en-US" sz="2800" b="1" dirty="0">
                <a:latin typeface="Calibri" panose="020F0502020204030204" pitchFamily="34" charset="0"/>
              </a:rPr>
              <a:t> </a:t>
            </a:r>
            <a:r>
              <a:rPr lang="en-US" altLang="zh-CN" sz="2800" b="1" dirty="0">
                <a:latin typeface="Calibri" panose="020F0502020204030204" pitchFamily="34" charset="0"/>
              </a:rPr>
              <a:t>set(FD_SET)</a:t>
            </a:r>
            <a:r>
              <a:rPr lang="zh-CN" altLang="en-US" sz="2800" b="1" dirty="0">
                <a:latin typeface="Calibri" panose="020F0502020204030204" pitchFamily="34" charset="0"/>
              </a:rPr>
              <a:t> </a:t>
            </a:r>
            <a:r>
              <a:rPr lang="en-US" altLang="zh-CN" sz="2800" b="1" dirty="0" err="1">
                <a:latin typeface="Calibri" panose="020F0502020204030204" pitchFamily="34" charset="0"/>
              </a:rPr>
              <a:t>fd_set</a:t>
            </a:r>
            <a:r>
              <a:rPr lang="zh-CN" altLang="en-US" sz="2800" b="1" dirty="0">
                <a:latin typeface="Calibri" panose="020F0502020204030204" pitchFamily="34" charset="0"/>
              </a:rPr>
              <a:t> </a:t>
            </a:r>
            <a:r>
              <a:rPr lang="en-US" altLang="zh-CN" sz="2800" b="1" dirty="0">
                <a:latin typeface="Calibri" panose="020F0502020204030204" pitchFamily="34" charset="0"/>
              </a:rPr>
              <a:t>for</a:t>
            </a:r>
            <a:r>
              <a:rPr lang="zh-CN" altLang="en-US" sz="2800" b="1" dirty="0">
                <a:latin typeface="Calibri" panose="020F0502020204030204" pitchFamily="34" charset="0"/>
              </a:rPr>
              <a:t> </a:t>
            </a:r>
            <a:r>
              <a:rPr lang="en-US" altLang="zh-CN" sz="2800" b="1" dirty="0">
                <a:latin typeface="Calibri" panose="020F0502020204030204" pitchFamily="34" charset="0"/>
              </a:rPr>
              <a:t>sockets </a:t>
            </a:r>
            <a:endParaRPr lang="en-US" altLang="zh-CN" sz="2800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2405556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291090"/>
            <a:ext cx="10515599" cy="932688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A2 Preparation: select()</a:t>
            </a:r>
            <a:endParaRPr lang="en-US" sz="5400" b="1" kern="120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DED71D2B-24EB-9C4A-9F6B-5ECEB45E26FF}"/>
              </a:ext>
            </a:extLst>
          </p:cNvPr>
          <p:cNvSpPr/>
          <p:nvPr/>
        </p:nvSpPr>
        <p:spPr>
          <a:xfrm>
            <a:off x="923537" y="1465590"/>
            <a:ext cx="2829557" cy="523220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800" b="1" dirty="0">
                <a:latin typeface="Calibri" panose="020F0502020204030204" pitchFamily="34" charset="0"/>
              </a:rPr>
              <a:t>Step</a:t>
            </a:r>
            <a:r>
              <a:rPr lang="zh-CN" altLang="en-US" sz="2800" b="1" dirty="0">
                <a:latin typeface="Calibri" panose="020F0502020204030204" pitchFamily="34" charset="0"/>
              </a:rPr>
              <a:t> </a:t>
            </a:r>
            <a:r>
              <a:rPr lang="en-US" altLang="zh-CN" sz="2800" b="1" dirty="0">
                <a:latin typeface="Calibri" panose="020F0502020204030204" pitchFamily="34" charset="0"/>
              </a:rPr>
              <a:t>2:</a:t>
            </a:r>
            <a:r>
              <a:rPr lang="zh-CN" altLang="en-US" sz="2800" b="1" dirty="0">
                <a:latin typeface="Calibri" panose="020F0502020204030204" pitchFamily="34" charset="0"/>
              </a:rPr>
              <a:t> </a:t>
            </a:r>
            <a:r>
              <a:rPr lang="en-US" altLang="zh-CN" sz="2800" b="1" dirty="0">
                <a:latin typeface="Calibri" panose="020F0502020204030204" pitchFamily="34" charset="0"/>
              </a:rPr>
              <a:t>call</a:t>
            </a:r>
            <a:r>
              <a:rPr lang="zh-CN" altLang="en-US" sz="2800" b="1" dirty="0">
                <a:latin typeface="Calibri" panose="020F0502020204030204" pitchFamily="34" charset="0"/>
              </a:rPr>
              <a:t> </a:t>
            </a:r>
            <a:r>
              <a:rPr lang="en-US" altLang="zh-CN" sz="2800" b="1" dirty="0">
                <a:latin typeface="Calibri" panose="020F0502020204030204" pitchFamily="34" charset="0"/>
              </a:rPr>
              <a:t>select</a:t>
            </a:r>
            <a:endParaRPr lang="en-US" altLang="zh-CN" sz="2800" dirty="0">
              <a:effectLst/>
            </a:endParaRP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7E62CADC-A63C-A24A-BB31-52FB3D6E48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00" y="1988810"/>
            <a:ext cx="12034796" cy="38951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836822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291090"/>
            <a:ext cx="10515599" cy="932688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A2 Preparation: select()</a:t>
            </a:r>
            <a:endParaRPr lang="en-US" sz="5400" b="1" kern="120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DED71D2B-24EB-9C4A-9F6B-5ECEB45E26FF}"/>
              </a:ext>
            </a:extLst>
          </p:cNvPr>
          <p:cNvSpPr/>
          <p:nvPr/>
        </p:nvSpPr>
        <p:spPr>
          <a:xfrm>
            <a:off x="923537" y="1465590"/>
            <a:ext cx="10376110" cy="523220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800" b="1" dirty="0">
                <a:latin typeface="Calibri" panose="020F0502020204030204" pitchFamily="34" charset="0"/>
              </a:rPr>
              <a:t>Step</a:t>
            </a:r>
            <a:r>
              <a:rPr lang="zh-CN" altLang="en-US" sz="2800" b="1" dirty="0">
                <a:latin typeface="Calibri" panose="020F0502020204030204" pitchFamily="34" charset="0"/>
              </a:rPr>
              <a:t> </a:t>
            </a:r>
            <a:r>
              <a:rPr lang="en-US" altLang="zh-CN" sz="2800" b="1" dirty="0">
                <a:latin typeface="Calibri" panose="020F0502020204030204" pitchFamily="34" charset="0"/>
              </a:rPr>
              <a:t>3:</a:t>
            </a:r>
            <a:r>
              <a:rPr lang="zh-CN" altLang="en-US" sz="2800" b="1" dirty="0">
                <a:latin typeface="Calibri" panose="020F0502020204030204" pitchFamily="34" charset="0"/>
              </a:rPr>
              <a:t> </a:t>
            </a:r>
            <a:r>
              <a:rPr lang="en-US" altLang="zh-CN" sz="2800" b="1" dirty="0">
                <a:latin typeface="Calibri" panose="020F0502020204030204" pitchFamily="34" charset="0"/>
              </a:rPr>
              <a:t>check</a:t>
            </a:r>
            <a:r>
              <a:rPr lang="zh-CN" altLang="en-US" sz="2800" b="1" dirty="0">
                <a:latin typeface="Calibri" panose="020F0502020204030204" pitchFamily="34" charset="0"/>
              </a:rPr>
              <a:t> </a:t>
            </a:r>
            <a:r>
              <a:rPr lang="en-US" altLang="zh-CN" sz="2800" b="1" dirty="0">
                <a:latin typeface="Calibri" panose="020F0502020204030204" pitchFamily="34" charset="0"/>
              </a:rPr>
              <a:t>socket</a:t>
            </a:r>
            <a:r>
              <a:rPr lang="zh-CN" altLang="en-US" sz="2800" b="1" dirty="0">
                <a:latin typeface="Calibri" panose="020F0502020204030204" pitchFamily="34" charset="0"/>
              </a:rPr>
              <a:t> </a:t>
            </a:r>
            <a:r>
              <a:rPr lang="en-US" altLang="zh-CN" sz="2800" b="1" dirty="0">
                <a:latin typeface="Calibri" panose="020F0502020204030204" pitchFamily="34" charset="0"/>
              </a:rPr>
              <a:t>status</a:t>
            </a:r>
            <a:r>
              <a:rPr lang="zh-CN" altLang="en-US" sz="2800" b="1" dirty="0">
                <a:latin typeface="Calibri" panose="020F0502020204030204" pitchFamily="34" charset="0"/>
              </a:rPr>
              <a:t> </a:t>
            </a:r>
            <a:r>
              <a:rPr lang="en-US" altLang="zh-CN" sz="2800" b="1" dirty="0">
                <a:latin typeface="Calibri" panose="020F0502020204030204" pitchFamily="34" charset="0"/>
              </a:rPr>
              <a:t>(for</a:t>
            </a:r>
            <a:r>
              <a:rPr lang="zh-CN" altLang="en-US" sz="2800" b="1" dirty="0">
                <a:latin typeface="Calibri" panose="020F0502020204030204" pitchFamily="34" charset="0"/>
              </a:rPr>
              <a:t> </a:t>
            </a:r>
            <a:r>
              <a:rPr lang="en-US" altLang="zh-CN" sz="2800" b="1" dirty="0">
                <a:latin typeface="Calibri" panose="020F0502020204030204" pitchFamily="34" charset="0"/>
              </a:rPr>
              <a:t>server</a:t>
            </a:r>
            <a:r>
              <a:rPr lang="zh-CN" altLang="en-US" sz="2800" b="1" dirty="0">
                <a:latin typeface="Calibri" panose="020F0502020204030204" pitchFamily="34" charset="0"/>
              </a:rPr>
              <a:t> </a:t>
            </a:r>
            <a:r>
              <a:rPr lang="en-US" altLang="zh-CN" sz="2800" b="1" dirty="0">
                <a:latin typeface="Calibri" panose="020F0502020204030204" pitchFamily="34" charset="0"/>
              </a:rPr>
              <a:t>socket)</a:t>
            </a:r>
            <a:r>
              <a:rPr lang="zh-CN" altLang="en-US" sz="2800" b="1" dirty="0">
                <a:latin typeface="Calibri" panose="020F0502020204030204" pitchFamily="34" charset="0"/>
              </a:rPr>
              <a:t> </a:t>
            </a:r>
            <a:r>
              <a:rPr lang="en-US" altLang="zh-CN" sz="2800" b="1" dirty="0">
                <a:latin typeface="Calibri" panose="020F0502020204030204" pitchFamily="34" charset="0"/>
              </a:rPr>
              <a:t>and</a:t>
            </a:r>
            <a:r>
              <a:rPr lang="zh-CN" altLang="en-US" sz="2800" b="1" dirty="0">
                <a:latin typeface="Calibri" panose="020F0502020204030204" pitchFamily="34" charset="0"/>
              </a:rPr>
              <a:t> </a:t>
            </a:r>
            <a:r>
              <a:rPr lang="en-US" altLang="zh-CN" sz="2800" b="1" dirty="0">
                <a:latin typeface="Calibri" panose="020F0502020204030204" pitchFamily="34" charset="0"/>
              </a:rPr>
              <a:t>accept</a:t>
            </a:r>
            <a:r>
              <a:rPr lang="zh-CN" altLang="en-US" sz="2800" b="1" dirty="0">
                <a:latin typeface="Calibri" panose="020F0502020204030204" pitchFamily="34" charset="0"/>
              </a:rPr>
              <a:t> </a:t>
            </a:r>
            <a:r>
              <a:rPr lang="en-US" altLang="zh-CN" sz="2800" b="1" dirty="0">
                <a:latin typeface="Calibri" panose="020F0502020204030204" pitchFamily="34" charset="0"/>
              </a:rPr>
              <a:t>connection</a:t>
            </a:r>
            <a:endParaRPr lang="en-US" altLang="zh-CN" sz="2800" dirty="0">
              <a:effectLst/>
            </a:endParaRP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BB5A6165-3079-C843-99F1-388D235A9E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3129" y="1879600"/>
            <a:ext cx="7260411" cy="4800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651527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291090"/>
            <a:ext cx="10515599" cy="932688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A2 Preparation: select()</a:t>
            </a:r>
            <a:endParaRPr lang="en-US" sz="5400" b="1" kern="120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DED71D2B-24EB-9C4A-9F6B-5ECEB45E26FF}"/>
              </a:ext>
            </a:extLst>
          </p:cNvPr>
          <p:cNvSpPr/>
          <p:nvPr/>
        </p:nvSpPr>
        <p:spPr>
          <a:xfrm>
            <a:off x="923537" y="1465590"/>
            <a:ext cx="9593011" cy="523220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800" b="1" dirty="0">
                <a:effectLst/>
                <a:latin typeface="Calibri" panose="020F0502020204030204" pitchFamily="34" charset="0"/>
              </a:rPr>
              <a:t>Step</a:t>
            </a:r>
            <a:r>
              <a:rPr lang="zh-CN" altLang="en-US" sz="2800" b="1" dirty="0">
                <a:effectLst/>
                <a:latin typeface="Calibri" panose="020F0502020204030204" pitchFamily="34" charset="0"/>
              </a:rPr>
              <a:t> </a:t>
            </a:r>
            <a:r>
              <a:rPr lang="en-US" altLang="zh-CN" sz="2800" b="1" dirty="0">
                <a:effectLst/>
                <a:latin typeface="Calibri" panose="020F0502020204030204" pitchFamily="34" charset="0"/>
              </a:rPr>
              <a:t>3:</a:t>
            </a:r>
            <a:r>
              <a:rPr lang="zh-CN" altLang="en-US" sz="2800" b="1" dirty="0">
                <a:effectLst/>
                <a:latin typeface="Calibri" panose="020F0502020204030204" pitchFamily="34" charset="0"/>
              </a:rPr>
              <a:t> </a:t>
            </a:r>
            <a:r>
              <a:rPr lang="en-US" altLang="zh-CN" sz="2800" b="1" dirty="0">
                <a:effectLst/>
                <a:latin typeface="Calibri" panose="020F0502020204030204" pitchFamily="34" charset="0"/>
              </a:rPr>
              <a:t>check</a:t>
            </a:r>
            <a:r>
              <a:rPr lang="zh-CN" altLang="en-US" sz="2800" b="1" dirty="0">
                <a:effectLst/>
                <a:latin typeface="Calibri" panose="020F0502020204030204" pitchFamily="34" charset="0"/>
              </a:rPr>
              <a:t> </a:t>
            </a:r>
            <a:r>
              <a:rPr lang="en-US" altLang="zh-CN" sz="2800" b="1" dirty="0">
                <a:effectLst/>
                <a:latin typeface="Calibri" panose="020F0502020204030204" pitchFamily="34" charset="0"/>
              </a:rPr>
              <a:t>socket</a:t>
            </a:r>
            <a:r>
              <a:rPr lang="zh-CN" altLang="en-US" sz="2800" b="1" dirty="0">
                <a:effectLst/>
                <a:latin typeface="Calibri" panose="020F0502020204030204" pitchFamily="34" charset="0"/>
              </a:rPr>
              <a:t> </a:t>
            </a:r>
            <a:r>
              <a:rPr lang="en-US" altLang="zh-CN" sz="2800" b="1" dirty="0">
                <a:effectLst/>
                <a:latin typeface="Calibri" panose="020F0502020204030204" pitchFamily="34" charset="0"/>
              </a:rPr>
              <a:t>status</a:t>
            </a:r>
            <a:r>
              <a:rPr lang="zh-CN" altLang="en-US" sz="2800" b="1" dirty="0">
                <a:effectLst/>
                <a:latin typeface="Calibri" panose="020F0502020204030204" pitchFamily="34" charset="0"/>
              </a:rPr>
              <a:t> </a:t>
            </a:r>
            <a:r>
              <a:rPr lang="en-US" altLang="zh-CN" sz="2800" b="1" dirty="0">
                <a:latin typeface="Calibri" panose="020F0502020204030204" pitchFamily="34" charset="0"/>
              </a:rPr>
              <a:t>(for</a:t>
            </a:r>
            <a:r>
              <a:rPr lang="zh-CN" altLang="en-US" sz="2800" b="1" dirty="0">
                <a:latin typeface="Calibri" panose="020F0502020204030204" pitchFamily="34" charset="0"/>
              </a:rPr>
              <a:t> </a:t>
            </a:r>
            <a:r>
              <a:rPr lang="en-US" altLang="zh-CN" sz="2800" b="1" dirty="0">
                <a:latin typeface="Calibri" panose="020F0502020204030204" pitchFamily="34" charset="0"/>
              </a:rPr>
              <a:t>client</a:t>
            </a:r>
            <a:r>
              <a:rPr lang="zh-CN" altLang="en-US" sz="2800" b="1" dirty="0">
                <a:latin typeface="Calibri" panose="020F0502020204030204" pitchFamily="34" charset="0"/>
              </a:rPr>
              <a:t> </a:t>
            </a:r>
            <a:r>
              <a:rPr lang="en-US" altLang="zh-CN" sz="2800" b="1" dirty="0">
                <a:latin typeface="Calibri" panose="020F0502020204030204" pitchFamily="34" charset="0"/>
              </a:rPr>
              <a:t>socket)</a:t>
            </a:r>
            <a:r>
              <a:rPr lang="zh-CN" altLang="en-US" sz="2800" b="1" dirty="0">
                <a:latin typeface="Calibri" panose="020F0502020204030204" pitchFamily="34" charset="0"/>
              </a:rPr>
              <a:t> </a:t>
            </a:r>
            <a:r>
              <a:rPr lang="en-US" altLang="zh-CN" sz="2800" b="1" dirty="0">
                <a:latin typeface="Calibri" panose="020F0502020204030204" pitchFamily="34" charset="0"/>
              </a:rPr>
              <a:t>and</a:t>
            </a:r>
            <a:r>
              <a:rPr lang="zh-CN" altLang="en-US" sz="2800" b="1" dirty="0">
                <a:latin typeface="Calibri" panose="020F0502020204030204" pitchFamily="34" charset="0"/>
              </a:rPr>
              <a:t> </a:t>
            </a:r>
            <a:r>
              <a:rPr lang="en-US" altLang="zh-CN" sz="2800" b="1" dirty="0">
                <a:latin typeface="Calibri" panose="020F0502020204030204" pitchFamily="34" charset="0"/>
              </a:rPr>
              <a:t>do</a:t>
            </a:r>
            <a:r>
              <a:rPr lang="zh-CN" altLang="en-US" sz="2800" b="1" dirty="0">
                <a:latin typeface="Calibri" panose="020F0502020204030204" pitchFamily="34" charset="0"/>
              </a:rPr>
              <a:t> </a:t>
            </a:r>
            <a:r>
              <a:rPr lang="en-US" altLang="zh-CN" sz="2800" b="1" dirty="0">
                <a:latin typeface="Calibri" panose="020F0502020204030204" pitchFamily="34" charset="0"/>
              </a:rPr>
              <a:t>something</a:t>
            </a:r>
            <a:endParaRPr lang="en-US" altLang="zh-CN" sz="2800" dirty="0">
              <a:effectLst/>
            </a:endParaRP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27A8F3F8-3E6F-B04D-9261-0A9C4BEBC5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9995" y="2107208"/>
            <a:ext cx="6287305" cy="42139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88756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Select</a:t>
            </a:r>
            <a:r>
              <a:rPr lang="en-US" b="1" dirty="0"/>
              <a:t> Programming: A Demo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143548"/>
          </a:xfrm>
        </p:spPr>
        <p:txBody>
          <a:bodyPr>
            <a:normAutofit/>
          </a:bodyPr>
          <a:lstStyle/>
          <a:p>
            <a:r>
              <a:rPr lang="en-US" altLang="zh-CN" dirty="0"/>
              <a:t>Select</a:t>
            </a:r>
            <a:r>
              <a:rPr lang="zh-CN" altLang="en-US" dirty="0"/>
              <a:t> </a:t>
            </a:r>
            <a:r>
              <a:rPr lang="en-US" altLang="zh-CN" dirty="0"/>
              <a:t>example</a:t>
            </a:r>
            <a:r>
              <a:rPr lang="zh-CN" altLang="en-US" dirty="0"/>
              <a:t> </a:t>
            </a:r>
            <a:r>
              <a:rPr lang="en-US" altLang="zh-CN" dirty="0"/>
              <a:t>code:</a:t>
            </a:r>
            <a:r>
              <a:rPr lang="zh-CN" altLang="en-US" dirty="0"/>
              <a:t> </a:t>
            </a:r>
            <a:r>
              <a:rPr lang="en-US" altLang="zh-CN" dirty="0">
                <a:hlinkClick r:id="rId2"/>
              </a:rPr>
              <a:t>echo</a:t>
            </a:r>
            <a:r>
              <a:rPr lang="zh-CN" altLang="en-US" dirty="0">
                <a:hlinkClick r:id="rId2"/>
              </a:rPr>
              <a:t> </a:t>
            </a:r>
            <a:r>
              <a:rPr lang="en-US" altLang="zh-CN" dirty="0">
                <a:hlinkClick r:id="rId3"/>
              </a:rPr>
              <a:t>server</a:t>
            </a:r>
            <a:endParaRPr lang="en-US" altLang="zh-CN" dirty="0"/>
          </a:p>
          <a:p>
            <a:r>
              <a:rPr lang="en-HK" dirty="0"/>
              <a:t>Linux or Mac OS.</a:t>
            </a:r>
          </a:p>
          <a:p>
            <a:r>
              <a:rPr lang="en-US" altLang="zh-CN" dirty="0"/>
              <a:t>You</a:t>
            </a:r>
            <a:r>
              <a:rPr lang="zh-CN" altLang="en-US" dirty="0"/>
              <a:t> </a:t>
            </a:r>
            <a:r>
              <a:rPr lang="en-US" altLang="zh-CN" dirty="0"/>
              <a:t>can</a:t>
            </a:r>
            <a:r>
              <a:rPr lang="zh-CN" altLang="en-US" dirty="0"/>
              <a:t> </a:t>
            </a:r>
            <a:r>
              <a:rPr lang="en-US" altLang="zh-CN" dirty="0"/>
              <a:t>use</a:t>
            </a:r>
            <a:r>
              <a:rPr lang="zh-CN" altLang="en-US" dirty="0"/>
              <a:t> </a:t>
            </a:r>
            <a:r>
              <a:rPr lang="en-US" altLang="zh-CN" dirty="0" err="1"/>
              <a:t>netcat</a:t>
            </a:r>
            <a:r>
              <a:rPr lang="zh-CN" altLang="en-US" dirty="0"/>
              <a:t> </a:t>
            </a:r>
            <a:r>
              <a:rPr lang="en-US" altLang="zh-CN" dirty="0"/>
              <a:t>(“</a:t>
            </a:r>
            <a:r>
              <a:rPr lang="en-US" altLang="zh-CN" dirty="0" err="1"/>
              <a:t>nc</a:t>
            </a:r>
            <a:r>
              <a:rPr lang="en-US" altLang="zh-CN" dirty="0"/>
              <a:t>”</a:t>
            </a:r>
            <a:r>
              <a:rPr lang="zh-CN" altLang="en-US" dirty="0"/>
              <a:t> </a:t>
            </a:r>
            <a:r>
              <a:rPr lang="en-US" altLang="zh-CN" dirty="0"/>
              <a:t>in</a:t>
            </a:r>
            <a:r>
              <a:rPr lang="zh-CN" altLang="en-US" dirty="0"/>
              <a:t> </a:t>
            </a:r>
            <a:r>
              <a:rPr lang="en-US" altLang="zh-CN" dirty="0"/>
              <a:t>command</a:t>
            </a:r>
            <a:r>
              <a:rPr lang="zh-CN" altLang="en-US" dirty="0"/>
              <a:t> </a:t>
            </a:r>
            <a:r>
              <a:rPr lang="en-US" altLang="zh-CN" dirty="0"/>
              <a:t>line)</a:t>
            </a:r>
            <a:r>
              <a:rPr lang="zh-CN" altLang="en-US" dirty="0"/>
              <a:t> </a:t>
            </a:r>
            <a:r>
              <a:rPr lang="en-US" altLang="zh-CN" dirty="0"/>
              <a:t>to</a:t>
            </a:r>
            <a:r>
              <a:rPr lang="zh-CN" altLang="en-US" dirty="0"/>
              <a:t> </a:t>
            </a:r>
            <a:r>
              <a:rPr lang="en-US" altLang="zh-CN" dirty="0"/>
              <a:t>communicate</a:t>
            </a:r>
            <a:r>
              <a:rPr lang="zh-CN" altLang="en-US" dirty="0"/>
              <a:t> </a:t>
            </a:r>
            <a:r>
              <a:rPr lang="en-US" altLang="zh-CN" dirty="0"/>
              <a:t>with</a:t>
            </a:r>
            <a:r>
              <a:rPr lang="zh-CN" altLang="en-US" dirty="0"/>
              <a:t>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dirty="0"/>
              <a:t>“echo</a:t>
            </a:r>
            <a:r>
              <a:rPr lang="zh-CN" altLang="en-US" dirty="0"/>
              <a:t> </a:t>
            </a:r>
            <a:r>
              <a:rPr lang="en-US" altLang="zh-CN" dirty="0"/>
              <a:t>server”.</a:t>
            </a:r>
            <a:endParaRPr lang="en-HK" dirty="0"/>
          </a:p>
        </p:txBody>
      </p:sp>
    </p:spTree>
    <p:extLst>
      <p:ext uri="{BB962C8B-B14F-4D97-AF65-F5344CB8AC3E}">
        <p14:creationId xmlns:p14="http://schemas.microsoft.com/office/powerpoint/2010/main" val="187100525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</a:t>
            </a:r>
            <a:r>
              <a:rPr lang="en-US" altLang="zh-CN" b="1" dirty="0"/>
              <a:t>elect</a:t>
            </a:r>
            <a:r>
              <a:rPr lang="en-US" b="1" dirty="0"/>
              <a:t> Programming</a:t>
            </a:r>
            <a:r>
              <a:rPr lang="zh-CN" altLang="en-US" b="1" dirty="0"/>
              <a:t> </a:t>
            </a:r>
            <a:r>
              <a:rPr lang="en-US" altLang="zh-CN" b="1" dirty="0"/>
              <a:t>Links</a:t>
            </a: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3007632"/>
          </a:xfrm>
        </p:spPr>
        <p:txBody>
          <a:bodyPr>
            <a:normAutofit lnSpcReduction="10000"/>
          </a:bodyPr>
          <a:lstStyle/>
          <a:p>
            <a:r>
              <a:rPr lang="en-US" altLang="zh-CN" dirty="0"/>
              <a:t>“s</a:t>
            </a:r>
            <a:r>
              <a:rPr lang="en-HK" dirty="0"/>
              <a:t>elect</a:t>
            </a:r>
            <a:r>
              <a:rPr lang="en-US" altLang="zh-CN" dirty="0"/>
              <a:t>”</a:t>
            </a:r>
            <a:r>
              <a:rPr lang="en-HK" dirty="0"/>
              <a:t> document:</a:t>
            </a:r>
            <a:r>
              <a:rPr lang="zh-CN" altLang="en-US" dirty="0"/>
              <a:t> </a:t>
            </a:r>
            <a:endParaRPr lang="en-US" altLang="zh-CN" dirty="0"/>
          </a:p>
          <a:p>
            <a:pPr lvl="1"/>
            <a:r>
              <a:rPr lang="en-HK" altLang="zh-CN" dirty="0">
                <a:hlinkClick r:id="rId2"/>
              </a:rPr>
              <a:t>https://man7.org/</a:t>
            </a:r>
            <a:r>
              <a:rPr lang="en-HK" altLang="zh-CN" dirty="0" err="1">
                <a:hlinkClick r:id="rId2"/>
              </a:rPr>
              <a:t>linux</a:t>
            </a:r>
            <a:r>
              <a:rPr lang="en-HK" altLang="zh-CN" dirty="0">
                <a:hlinkClick r:id="rId2"/>
              </a:rPr>
              <a:t>/man-pages/man2/select.2.html</a:t>
            </a:r>
            <a:endParaRPr lang="en-HK" dirty="0"/>
          </a:p>
          <a:p>
            <a:r>
              <a:rPr lang="en-US" altLang="zh-CN" dirty="0"/>
              <a:t>“select”</a:t>
            </a:r>
            <a:r>
              <a:rPr lang="zh-CN" altLang="en-US" dirty="0"/>
              <a:t> </a:t>
            </a:r>
            <a:r>
              <a:rPr lang="en-US" altLang="zh-CN" dirty="0"/>
              <a:t>code</a:t>
            </a:r>
            <a:r>
              <a:rPr lang="zh-CN" altLang="en-US" dirty="0"/>
              <a:t> </a:t>
            </a:r>
            <a:r>
              <a:rPr lang="en-US" altLang="zh-CN" dirty="0"/>
              <a:t>example:</a:t>
            </a:r>
          </a:p>
          <a:p>
            <a:pPr lvl="1"/>
            <a:r>
              <a:rPr lang="en-US" altLang="zh-CN" dirty="0">
                <a:hlinkClick r:id="rId3"/>
              </a:rPr>
              <a:t>https://github.com/henryhxu/CSCI4430/tree/2025_spring/tutorial/T04/select_example</a:t>
            </a:r>
            <a:endParaRPr lang="en-HK" dirty="0"/>
          </a:p>
          <a:p>
            <a:r>
              <a:rPr lang="en-HK" dirty="0"/>
              <a:t>man is always your good friend</a:t>
            </a:r>
          </a:p>
          <a:p>
            <a:pPr lvl="1"/>
            <a:r>
              <a:rPr lang="en-US" altLang="zh-CN" sz="2800" dirty="0"/>
              <a:t>“</a:t>
            </a:r>
            <a:r>
              <a:rPr lang="en-HK" sz="2800" dirty="0"/>
              <a:t>man s</a:t>
            </a:r>
            <a:r>
              <a:rPr lang="en-US" altLang="zh-CN" sz="2800" dirty="0"/>
              <a:t>elect”</a:t>
            </a:r>
            <a:r>
              <a:rPr lang="zh-CN" altLang="en-US" sz="2800" dirty="0"/>
              <a:t> </a:t>
            </a:r>
            <a:r>
              <a:rPr lang="en-US" altLang="zh-CN" sz="2800" dirty="0"/>
              <a:t>for</a:t>
            </a:r>
            <a:r>
              <a:rPr lang="zh-CN" altLang="en-US" sz="2800" dirty="0"/>
              <a:t> </a:t>
            </a:r>
            <a:r>
              <a:rPr lang="en-US" altLang="zh-CN" sz="2800" dirty="0"/>
              <a:t>checking</a:t>
            </a:r>
            <a:r>
              <a:rPr lang="zh-CN" altLang="en-US" sz="2800" dirty="0"/>
              <a:t> </a:t>
            </a:r>
            <a:r>
              <a:rPr lang="en-US" altLang="zh-CN" sz="2800" dirty="0"/>
              <a:t>more</a:t>
            </a:r>
            <a:r>
              <a:rPr lang="zh-CN" altLang="en-US" sz="2800" dirty="0"/>
              <a:t> </a:t>
            </a:r>
            <a:r>
              <a:rPr lang="en-US" altLang="zh-CN" sz="2800" dirty="0"/>
              <a:t>details</a:t>
            </a:r>
            <a:r>
              <a:rPr lang="zh-CN" altLang="en-US" sz="2800" dirty="0"/>
              <a:t> </a:t>
            </a:r>
            <a:r>
              <a:rPr lang="en-US" altLang="zh-CN" sz="2800" dirty="0"/>
              <a:t>about</a:t>
            </a:r>
            <a:r>
              <a:rPr lang="zh-CN" altLang="en-US" sz="2800" dirty="0"/>
              <a:t> </a:t>
            </a:r>
            <a:r>
              <a:rPr lang="en-US" altLang="zh-CN" sz="2800" dirty="0"/>
              <a:t>select</a:t>
            </a:r>
            <a:endParaRPr lang="en-HK" dirty="0"/>
          </a:p>
          <a:p>
            <a:endParaRPr lang="en-HK" dirty="0"/>
          </a:p>
        </p:txBody>
      </p:sp>
    </p:spTree>
    <p:extLst>
      <p:ext uri="{BB962C8B-B14F-4D97-AF65-F5344CB8AC3E}">
        <p14:creationId xmlns:p14="http://schemas.microsoft.com/office/powerpoint/2010/main" val="61656447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Next Week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altLang="zh-CN" sz="3200" dirty="0"/>
              <a:t>Assignment 2 will be released next week!</a:t>
            </a:r>
          </a:p>
        </p:txBody>
      </p:sp>
    </p:spTree>
    <p:extLst>
      <p:ext uri="{BB962C8B-B14F-4D97-AF65-F5344CB8AC3E}">
        <p14:creationId xmlns:p14="http://schemas.microsoft.com/office/powerpoint/2010/main" val="194784771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8D2CAE8-E323-A14E-A62F-188A25405FEA}"/>
              </a:ext>
            </a:extLst>
          </p:cNvPr>
          <p:cNvSpPr/>
          <p:nvPr/>
        </p:nvSpPr>
        <p:spPr>
          <a:xfrm>
            <a:off x="5350732" y="3136612"/>
            <a:ext cx="149053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200" dirty="0"/>
              <a:t>Thanks!</a:t>
            </a:r>
          </a:p>
        </p:txBody>
      </p:sp>
    </p:spTree>
    <p:extLst>
      <p:ext uri="{BB962C8B-B14F-4D97-AF65-F5344CB8AC3E}">
        <p14:creationId xmlns:p14="http://schemas.microsoft.com/office/powerpoint/2010/main" val="32166189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3359</TotalTime>
  <Words>518</Words>
  <Application>Microsoft Macintosh PowerPoint</Application>
  <PresentationFormat>Widescreen</PresentationFormat>
  <Paragraphs>59</Paragraphs>
  <Slides>17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3" baseType="lpstr">
      <vt:lpstr>等线</vt:lpstr>
      <vt:lpstr>Arial</vt:lpstr>
      <vt:lpstr>Calibri</vt:lpstr>
      <vt:lpstr>Calibri Light</vt:lpstr>
      <vt:lpstr>Consolas</vt:lpstr>
      <vt:lpstr>Office Theme</vt:lpstr>
      <vt:lpstr>CSCI 4430 – Spring 25</vt:lpstr>
      <vt:lpstr>Outline</vt:lpstr>
      <vt:lpstr>A2 Preparation: select()</vt:lpstr>
      <vt:lpstr>A2 Preparation: select()</vt:lpstr>
      <vt:lpstr>A2 Preparation: select()</vt:lpstr>
      <vt:lpstr>A2 Preparation: select()</vt:lpstr>
      <vt:lpstr>A2 Preparation: select()</vt:lpstr>
      <vt:lpstr>A2 Preparation: select()</vt:lpstr>
      <vt:lpstr>A2 Preparation: select()</vt:lpstr>
      <vt:lpstr>A2 Preparation: select()</vt:lpstr>
      <vt:lpstr>A2 Preparation: select()</vt:lpstr>
      <vt:lpstr>A2 Preparation: select()</vt:lpstr>
      <vt:lpstr>A2 Preparation: select()</vt:lpstr>
      <vt:lpstr>Select Programming: A Demo</vt:lpstr>
      <vt:lpstr>Select Programming Links</vt:lpstr>
      <vt:lpstr>Next Week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CSCI 4430 - Spring 22</dc:title>
  <dc:creator>SONG, Qingyu</dc:creator>
  <cp:lastModifiedBy>YANG, Yitao</cp:lastModifiedBy>
  <cp:revision>114</cp:revision>
  <dcterms:created xsi:type="dcterms:W3CDTF">2022-01-09T08:27:06Z</dcterms:created>
  <dcterms:modified xsi:type="dcterms:W3CDTF">2025-02-02T15:16:20Z</dcterms:modified>
</cp:coreProperties>
</file>