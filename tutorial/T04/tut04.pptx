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84" r:id="rId4"/>
    <p:sldId id="285" r:id="rId5"/>
    <p:sldId id="260" r:id="rId6"/>
    <p:sldId id="281" r:id="rId7"/>
    <p:sldId id="283" r:id="rId8"/>
    <p:sldId id="275" r:id="rId9"/>
    <p:sldId id="274" r:id="rId10"/>
    <p:sldId id="282" r:id="rId11"/>
    <p:sldId id="276" r:id="rId12"/>
    <p:sldId id="277" r:id="rId13"/>
    <p:sldId id="278" r:id="rId14"/>
    <p:sldId id="279" r:id="rId15"/>
    <p:sldId id="280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053F"/>
    <a:srgbClr val="020D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A34803-EBC2-B646-AD91-C98E90D4BE64}" v="5" dt="2025-02-02T15:16:16.4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29"/>
    <p:restoredTop sz="64113"/>
  </p:normalViewPr>
  <p:slideViewPr>
    <p:cSldViewPr snapToGrid="0" snapToObjects="1">
      <p:cViewPr varScale="1">
        <p:scale>
          <a:sx n="76" d="100"/>
          <a:sy n="76" d="100"/>
        </p:scale>
        <p:origin x="18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, Yitao" userId="88e7822c-0337-4812-90b9-cac454a86cb3" providerId="ADAL" clId="{99F41875-7439-487D-9ECA-8FAFAEEE8A21}"/>
    <pc:docChg chg="undo custSel addSld modSld sldOrd">
      <pc:chgData name="YANG, Yitao" userId="88e7822c-0337-4812-90b9-cac454a86cb3" providerId="ADAL" clId="{99F41875-7439-487D-9ECA-8FAFAEEE8A21}" dt="2023-09-27T07:25:04.301" v="919" actId="20577"/>
      <pc:docMkLst>
        <pc:docMk/>
      </pc:docMkLst>
      <pc:sldChg chg="modSp mod">
        <pc:chgData name="YANG, Yitao" userId="88e7822c-0337-4812-90b9-cac454a86cb3" providerId="ADAL" clId="{99F41875-7439-487D-9ECA-8FAFAEEE8A21}" dt="2023-09-27T07:25:04.301" v="919" actId="20577"/>
        <pc:sldMkLst>
          <pc:docMk/>
          <pc:sldMk cId="356419186" sldId="256"/>
        </pc:sldMkLst>
        <pc:spChg chg="mod">
          <ac:chgData name="YANG, Yitao" userId="88e7822c-0337-4812-90b9-cac454a86cb3" providerId="ADAL" clId="{99F41875-7439-487D-9ECA-8FAFAEEE8A21}" dt="2023-09-27T07:25:04.301" v="919" actId="20577"/>
          <ac:spMkLst>
            <pc:docMk/>
            <pc:sldMk cId="356419186" sldId="256"/>
            <ac:spMk id="2" creationId="{37E55C1B-43BC-8B40-A7BE-D3C3F3D8A40E}"/>
          </ac:spMkLst>
        </pc:spChg>
        <pc:spChg chg="mod">
          <ac:chgData name="YANG, Yitao" userId="88e7822c-0337-4812-90b9-cac454a86cb3" providerId="ADAL" clId="{99F41875-7439-487D-9ECA-8FAFAEEE8A21}" dt="2023-09-26T14:35:28.796" v="910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 ord">
        <pc:chgData name="YANG, Yitao" userId="88e7822c-0337-4812-90b9-cac454a86cb3" providerId="ADAL" clId="{99F41875-7439-487D-9ECA-8FAFAEEE8A21}" dt="2023-09-26T14:31:18.536" v="762"/>
        <pc:sldMkLst>
          <pc:docMk/>
          <pc:sldMk cId="1947847713" sldId="257"/>
        </pc:sldMkLst>
        <pc:spChg chg="mod">
          <ac:chgData name="YANG, Yitao" userId="88e7822c-0337-4812-90b9-cac454a86cb3" providerId="ADAL" clId="{99F41875-7439-487D-9ECA-8FAFAEEE8A21}" dt="2023-09-26T14:30:02.176" v="665" actId="6549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YANG, Yitao" userId="88e7822c-0337-4812-90b9-cac454a86cb3" providerId="ADAL" clId="{99F41875-7439-487D-9ECA-8FAFAEEE8A21}" dt="2023-09-26T14:31:18.536" v="762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YANG, Yitao" userId="88e7822c-0337-4812-90b9-cac454a86cb3" providerId="ADAL" clId="{99F41875-7439-487D-9ECA-8FAFAEEE8A21}" dt="2023-09-26T14:31:34.237" v="774" actId="20577"/>
        <pc:sldMkLst>
          <pc:docMk/>
          <pc:sldMk cId="616564471" sldId="271"/>
        </pc:sldMkLst>
        <pc:spChg chg="mod">
          <ac:chgData name="YANG, Yitao" userId="88e7822c-0337-4812-90b9-cac454a86cb3" providerId="ADAL" clId="{99F41875-7439-487D-9ECA-8FAFAEEE8A21}" dt="2023-09-26T14:31:34.237" v="774" actId="20577"/>
          <ac:spMkLst>
            <pc:docMk/>
            <pc:sldMk cId="616564471" sldId="271"/>
            <ac:spMk id="3" creationId="{8F20472D-613F-3748-9CBD-88055CDB4B08}"/>
          </ac:spMkLst>
        </pc:spChg>
      </pc:sldChg>
      <pc:sldChg chg="addSp modSp mod">
        <pc:chgData name="YANG, Yitao" userId="88e7822c-0337-4812-90b9-cac454a86cb3" providerId="ADAL" clId="{99F41875-7439-487D-9ECA-8FAFAEEE8A21}" dt="2023-09-26T13:16:54.040" v="456" actId="20577"/>
        <pc:sldMkLst>
          <pc:docMk/>
          <pc:sldMk cId="3678526647" sldId="274"/>
        </pc:sldMkLst>
        <pc:spChg chg="add mod">
          <ac:chgData name="YANG, Yitao" userId="88e7822c-0337-4812-90b9-cac454a86cb3" providerId="ADAL" clId="{99F41875-7439-487D-9ECA-8FAFAEEE8A21}" dt="2023-09-26T13:16:54.040" v="456" actId="20577"/>
          <ac:spMkLst>
            <pc:docMk/>
            <pc:sldMk cId="3678526647" sldId="274"/>
            <ac:spMk id="3" creationId="{D7AFC0D8-1301-EAA5-AC7E-616E9ACB8DF6}"/>
          </ac:spMkLst>
        </pc:spChg>
        <pc:picChg chg="mod modCrop">
          <ac:chgData name="YANG, Yitao" userId="88e7822c-0337-4812-90b9-cac454a86cb3" providerId="ADAL" clId="{99F41875-7439-487D-9ECA-8FAFAEEE8A21}" dt="2023-09-26T13:06:02.694" v="13" actId="732"/>
          <ac:picMkLst>
            <pc:docMk/>
            <pc:sldMk cId="3678526647" sldId="274"/>
            <ac:picMk id="4" creationId="{89681FE7-3292-E84E-809F-382F61CBC127}"/>
          </ac:picMkLst>
        </pc:picChg>
      </pc:sldChg>
      <pc:sldChg chg="addSp delSp mod ord">
        <pc:chgData name="YANG, Yitao" userId="88e7822c-0337-4812-90b9-cac454a86cb3" providerId="ADAL" clId="{99F41875-7439-487D-9ECA-8FAFAEEE8A21}" dt="2023-09-26T14:01:39.261" v="652"/>
        <pc:sldMkLst>
          <pc:docMk/>
          <pc:sldMk cId="2643125054" sldId="275"/>
        </pc:sldMkLst>
        <pc:spChg chg="add del">
          <ac:chgData name="YANG, Yitao" userId="88e7822c-0337-4812-90b9-cac454a86cb3" providerId="ADAL" clId="{99F41875-7439-487D-9ECA-8FAFAEEE8A21}" dt="2023-09-26T13:33:51.379" v="598" actId="478"/>
          <ac:spMkLst>
            <pc:docMk/>
            <pc:sldMk cId="2643125054" sldId="275"/>
            <ac:spMk id="6" creationId="{007BB760-F376-845D-C9FD-13FC974D1425}"/>
          </ac:spMkLst>
        </pc:spChg>
      </pc:sldChg>
      <pc:sldChg chg="modSp mod modNotesTx">
        <pc:chgData name="YANG, Yitao" userId="88e7822c-0337-4812-90b9-cac454a86cb3" providerId="ADAL" clId="{99F41875-7439-487D-9ECA-8FAFAEEE8A21}" dt="2023-09-26T14:34:21.671" v="857" actId="20577"/>
        <pc:sldMkLst>
          <pc:docMk/>
          <pc:sldMk cId="626097107" sldId="281"/>
        </pc:sldMkLst>
        <pc:spChg chg="mod">
          <ac:chgData name="YANG, Yitao" userId="88e7822c-0337-4812-90b9-cac454a86cb3" providerId="ADAL" clId="{99F41875-7439-487D-9ECA-8FAFAEEE8A21}" dt="2023-09-26T14:32:59.433" v="781" actId="20577"/>
          <ac:spMkLst>
            <pc:docMk/>
            <pc:sldMk cId="626097107" sldId="281"/>
            <ac:spMk id="7" creationId="{286F4569-7D93-EC44-B887-417C5800100B}"/>
          </ac:spMkLst>
        </pc:spChg>
      </pc:sldChg>
      <pc:sldChg chg="add modNotesTx">
        <pc:chgData name="YANG, Yitao" userId="88e7822c-0337-4812-90b9-cac454a86cb3" providerId="ADAL" clId="{99F41875-7439-487D-9ECA-8FAFAEEE8A21}" dt="2023-09-26T13:28:12.363" v="589" actId="20577"/>
        <pc:sldMkLst>
          <pc:docMk/>
          <pc:sldMk cId="2149271662" sldId="282"/>
        </pc:sldMkLst>
      </pc:sldChg>
      <pc:sldChg chg="addSp delSp modSp add mod ord">
        <pc:chgData name="YANG, Yitao" userId="88e7822c-0337-4812-90b9-cac454a86cb3" providerId="ADAL" clId="{99F41875-7439-487D-9ECA-8FAFAEEE8A21}" dt="2023-09-26T14:32:25.548" v="775" actId="14100"/>
        <pc:sldMkLst>
          <pc:docMk/>
          <pc:sldMk cId="219464000" sldId="283"/>
        </pc:sldMkLst>
        <pc:spChg chg="del">
          <ac:chgData name="YANG, Yitao" userId="88e7822c-0337-4812-90b9-cac454a86cb3" providerId="ADAL" clId="{99F41875-7439-487D-9ECA-8FAFAEEE8A21}" dt="2023-09-26T13:33:25.819" v="594" actId="478"/>
          <ac:spMkLst>
            <pc:docMk/>
            <pc:sldMk cId="219464000" sldId="283"/>
            <ac:spMk id="5" creationId="{DED71D2B-24EB-9C4A-9F6B-5ECEB45E26FF}"/>
          </ac:spMkLst>
        </pc:spChg>
        <pc:spChg chg="mod">
          <ac:chgData name="YANG, Yitao" userId="88e7822c-0337-4812-90b9-cac454a86cb3" providerId="ADAL" clId="{99F41875-7439-487D-9ECA-8FAFAEEE8A21}" dt="2023-09-26T14:32:25.548" v="775" actId="14100"/>
          <ac:spMkLst>
            <pc:docMk/>
            <pc:sldMk cId="219464000" sldId="283"/>
            <ac:spMk id="6" creationId="{007BB760-F376-845D-C9FD-13FC974D1425}"/>
          </ac:spMkLst>
        </pc:spChg>
        <pc:picChg chg="del">
          <ac:chgData name="YANG, Yitao" userId="88e7822c-0337-4812-90b9-cac454a86cb3" providerId="ADAL" clId="{99F41875-7439-487D-9ECA-8FAFAEEE8A21}" dt="2023-09-26T13:33:21.847" v="592" actId="478"/>
          <ac:picMkLst>
            <pc:docMk/>
            <pc:sldMk cId="219464000" sldId="283"/>
            <ac:picMk id="3" creationId="{DD87CBD2-E246-BC4E-8E61-596B90F76CB2}"/>
          </ac:picMkLst>
        </pc:picChg>
        <pc:picChg chg="add del mod">
          <ac:chgData name="YANG, Yitao" userId="88e7822c-0337-4812-90b9-cac454a86cb3" providerId="ADAL" clId="{99F41875-7439-487D-9ECA-8FAFAEEE8A21}" dt="2023-09-26T13:35:02.695" v="610" actId="478"/>
          <ac:picMkLst>
            <pc:docMk/>
            <pc:sldMk cId="219464000" sldId="283"/>
            <ac:picMk id="7" creationId="{C389434B-4253-E0EE-4427-DD005FA87F22}"/>
          </ac:picMkLst>
        </pc:picChg>
      </pc:sldChg>
    </pc:docChg>
  </pc:docChgLst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  <pc:spChg chg="mod">
          <ac:chgData name="SONG, Qingyu" userId="498998f4-7f18-4549-a740-dcfb6e1e3d22" providerId="ADAL" clId="{A2A67607-707D-9A4B-B498-57C0CB8C6AF6}" dt="2022-01-09T08:43:56.456" v="166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  <pc:spChg chg="mod">
          <ac:chgData name="SONG, Qingyu" userId="498998f4-7f18-4549-a740-dcfb6e1e3d22" providerId="ADAL" clId="{A2A67607-707D-9A4B-B498-57C0CB8C6AF6}" dt="2022-01-09T08:44:45.239" v="171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39:47.453" v="73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  <pc:spChg chg="mod">
          <ac:chgData name="SONG, Qingyu" userId="498998f4-7f18-4549-a740-dcfb6e1e3d22" providerId="ADAL" clId="{A2A67607-707D-9A4B-B498-57C0CB8C6AF6}" dt="2022-01-09T08:45:00.824" v="186" actId="20577"/>
          <ac:spMkLst>
            <pc:docMk/>
            <pc:sldMk cId="440415094" sldId="25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5:17.052" v="215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  <pc:spChg chg="mod">
          <ac:chgData name="SONG, Qingyu" userId="498998f4-7f18-4549-a740-dcfb6e1e3d22" providerId="ADAL" clId="{A2A67607-707D-9A4B-B498-57C0CB8C6AF6}" dt="2022-01-09T08:45:34.361" v="219"/>
          <ac:spMkLst>
            <pc:docMk/>
            <pc:sldMk cId="1573737923" sldId="25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6:18.147" v="243" actId="123"/>
          <ac:spMkLst>
            <pc:docMk/>
            <pc:sldMk cId="1573737923" sldId="259"/>
            <ac:spMk id="3" creationId="{8F20472D-613F-3748-9CBD-88055CDB4B08}"/>
          </ac:spMkLst>
        </pc:spChg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  <pc:spChg chg="mod">
          <ac:chgData name="SONG, Qingyu" userId="498998f4-7f18-4549-a740-dcfb6e1e3d22" providerId="ADAL" clId="{A2A67607-707D-9A4B-B498-57C0CB8C6AF6}" dt="2022-01-09T08:47:00.476" v="248"/>
          <ac:spMkLst>
            <pc:docMk/>
            <pc:sldMk cId="2648031906" sldId="260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01.560" v="250"/>
          <ac:spMkLst>
            <pc:docMk/>
            <pc:sldMk cId="2648031906" sldId="260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11.318" v="252" actId="1076"/>
          <ac:picMkLst>
            <pc:docMk/>
            <pc:sldMk cId="2648031906" sldId="260"/>
            <ac:picMk id="4" creationId="{E1F1B7FF-0FBF-3D45-81DD-BA45BC44D742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  <pc:spChg chg="mod">
          <ac:chgData name="SONG, Qingyu" userId="498998f4-7f18-4549-a740-dcfb6e1e3d22" providerId="ADAL" clId="{A2A67607-707D-9A4B-B498-57C0CB8C6AF6}" dt="2022-01-09T08:48:28.653" v="253"/>
          <ac:spMkLst>
            <pc:docMk/>
            <pc:sldMk cId="2279024797" sldId="261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40.756" v="255"/>
          <ac:spMkLst>
            <pc:docMk/>
            <pc:sldMk cId="2279024797" sldId="261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40.756" v="255"/>
          <ac:picMkLst>
            <pc:docMk/>
            <pc:sldMk cId="2279024797" sldId="261"/>
            <ac:picMk id="4" creationId="{E0803F26-69FA-F141-8053-17ADFC76B873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  <pc:spChg chg="mod">
          <ac:chgData name="SONG, Qingyu" userId="498998f4-7f18-4549-a740-dcfb6e1e3d22" providerId="ADAL" clId="{A2A67607-707D-9A4B-B498-57C0CB8C6AF6}" dt="2022-01-09T08:52:22.570" v="367"/>
          <ac:spMkLst>
            <pc:docMk/>
            <pc:sldMk cId="2946419580" sldId="262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9:04.320" v="257"/>
          <ac:spMkLst>
            <pc:docMk/>
            <pc:sldMk cId="2946419580" sldId="262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8:49:30.001" v="288" actId="1076"/>
          <ac:spMkLst>
            <pc:docMk/>
            <pc:sldMk cId="2946419580" sldId="262"/>
            <ac:spMk id="5" creationId="{99B591B7-0ED3-894C-A352-8477ED74F3BB}"/>
          </ac:spMkLst>
        </pc:spChg>
        <pc:spChg chg="add mod">
          <ac:chgData name="SONG, Qingyu" userId="498998f4-7f18-4549-a740-dcfb6e1e3d22" providerId="ADAL" clId="{A2A67607-707D-9A4B-B498-57C0CB8C6AF6}" dt="2022-01-09T08:49:34.916" v="289" actId="1076"/>
          <ac:spMkLst>
            <pc:docMk/>
            <pc:sldMk cId="2946419580" sldId="262"/>
            <ac:spMk id="6" creationId="{95A8685D-FCCD-1D48-84F7-D47520F09B5B}"/>
          </ac:spMkLst>
        </pc:spChg>
        <pc:picChg chg="add mod">
          <ac:chgData name="SONG, Qingyu" userId="498998f4-7f18-4549-a740-dcfb6e1e3d22" providerId="ADAL" clId="{A2A67607-707D-9A4B-B498-57C0CB8C6AF6}" dt="2022-01-09T08:49:04.320" v="257"/>
          <ac:picMkLst>
            <pc:docMk/>
            <pc:sldMk cId="2946419580" sldId="262"/>
            <ac:picMk id="4" creationId="{8D11AF92-8AD0-444F-83E3-E11532277980}"/>
          </ac:picMkLst>
        </pc:picChg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  <pc:spChg chg="mod">
          <ac:chgData name="SONG, Qingyu" userId="498998f4-7f18-4549-a740-dcfb6e1e3d22" providerId="ADAL" clId="{A2A67607-707D-9A4B-B498-57C0CB8C6AF6}" dt="2022-01-09T08:57:23.226" v="476" actId="20577"/>
          <ac:spMkLst>
            <pc:docMk/>
            <pc:sldMk cId="2477746496" sldId="263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36.805" v="554" actId="14100"/>
          <ac:spMkLst>
            <pc:docMk/>
            <pc:sldMk cId="2477746496" sldId="263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42.462" v="558" actId="403"/>
          <ac:spMkLst>
            <pc:docMk/>
            <pc:sldMk cId="2477746496" sldId="263"/>
            <ac:spMk id="5" creationId="{D0C166B3-D1B0-6A4E-9334-36DA412495C4}"/>
          </ac:spMkLst>
        </pc:spChg>
        <pc:picChg chg="add mod">
          <ac:chgData name="SONG, Qingyu" userId="498998f4-7f18-4549-a740-dcfb6e1e3d22" providerId="ADAL" clId="{A2A67607-707D-9A4B-B498-57C0CB8C6AF6}" dt="2022-01-09T09:02:56.402" v="628" actId="1076"/>
          <ac:picMkLst>
            <pc:docMk/>
            <pc:sldMk cId="2477746496" sldId="263"/>
            <ac:picMk id="4" creationId="{89B148E8-50D7-4542-A495-2257CE9D6A0C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  <pc:spChg chg="mod">
          <ac:chgData name="SONG, Qingyu" userId="498998f4-7f18-4549-a740-dcfb6e1e3d22" providerId="ADAL" clId="{A2A67607-707D-9A4B-B498-57C0CB8C6AF6}" dt="2022-01-09T08:52:41.807" v="379"/>
          <ac:spMkLst>
            <pc:docMk/>
            <pc:sldMk cId="3355003134" sldId="264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59:52.346" v="535" actId="14100"/>
          <ac:spMkLst>
            <pc:docMk/>
            <pc:sldMk cId="3355003134" sldId="264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50.651" v="567" actId="1036"/>
          <ac:spMkLst>
            <pc:docMk/>
            <pc:sldMk cId="3355003134" sldId="264"/>
            <ac:spMk id="6" creationId="{8B586356-C565-9B40-BF75-839DA7B53FCB}"/>
          </ac:spMkLst>
        </pc:spChg>
        <pc:picChg chg="del">
          <ac:chgData name="SONG, Qingyu" userId="498998f4-7f18-4549-a740-dcfb6e1e3d22" providerId="ADAL" clId="{A2A67607-707D-9A4B-B498-57C0CB8C6AF6}" dt="2022-01-09T08:53:07.781" v="381" actId="478"/>
          <ac:picMkLst>
            <pc:docMk/>
            <pc:sldMk cId="3355003134" sldId="264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0:55.037" v="585" actId="1036"/>
          <ac:picMkLst>
            <pc:docMk/>
            <pc:sldMk cId="3355003134" sldId="264"/>
            <ac:picMk id="5" creationId="{273285BD-3165-3D46-A0CB-9A06242E6EF4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  <pc:spChg chg="mod">
          <ac:chgData name="SONG, Qingyu" userId="498998f4-7f18-4549-a740-dcfb6e1e3d22" providerId="ADAL" clId="{A2A67607-707D-9A4B-B498-57C0CB8C6AF6}" dt="2022-01-09T08:56:55.874" v="468"/>
          <ac:spMkLst>
            <pc:docMk/>
            <pc:sldMk cId="3781525919" sldId="265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13.333" v="541" actId="14100"/>
          <ac:spMkLst>
            <pc:docMk/>
            <pc:sldMk cId="3781525919" sldId="265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24.761" v="547" actId="404"/>
          <ac:spMkLst>
            <pc:docMk/>
            <pc:sldMk cId="3781525919" sldId="265"/>
            <ac:spMk id="6" creationId="{3B692967-652C-AB4A-9FFE-F0D2464A2DD4}"/>
          </ac:spMkLst>
        </pc:spChg>
        <pc:picChg chg="del">
          <ac:chgData name="SONG, Qingyu" userId="498998f4-7f18-4549-a740-dcfb6e1e3d22" providerId="ADAL" clId="{A2A67607-707D-9A4B-B498-57C0CB8C6AF6}" dt="2022-01-09T08:55:10.406" v="439" actId="478"/>
          <ac:picMkLst>
            <pc:docMk/>
            <pc:sldMk cId="3781525919" sldId="265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1:01.172" v="602" actId="1036"/>
          <ac:picMkLst>
            <pc:docMk/>
            <pc:sldMk cId="3781525919" sldId="265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  <pc:spChg chg="mod">
          <ac:chgData name="SONG, Qingyu" userId="498998f4-7f18-4549-a740-dcfb6e1e3d22" providerId="ADAL" clId="{A2A67607-707D-9A4B-B498-57C0CB8C6AF6}" dt="2022-01-09T08:57:52.495" v="484" actId="20577"/>
          <ac:spMkLst>
            <pc:docMk/>
            <pc:sldMk cId="3863058764" sldId="266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1:24.526" v="609" actId="14100"/>
          <ac:spMkLst>
            <pc:docMk/>
            <pc:sldMk cId="3863058764" sldId="266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1:29.138" v="610" actId="1076"/>
          <ac:spMkLst>
            <pc:docMk/>
            <pc:sldMk cId="3863058764" sldId="266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1:20.609" v="608" actId="1076"/>
          <ac:picMkLst>
            <pc:docMk/>
            <pc:sldMk cId="3863058764" sldId="266"/>
            <ac:picMk id="4" creationId="{A1D5C397-6034-9D41-9BB4-A827A6FAA1BD}"/>
          </ac:picMkLst>
        </pc:picChg>
        <pc:picChg chg="add del">
          <ac:chgData name="SONG, Qingyu" userId="498998f4-7f18-4549-a740-dcfb6e1e3d22" providerId="ADAL" clId="{A2A67607-707D-9A4B-B498-57C0CB8C6AF6}" dt="2022-01-09T08:59:15.791" v="520" actId="478"/>
          <ac:picMkLst>
            <pc:docMk/>
            <pc:sldMk cId="3863058764" sldId="266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  <pc:spChg chg="mod">
          <ac:chgData name="SONG, Qingyu" userId="498998f4-7f18-4549-a740-dcfb6e1e3d22" providerId="ADAL" clId="{A2A67607-707D-9A4B-B498-57C0CB8C6AF6}" dt="2022-01-09T09:02:05.389" v="619" actId="20577"/>
          <ac:spMkLst>
            <pc:docMk/>
            <pc:sldMk cId="4271156151" sldId="26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2:19.743" v="620"/>
          <ac:spMkLst>
            <pc:docMk/>
            <pc:sldMk cId="4271156151" sldId="267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2:29.871" v="622" actId="20577"/>
          <ac:spMkLst>
            <pc:docMk/>
            <pc:sldMk cId="4271156151" sldId="267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2:39.138" v="623" actId="478"/>
          <ac:picMkLst>
            <pc:docMk/>
            <pc:sldMk cId="4271156151" sldId="267"/>
            <ac:picMk id="4" creationId="{A1D5C397-6034-9D41-9BB4-A827A6FAA1BD}"/>
          </ac:picMkLst>
        </pc:picChg>
        <pc:picChg chg="add mod">
          <ac:chgData name="SONG, Qingyu" userId="498998f4-7f18-4549-a740-dcfb6e1e3d22" providerId="ADAL" clId="{A2A67607-707D-9A4B-B498-57C0CB8C6AF6}" dt="2022-01-09T09:03:51.796" v="655" actId="1037"/>
          <ac:picMkLst>
            <pc:docMk/>
            <pc:sldMk cId="4271156151" sldId="267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  <pc:spChg chg="mod">
          <ac:chgData name="SONG, Qingyu" userId="498998f4-7f18-4549-a740-dcfb6e1e3d22" providerId="ADAL" clId="{A2A67607-707D-9A4B-B498-57C0CB8C6AF6}" dt="2022-01-09T09:04:04.507" v="667" actId="20577"/>
          <ac:spMkLst>
            <pc:docMk/>
            <pc:sldMk cId="3168600580" sldId="26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09.928" v="668"/>
          <ac:spMkLst>
            <pc:docMk/>
            <pc:sldMk cId="3168600580" sldId="268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4:14.145" v="669"/>
          <ac:spMkLst>
            <pc:docMk/>
            <pc:sldMk cId="3168600580" sldId="268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4:30.224" v="673" actId="1076"/>
          <ac:picMkLst>
            <pc:docMk/>
            <pc:sldMk cId="3168600580" sldId="268"/>
            <ac:picMk id="4" creationId="{E04675FE-F79E-C645-8EAA-C00F491721EB}"/>
          </ac:picMkLst>
        </pc:picChg>
        <pc:picChg chg="del">
          <ac:chgData name="SONG, Qingyu" userId="498998f4-7f18-4549-a740-dcfb6e1e3d22" providerId="ADAL" clId="{A2A67607-707D-9A4B-B498-57C0CB8C6AF6}" dt="2022-01-09T09:03:55.689" v="656" actId="478"/>
          <ac:picMkLst>
            <pc:docMk/>
            <pc:sldMk cId="3168600580" sldId="268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  <pc:spChg chg="mod">
          <ac:chgData name="SONG, Qingyu" userId="498998f4-7f18-4549-a740-dcfb6e1e3d22" providerId="ADAL" clId="{A2A67607-707D-9A4B-B498-57C0CB8C6AF6}" dt="2022-01-09T09:04:45.920" v="676"/>
          <ac:spMkLst>
            <pc:docMk/>
            <pc:sldMk cId="1589765134" sldId="26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55.810" v="687" actId="20577"/>
          <ac:spMkLst>
            <pc:docMk/>
            <pc:sldMk cId="1589765134" sldId="269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5:09.254" v="690"/>
          <ac:spMkLst>
            <pc:docMk/>
            <pc:sldMk cId="1589765134" sldId="269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5:18.814" v="691" actId="478"/>
          <ac:picMkLst>
            <pc:docMk/>
            <pc:sldMk cId="1589765134" sldId="269"/>
            <ac:picMk id="4" creationId="{E04675FE-F79E-C645-8EAA-C00F491721EB}"/>
          </ac:picMkLst>
        </pc:picChg>
        <pc:picChg chg="add mod">
          <ac:chgData name="SONG, Qingyu" userId="498998f4-7f18-4549-a740-dcfb6e1e3d22" providerId="ADAL" clId="{A2A67607-707D-9A4B-B498-57C0CB8C6AF6}" dt="2022-01-09T09:05:24.298" v="694" actId="1076"/>
          <ac:picMkLst>
            <pc:docMk/>
            <pc:sldMk cId="1589765134" sldId="269"/>
            <ac:picMk id="5" creationId="{7827AB7E-88BC-F041-A7B3-C9FD27A79BE9}"/>
          </ac:picMkLst>
        </pc:picChg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  <pc:spChg chg="mod">
          <ac:chgData name="SONG, Qingyu" userId="498998f4-7f18-4549-a740-dcfb6e1e3d22" providerId="ADAL" clId="{A2A67607-707D-9A4B-B498-57C0CB8C6AF6}" dt="2022-01-09T09:05:37.022" v="695"/>
          <ac:spMkLst>
            <pc:docMk/>
            <pc:sldMk cId="1871005255" sldId="270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7:41.699" v="736"/>
          <ac:spMkLst>
            <pc:docMk/>
            <pc:sldMk cId="1871005255" sldId="270"/>
            <ac:spMk id="3" creationId="{8F20472D-613F-3748-9CBD-88055CDB4B08}"/>
          </ac:spMkLst>
        </pc:spChg>
        <pc:spChg chg="del mod">
          <ac:chgData name="SONG, Qingyu" userId="498998f4-7f18-4549-a740-dcfb6e1e3d22" providerId="ADAL" clId="{A2A67607-707D-9A4B-B498-57C0CB8C6AF6}" dt="2022-01-09T09:07:05.309" v="699" actId="478"/>
          <ac:spMkLst>
            <pc:docMk/>
            <pc:sldMk cId="1871005255" sldId="270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7:02.226" v="697" actId="478"/>
          <ac:picMkLst>
            <pc:docMk/>
            <pc:sldMk cId="1871005255" sldId="270"/>
            <ac:picMk id="4" creationId="{E04675FE-F79E-C645-8EAA-C00F491721EB}"/>
          </ac:picMkLst>
        </pc:picChg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  <pc:spChg chg="mod">
          <ac:chgData name="SONG, Qingyu" userId="498998f4-7f18-4549-a740-dcfb6e1e3d22" providerId="ADAL" clId="{A2A67607-707D-9A4B-B498-57C0CB8C6AF6}" dt="2022-01-09T09:08:29.862" v="701"/>
          <ac:spMkLst>
            <pc:docMk/>
            <pc:sldMk cId="616564471" sldId="271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0:29.220" v="720" actId="403"/>
          <ac:spMkLst>
            <pc:docMk/>
            <pc:sldMk cId="616564471" sldId="271"/>
            <ac:spMk id="3" creationId="{8F20472D-613F-3748-9CBD-88055CDB4B08}"/>
          </ac:spMkLst>
        </pc:spChg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  <pc:spChg chg="del">
          <ac:chgData name="SONG, Qingyu" userId="498998f4-7f18-4549-a740-dcfb6e1e3d22" providerId="ADAL" clId="{A2A67607-707D-9A4B-B498-57C0CB8C6AF6}" dt="2022-01-09T09:10:47.797" v="722" actId="478"/>
          <ac:spMkLst>
            <pc:docMk/>
            <pc:sldMk cId="3216618933" sldId="272"/>
            <ac:spMk id="2" creationId="{900EDBAF-B262-2241-AC45-A243A09C313B}"/>
          </ac:spMkLst>
        </pc:spChg>
        <pc:spChg chg="del">
          <ac:chgData name="SONG, Qingyu" userId="498998f4-7f18-4549-a740-dcfb6e1e3d22" providerId="ADAL" clId="{A2A67607-707D-9A4B-B498-57C0CB8C6AF6}" dt="2022-01-09T09:10:50.341" v="723" actId="478"/>
          <ac:spMkLst>
            <pc:docMk/>
            <pc:sldMk cId="3216618933" sldId="272"/>
            <ac:spMk id="3" creationId="{CE685DE1-EC4A-014A-BCA4-FAC5A190BA84}"/>
          </ac:spMkLst>
        </pc:spChg>
        <pc:spChg chg="add mod">
          <ac:chgData name="SONG, Qingyu" userId="498998f4-7f18-4549-a740-dcfb6e1e3d22" providerId="ADAL" clId="{A2A67607-707D-9A4B-B498-57C0CB8C6AF6}" dt="2022-01-09T09:11:07.645" v="730" actId="1076"/>
          <ac:spMkLst>
            <pc:docMk/>
            <pc:sldMk cId="3216618933" sldId="272"/>
            <ac:spMk id="4" creationId="{A8D2CAE8-E323-A14E-A62F-188A25405FEA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  <pc:spChg chg="mod">
          <ac:chgData name="Qingyu Song" userId="O4NG2utMRSC9bShTQouuMd1Uq3x00QhxVtEheGSGOoU=" providerId="None" clId="Web-{1A9491C6-FD31-4FA7-98FA-39E25D0B6578}" dt="2022-01-09T11:29:04.756" v="1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YANG, Yitao" userId="88e7822c-0337-4812-90b9-cac454a86cb3" providerId="ADAL" clId="{DEA34803-EBC2-B646-AD91-C98E90D4BE64}"/>
    <pc:docChg chg="modSld">
      <pc:chgData name="YANG, Yitao" userId="88e7822c-0337-4812-90b9-cac454a86cb3" providerId="ADAL" clId="{DEA34803-EBC2-B646-AD91-C98E90D4BE64}" dt="2025-02-02T15:16:09.759" v="2" actId="20577"/>
      <pc:docMkLst>
        <pc:docMk/>
      </pc:docMkLst>
      <pc:sldChg chg="modSp mod">
        <pc:chgData name="YANG, Yitao" userId="88e7822c-0337-4812-90b9-cac454a86cb3" providerId="ADAL" clId="{DEA34803-EBC2-B646-AD91-C98E90D4BE64}" dt="2025-02-02T15:16:09.759" v="2" actId="20577"/>
        <pc:sldMkLst>
          <pc:docMk/>
          <pc:sldMk cId="616564471" sldId="271"/>
        </pc:sldMkLst>
        <pc:spChg chg="mod">
          <ac:chgData name="YANG, Yitao" userId="88e7822c-0337-4812-90b9-cac454a86cb3" providerId="ADAL" clId="{DEA34803-EBC2-B646-AD91-C98E90D4BE64}" dt="2025-02-02T15:16:09.759" v="2" actId="20577"/>
          <ac:spMkLst>
            <pc:docMk/>
            <pc:sldMk cId="616564471" sldId="271"/>
            <ac:spMk id="3" creationId="{8F20472D-613F-3748-9CBD-88055CDB4B0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FBE78F-E554-4806-A855-B19721C91D19}" type="datetimeFigureOut">
              <a:rPr lang="zh-CN" altLang="en-US" smtClean="0"/>
              <a:t>2025/9/20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49050-F688-4072-B68F-BF1043D39F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292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4587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7210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3326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01298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61688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46940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37299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42826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22917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51860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37467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47085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22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323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24237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78996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6359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6801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nryhxu/CSCI4430-ESTR4120/tree/2023_fall/tutorial/T04/select_exampl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henryhxu/CSCI4430/tree/2025_spring/tutorial/T04/select_example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an7.org/linux/man-pages/man2/select.2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henryhxu/CSCI4430/tree/2025_spring/tutorial/T04/select_example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– Fall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15006"/>
            <a:ext cx="9144000" cy="2513575"/>
          </a:xfrm>
        </p:spPr>
        <p:txBody>
          <a:bodyPr>
            <a:normAutofit/>
          </a:bodyPr>
          <a:lstStyle/>
          <a:p>
            <a:r>
              <a:rPr lang="en-US" sz="3900" b="1" dirty="0"/>
              <a:t>Tutorial </a:t>
            </a:r>
            <a:r>
              <a:rPr lang="en-US" altLang="zh-CN" sz="3900" b="1" dirty="0"/>
              <a:t>4</a:t>
            </a:r>
            <a:endParaRPr lang="en-US" sz="3900" b="1" dirty="0"/>
          </a:p>
          <a:p>
            <a:r>
              <a:rPr lang="en-US" sz="2800" b="1" dirty="0"/>
              <a:t>DENG </a:t>
            </a:r>
            <a:r>
              <a:rPr lang="en-US" sz="2800" b="1" dirty="0" err="1"/>
              <a:t>Yangtao</a:t>
            </a:r>
            <a:endParaRPr lang="en-US" sz="2800" b="1" dirty="0"/>
          </a:p>
          <a:p>
            <a:endParaRPr lang="en-US" sz="28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</a:t>
            </a:r>
            <a:r>
              <a:rPr lang="en-US" altLang="zh-CN" sz="2000" b="1" dirty="0"/>
              <a:t>4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Introduction to ASG2.</a:t>
            </a:r>
          </a:p>
          <a:p>
            <a:endParaRPr lang="en-US" sz="3200" dirty="0"/>
          </a:p>
          <a:p>
            <a:r>
              <a:rPr lang="en-US" sz="3200" dirty="0"/>
              <a:t>Introduction to programming</a:t>
            </a:r>
            <a:r>
              <a:rPr lang="zh-CN" altLang="en-US" sz="3200" dirty="0"/>
              <a:t> </a:t>
            </a:r>
            <a:r>
              <a:rPr lang="en-US" altLang="zh-CN" sz="3200" dirty="0"/>
              <a:t>with</a:t>
            </a:r>
            <a:r>
              <a:rPr lang="zh-CN" altLang="en-US" sz="3200" dirty="0"/>
              <a:t> </a:t>
            </a:r>
            <a:r>
              <a:rPr lang="en-US" altLang="zh-CN" sz="3200" dirty="0"/>
              <a:t>“select”.</a:t>
            </a:r>
            <a:endParaRPr lang="en-US" sz="3200" dirty="0"/>
          </a:p>
          <a:p>
            <a:endParaRPr lang="en-US" sz="3200" dirty="0"/>
          </a:p>
          <a:p>
            <a:r>
              <a:rPr lang="en-US" sz="3200" dirty="0"/>
              <a:t>A simple demo.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</a:t>
            </a:r>
            <a:r>
              <a:rPr lang="en-US" altLang="zh-CN" b="1" dirty="0"/>
              <a:t>2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sz="3200" dirty="0"/>
              <a:t>Due: </a:t>
            </a:r>
            <a:r>
              <a:rPr lang="en-US" sz="3200" dirty="0">
                <a:solidFill>
                  <a:srgbClr val="C00000"/>
                </a:solidFill>
              </a:rPr>
              <a:t>11:59:59 p.m., Sun, Oct. 26</a:t>
            </a:r>
            <a:r>
              <a:rPr lang="en-US" sz="3200" baseline="30000" dirty="0">
                <a:solidFill>
                  <a:srgbClr val="C00000"/>
                </a:solidFill>
              </a:rPr>
              <a:t>th</a:t>
            </a:r>
            <a:endParaRPr lang="en-US" dirty="0">
              <a:solidFill>
                <a:srgbClr val="C00000"/>
              </a:solidFill>
            </a:endParaRPr>
          </a:p>
          <a:p>
            <a:r>
              <a:rPr lang="en-US" sz="3200" dirty="0"/>
              <a:t>Task: </a:t>
            </a:r>
          </a:p>
          <a:p>
            <a:pPr lvl="1"/>
            <a:r>
              <a:rPr lang="en-US" sz="2800" dirty="0"/>
              <a:t>Understand</a:t>
            </a:r>
            <a:r>
              <a:rPr lang="zh-CN" altLang="en-US" sz="2800" dirty="0"/>
              <a:t> </a:t>
            </a:r>
            <a:r>
              <a:rPr lang="en-US" altLang="zh-CN" sz="2800" dirty="0"/>
              <a:t>the</a:t>
            </a:r>
            <a:r>
              <a:rPr lang="zh-CN" altLang="en-US" sz="2800" dirty="0"/>
              <a:t> </a:t>
            </a:r>
            <a:r>
              <a:rPr lang="en-US" altLang="zh-CN" sz="2800" dirty="0"/>
              <a:t>basics of video streaming and CDNs</a:t>
            </a:r>
          </a:p>
          <a:p>
            <a:pPr lvl="1"/>
            <a:r>
              <a:rPr lang="en-US" sz="2800" dirty="0"/>
              <a:t>Use polling to implement a proxy for handling requests from multiple clients simultaneously</a:t>
            </a:r>
          </a:p>
          <a:p>
            <a:pPr lvl="1"/>
            <a:r>
              <a:rPr lang="en-US" sz="2800" dirty="0"/>
              <a:t>Implement a simple load balancer that can assign clients to video servers  </a:t>
            </a:r>
          </a:p>
          <a:p>
            <a:r>
              <a:rPr lang="en-US" sz="3200" dirty="0"/>
              <a:t>Advice:</a:t>
            </a:r>
          </a:p>
          <a:p>
            <a:pPr lvl="1"/>
            <a:r>
              <a:rPr lang="en-US" sz="2800" dirty="0"/>
              <a:t>Test as many cases as you can in your local host</a:t>
            </a:r>
          </a:p>
          <a:p>
            <a:pPr lvl="1"/>
            <a:r>
              <a:rPr lang="en-US" sz="2800" dirty="0"/>
              <a:t>START EARLY!</a:t>
            </a:r>
            <a:endParaRPr lang="en-US" sz="28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</a:t>
            </a:r>
            <a:r>
              <a:rPr lang="en-US" altLang="zh-CN" b="1" dirty="0"/>
              <a:t>2</a:t>
            </a:r>
            <a:endParaRPr lang="en-US" b="1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1788ED7F-7303-412E-B4AE-E13F48D3129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A2D6AC0-2B02-16AD-69B2-6BACF049D37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11" b="4827"/>
          <a:stretch/>
        </p:blipFill>
        <p:spPr>
          <a:xfrm>
            <a:off x="2404532" y="1715294"/>
            <a:ext cx="587586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8929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A2</a:t>
            </a:r>
            <a:r>
              <a:rPr lang="zh-CN" altLang="en-US" b="1" dirty="0"/>
              <a:t> </a:t>
            </a:r>
            <a:r>
              <a:rPr lang="en-US" altLang="zh-CN" b="1" dirty="0"/>
              <a:t>Preparation:</a:t>
            </a:r>
            <a:r>
              <a:rPr lang="zh-CN" altLang="en-US" b="1" dirty="0"/>
              <a:t> </a:t>
            </a:r>
            <a:r>
              <a:rPr lang="en-US" altLang="zh-CN" b="1" dirty="0"/>
              <a:t>select()</a:t>
            </a:r>
            <a:endParaRPr lang="en-US" b="1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89ED527-9E1D-464F-8FDB-9EB8B6E339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2066007"/>
            <a:ext cx="7023100" cy="8463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select(): I/O Multiplexing 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86F4569-7D93-EC44-B887-417C5800100B}"/>
              </a:ext>
            </a:extLst>
          </p:cNvPr>
          <p:cNvSpPr/>
          <p:nvPr/>
        </p:nvSpPr>
        <p:spPr>
          <a:xfrm>
            <a:off x="1517650" y="3627735"/>
            <a:ext cx="915670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Calibri" panose="020F0502020204030204" pitchFamily="34" charset="0"/>
              </a:rPr>
              <a:t>Allow a program to monitor multiple file descriptors, waiting until one or more of the file descriptors becomes "ready" for some class of I/O operation. </a:t>
            </a:r>
            <a:endParaRPr lang="en-US" altLang="zh-CN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A2</a:t>
            </a:r>
            <a:r>
              <a:rPr lang="zh-CN" altLang="en-US" b="1" dirty="0"/>
              <a:t> </a:t>
            </a:r>
            <a:r>
              <a:rPr lang="en-US" altLang="zh-CN" b="1" dirty="0"/>
              <a:t>Preparation:</a:t>
            </a:r>
            <a:r>
              <a:rPr lang="zh-CN" altLang="en-US" b="1" dirty="0"/>
              <a:t> </a:t>
            </a:r>
            <a:r>
              <a:rPr lang="en-US" altLang="zh-CN" b="1" dirty="0"/>
              <a:t>select()</a:t>
            </a:r>
            <a:endParaRPr lang="en-US" b="1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89ED527-9E1D-464F-8FDB-9EB8B6E339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1577976"/>
            <a:ext cx="7188200" cy="16004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Why</a:t>
            </a:r>
            <a:r>
              <a:rPr kumimoji="0" lang="zh-CN" altLang="en-US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r>
              <a:rPr kumimoji="0" lang="en-US" altLang="zh-CN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“select”</a:t>
            </a:r>
            <a:r>
              <a:rPr kumimoji="0" lang="zh-CN" altLang="en-US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r>
              <a:rPr kumimoji="0" lang="en-US" altLang="zh-CN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instead</a:t>
            </a:r>
            <a:r>
              <a:rPr kumimoji="0" lang="zh-CN" altLang="en-US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r>
              <a:rPr kumimoji="0" lang="en-US" altLang="zh-CN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o</a:t>
            </a:r>
            <a:r>
              <a:rPr lang="en-US" altLang="zh-CN" sz="4900" dirty="0">
                <a:latin typeface="Arial" panose="020B0604020202020204" pitchFamily="34" charset="0"/>
                <a:ea typeface="Calibri" panose="020F0502020204030204" pitchFamily="34" charset="0"/>
              </a:rPr>
              <a:t>f</a:t>
            </a:r>
            <a:r>
              <a:rPr lang="zh-CN" altLang="en-US" sz="4900" dirty="0"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r>
              <a:rPr lang="en-US" altLang="zh-CN" sz="4900" dirty="0">
                <a:latin typeface="Arial" panose="020B0604020202020204" pitchFamily="34" charset="0"/>
                <a:ea typeface="Calibri" panose="020F0502020204030204" pitchFamily="34" charset="0"/>
              </a:rPr>
              <a:t>multi-threading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86F4569-7D93-EC44-B887-417C5800100B}"/>
              </a:ext>
            </a:extLst>
          </p:cNvPr>
          <p:cNvSpPr/>
          <p:nvPr/>
        </p:nvSpPr>
        <p:spPr>
          <a:xfrm>
            <a:off x="1828800" y="3615035"/>
            <a:ext cx="91567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effectLst/>
              </a:rPr>
              <a:t>Non-blocking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for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only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one</a:t>
            </a:r>
            <a:r>
              <a:rPr lang="en-US" altLang="zh-CN" sz="2800" dirty="0"/>
              <a:t>-</a:t>
            </a:r>
            <a:r>
              <a:rPr lang="en-US" altLang="zh-CN" sz="2800" dirty="0">
                <a:effectLst/>
              </a:rPr>
              <a:t>threaded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program.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Less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system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resource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required.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(although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more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complex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for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coding)</a:t>
            </a:r>
          </a:p>
        </p:txBody>
      </p:sp>
    </p:spTree>
    <p:extLst>
      <p:ext uri="{BB962C8B-B14F-4D97-AF65-F5344CB8AC3E}">
        <p14:creationId xmlns:p14="http://schemas.microsoft.com/office/powerpoint/2010/main" val="626097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A2</a:t>
            </a:r>
            <a:r>
              <a:rPr lang="zh-CN" altLang="en-US" b="1" dirty="0"/>
              <a:t> </a:t>
            </a:r>
            <a:r>
              <a:rPr lang="en-US" altLang="zh-CN" b="1" dirty="0"/>
              <a:t>Preparation:</a:t>
            </a:r>
            <a:r>
              <a:rPr lang="zh-CN" altLang="en-US" b="1" dirty="0"/>
              <a:t> </a:t>
            </a:r>
            <a:r>
              <a:rPr lang="en-US" altLang="zh-CN" b="1" dirty="0"/>
              <a:t>select()</a:t>
            </a:r>
            <a:endParaRPr lang="en-US" b="1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07BB760-F376-845D-C9FD-13FC974D1425}"/>
              </a:ext>
            </a:extLst>
          </p:cNvPr>
          <p:cNvSpPr txBox="1"/>
          <p:nvPr/>
        </p:nvSpPr>
        <p:spPr>
          <a:xfrm>
            <a:off x="927726" y="1655301"/>
            <a:ext cx="927419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// set of socket descriptors</a:t>
            </a:r>
            <a:endParaRPr lang="en-US" altLang="zh-CN" sz="24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CN" sz="2400" b="0" dirty="0" err="1">
                <a:solidFill>
                  <a:srgbClr val="B0053F"/>
                </a:solidFill>
                <a:effectLst/>
                <a:latin typeface="Consolas" panose="020B0609020204030204" pitchFamily="49" charset="0"/>
              </a:rPr>
              <a:t>fd_set</a:t>
            </a:r>
            <a:r>
              <a:rPr lang="en-US" altLang="zh-CN" sz="2400" b="0" dirty="0">
                <a:solidFill>
                  <a:srgbClr val="B0053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2400" b="0" dirty="0" err="1">
                <a:solidFill>
                  <a:srgbClr val="020DFF"/>
                </a:solidFill>
                <a:effectLst/>
                <a:latin typeface="Consolas" panose="020B0609020204030204" pitchFamily="49" charset="0"/>
              </a:rPr>
              <a:t>readfds</a:t>
            </a:r>
            <a:r>
              <a:rPr lang="en-US" altLang="zh-CN" sz="2400" b="0" dirty="0"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altLang="zh-CN" sz="2000" dirty="0">
              <a:latin typeface="Consolas" panose="020B0609020204030204" pitchFamily="49" charset="0"/>
            </a:endParaRPr>
          </a:p>
          <a:p>
            <a:r>
              <a:rPr lang="en-US" altLang="zh-CN" sz="2400" dirty="0"/>
              <a:t>Explanation: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b="0" i="0" dirty="0" err="1">
                <a:solidFill>
                  <a:srgbClr val="B0053F"/>
                </a:solidFill>
                <a:effectLst/>
              </a:rPr>
              <a:t>fd_set</a:t>
            </a:r>
            <a:r>
              <a:rPr lang="en-US" altLang="zh-CN" sz="2000" b="0" i="0" dirty="0">
                <a:solidFill>
                  <a:srgbClr val="B0053F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3C4043"/>
                </a:solidFill>
                <a:effectLst/>
              </a:rPr>
              <a:t>is a data type usually used to store a set of file descriptors. This is very common in Unix and Unix-like systems, especially when using the select() system call for I/O multiplexing.</a:t>
            </a:r>
            <a:endParaRPr lang="en-US" altLang="zh-CN" sz="2000" dirty="0">
              <a:solidFill>
                <a:srgbClr val="ABB2BF"/>
              </a:solidFill>
            </a:endParaRPr>
          </a:p>
          <a:p>
            <a:endParaRPr lang="en-US" altLang="zh-CN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464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A2</a:t>
            </a:r>
            <a:r>
              <a:rPr lang="zh-CN" altLang="en-US" b="1" dirty="0"/>
              <a:t> </a:t>
            </a:r>
            <a:r>
              <a:rPr lang="en-US" altLang="zh-CN" b="1" dirty="0"/>
              <a:t>Preparation:</a:t>
            </a:r>
            <a:r>
              <a:rPr lang="zh-CN" altLang="en-US" b="1" dirty="0"/>
              <a:t> </a:t>
            </a:r>
            <a:r>
              <a:rPr lang="en-US" altLang="zh-CN" b="1" dirty="0"/>
              <a:t>select()</a:t>
            </a:r>
            <a:endParaRPr lang="en-US" b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D87CBD2-E246-BC4E-8E61-596B90F76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90800"/>
            <a:ext cx="8680450" cy="3611507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ED71D2B-24EB-9C4A-9F6B-5ECEB45E26FF}"/>
              </a:ext>
            </a:extLst>
          </p:cNvPr>
          <p:cNvSpPr/>
          <p:nvPr/>
        </p:nvSpPr>
        <p:spPr>
          <a:xfrm>
            <a:off x="838200" y="1771412"/>
            <a:ext cx="335162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800" b="1" dirty="0">
                <a:latin typeface="Calibri" panose="020F0502020204030204" pitchFamily="34" charset="0"/>
              </a:rPr>
              <a:t>Some useful macros: </a:t>
            </a:r>
            <a:endParaRPr lang="en-US" altLang="zh-CN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43125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A2</a:t>
            </a:r>
            <a:r>
              <a:rPr lang="zh-CN" altLang="en-US" b="1" dirty="0"/>
              <a:t> </a:t>
            </a:r>
            <a:r>
              <a:rPr lang="en-US" altLang="zh-CN" b="1" dirty="0"/>
              <a:t>Preparation:</a:t>
            </a:r>
            <a:r>
              <a:rPr lang="zh-CN" altLang="en-US" b="1" dirty="0"/>
              <a:t> </a:t>
            </a:r>
            <a:r>
              <a:rPr lang="en-US" altLang="zh-CN" b="1" dirty="0"/>
              <a:t>select()</a:t>
            </a:r>
            <a:endParaRPr lang="en-US" b="1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9681FE7-3292-E84E-809F-382F61CBC12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481"/>
          <a:stretch/>
        </p:blipFill>
        <p:spPr>
          <a:xfrm>
            <a:off x="838200" y="1806803"/>
            <a:ext cx="9375321" cy="1819906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D7AFC0D8-1301-EAA5-AC7E-616E9ACB8DF6}"/>
              </a:ext>
            </a:extLst>
          </p:cNvPr>
          <p:cNvSpPr txBox="1"/>
          <p:nvPr/>
        </p:nvSpPr>
        <p:spPr>
          <a:xfrm>
            <a:off x="1049715" y="3729637"/>
            <a:ext cx="879136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The property of the select() function: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Select() is a blocking operation; it will block the program until any activity happens on some sockets.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Select() function will return a number.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If the return value &gt; 0, it means there happened activities on some sockets.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If the return value = 0, it means timeout expires but no activity occurs on any socket.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If the return value &lt; 0, it means that there is an error in the select function call.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8526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A2</a:t>
            </a:r>
            <a:r>
              <a:rPr lang="zh-CN" altLang="en-US" b="1" dirty="0"/>
              <a:t> </a:t>
            </a:r>
            <a:r>
              <a:rPr lang="en-US" altLang="zh-CN" b="1" dirty="0"/>
              <a:t>Preparation:</a:t>
            </a:r>
            <a:r>
              <a:rPr lang="zh-CN" altLang="en-US" b="1" dirty="0"/>
              <a:t> </a:t>
            </a:r>
            <a:r>
              <a:rPr lang="en-US" altLang="zh-CN" b="1" dirty="0"/>
              <a:t>select()</a:t>
            </a:r>
            <a:endParaRPr lang="en-US" b="1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9681FE7-3292-E84E-809F-382F61CBC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06802"/>
            <a:ext cx="9375321" cy="3912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71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707FC24-6981-43D9-B525-C7832BA22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11449"/>
            <a:ext cx="4332307" cy="6179552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2950" y="742951"/>
            <a:ext cx="3476625" cy="49625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zh-CN" sz="48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A2 Preparation: select()</a:t>
            </a:r>
            <a:endParaRPr lang="en-US" sz="4800" b="1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5801BF3-6769-8F4A-A9DB-78EDFCBDE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680" y="0"/>
            <a:ext cx="4804497" cy="6672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667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A2 Preparation: select()</a:t>
            </a:r>
            <a:endParaRPr lang="en-US" sz="54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3A40565-D564-D443-82E0-A70E9618FA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1330" y="1863801"/>
            <a:ext cx="5349338" cy="444074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DED71D2B-24EB-9C4A-9F6B-5ECEB45E26FF}"/>
              </a:ext>
            </a:extLst>
          </p:cNvPr>
          <p:cNvSpPr/>
          <p:nvPr/>
        </p:nvSpPr>
        <p:spPr>
          <a:xfrm>
            <a:off x="923537" y="1465590"/>
            <a:ext cx="10357451" cy="52322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latin typeface="Calibri" panose="020F0502020204030204" pitchFamily="34" charset="0"/>
              </a:rPr>
              <a:t>Step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1: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initialize(FD_ZERO)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 err="1">
                <a:latin typeface="Calibri" panose="020F0502020204030204" pitchFamily="34" charset="0"/>
              </a:rPr>
              <a:t>fd_set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and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set(FD_SET)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 err="1">
                <a:latin typeface="Calibri" panose="020F0502020204030204" pitchFamily="34" charset="0"/>
              </a:rPr>
              <a:t>fd_set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for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sockets </a:t>
            </a:r>
            <a:endParaRPr lang="en-US" altLang="zh-CN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405556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A2 Preparation: select()</a:t>
            </a:r>
            <a:endParaRPr lang="en-US" sz="54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D71D2B-24EB-9C4A-9F6B-5ECEB45E26FF}"/>
              </a:ext>
            </a:extLst>
          </p:cNvPr>
          <p:cNvSpPr/>
          <p:nvPr/>
        </p:nvSpPr>
        <p:spPr>
          <a:xfrm>
            <a:off x="923537" y="1465590"/>
            <a:ext cx="2829557" cy="52322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latin typeface="Calibri" panose="020F0502020204030204" pitchFamily="34" charset="0"/>
              </a:rPr>
              <a:t>Step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2: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call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select</a:t>
            </a:r>
            <a:endParaRPr lang="en-US" altLang="zh-CN" sz="2800" dirty="0">
              <a:effectLst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E62CADC-A63C-A24A-BB31-52FB3D6E4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00" y="1988810"/>
            <a:ext cx="12034796" cy="389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368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A2 Preparation: select()</a:t>
            </a:r>
            <a:endParaRPr lang="en-US" sz="54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D71D2B-24EB-9C4A-9F6B-5ECEB45E26FF}"/>
              </a:ext>
            </a:extLst>
          </p:cNvPr>
          <p:cNvSpPr/>
          <p:nvPr/>
        </p:nvSpPr>
        <p:spPr>
          <a:xfrm>
            <a:off x="923537" y="1465590"/>
            <a:ext cx="10376110" cy="52322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latin typeface="Calibri" panose="020F0502020204030204" pitchFamily="34" charset="0"/>
              </a:rPr>
              <a:t>Step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3: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check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socket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status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(for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server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socket)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and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accept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connection</a:t>
            </a:r>
            <a:endParaRPr lang="en-US" altLang="zh-CN" sz="2800" dirty="0">
              <a:effectLst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B5A6165-3079-C843-99F1-388D235A9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129" y="1879600"/>
            <a:ext cx="7260411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5152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A2 Preparation: select()</a:t>
            </a:r>
            <a:endParaRPr lang="en-US" sz="54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D71D2B-24EB-9C4A-9F6B-5ECEB45E26FF}"/>
              </a:ext>
            </a:extLst>
          </p:cNvPr>
          <p:cNvSpPr/>
          <p:nvPr/>
        </p:nvSpPr>
        <p:spPr>
          <a:xfrm>
            <a:off x="923537" y="1465590"/>
            <a:ext cx="9593011" cy="52322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effectLst/>
                <a:latin typeface="Calibri" panose="020F0502020204030204" pitchFamily="34" charset="0"/>
              </a:rPr>
              <a:t>Step</a:t>
            </a:r>
            <a:r>
              <a:rPr lang="zh-CN" altLang="en-US" sz="2800" b="1" dirty="0">
                <a:effectLst/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effectLst/>
                <a:latin typeface="Calibri" panose="020F0502020204030204" pitchFamily="34" charset="0"/>
              </a:rPr>
              <a:t>3:</a:t>
            </a:r>
            <a:r>
              <a:rPr lang="zh-CN" altLang="en-US" sz="2800" b="1" dirty="0">
                <a:effectLst/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effectLst/>
                <a:latin typeface="Calibri" panose="020F0502020204030204" pitchFamily="34" charset="0"/>
              </a:rPr>
              <a:t>check</a:t>
            </a:r>
            <a:r>
              <a:rPr lang="zh-CN" altLang="en-US" sz="2800" b="1" dirty="0">
                <a:effectLst/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effectLst/>
                <a:latin typeface="Calibri" panose="020F0502020204030204" pitchFamily="34" charset="0"/>
              </a:rPr>
              <a:t>socket</a:t>
            </a:r>
            <a:r>
              <a:rPr lang="zh-CN" altLang="en-US" sz="2800" b="1" dirty="0">
                <a:effectLst/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effectLst/>
                <a:latin typeface="Calibri" panose="020F0502020204030204" pitchFamily="34" charset="0"/>
              </a:rPr>
              <a:t>status</a:t>
            </a:r>
            <a:r>
              <a:rPr lang="zh-CN" altLang="en-US" sz="2800" b="1" dirty="0">
                <a:effectLst/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(for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client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socket)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and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do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something</a:t>
            </a:r>
            <a:endParaRPr lang="en-US" altLang="zh-CN" sz="2800" dirty="0">
              <a:effectLst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7A8F3F8-3E6F-B04D-9261-0A9C4BEBC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001" y="1730830"/>
            <a:ext cx="6824513" cy="4573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8756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Select</a:t>
            </a:r>
            <a:r>
              <a:rPr lang="en-US" b="1" dirty="0"/>
              <a:t> Programming: A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43548"/>
          </a:xfrm>
        </p:spPr>
        <p:txBody>
          <a:bodyPr>
            <a:normAutofit/>
          </a:bodyPr>
          <a:lstStyle/>
          <a:p>
            <a:r>
              <a:rPr lang="en-US" altLang="zh-CN" dirty="0"/>
              <a:t>Select</a:t>
            </a:r>
            <a:r>
              <a:rPr lang="zh-CN" altLang="en-US" dirty="0"/>
              <a:t> </a:t>
            </a:r>
            <a:r>
              <a:rPr lang="en-US" altLang="zh-CN" dirty="0"/>
              <a:t>example</a:t>
            </a:r>
            <a:r>
              <a:rPr lang="zh-CN" altLang="en-US" dirty="0"/>
              <a:t> </a:t>
            </a:r>
            <a:r>
              <a:rPr lang="en-US" altLang="zh-CN" dirty="0"/>
              <a:t>code:</a:t>
            </a:r>
            <a:r>
              <a:rPr lang="zh-CN" altLang="en-US" dirty="0"/>
              <a:t> </a:t>
            </a:r>
            <a:r>
              <a:rPr lang="en-US" altLang="zh-CN" dirty="0">
                <a:hlinkClick r:id="rId3"/>
              </a:rPr>
              <a:t>echo</a:t>
            </a:r>
            <a:r>
              <a:rPr lang="zh-CN" altLang="en-US" dirty="0">
                <a:hlinkClick r:id="rId3"/>
              </a:rPr>
              <a:t> </a:t>
            </a:r>
            <a:r>
              <a:rPr lang="en-US" altLang="zh-CN" dirty="0">
                <a:hlinkClick r:id="rId4"/>
              </a:rPr>
              <a:t>server</a:t>
            </a:r>
            <a:endParaRPr lang="en-US" altLang="zh-CN" dirty="0"/>
          </a:p>
          <a:p>
            <a:r>
              <a:rPr lang="en-HK" dirty="0"/>
              <a:t>Linux or Mac OS.</a:t>
            </a:r>
          </a:p>
          <a:p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use</a:t>
            </a:r>
            <a:r>
              <a:rPr lang="zh-CN" altLang="en-US" dirty="0"/>
              <a:t> </a:t>
            </a:r>
            <a:r>
              <a:rPr lang="en-US" altLang="zh-CN" dirty="0" err="1"/>
              <a:t>netcat</a:t>
            </a:r>
            <a:r>
              <a:rPr lang="zh-CN" altLang="en-US" dirty="0"/>
              <a:t> </a:t>
            </a:r>
            <a:r>
              <a:rPr lang="en-US" altLang="zh-CN" dirty="0"/>
              <a:t>(“</a:t>
            </a:r>
            <a:r>
              <a:rPr lang="en-US" altLang="zh-CN" dirty="0" err="1"/>
              <a:t>nc</a:t>
            </a:r>
            <a:r>
              <a:rPr lang="en-US" altLang="zh-CN" dirty="0"/>
              <a:t>”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command</a:t>
            </a:r>
            <a:r>
              <a:rPr lang="zh-CN" altLang="en-US" dirty="0"/>
              <a:t> </a:t>
            </a:r>
            <a:r>
              <a:rPr lang="en-US" altLang="zh-CN" dirty="0"/>
              <a:t>line)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communicate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“echo</a:t>
            </a:r>
            <a:r>
              <a:rPr lang="zh-CN" altLang="en-US" dirty="0"/>
              <a:t> </a:t>
            </a:r>
            <a:r>
              <a:rPr lang="en-US" altLang="zh-CN" dirty="0"/>
              <a:t>server”.</a:t>
            </a:r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18710052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</a:t>
            </a:r>
            <a:r>
              <a:rPr lang="en-US" altLang="zh-CN" b="1" dirty="0"/>
              <a:t>elect</a:t>
            </a:r>
            <a:r>
              <a:rPr lang="en-US" b="1" dirty="0"/>
              <a:t> Programming</a:t>
            </a:r>
            <a:r>
              <a:rPr lang="zh-CN" altLang="en-US" b="1" dirty="0"/>
              <a:t> </a:t>
            </a:r>
            <a:r>
              <a:rPr lang="en-US" altLang="zh-CN" b="1" dirty="0"/>
              <a:t>Links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07632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dirty="0"/>
              <a:t>“s</a:t>
            </a:r>
            <a:r>
              <a:rPr lang="en-HK" dirty="0"/>
              <a:t>elect</a:t>
            </a:r>
            <a:r>
              <a:rPr lang="en-US" altLang="zh-CN" dirty="0"/>
              <a:t>”</a:t>
            </a:r>
            <a:r>
              <a:rPr lang="en-HK" dirty="0"/>
              <a:t> document:</a:t>
            </a:r>
            <a:r>
              <a:rPr lang="zh-CN" altLang="en-US" dirty="0"/>
              <a:t> </a:t>
            </a:r>
            <a:endParaRPr lang="en-US" altLang="zh-CN" dirty="0"/>
          </a:p>
          <a:p>
            <a:pPr lvl="1"/>
            <a:r>
              <a:rPr lang="en-HK" altLang="zh-CN" dirty="0">
                <a:hlinkClick r:id="rId3"/>
              </a:rPr>
              <a:t>https://man7.org/</a:t>
            </a:r>
            <a:r>
              <a:rPr lang="en-HK" altLang="zh-CN" dirty="0" err="1">
                <a:hlinkClick r:id="rId3"/>
              </a:rPr>
              <a:t>linux</a:t>
            </a:r>
            <a:r>
              <a:rPr lang="en-HK" altLang="zh-CN" dirty="0">
                <a:hlinkClick r:id="rId3"/>
              </a:rPr>
              <a:t>/man-pages/man2/select.2.html</a:t>
            </a:r>
            <a:endParaRPr lang="en-HK" dirty="0"/>
          </a:p>
          <a:p>
            <a:r>
              <a:rPr lang="en-US" altLang="zh-CN" dirty="0"/>
              <a:t>“select”</a:t>
            </a:r>
            <a:r>
              <a:rPr lang="zh-CN" altLang="en-US" dirty="0"/>
              <a:t> 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example:</a:t>
            </a:r>
          </a:p>
          <a:p>
            <a:pPr lvl="1"/>
            <a:r>
              <a:rPr lang="en-US" altLang="zh-CN" dirty="0">
                <a:hlinkClick r:id="rId4"/>
              </a:rPr>
              <a:t>https://github.com/henryhxu/CSCI4430/tree/2025_spring/tutorial/T04/select_example</a:t>
            </a:r>
            <a:endParaRPr lang="en-HK" dirty="0"/>
          </a:p>
          <a:p>
            <a:r>
              <a:rPr lang="en-HK" dirty="0"/>
              <a:t>man is always your good friend</a:t>
            </a:r>
          </a:p>
          <a:p>
            <a:pPr lvl="1"/>
            <a:r>
              <a:rPr lang="en-US" altLang="zh-CN" sz="2800" dirty="0"/>
              <a:t>“</a:t>
            </a:r>
            <a:r>
              <a:rPr lang="en-HK" sz="2800" dirty="0"/>
              <a:t>man s</a:t>
            </a:r>
            <a:r>
              <a:rPr lang="en-US" altLang="zh-CN" sz="2800" dirty="0"/>
              <a:t>elect”</a:t>
            </a:r>
            <a:r>
              <a:rPr lang="zh-CN" altLang="en-US" sz="2800" dirty="0"/>
              <a:t> </a:t>
            </a:r>
            <a:r>
              <a:rPr lang="en-US" altLang="zh-CN" sz="2800" dirty="0"/>
              <a:t>for</a:t>
            </a:r>
            <a:r>
              <a:rPr lang="zh-CN" altLang="en-US" sz="2800" dirty="0"/>
              <a:t> </a:t>
            </a:r>
            <a:r>
              <a:rPr lang="en-US" altLang="zh-CN" sz="2800" dirty="0"/>
              <a:t>checking</a:t>
            </a:r>
            <a:r>
              <a:rPr lang="zh-CN" altLang="en-US" sz="2800" dirty="0"/>
              <a:t> </a:t>
            </a:r>
            <a:r>
              <a:rPr lang="en-US" altLang="zh-CN" sz="2800" dirty="0"/>
              <a:t>more</a:t>
            </a:r>
            <a:r>
              <a:rPr lang="zh-CN" altLang="en-US" sz="2800" dirty="0"/>
              <a:t> </a:t>
            </a:r>
            <a:r>
              <a:rPr lang="en-US" altLang="zh-CN" sz="2800" dirty="0"/>
              <a:t>details</a:t>
            </a:r>
            <a:r>
              <a:rPr lang="zh-CN" altLang="en-US" sz="2800" dirty="0"/>
              <a:t> </a:t>
            </a:r>
            <a:r>
              <a:rPr lang="en-US" altLang="zh-CN" sz="2800" dirty="0"/>
              <a:t>about</a:t>
            </a:r>
            <a:r>
              <a:rPr lang="zh-CN" altLang="en-US" sz="2800" dirty="0"/>
              <a:t> </a:t>
            </a:r>
            <a:r>
              <a:rPr lang="en-US" altLang="zh-CN" sz="2800" dirty="0"/>
              <a:t>select</a:t>
            </a:r>
          </a:p>
          <a:p>
            <a:r>
              <a:rPr lang="en-US" dirty="0"/>
              <a:t>You can use </a:t>
            </a:r>
            <a:r>
              <a:rPr lang="en-US" b="1" dirty="0"/>
              <a:t>ChatGPT</a:t>
            </a:r>
            <a:r>
              <a:rPr lang="en-US" dirty="0"/>
              <a:t> for understanding the select programming!</a:t>
            </a:r>
            <a:endParaRPr lang="en-HK" dirty="0"/>
          </a:p>
          <a:p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616564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5350732" y="3136612"/>
            <a:ext cx="14905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3444</TotalTime>
  <Words>560</Words>
  <Application>Microsoft Macintosh PowerPoint</Application>
  <PresentationFormat>宽屏</PresentationFormat>
  <Paragraphs>83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等线</vt:lpstr>
      <vt:lpstr>Arial</vt:lpstr>
      <vt:lpstr>Calibri</vt:lpstr>
      <vt:lpstr>Calibri Light</vt:lpstr>
      <vt:lpstr>Consolas</vt:lpstr>
      <vt:lpstr>Office Theme</vt:lpstr>
      <vt:lpstr>CSCI 4430 – Fall 25</vt:lpstr>
      <vt:lpstr>Outline</vt:lpstr>
      <vt:lpstr>Assignment 2</vt:lpstr>
      <vt:lpstr>Assignment 2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Select Programming: A Demo</vt:lpstr>
      <vt:lpstr>Select Programming Links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Yangtao Deng</cp:lastModifiedBy>
  <cp:revision>123</cp:revision>
  <dcterms:created xsi:type="dcterms:W3CDTF">2022-01-09T08:27:06Z</dcterms:created>
  <dcterms:modified xsi:type="dcterms:W3CDTF">2025-09-20T02:35:17Z</dcterms:modified>
</cp:coreProperties>
</file>