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60" r:id="rId4"/>
    <p:sldId id="281" r:id="rId5"/>
    <p:sldId id="283" r:id="rId6"/>
    <p:sldId id="275" r:id="rId7"/>
    <p:sldId id="274" r:id="rId8"/>
    <p:sldId id="282" r:id="rId9"/>
    <p:sldId id="276" r:id="rId10"/>
    <p:sldId id="277" r:id="rId11"/>
    <p:sldId id="278" r:id="rId12"/>
    <p:sldId id="279" r:id="rId13"/>
    <p:sldId id="280" r:id="rId14"/>
    <p:sldId id="270" r:id="rId15"/>
    <p:sldId id="271" r:id="rId16"/>
    <p:sldId id="257"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053F"/>
    <a:srgbClr val="020D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A34803-EBC2-B646-AD91-C98E90D4BE64}" v="5" dt="2025-02-02T15:16:16.4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37"/>
    <p:restoredTop sz="64082"/>
  </p:normalViewPr>
  <p:slideViewPr>
    <p:cSldViewPr snapToGrid="0" snapToObjects="1">
      <p:cViewPr varScale="1">
        <p:scale>
          <a:sx n="79" d="100"/>
          <a:sy n="79" d="100"/>
        </p:scale>
        <p:origin x="176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Yitao" userId="88e7822c-0337-4812-90b9-cac454a86cb3" providerId="ADAL" clId="{99F41875-7439-487D-9ECA-8FAFAEEE8A21}"/>
    <pc:docChg chg="undo custSel addSld modSld sldOrd">
      <pc:chgData name="YANG, Yitao" userId="88e7822c-0337-4812-90b9-cac454a86cb3" providerId="ADAL" clId="{99F41875-7439-487D-9ECA-8FAFAEEE8A21}" dt="2023-09-27T07:25:04.301" v="919" actId="20577"/>
      <pc:docMkLst>
        <pc:docMk/>
      </pc:docMkLst>
      <pc:sldChg chg="modSp mod">
        <pc:chgData name="YANG, Yitao" userId="88e7822c-0337-4812-90b9-cac454a86cb3" providerId="ADAL" clId="{99F41875-7439-487D-9ECA-8FAFAEEE8A21}" dt="2023-09-27T07:25:04.301" v="919" actId="20577"/>
        <pc:sldMkLst>
          <pc:docMk/>
          <pc:sldMk cId="356419186" sldId="256"/>
        </pc:sldMkLst>
        <pc:spChg chg="mod">
          <ac:chgData name="YANG, Yitao" userId="88e7822c-0337-4812-90b9-cac454a86cb3" providerId="ADAL" clId="{99F41875-7439-487D-9ECA-8FAFAEEE8A21}" dt="2023-09-27T07:25:04.301" v="919" actId="20577"/>
          <ac:spMkLst>
            <pc:docMk/>
            <pc:sldMk cId="356419186" sldId="256"/>
            <ac:spMk id="2" creationId="{37E55C1B-43BC-8B40-A7BE-D3C3F3D8A40E}"/>
          </ac:spMkLst>
        </pc:spChg>
        <pc:spChg chg="mod">
          <ac:chgData name="YANG, Yitao" userId="88e7822c-0337-4812-90b9-cac454a86cb3" providerId="ADAL" clId="{99F41875-7439-487D-9ECA-8FAFAEEE8A21}" dt="2023-09-26T14:35:28.796" v="910" actId="27636"/>
          <ac:spMkLst>
            <pc:docMk/>
            <pc:sldMk cId="356419186" sldId="256"/>
            <ac:spMk id="3" creationId="{6CEAD46B-2981-B54E-B7BD-5B165BCFE3E7}"/>
          </ac:spMkLst>
        </pc:spChg>
      </pc:sldChg>
      <pc:sldChg chg="modSp mod ord">
        <pc:chgData name="YANG, Yitao" userId="88e7822c-0337-4812-90b9-cac454a86cb3" providerId="ADAL" clId="{99F41875-7439-487D-9ECA-8FAFAEEE8A21}" dt="2023-09-26T14:31:18.536" v="762"/>
        <pc:sldMkLst>
          <pc:docMk/>
          <pc:sldMk cId="1947847713" sldId="257"/>
        </pc:sldMkLst>
        <pc:spChg chg="mod">
          <ac:chgData name="YANG, Yitao" userId="88e7822c-0337-4812-90b9-cac454a86cb3" providerId="ADAL" clId="{99F41875-7439-487D-9ECA-8FAFAEEE8A21}" dt="2023-09-26T14:30:02.176" v="665" actId="6549"/>
          <ac:spMkLst>
            <pc:docMk/>
            <pc:sldMk cId="1947847713" sldId="257"/>
            <ac:spMk id="2" creationId="{45C79BA1-37A3-5741-B0A1-E64646E4283C}"/>
          </ac:spMkLst>
        </pc:spChg>
        <pc:spChg chg="mod">
          <ac:chgData name="YANG, Yitao" userId="88e7822c-0337-4812-90b9-cac454a86cb3" providerId="ADAL" clId="{99F41875-7439-487D-9ECA-8FAFAEEE8A21}" dt="2023-09-26T14:31:18.536" v="762"/>
          <ac:spMkLst>
            <pc:docMk/>
            <pc:sldMk cId="1947847713" sldId="257"/>
            <ac:spMk id="3" creationId="{8F20472D-613F-3748-9CBD-88055CDB4B08}"/>
          </ac:spMkLst>
        </pc:spChg>
      </pc:sldChg>
      <pc:sldChg chg="modSp mod">
        <pc:chgData name="YANG, Yitao" userId="88e7822c-0337-4812-90b9-cac454a86cb3" providerId="ADAL" clId="{99F41875-7439-487D-9ECA-8FAFAEEE8A21}" dt="2023-09-26T14:31:34.237" v="774" actId="20577"/>
        <pc:sldMkLst>
          <pc:docMk/>
          <pc:sldMk cId="616564471" sldId="271"/>
        </pc:sldMkLst>
        <pc:spChg chg="mod">
          <ac:chgData name="YANG, Yitao" userId="88e7822c-0337-4812-90b9-cac454a86cb3" providerId="ADAL" clId="{99F41875-7439-487D-9ECA-8FAFAEEE8A21}" dt="2023-09-26T14:31:34.237" v="774" actId="20577"/>
          <ac:spMkLst>
            <pc:docMk/>
            <pc:sldMk cId="616564471" sldId="271"/>
            <ac:spMk id="3" creationId="{8F20472D-613F-3748-9CBD-88055CDB4B08}"/>
          </ac:spMkLst>
        </pc:spChg>
      </pc:sldChg>
      <pc:sldChg chg="addSp modSp mod">
        <pc:chgData name="YANG, Yitao" userId="88e7822c-0337-4812-90b9-cac454a86cb3" providerId="ADAL" clId="{99F41875-7439-487D-9ECA-8FAFAEEE8A21}" dt="2023-09-26T13:16:54.040" v="456" actId="20577"/>
        <pc:sldMkLst>
          <pc:docMk/>
          <pc:sldMk cId="3678526647" sldId="274"/>
        </pc:sldMkLst>
        <pc:spChg chg="add mod">
          <ac:chgData name="YANG, Yitao" userId="88e7822c-0337-4812-90b9-cac454a86cb3" providerId="ADAL" clId="{99F41875-7439-487D-9ECA-8FAFAEEE8A21}" dt="2023-09-26T13:16:54.040" v="456" actId="20577"/>
          <ac:spMkLst>
            <pc:docMk/>
            <pc:sldMk cId="3678526647" sldId="274"/>
            <ac:spMk id="3" creationId="{D7AFC0D8-1301-EAA5-AC7E-616E9ACB8DF6}"/>
          </ac:spMkLst>
        </pc:spChg>
        <pc:picChg chg="mod modCrop">
          <ac:chgData name="YANG, Yitao" userId="88e7822c-0337-4812-90b9-cac454a86cb3" providerId="ADAL" clId="{99F41875-7439-487D-9ECA-8FAFAEEE8A21}" dt="2023-09-26T13:06:02.694" v="13" actId="732"/>
          <ac:picMkLst>
            <pc:docMk/>
            <pc:sldMk cId="3678526647" sldId="274"/>
            <ac:picMk id="4" creationId="{89681FE7-3292-E84E-809F-382F61CBC127}"/>
          </ac:picMkLst>
        </pc:picChg>
      </pc:sldChg>
      <pc:sldChg chg="addSp delSp mod ord">
        <pc:chgData name="YANG, Yitao" userId="88e7822c-0337-4812-90b9-cac454a86cb3" providerId="ADAL" clId="{99F41875-7439-487D-9ECA-8FAFAEEE8A21}" dt="2023-09-26T14:01:39.261" v="652"/>
        <pc:sldMkLst>
          <pc:docMk/>
          <pc:sldMk cId="2643125054" sldId="275"/>
        </pc:sldMkLst>
        <pc:spChg chg="add del">
          <ac:chgData name="YANG, Yitao" userId="88e7822c-0337-4812-90b9-cac454a86cb3" providerId="ADAL" clId="{99F41875-7439-487D-9ECA-8FAFAEEE8A21}" dt="2023-09-26T13:33:51.379" v="598" actId="478"/>
          <ac:spMkLst>
            <pc:docMk/>
            <pc:sldMk cId="2643125054" sldId="275"/>
            <ac:spMk id="6" creationId="{007BB760-F376-845D-C9FD-13FC974D1425}"/>
          </ac:spMkLst>
        </pc:spChg>
      </pc:sldChg>
      <pc:sldChg chg="modSp mod modNotesTx">
        <pc:chgData name="YANG, Yitao" userId="88e7822c-0337-4812-90b9-cac454a86cb3" providerId="ADAL" clId="{99F41875-7439-487D-9ECA-8FAFAEEE8A21}" dt="2023-09-26T14:34:21.671" v="857" actId="20577"/>
        <pc:sldMkLst>
          <pc:docMk/>
          <pc:sldMk cId="626097107" sldId="281"/>
        </pc:sldMkLst>
        <pc:spChg chg="mod">
          <ac:chgData name="YANG, Yitao" userId="88e7822c-0337-4812-90b9-cac454a86cb3" providerId="ADAL" clId="{99F41875-7439-487D-9ECA-8FAFAEEE8A21}" dt="2023-09-26T14:32:59.433" v="781" actId="20577"/>
          <ac:spMkLst>
            <pc:docMk/>
            <pc:sldMk cId="626097107" sldId="281"/>
            <ac:spMk id="7" creationId="{286F4569-7D93-EC44-B887-417C5800100B}"/>
          </ac:spMkLst>
        </pc:spChg>
      </pc:sldChg>
      <pc:sldChg chg="add modNotesTx">
        <pc:chgData name="YANG, Yitao" userId="88e7822c-0337-4812-90b9-cac454a86cb3" providerId="ADAL" clId="{99F41875-7439-487D-9ECA-8FAFAEEE8A21}" dt="2023-09-26T13:28:12.363" v="589" actId="20577"/>
        <pc:sldMkLst>
          <pc:docMk/>
          <pc:sldMk cId="2149271662" sldId="282"/>
        </pc:sldMkLst>
      </pc:sldChg>
      <pc:sldChg chg="addSp delSp modSp add mod ord">
        <pc:chgData name="YANG, Yitao" userId="88e7822c-0337-4812-90b9-cac454a86cb3" providerId="ADAL" clId="{99F41875-7439-487D-9ECA-8FAFAEEE8A21}" dt="2023-09-26T14:32:25.548" v="775" actId="14100"/>
        <pc:sldMkLst>
          <pc:docMk/>
          <pc:sldMk cId="219464000" sldId="283"/>
        </pc:sldMkLst>
        <pc:spChg chg="del">
          <ac:chgData name="YANG, Yitao" userId="88e7822c-0337-4812-90b9-cac454a86cb3" providerId="ADAL" clId="{99F41875-7439-487D-9ECA-8FAFAEEE8A21}" dt="2023-09-26T13:33:25.819" v="594" actId="478"/>
          <ac:spMkLst>
            <pc:docMk/>
            <pc:sldMk cId="219464000" sldId="283"/>
            <ac:spMk id="5" creationId="{DED71D2B-24EB-9C4A-9F6B-5ECEB45E26FF}"/>
          </ac:spMkLst>
        </pc:spChg>
        <pc:spChg chg="mod">
          <ac:chgData name="YANG, Yitao" userId="88e7822c-0337-4812-90b9-cac454a86cb3" providerId="ADAL" clId="{99F41875-7439-487D-9ECA-8FAFAEEE8A21}" dt="2023-09-26T14:32:25.548" v="775" actId="14100"/>
          <ac:spMkLst>
            <pc:docMk/>
            <pc:sldMk cId="219464000" sldId="283"/>
            <ac:spMk id="6" creationId="{007BB760-F376-845D-C9FD-13FC974D1425}"/>
          </ac:spMkLst>
        </pc:spChg>
        <pc:picChg chg="del">
          <ac:chgData name="YANG, Yitao" userId="88e7822c-0337-4812-90b9-cac454a86cb3" providerId="ADAL" clId="{99F41875-7439-487D-9ECA-8FAFAEEE8A21}" dt="2023-09-26T13:33:21.847" v="592" actId="478"/>
          <ac:picMkLst>
            <pc:docMk/>
            <pc:sldMk cId="219464000" sldId="283"/>
            <ac:picMk id="3" creationId="{DD87CBD2-E246-BC4E-8E61-596B90F76CB2}"/>
          </ac:picMkLst>
        </pc:picChg>
        <pc:picChg chg="add del mod">
          <ac:chgData name="YANG, Yitao" userId="88e7822c-0337-4812-90b9-cac454a86cb3" providerId="ADAL" clId="{99F41875-7439-487D-9ECA-8FAFAEEE8A21}" dt="2023-09-26T13:35:02.695" v="610" actId="478"/>
          <ac:picMkLst>
            <pc:docMk/>
            <pc:sldMk cId="219464000" sldId="283"/>
            <ac:picMk id="7" creationId="{C389434B-4253-E0EE-4427-DD005FA87F22}"/>
          </ac:picMkLst>
        </pc:picChg>
      </pc:sldChg>
    </pc:docChg>
  </pc:docChgLst>
  <pc:docChgLst>
    <pc:chgData name="SONG, Qingyu" userId="498998f4-7f18-4549-a740-dcfb6e1e3d22" providerId="ADAL" clId="{A2A67607-707D-9A4B-B498-57C0CB8C6AF6}"/>
    <pc:docChg chg="undo custSel addSld delSld modSld">
      <pc:chgData name="SONG, Qingyu" userId="498998f4-7f18-4549-a740-dcfb6e1e3d22" providerId="ADAL" clId="{A2A67607-707D-9A4B-B498-57C0CB8C6AF6}" dt="2022-01-09T09:39:47.453" v="739" actId="20577"/>
      <pc:docMkLst>
        <pc:docMk/>
      </pc:docMkLst>
      <pc:sldChg chg="modSp mod">
        <pc:chgData name="SONG, Qingyu" userId="498998f4-7f18-4549-a740-dcfb6e1e3d22" providerId="ADAL" clId="{A2A67607-707D-9A4B-B498-57C0CB8C6AF6}" dt="2022-01-09T08:43:56.456" v="166" actId="27636"/>
        <pc:sldMkLst>
          <pc:docMk/>
          <pc:sldMk cId="356419186" sldId="256"/>
        </pc:sldMkLst>
        <pc:spChg chg="mod">
          <ac:chgData name="SONG, Qingyu" userId="498998f4-7f18-4549-a740-dcfb6e1e3d22" providerId="ADAL" clId="{A2A67607-707D-9A4B-B498-57C0CB8C6AF6}" dt="2022-01-09T08:43:56.456" v="166" actId="27636"/>
          <ac:spMkLst>
            <pc:docMk/>
            <pc:sldMk cId="356419186" sldId="256"/>
            <ac:spMk id="3" creationId="{6CEAD46B-2981-B54E-B7BD-5B165BCFE3E7}"/>
          </ac:spMkLst>
        </pc:spChg>
      </pc:sldChg>
      <pc:sldChg chg="modSp mod">
        <pc:chgData name="SONG, Qingyu" userId="498998f4-7f18-4549-a740-dcfb6e1e3d22" providerId="ADAL" clId="{A2A67607-707D-9A4B-B498-57C0CB8C6AF6}" dt="2022-01-09T09:39:47.453" v="739" actId="20577"/>
        <pc:sldMkLst>
          <pc:docMk/>
          <pc:sldMk cId="1947847713" sldId="257"/>
        </pc:sldMkLst>
        <pc:spChg chg="mod">
          <ac:chgData name="SONG, Qingyu" userId="498998f4-7f18-4549-a740-dcfb6e1e3d22" providerId="ADAL" clId="{A2A67607-707D-9A4B-B498-57C0CB8C6AF6}" dt="2022-01-09T08:44:45.239" v="171" actId="20577"/>
          <ac:spMkLst>
            <pc:docMk/>
            <pc:sldMk cId="1947847713" sldId="257"/>
            <ac:spMk id="2" creationId="{45C79BA1-37A3-5741-B0A1-E64646E4283C}"/>
          </ac:spMkLst>
        </pc:spChg>
        <pc:spChg chg="mod">
          <ac:chgData name="SONG, Qingyu" userId="498998f4-7f18-4549-a740-dcfb6e1e3d22" providerId="ADAL" clId="{A2A67607-707D-9A4B-B498-57C0CB8C6AF6}" dt="2022-01-09T09:39:47.453" v="739" actId="20577"/>
          <ac:spMkLst>
            <pc:docMk/>
            <pc:sldMk cId="1947847713" sldId="257"/>
            <ac:spMk id="3" creationId="{8F20472D-613F-3748-9CBD-88055CDB4B08}"/>
          </ac:spMkLst>
        </pc:spChg>
      </pc:sldChg>
      <pc:sldChg chg="modSp add mod">
        <pc:chgData name="SONG, Qingyu" userId="498998f4-7f18-4549-a740-dcfb6e1e3d22" providerId="ADAL" clId="{A2A67607-707D-9A4B-B498-57C0CB8C6AF6}" dt="2022-01-09T08:45:17.052" v="215" actId="20577"/>
        <pc:sldMkLst>
          <pc:docMk/>
          <pc:sldMk cId="440415094" sldId="258"/>
        </pc:sldMkLst>
        <pc:spChg chg="mod">
          <ac:chgData name="SONG, Qingyu" userId="498998f4-7f18-4549-a740-dcfb6e1e3d22" providerId="ADAL" clId="{A2A67607-707D-9A4B-B498-57C0CB8C6AF6}" dt="2022-01-09T08:45:00.824" v="186" actId="20577"/>
          <ac:spMkLst>
            <pc:docMk/>
            <pc:sldMk cId="440415094" sldId="258"/>
            <ac:spMk id="2" creationId="{45C79BA1-37A3-5741-B0A1-E64646E4283C}"/>
          </ac:spMkLst>
        </pc:spChg>
        <pc:spChg chg="mod">
          <ac:chgData name="SONG, Qingyu" userId="498998f4-7f18-4549-a740-dcfb6e1e3d22" providerId="ADAL" clId="{A2A67607-707D-9A4B-B498-57C0CB8C6AF6}" dt="2022-01-09T08:45:17.052" v="215" actId="20577"/>
          <ac:spMkLst>
            <pc:docMk/>
            <pc:sldMk cId="440415094" sldId="258"/>
            <ac:spMk id="3" creationId="{8F20472D-613F-3748-9CBD-88055CDB4B08}"/>
          </ac:spMkLst>
        </pc:spChg>
      </pc:sldChg>
      <pc:sldChg chg="new del">
        <pc:chgData name="SONG, Qingyu" userId="498998f4-7f18-4549-a740-dcfb6e1e3d22" providerId="ADAL" clId="{A2A67607-707D-9A4B-B498-57C0CB8C6AF6}" dt="2022-01-09T08:44:50.281" v="173" actId="680"/>
        <pc:sldMkLst>
          <pc:docMk/>
          <pc:sldMk cId="1741813886" sldId="258"/>
        </pc:sldMkLst>
      </pc:sldChg>
      <pc:sldChg chg="modSp add mod">
        <pc:chgData name="SONG, Qingyu" userId="498998f4-7f18-4549-a740-dcfb6e1e3d22" providerId="ADAL" clId="{A2A67607-707D-9A4B-B498-57C0CB8C6AF6}" dt="2022-01-09T08:46:18.147" v="243" actId="123"/>
        <pc:sldMkLst>
          <pc:docMk/>
          <pc:sldMk cId="1573737923" sldId="259"/>
        </pc:sldMkLst>
        <pc:spChg chg="mod">
          <ac:chgData name="SONG, Qingyu" userId="498998f4-7f18-4549-a740-dcfb6e1e3d22" providerId="ADAL" clId="{A2A67607-707D-9A4B-B498-57C0CB8C6AF6}" dt="2022-01-09T08:45:34.361" v="219"/>
          <ac:spMkLst>
            <pc:docMk/>
            <pc:sldMk cId="1573737923" sldId="259"/>
            <ac:spMk id="2" creationId="{45C79BA1-37A3-5741-B0A1-E64646E4283C}"/>
          </ac:spMkLst>
        </pc:spChg>
        <pc:spChg chg="mod">
          <ac:chgData name="SONG, Qingyu" userId="498998f4-7f18-4549-a740-dcfb6e1e3d22" providerId="ADAL" clId="{A2A67607-707D-9A4B-B498-57C0CB8C6AF6}" dt="2022-01-09T08:46:18.147" v="243" actId="123"/>
          <ac:spMkLst>
            <pc:docMk/>
            <pc:sldMk cId="1573737923" sldId="259"/>
            <ac:spMk id="3" creationId="{8F20472D-613F-3748-9CBD-88055CDB4B08}"/>
          </ac:spMkLst>
        </pc:spChg>
      </pc:sldChg>
      <pc:sldChg chg="add del">
        <pc:chgData name="SONG, Qingyu" userId="498998f4-7f18-4549-a740-dcfb6e1e3d22" providerId="ADAL" clId="{A2A67607-707D-9A4B-B498-57C0CB8C6AF6}" dt="2022-01-09T08:45:26.162" v="217"/>
        <pc:sldMkLst>
          <pc:docMk/>
          <pc:sldMk cId="2702226723" sldId="259"/>
        </pc:sldMkLst>
      </pc:sldChg>
      <pc:sldChg chg="addSp delSp modSp add mod">
        <pc:chgData name="SONG, Qingyu" userId="498998f4-7f18-4549-a740-dcfb6e1e3d22" providerId="ADAL" clId="{A2A67607-707D-9A4B-B498-57C0CB8C6AF6}" dt="2022-01-09T08:48:11.318" v="252" actId="1076"/>
        <pc:sldMkLst>
          <pc:docMk/>
          <pc:sldMk cId="2648031906" sldId="260"/>
        </pc:sldMkLst>
        <pc:spChg chg="mod">
          <ac:chgData name="SONG, Qingyu" userId="498998f4-7f18-4549-a740-dcfb6e1e3d22" providerId="ADAL" clId="{A2A67607-707D-9A4B-B498-57C0CB8C6AF6}" dt="2022-01-09T08:47:00.476" v="248"/>
          <ac:spMkLst>
            <pc:docMk/>
            <pc:sldMk cId="2648031906" sldId="260"/>
            <ac:spMk id="2" creationId="{45C79BA1-37A3-5741-B0A1-E64646E4283C}"/>
          </ac:spMkLst>
        </pc:spChg>
        <pc:spChg chg="del mod">
          <ac:chgData name="SONG, Qingyu" userId="498998f4-7f18-4549-a740-dcfb6e1e3d22" providerId="ADAL" clId="{A2A67607-707D-9A4B-B498-57C0CB8C6AF6}" dt="2022-01-09T08:48:01.560" v="250"/>
          <ac:spMkLst>
            <pc:docMk/>
            <pc:sldMk cId="2648031906" sldId="260"/>
            <ac:spMk id="3" creationId="{8F20472D-613F-3748-9CBD-88055CDB4B08}"/>
          </ac:spMkLst>
        </pc:spChg>
        <pc:picChg chg="add mod">
          <ac:chgData name="SONG, Qingyu" userId="498998f4-7f18-4549-a740-dcfb6e1e3d22" providerId="ADAL" clId="{A2A67607-707D-9A4B-B498-57C0CB8C6AF6}" dt="2022-01-09T08:48:11.318" v="252" actId="1076"/>
          <ac:picMkLst>
            <pc:docMk/>
            <pc:sldMk cId="2648031906" sldId="260"/>
            <ac:picMk id="4" creationId="{E1F1B7FF-0FBF-3D45-81DD-BA45BC44D742}"/>
          </ac:picMkLst>
        </pc:picChg>
      </pc:sldChg>
      <pc:sldChg chg="addSp delSp modSp add mod">
        <pc:chgData name="SONG, Qingyu" userId="498998f4-7f18-4549-a740-dcfb6e1e3d22" providerId="ADAL" clId="{A2A67607-707D-9A4B-B498-57C0CB8C6AF6}" dt="2022-01-09T08:48:40.756" v="255"/>
        <pc:sldMkLst>
          <pc:docMk/>
          <pc:sldMk cId="2279024797" sldId="261"/>
        </pc:sldMkLst>
        <pc:spChg chg="mod">
          <ac:chgData name="SONG, Qingyu" userId="498998f4-7f18-4549-a740-dcfb6e1e3d22" providerId="ADAL" clId="{A2A67607-707D-9A4B-B498-57C0CB8C6AF6}" dt="2022-01-09T08:48:28.653" v="253"/>
          <ac:spMkLst>
            <pc:docMk/>
            <pc:sldMk cId="2279024797" sldId="261"/>
            <ac:spMk id="2" creationId="{45C79BA1-37A3-5741-B0A1-E64646E4283C}"/>
          </ac:spMkLst>
        </pc:spChg>
        <pc:spChg chg="del mod">
          <ac:chgData name="SONG, Qingyu" userId="498998f4-7f18-4549-a740-dcfb6e1e3d22" providerId="ADAL" clId="{A2A67607-707D-9A4B-B498-57C0CB8C6AF6}" dt="2022-01-09T08:48:40.756" v="255"/>
          <ac:spMkLst>
            <pc:docMk/>
            <pc:sldMk cId="2279024797" sldId="261"/>
            <ac:spMk id="3" creationId="{8F20472D-613F-3748-9CBD-88055CDB4B08}"/>
          </ac:spMkLst>
        </pc:spChg>
        <pc:picChg chg="add mod">
          <ac:chgData name="SONG, Qingyu" userId="498998f4-7f18-4549-a740-dcfb6e1e3d22" providerId="ADAL" clId="{A2A67607-707D-9A4B-B498-57C0CB8C6AF6}" dt="2022-01-09T08:48:40.756" v="255"/>
          <ac:picMkLst>
            <pc:docMk/>
            <pc:sldMk cId="2279024797" sldId="261"/>
            <ac:picMk id="4" creationId="{E0803F26-69FA-F141-8053-17ADFC76B873}"/>
          </ac:picMkLst>
        </pc:picChg>
      </pc:sldChg>
      <pc:sldChg chg="addSp delSp modSp add mod">
        <pc:chgData name="SONG, Qingyu" userId="498998f4-7f18-4549-a740-dcfb6e1e3d22" providerId="ADAL" clId="{A2A67607-707D-9A4B-B498-57C0CB8C6AF6}" dt="2022-01-09T08:52:22.570" v="367"/>
        <pc:sldMkLst>
          <pc:docMk/>
          <pc:sldMk cId="2946419580" sldId="262"/>
        </pc:sldMkLst>
        <pc:spChg chg="mod">
          <ac:chgData name="SONG, Qingyu" userId="498998f4-7f18-4549-a740-dcfb6e1e3d22" providerId="ADAL" clId="{A2A67607-707D-9A4B-B498-57C0CB8C6AF6}" dt="2022-01-09T08:52:22.570" v="367"/>
          <ac:spMkLst>
            <pc:docMk/>
            <pc:sldMk cId="2946419580" sldId="262"/>
            <ac:spMk id="2" creationId="{45C79BA1-37A3-5741-B0A1-E64646E4283C}"/>
          </ac:spMkLst>
        </pc:spChg>
        <pc:spChg chg="del mod">
          <ac:chgData name="SONG, Qingyu" userId="498998f4-7f18-4549-a740-dcfb6e1e3d22" providerId="ADAL" clId="{A2A67607-707D-9A4B-B498-57C0CB8C6AF6}" dt="2022-01-09T08:49:04.320" v="257"/>
          <ac:spMkLst>
            <pc:docMk/>
            <pc:sldMk cId="2946419580" sldId="262"/>
            <ac:spMk id="3" creationId="{8F20472D-613F-3748-9CBD-88055CDB4B08}"/>
          </ac:spMkLst>
        </pc:spChg>
        <pc:spChg chg="add mod">
          <ac:chgData name="SONG, Qingyu" userId="498998f4-7f18-4549-a740-dcfb6e1e3d22" providerId="ADAL" clId="{A2A67607-707D-9A4B-B498-57C0CB8C6AF6}" dt="2022-01-09T08:49:30.001" v="288" actId="1076"/>
          <ac:spMkLst>
            <pc:docMk/>
            <pc:sldMk cId="2946419580" sldId="262"/>
            <ac:spMk id="5" creationId="{99B591B7-0ED3-894C-A352-8477ED74F3BB}"/>
          </ac:spMkLst>
        </pc:spChg>
        <pc:spChg chg="add mod">
          <ac:chgData name="SONG, Qingyu" userId="498998f4-7f18-4549-a740-dcfb6e1e3d22" providerId="ADAL" clId="{A2A67607-707D-9A4B-B498-57C0CB8C6AF6}" dt="2022-01-09T08:49:34.916" v="289" actId="1076"/>
          <ac:spMkLst>
            <pc:docMk/>
            <pc:sldMk cId="2946419580" sldId="262"/>
            <ac:spMk id="6" creationId="{95A8685D-FCCD-1D48-84F7-D47520F09B5B}"/>
          </ac:spMkLst>
        </pc:spChg>
        <pc:picChg chg="add mod">
          <ac:chgData name="SONG, Qingyu" userId="498998f4-7f18-4549-a740-dcfb6e1e3d22" providerId="ADAL" clId="{A2A67607-707D-9A4B-B498-57C0CB8C6AF6}" dt="2022-01-09T08:49:04.320" v="257"/>
          <ac:picMkLst>
            <pc:docMk/>
            <pc:sldMk cId="2946419580" sldId="262"/>
            <ac:picMk id="4" creationId="{8D11AF92-8AD0-444F-83E3-E11532277980}"/>
          </ac:picMkLst>
        </pc:picChg>
      </pc:sldChg>
      <pc:sldChg chg="addSp modSp add mod">
        <pc:chgData name="SONG, Qingyu" userId="498998f4-7f18-4549-a740-dcfb6e1e3d22" providerId="ADAL" clId="{A2A67607-707D-9A4B-B498-57C0CB8C6AF6}" dt="2022-01-09T09:02:56.402" v="628" actId="1076"/>
        <pc:sldMkLst>
          <pc:docMk/>
          <pc:sldMk cId="2477746496" sldId="263"/>
        </pc:sldMkLst>
        <pc:spChg chg="mod">
          <ac:chgData name="SONG, Qingyu" userId="498998f4-7f18-4549-a740-dcfb6e1e3d22" providerId="ADAL" clId="{A2A67607-707D-9A4B-B498-57C0CB8C6AF6}" dt="2022-01-09T08:57:23.226" v="476" actId="20577"/>
          <ac:spMkLst>
            <pc:docMk/>
            <pc:sldMk cId="2477746496" sldId="263"/>
            <ac:spMk id="2" creationId="{45C79BA1-37A3-5741-B0A1-E64646E4283C}"/>
          </ac:spMkLst>
        </pc:spChg>
        <pc:spChg chg="mod">
          <ac:chgData name="SONG, Qingyu" userId="498998f4-7f18-4549-a740-dcfb6e1e3d22" providerId="ADAL" clId="{A2A67607-707D-9A4B-B498-57C0CB8C6AF6}" dt="2022-01-09T09:00:36.805" v="554" actId="14100"/>
          <ac:spMkLst>
            <pc:docMk/>
            <pc:sldMk cId="2477746496" sldId="263"/>
            <ac:spMk id="3" creationId="{8F20472D-613F-3748-9CBD-88055CDB4B08}"/>
          </ac:spMkLst>
        </pc:spChg>
        <pc:spChg chg="add mod">
          <ac:chgData name="SONG, Qingyu" userId="498998f4-7f18-4549-a740-dcfb6e1e3d22" providerId="ADAL" clId="{A2A67607-707D-9A4B-B498-57C0CB8C6AF6}" dt="2022-01-09T09:00:42.462" v="558" actId="403"/>
          <ac:spMkLst>
            <pc:docMk/>
            <pc:sldMk cId="2477746496" sldId="263"/>
            <ac:spMk id="5" creationId="{D0C166B3-D1B0-6A4E-9334-36DA412495C4}"/>
          </ac:spMkLst>
        </pc:spChg>
        <pc:picChg chg="add mod">
          <ac:chgData name="SONG, Qingyu" userId="498998f4-7f18-4549-a740-dcfb6e1e3d22" providerId="ADAL" clId="{A2A67607-707D-9A4B-B498-57C0CB8C6AF6}" dt="2022-01-09T09:02:56.402" v="628" actId="1076"/>
          <ac:picMkLst>
            <pc:docMk/>
            <pc:sldMk cId="2477746496" sldId="263"/>
            <ac:picMk id="4" creationId="{89B148E8-50D7-4542-A495-2257CE9D6A0C}"/>
          </ac:picMkLst>
        </pc:picChg>
      </pc:sldChg>
      <pc:sldChg chg="addSp delSp modSp add mod">
        <pc:chgData name="SONG, Qingyu" userId="498998f4-7f18-4549-a740-dcfb6e1e3d22" providerId="ADAL" clId="{A2A67607-707D-9A4B-B498-57C0CB8C6AF6}" dt="2022-01-09T09:00:55.037" v="585" actId="1036"/>
        <pc:sldMkLst>
          <pc:docMk/>
          <pc:sldMk cId="3355003134" sldId="264"/>
        </pc:sldMkLst>
        <pc:spChg chg="mod">
          <ac:chgData name="SONG, Qingyu" userId="498998f4-7f18-4549-a740-dcfb6e1e3d22" providerId="ADAL" clId="{A2A67607-707D-9A4B-B498-57C0CB8C6AF6}" dt="2022-01-09T08:52:41.807" v="379"/>
          <ac:spMkLst>
            <pc:docMk/>
            <pc:sldMk cId="3355003134" sldId="264"/>
            <ac:spMk id="2" creationId="{45C79BA1-37A3-5741-B0A1-E64646E4283C}"/>
          </ac:spMkLst>
        </pc:spChg>
        <pc:spChg chg="mod">
          <ac:chgData name="SONG, Qingyu" userId="498998f4-7f18-4549-a740-dcfb6e1e3d22" providerId="ADAL" clId="{A2A67607-707D-9A4B-B498-57C0CB8C6AF6}" dt="2022-01-09T08:59:52.346" v="535" actId="14100"/>
          <ac:spMkLst>
            <pc:docMk/>
            <pc:sldMk cId="3355003134" sldId="264"/>
            <ac:spMk id="3" creationId="{8F20472D-613F-3748-9CBD-88055CDB4B08}"/>
          </ac:spMkLst>
        </pc:spChg>
        <pc:spChg chg="add mod">
          <ac:chgData name="SONG, Qingyu" userId="498998f4-7f18-4549-a740-dcfb6e1e3d22" providerId="ADAL" clId="{A2A67607-707D-9A4B-B498-57C0CB8C6AF6}" dt="2022-01-09T09:00:50.651" v="567" actId="1036"/>
          <ac:spMkLst>
            <pc:docMk/>
            <pc:sldMk cId="3355003134" sldId="264"/>
            <ac:spMk id="6" creationId="{8B586356-C565-9B40-BF75-839DA7B53FCB}"/>
          </ac:spMkLst>
        </pc:spChg>
        <pc:picChg chg="del">
          <ac:chgData name="SONG, Qingyu" userId="498998f4-7f18-4549-a740-dcfb6e1e3d22" providerId="ADAL" clId="{A2A67607-707D-9A4B-B498-57C0CB8C6AF6}" dt="2022-01-09T08:53:07.781" v="381" actId="478"/>
          <ac:picMkLst>
            <pc:docMk/>
            <pc:sldMk cId="3355003134" sldId="264"/>
            <ac:picMk id="4" creationId="{89B148E8-50D7-4542-A495-2257CE9D6A0C}"/>
          </ac:picMkLst>
        </pc:picChg>
        <pc:picChg chg="add mod">
          <ac:chgData name="SONG, Qingyu" userId="498998f4-7f18-4549-a740-dcfb6e1e3d22" providerId="ADAL" clId="{A2A67607-707D-9A4B-B498-57C0CB8C6AF6}" dt="2022-01-09T09:00:55.037" v="585" actId="1036"/>
          <ac:picMkLst>
            <pc:docMk/>
            <pc:sldMk cId="3355003134" sldId="264"/>
            <ac:picMk id="5" creationId="{273285BD-3165-3D46-A0CB-9A06242E6EF4}"/>
          </ac:picMkLst>
        </pc:picChg>
      </pc:sldChg>
      <pc:sldChg chg="addSp delSp modSp add mod">
        <pc:chgData name="SONG, Qingyu" userId="498998f4-7f18-4549-a740-dcfb6e1e3d22" providerId="ADAL" clId="{A2A67607-707D-9A4B-B498-57C0CB8C6AF6}" dt="2022-01-09T09:01:01.172" v="602" actId="1036"/>
        <pc:sldMkLst>
          <pc:docMk/>
          <pc:sldMk cId="3781525919" sldId="265"/>
        </pc:sldMkLst>
        <pc:spChg chg="mod">
          <ac:chgData name="SONG, Qingyu" userId="498998f4-7f18-4549-a740-dcfb6e1e3d22" providerId="ADAL" clId="{A2A67607-707D-9A4B-B498-57C0CB8C6AF6}" dt="2022-01-09T08:56:55.874" v="468"/>
          <ac:spMkLst>
            <pc:docMk/>
            <pc:sldMk cId="3781525919" sldId="265"/>
            <ac:spMk id="2" creationId="{45C79BA1-37A3-5741-B0A1-E64646E4283C}"/>
          </ac:spMkLst>
        </pc:spChg>
        <pc:spChg chg="mod">
          <ac:chgData name="SONG, Qingyu" userId="498998f4-7f18-4549-a740-dcfb6e1e3d22" providerId="ADAL" clId="{A2A67607-707D-9A4B-B498-57C0CB8C6AF6}" dt="2022-01-09T09:00:13.333" v="541" actId="14100"/>
          <ac:spMkLst>
            <pc:docMk/>
            <pc:sldMk cId="3781525919" sldId="265"/>
            <ac:spMk id="3" creationId="{8F20472D-613F-3748-9CBD-88055CDB4B08}"/>
          </ac:spMkLst>
        </pc:spChg>
        <pc:spChg chg="add mod">
          <ac:chgData name="SONG, Qingyu" userId="498998f4-7f18-4549-a740-dcfb6e1e3d22" providerId="ADAL" clId="{A2A67607-707D-9A4B-B498-57C0CB8C6AF6}" dt="2022-01-09T09:00:24.761" v="547" actId="404"/>
          <ac:spMkLst>
            <pc:docMk/>
            <pc:sldMk cId="3781525919" sldId="265"/>
            <ac:spMk id="6" creationId="{3B692967-652C-AB4A-9FFE-F0D2464A2DD4}"/>
          </ac:spMkLst>
        </pc:spChg>
        <pc:picChg chg="del">
          <ac:chgData name="SONG, Qingyu" userId="498998f4-7f18-4549-a740-dcfb6e1e3d22" providerId="ADAL" clId="{A2A67607-707D-9A4B-B498-57C0CB8C6AF6}" dt="2022-01-09T08:55:10.406" v="439" actId="478"/>
          <ac:picMkLst>
            <pc:docMk/>
            <pc:sldMk cId="3781525919" sldId="265"/>
            <ac:picMk id="4" creationId="{89B148E8-50D7-4542-A495-2257CE9D6A0C}"/>
          </ac:picMkLst>
        </pc:picChg>
        <pc:picChg chg="add mod">
          <ac:chgData name="SONG, Qingyu" userId="498998f4-7f18-4549-a740-dcfb6e1e3d22" providerId="ADAL" clId="{A2A67607-707D-9A4B-B498-57C0CB8C6AF6}" dt="2022-01-09T09:01:01.172" v="602" actId="1036"/>
          <ac:picMkLst>
            <pc:docMk/>
            <pc:sldMk cId="3781525919" sldId="265"/>
            <ac:picMk id="5" creationId="{C3480844-4AD9-7945-A207-E3FE35124D43}"/>
          </ac:picMkLst>
        </pc:picChg>
      </pc:sldChg>
      <pc:sldChg chg="add del">
        <pc:chgData name="SONG, Qingyu" userId="498998f4-7f18-4549-a740-dcfb6e1e3d22" providerId="ADAL" clId="{A2A67607-707D-9A4B-B498-57C0CB8C6AF6}" dt="2022-01-09T08:56:47.408" v="466" actId="2696"/>
        <pc:sldMkLst>
          <pc:docMk/>
          <pc:sldMk cId="1610562717" sldId="266"/>
        </pc:sldMkLst>
      </pc:sldChg>
      <pc:sldChg chg="addSp delSp modSp add mod">
        <pc:chgData name="SONG, Qingyu" userId="498998f4-7f18-4549-a740-dcfb6e1e3d22" providerId="ADAL" clId="{A2A67607-707D-9A4B-B498-57C0CB8C6AF6}" dt="2022-01-09T09:01:29.138" v="610" actId="1076"/>
        <pc:sldMkLst>
          <pc:docMk/>
          <pc:sldMk cId="3863058764" sldId="266"/>
        </pc:sldMkLst>
        <pc:spChg chg="mod">
          <ac:chgData name="SONG, Qingyu" userId="498998f4-7f18-4549-a740-dcfb6e1e3d22" providerId="ADAL" clId="{A2A67607-707D-9A4B-B498-57C0CB8C6AF6}" dt="2022-01-09T08:57:52.495" v="484" actId="20577"/>
          <ac:spMkLst>
            <pc:docMk/>
            <pc:sldMk cId="3863058764" sldId="266"/>
            <ac:spMk id="2" creationId="{45C79BA1-37A3-5741-B0A1-E64646E4283C}"/>
          </ac:spMkLst>
        </pc:spChg>
        <pc:spChg chg="mod">
          <ac:chgData name="SONG, Qingyu" userId="498998f4-7f18-4549-a740-dcfb6e1e3d22" providerId="ADAL" clId="{A2A67607-707D-9A4B-B498-57C0CB8C6AF6}" dt="2022-01-09T09:01:24.526" v="609" actId="14100"/>
          <ac:spMkLst>
            <pc:docMk/>
            <pc:sldMk cId="3863058764" sldId="266"/>
            <ac:spMk id="3" creationId="{8F20472D-613F-3748-9CBD-88055CDB4B08}"/>
          </ac:spMkLst>
        </pc:spChg>
        <pc:spChg chg="add mod">
          <ac:chgData name="SONG, Qingyu" userId="498998f4-7f18-4549-a740-dcfb6e1e3d22" providerId="ADAL" clId="{A2A67607-707D-9A4B-B498-57C0CB8C6AF6}" dt="2022-01-09T09:01:29.138" v="610" actId="1076"/>
          <ac:spMkLst>
            <pc:docMk/>
            <pc:sldMk cId="3863058764" sldId="266"/>
            <ac:spMk id="6" creationId="{065A69BD-EADE-DA43-8E5A-0F49CD1E94FF}"/>
          </ac:spMkLst>
        </pc:spChg>
        <pc:picChg chg="add mod">
          <ac:chgData name="SONG, Qingyu" userId="498998f4-7f18-4549-a740-dcfb6e1e3d22" providerId="ADAL" clId="{A2A67607-707D-9A4B-B498-57C0CB8C6AF6}" dt="2022-01-09T09:01:20.609" v="608" actId="1076"/>
          <ac:picMkLst>
            <pc:docMk/>
            <pc:sldMk cId="3863058764" sldId="266"/>
            <ac:picMk id="4" creationId="{A1D5C397-6034-9D41-9BB4-A827A6FAA1BD}"/>
          </ac:picMkLst>
        </pc:picChg>
        <pc:picChg chg="add del">
          <ac:chgData name="SONG, Qingyu" userId="498998f4-7f18-4549-a740-dcfb6e1e3d22" providerId="ADAL" clId="{A2A67607-707D-9A4B-B498-57C0CB8C6AF6}" dt="2022-01-09T08:59:15.791" v="520" actId="478"/>
          <ac:picMkLst>
            <pc:docMk/>
            <pc:sldMk cId="3863058764" sldId="266"/>
            <ac:picMk id="5" creationId="{C3480844-4AD9-7945-A207-E3FE35124D43}"/>
          </ac:picMkLst>
        </pc:picChg>
      </pc:sldChg>
      <pc:sldChg chg="add del">
        <pc:chgData name="SONG, Qingyu" userId="498998f4-7f18-4549-a740-dcfb6e1e3d22" providerId="ADAL" clId="{A2A67607-707D-9A4B-B498-57C0CB8C6AF6}" dt="2022-01-09T08:56:47.926" v="467" actId="2696"/>
        <pc:sldMkLst>
          <pc:docMk/>
          <pc:sldMk cId="2034820447" sldId="267"/>
        </pc:sldMkLst>
      </pc:sldChg>
      <pc:sldChg chg="addSp delSp modSp add mod">
        <pc:chgData name="SONG, Qingyu" userId="498998f4-7f18-4549-a740-dcfb6e1e3d22" providerId="ADAL" clId="{A2A67607-707D-9A4B-B498-57C0CB8C6AF6}" dt="2022-01-09T09:03:51.796" v="655" actId="1037"/>
        <pc:sldMkLst>
          <pc:docMk/>
          <pc:sldMk cId="4271156151" sldId="267"/>
        </pc:sldMkLst>
        <pc:spChg chg="mod">
          <ac:chgData name="SONG, Qingyu" userId="498998f4-7f18-4549-a740-dcfb6e1e3d22" providerId="ADAL" clId="{A2A67607-707D-9A4B-B498-57C0CB8C6AF6}" dt="2022-01-09T09:02:05.389" v="619" actId="20577"/>
          <ac:spMkLst>
            <pc:docMk/>
            <pc:sldMk cId="4271156151" sldId="267"/>
            <ac:spMk id="2" creationId="{45C79BA1-37A3-5741-B0A1-E64646E4283C}"/>
          </ac:spMkLst>
        </pc:spChg>
        <pc:spChg chg="mod">
          <ac:chgData name="SONG, Qingyu" userId="498998f4-7f18-4549-a740-dcfb6e1e3d22" providerId="ADAL" clId="{A2A67607-707D-9A4B-B498-57C0CB8C6AF6}" dt="2022-01-09T09:02:19.743" v="620"/>
          <ac:spMkLst>
            <pc:docMk/>
            <pc:sldMk cId="4271156151" sldId="267"/>
            <ac:spMk id="3" creationId="{8F20472D-613F-3748-9CBD-88055CDB4B08}"/>
          </ac:spMkLst>
        </pc:spChg>
        <pc:spChg chg="mod">
          <ac:chgData name="SONG, Qingyu" userId="498998f4-7f18-4549-a740-dcfb6e1e3d22" providerId="ADAL" clId="{A2A67607-707D-9A4B-B498-57C0CB8C6AF6}" dt="2022-01-09T09:02:29.871" v="622" actId="20577"/>
          <ac:spMkLst>
            <pc:docMk/>
            <pc:sldMk cId="4271156151" sldId="267"/>
            <ac:spMk id="6" creationId="{065A69BD-EADE-DA43-8E5A-0F49CD1E94FF}"/>
          </ac:spMkLst>
        </pc:spChg>
        <pc:picChg chg="del">
          <ac:chgData name="SONG, Qingyu" userId="498998f4-7f18-4549-a740-dcfb6e1e3d22" providerId="ADAL" clId="{A2A67607-707D-9A4B-B498-57C0CB8C6AF6}" dt="2022-01-09T09:02:39.138" v="623" actId="478"/>
          <ac:picMkLst>
            <pc:docMk/>
            <pc:sldMk cId="4271156151" sldId="267"/>
            <ac:picMk id="4" creationId="{A1D5C397-6034-9D41-9BB4-A827A6FAA1BD}"/>
          </ac:picMkLst>
        </pc:picChg>
        <pc:picChg chg="add mod">
          <ac:chgData name="SONG, Qingyu" userId="498998f4-7f18-4549-a740-dcfb6e1e3d22" providerId="ADAL" clId="{A2A67607-707D-9A4B-B498-57C0CB8C6AF6}" dt="2022-01-09T09:03:51.796" v="655" actId="1037"/>
          <ac:picMkLst>
            <pc:docMk/>
            <pc:sldMk cId="4271156151" sldId="267"/>
            <ac:picMk id="5" creationId="{20B8ECFB-DBDD-7147-A6FE-FB32D105F141}"/>
          </ac:picMkLst>
        </pc:picChg>
      </pc:sldChg>
      <pc:sldChg chg="addSp delSp modSp add mod">
        <pc:chgData name="SONG, Qingyu" userId="498998f4-7f18-4549-a740-dcfb6e1e3d22" providerId="ADAL" clId="{A2A67607-707D-9A4B-B498-57C0CB8C6AF6}" dt="2022-01-09T09:04:30.224" v="673" actId="1076"/>
        <pc:sldMkLst>
          <pc:docMk/>
          <pc:sldMk cId="3168600580" sldId="268"/>
        </pc:sldMkLst>
        <pc:spChg chg="mod">
          <ac:chgData name="SONG, Qingyu" userId="498998f4-7f18-4549-a740-dcfb6e1e3d22" providerId="ADAL" clId="{A2A67607-707D-9A4B-B498-57C0CB8C6AF6}" dt="2022-01-09T09:04:04.507" v="667" actId="20577"/>
          <ac:spMkLst>
            <pc:docMk/>
            <pc:sldMk cId="3168600580" sldId="268"/>
            <ac:spMk id="2" creationId="{45C79BA1-37A3-5741-B0A1-E64646E4283C}"/>
          </ac:spMkLst>
        </pc:spChg>
        <pc:spChg chg="mod">
          <ac:chgData name="SONG, Qingyu" userId="498998f4-7f18-4549-a740-dcfb6e1e3d22" providerId="ADAL" clId="{A2A67607-707D-9A4B-B498-57C0CB8C6AF6}" dt="2022-01-09T09:04:09.928" v="668"/>
          <ac:spMkLst>
            <pc:docMk/>
            <pc:sldMk cId="3168600580" sldId="268"/>
            <ac:spMk id="3" creationId="{8F20472D-613F-3748-9CBD-88055CDB4B08}"/>
          </ac:spMkLst>
        </pc:spChg>
        <pc:spChg chg="mod">
          <ac:chgData name="SONG, Qingyu" userId="498998f4-7f18-4549-a740-dcfb6e1e3d22" providerId="ADAL" clId="{A2A67607-707D-9A4B-B498-57C0CB8C6AF6}" dt="2022-01-09T09:04:14.145" v="669"/>
          <ac:spMkLst>
            <pc:docMk/>
            <pc:sldMk cId="3168600580" sldId="268"/>
            <ac:spMk id="6" creationId="{065A69BD-EADE-DA43-8E5A-0F49CD1E94FF}"/>
          </ac:spMkLst>
        </pc:spChg>
        <pc:picChg chg="add mod">
          <ac:chgData name="SONG, Qingyu" userId="498998f4-7f18-4549-a740-dcfb6e1e3d22" providerId="ADAL" clId="{A2A67607-707D-9A4B-B498-57C0CB8C6AF6}" dt="2022-01-09T09:04:30.224" v="673" actId="1076"/>
          <ac:picMkLst>
            <pc:docMk/>
            <pc:sldMk cId="3168600580" sldId="268"/>
            <ac:picMk id="4" creationId="{E04675FE-F79E-C645-8EAA-C00F491721EB}"/>
          </ac:picMkLst>
        </pc:picChg>
        <pc:picChg chg="del">
          <ac:chgData name="SONG, Qingyu" userId="498998f4-7f18-4549-a740-dcfb6e1e3d22" providerId="ADAL" clId="{A2A67607-707D-9A4B-B498-57C0CB8C6AF6}" dt="2022-01-09T09:03:55.689" v="656" actId="478"/>
          <ac:picMkLst>
            <pc:docMk/>
            <pc:sldMk cId="3168600580" sldId="268"/>
            <ac:picMk id="5" creationId="{20B8ECFB-DBDD-7147-A6FE-FB32D105F141}"/>
          </ac:picMkLst>
        </pc:picChg>
      </pc:sldChg>
      <pc:sldChg chg="addSp delSp modSp add mod">
        <pc:chgData name="SONG, Qingyu" userId="498998f4-7f18-4549-a740-dcfb6e1e3d22" providerId="ADAL" clId="{A2A67607-707D-9A4B-B498-57C0CB8C6AF6}" dt="2022-01-09T09:05:24.298" v="694" actId="1076"/>
        <pc:sldMkLst>
          <pc:docMk/>
          <pc:sldMk cId="1589765134" sldId="269"/>
        </pc:sldMkLst>
        <pc:spChg chg="mod">
          <ac:chgData name="SONG, Qingyu" userId="498998f4-7f18-4549-a740-dcfb6e1e3d22" providerId="ADAL" clId="{A2A67607-707D-9A4B-B498-57C0CB8C6AF6}" dt="2022-01-09T09:04:45.920" v="676"/>
          <ac:spMkLst>
            <pc:docMk/>
            <pc:sldMk cId="1589765134" sldId="269"/>
            <ac:spMk id="2" creationId="{45C79BA1-37A3-5741-B0A1-E64646E4283C}"/>
          </ac:spMkLst>
        </pc:spChg>
        <pc:spChg chg="mod">
          <ac:chgData name="SONG, Qingyu" userId="498998f4-7f18-4549-a740-dcfb6e1e3d22" providerId="ADAL" clId="{A2A67607-707D-9A4B-B498-57C0CB8C6AF6}" dt="2022-01-09T09:04:55.810" v="687" actId="20577"/>
          <ac:spMkLst>
            <pc:docMk/>
            <pc:sldMk cId="1589765134" sldId="269"/>
            <ac:spMk id="3" creationId="{8F20472D-613F-3748-9CBD-88055CDB4B08}"/>
          </ac:spMkLst>
        </pc:spChg>
        <pc:spChg chg="mod">
          <ac:chgData name="SONG, Qingyu" userId="498998f4-7f18-4549-a740-dcfb6e1e3d22" providerId="ADAL" clId="{A2A67607-707D-9A4B-B498-57C0CB8C6AF6}" dt="2022-01-09T09:05:09.254" v="690"/>
          <ac:spMkLst>
            <pc:docMk/>
            <pc:sldMk cId="1589765134" sldId="269"/>
            <ac:spMk id="6" creationId="{065A69BD-EADE-DA43-8E5A-0F49CD1E94FF}"/>
          </ac:spMkLst>
        </pc:spChg>
        <pc:picChg chg="del">
          <ac:chgData name="SONG, Qingyu" userId="498998f4-7f18-4549-a740-dcfb6e1e3d22" providerId="ADAL" clId="{A2A67607-707D-9A4B-B498-57C0CB8C6AF6}" dt="2022-01-09T09:05:18.814" v="691" actId="478"/>
          <ac:picMkLst>
            <pc:docMk/>
            <pc:sldMk cId="1589765134" sldId="269"/>
            <ac:picMk id="4" creationId="{E04675FE-F79E-C645-8EAA-C00F491721EB}"/>
          </ac:picMkLst>
        </pc:picChg>
        <pc:picChg chg="add mod">
          <ac:chgData name="SONG, Qingyu" userId="498998f4-7f18-4549-a740-dcfb6e1e3d22" providerId="ADAL" clId="{A2A67607-707D-9A4B-B498-57C0CB8C6AF6}" dt="2022-01-09T09:05:24.298" v="694" actId="1076"/>
          <ac:picMkLst>
            <pc:docMk/>
            <pc:sldMk cId="1589765134" sldId="269"/>
            <ac:picMk id="5" creationId="{7827AB7E-88BC-F041-A7B3-C9FD27A79BE9}"/>
          </ac:picMkLst>
        </pc:picChg>
      </pc:sldChg>
      <pc:sldChg chg="delSp modSp add mod">
        <pc:chgData name="SONG, Qingyu" userId="498998f4-7f18-4549-a740-dcfb6e1e3d22" providerId="ADAL" clId="{A2A67607-707D-9A4B-B498-57C0CB8C6AF6}" dt="2022-01-09T09:17:41.699" v="736"/>
        <pc:sldMkLst>
          <pc:docMk/>
          <pc:sldMk cId="1871005255" sldId="270"/>
        </pc:sldMkLst>
        <pc:spChg chg="mod">
          <ac:chgData name="SONG, Qingyu" userId="498998f4-7f18-4549-a740-dcfb6e1e3d22" providerId="ADAL" clId="{A2A67607-707D-9A4B-B498-57C0CB8C6AF6}" dt="2022-01-09T09:05:37.022" v="695"/>
          <ac:spMkLst>
            <pc:docMk/>
            <pc:sldMk cId="1871005255" sldId="270"/>
            <ac:spMk id="2" creationId="{45C79BA1-37A3-5741-B0A1-E64646E4283C}"/>
          </ac:spMkLst>
        </pc:spChg>
        <pc:spChg chg="mod">
          <ac:chgData name="SONG, Qingyu" userId="498998f4-7f18-4549-a740-dcfb6e1e3d22" providerId="ADAL" clId="{A2A67607-707D-9A4B-B498-57C0CB8C6AF6}" dt="2022-01-09T09:17:41.699" v="736"/>
          <ac:spMkLst>
            <pc:docMk/>
            <pc:sldMk cId="1871005255" sldId="270"/>
            <ac:spMk id="3" creationId="{8F20472D-613F-3748-9CBD-88055CDB4B08}"/>
          </ac:spMkLst>
        </pc:spChg>
        <pc:spChg chg="del mod">
          <ac:chgData name="SONG, Qingyu" userId="498998f4-7f18-4549-a740-dcfb6e1e3d22" providerId="ADAL" clId="{A2A67607-707D-9A4B-B498-57C0CB8C6AF6}" dt="2022-01-09T09:07:05.309" v="699" actId="478"/>
          <ac:spMkLst>
            <pc:docMk/>
            <pc:sldMk cId="1871005255" sldId="270"/>
            <ac:spMk id="6" creationId="{065A69BD-EADE-DA43-8E5A-0F49CD1E94FF}"/>
          </ac:spMkLst>
        </pc:spChg>
        <pc:picChg chg="del">
          <ac:chgData name="SONG, Qingyu" userId="498998f4-7f18-4549-a740-dcfb6e1e3d22" providerId="ADAL" clId="{A2A67607-707D-9A4B-B498-57C0CB8C6AF6}" dt="2022-01-09T09:07:02.226" v="697" actId="478"/>
          <ac:picMkLst>
            <pc:docMk/>
            <pc:sldMk cId="1871005255" sldId="270"/>
            <ac:picMk id="4" creationId="{E04675FE-F79E-C645-8EAA-C00F491721EB}"/>
          </ac:picMkLst>
        </pc:picChg>
      </pc:sldChg>
      <pc:sldChg chg="modSp add mod">
        <pc:chgData name="SONG, Qingyu" userId="498998f4-7f18-4549-a740-dcfb6e1e3d22" providerId="ADAL" clId="{A2A67607-707D-9A4B-B498-57C0CB8C6AF6}" dt="2022-01-09T09:10:29.220" v="720" actId="403"/>
        <pc:sldMkLst>
          <pc:docMk/>
          <pc:sldMk cId="616564471" sldId="271"/>
        </pc:sldMkLst>
        <pc:spChg chg="mod">
          <ac:chgData name="SONG, Qingyu" userId="498998f4-7f18-4549-a740-dcfb6e1e3d22" providerId="ADAL" clId="{A2A67607-707D-9A4B-B498-57C0CB8C6AF6}" dt="2022-01-09T09:08:29.862" v="701"/>
          <ac:spMkLst>
            <pc:docMk/>
            <pc:sldMk cId="616564471" sldId="271"/>
            <ac:spMk id="2" creationId="{45C79BA1-37A3-5741-B0A1-E64646E4283C}"/>
          </ac:spMkLst>
        </pc:spChg>
        <pc:spChg chg="mod">
          <ac:chgData name="SONG, Qingyu" userId="498998f4-7f18-4549-a740-dcfb6e1e3d22" providerId="ADAL" clId="{A2A67607-707D-9A4B-B498-57C0CB8C6AF6}" dt="2022-01-09T09:10:29.220" v="720" actId="403"/>
          <ac:spMkLst>
            <pc:docMk/>
            <pc:sldMk cId="616564471" sldId="271"/>
            <ac:spMk id="3" creationId="{8F20472D-613F-3748-9CBD-88055CDB4B08}"/>
          </ac:spMkLst>
        </pc:spChg>
      </pc:sldChg>
      <pc:sldChg chg="addSp delSp modSp new mod">
        <pc:chgData name="SONG, Qingyu" userId="498998f4-7f18-4549-a740-dcfb6e1e3d22" providerId="ADAL" clId="{A2A67607-707D-9A4B-B498-57C0CB8C6AF6}" dt="2022-01-09T09:11:07.645" v="730" actId="1076"/>
        <pc:sldMkLst>
          <pc:docMk/>
          <pc:sldMk cId="3216618933" sldId="272"/>
        </pc:sldMkLst>
        <pc:spChg chg="del">
          <ac:chgData name="SONG, Qingyu" userId="498998f4-7f18-4549-a740-dcfb6e1e3d22" providerId="ADAL" clId="{A2A67607-707D-9A4B-B498-57C0CB8C6AF6}" dt="2022-01-09T09:10:47.797" v="722" actId="478"/>
          <ac:spMkLst>
            <pc:docMk/>
            <pc:sldMk cId="3216618933" sldId="272"/>
            <ac:spMk id="2" creationId="{900EDBAF-B262-2241-AC45-A243A09C313B}"/>
          </ac:spMkLst>
        </pc:spChg>
        <pc:spChg chg="del">
          <ac:chgData name="SONG, Qingyu" userId="498998f4-7f18-4549-a740-dcfb6e1e3d22" providerId="ADAL" clId="{A2A67607-707D-9A4B-B498-57C0CB8C6AF6}" dt="2022-01-09T09:10:50.341" v="723" actId="478"/>
          <ac:spMkLst>
            <pc:docMk/>
            <pc:sldMk cId="3216618933" sldId="272"/>
            <ac:spMk id="3" creationId="{CE685DE1-EC4A-014A-BCA4-FAC5A190BA84}"/>
          </ac:spMkLst>
        </pc:spChg>
        <pc:spChg chg="add mod">
          <ac:chgData name="SONG, Qingyu" userId="498998f4-7f18-4549-a740-dcfb6e1e3d22" providerId="ADAL" clId="{A2A67607-707D-9A4B-B498-57C0CB8C6AF6}" dt="2022-01-09T09:11:07.645" v="730" actId="1076"/>
          <ac:spMkLst>
            <pc:docMk/>
            <pc:sldMk cId="3216618933" sldId="272"/>
            <ac:spMk id="4" creationId="{A8D2CAE8-E323-A14E-A62F-188A25405FEA}"/>
          </ac:spMkLst>
        </pc:spChg>
      </pc:sldChg>
    </pc:docChg>
  </pc:docChgLst>
  <pc:docChgLst>
    <pc:chgData name="Qingyu Song" userId="O4NG2utMRSC9bShTQouuMd1Uq3x00QhxVtEheGSGOoU=" providerId="None" clId="Web-{1A9491C6-FD31-4FA7-98FA-39E25D0B6578}"/>
    <pc:docChg chg="modSld">
      <pc:chgData name="Qingyu Song" userId="O4NG2utMRSC9bShTQouuMd1Uq3x00QhxVtEheGSGOoU=" providerId="None" clId="Web-{1A9491C6-FD31-4FA7-98FA-39E25D0B6578}" dt="2022-01-09T11:29:04.756" v="11" actId="20577"/>
      <pc:docMkLst>
        <pc:docMk/>
      </pc:docMkLst>
      <pc:sldChg chg="modSp">
        <pc:chgData name="Qingyu Song" userId="O4NG2utMRSC9bShTQouuMd1Uq3x00QhxVtEheGSGOoU=" providerId="None" clId="Web-{1A9491C6-FD31-4FA7-98FA-39E25D0B6578}" dt="2022-01-09T11:29:04.756" v="11" actId="20577"/>
        <pc:sldMkLst>
          <pc:docMk/>
          <pc:sldMk cId="1947847713" sldId="257"/>
        </pc:sldMkLst>
        <pc:spChg chg="mod">
          <ac:chgData name="Qingyu Song" userId="O4NG2utMRSC9bShTQouuMd1Uq3x00QhxVtEheGSGOoU=" providerId="None" clId="Web-{1A9491C6-FD31-4FA7-98FA-39E25D0B6578}" dt="2022-01-09T11:29:04.756" v="11" actId="20577"/>
          <ac:spMkLst>
            <pc:docMk/>
            <pc:sldMk cId="1947847713" sldId="257"/>
            <ac:spMk id="3" creationId="{8F20472D-613F-3748-9CBD-88055CDB4B08}"/>
          </ac:spMkLst>
        </pc:spChg>
      </pc:sldChg>
    </pc:docChg>
  </pc:docChgLst>
  <pc:docChgLst>
    <pc:chgData name="YANG, Yitao" userId="88e7822c-0337-4812-90b9-cac454a86cb3" providerId="ADAL" clId="{DEA34803-EBC2-B646-AD91-C98E90D4BE64}"/>
    <pc:docChg chg="modSld">
      <pc:chgData name="YANG, Yitao" userId="88e7822c-0337-4812-90b9-cac454a86cb3" providerId="ADAL" clId="{DEA34803-EBC2-B646-AD91-C98E90D4BE64}" dt="2025-02-02T15:16:09.759" v="2" actId="20577"/>
      <pc:docMkLst>
        <pc:docMk/>
      </pc:docMkLst>
      <pc:sldChg chg="modSp mod">
        <pc:chgData name="YANG, Yitao" userId="88e7822c-0337-4812-90b9-cac454a86cb3" providerId="ADAL" clId="{DEA34803-EBC2-B646-AD91-C98E90D4BE64}" dt="2025-02-02T15:16:09.759" v="2" actId="20577"/>
        <pc:sldMkLst>
          <pc:docMk/>
          <pc:sldMk cId="616564471" sldId="271"/>
        </pc:sldMkLst>
        <pc:spChg chg="mod">
          <ac:chgData name="YANG, Yitao" userId="88e7822c-0337-4812-90b9-cac454a86cb3" providerId="ADAL" clId="{DEA34803-EBC2-B646-AD91-C98E90D4BE64}" dt="2025-02-02T15:16:09.759" v="2" actId="20577"/>
          <ac:spMkLst>
            <pc:docMk/>
            <pc:sldMk cId="616564471" sldId="271"/>
            <ac:spMk id="3" creationId="{8F20472D-613F-3748-9CBD-88055CDB4B0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FBE78F-E554-4806-A855-B19721C91D19}" type="datetimeFigureOut">
              <a:rPr lang="zh-CN" altLang="en-US" smtClean="0"/>
              <a:t>2025/2/5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149050-F688-4072-B68F-BF1043D39F0B}" type="slidenum">
              <a:rPr lang="zh-CN" altLang="en-US" smtClean="0"/>
              <a:t>‹#›</a:t>
            </a:fld>
            <a:endParaRPr lang="zh-CN" altLang="en-US"/>
          </a:p>
        </p:txBody>
      </p:sp>
    </p:spTree>
    <p:extLst>
      <p:ext uri="{BB962C8B-B14F-4D97-AF65-F5344CB8AC3E}">
        <p14:creationId xmlns:p14="http://schemas.microsoft.com/office/powerpoint/2010/main" val="3035292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Hello everyone! Welcome to Tutorial 4 of CSCI 4430. I'm YANG </a:t>
            </a:r>
            <a:r>
              <a:rPr lang="en-HK" dirty="0" err="1"/>
              <a:t>Yitao</a:t>
            </a:r>
            <a:r>
              <a:rPr lang="en-HK" dirty="0"/>
              <a:t>, and today we'll be discussing an important concept in network programming - the select() function. </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a:t>
            </a:fld>
            <a:endParaRPr lang="zh-CN" altLang="en-US"/>
          </a:p>
        </p:txBody>
      </p:sp>
    </p:spTree>
    <p:extLst>
      <p:ext uri="{BB962C8B-B14F-4D97-AF65-F5344CB8AC3E}">
        <p14:creationId xmlns:p14="http://schemas.microsoft.com/office/powerpoint/2010/main" val="3179458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In today's tutorial, we'll cover two main topics. First, we'll introduce programming with the select() function, understanding its fundamentals and usage. Then, we'll look at a practical demonstration to reinforce these concepts.</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2</a:t>
            </a:fld>
            <a:endParaRPr lang="zh-CN" altLang="en-US"/>
          </a:p>
        </p:txBody>
      </p:sp>
    </p:spTree>
    <p:extLst>
      <p:ext uri="{BB962C8B-B14F-4D97-AF65-F5344CB8AC3E}">
        <p14:creationId xmlns:p14="http://schemas.microsoft.com/office/powerpoint/2010/main" val="1867210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Let's start with understanding select(). This function is a powerful tool for I/O Multiplexing. What does that mean? Select() allows a program to monitor multiple file descriptors simultaneously, waiting until one or more becomes 'ready' for I/O operations. This is particularly useful in network programming where we need to handle multiple connections.</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3</a:t>
            </a:fld>
            <a:endParaRPr lang="zh-CN" altLang="en-US"/>
          </a:p>
        </p:txBody>
      </p:sp>
    </p:spTree>
    <p:extLst>
      <p:ext uri="{BB962C8B-B14F-4D97-AF65-F5344CB8AC3E}">
        <p14:creationId xmlns:p14="http://schemas.microsoft.com/office/powerpoint/2010/main" val="1266168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Less CPU/DRAM/context switching/ not need to using lock for sync</a:t>
            </a:r>
            <a:br>
              <a:rPr lang="en-US" altLang="zh-CN" dirty="0"/>
            </a:br>
            <a:br>
              <a:rPr lang="en-US" altLang="zh-CN" dirty="0"/>
            </a:br>
            <a:r>
              <a:rPr lang="en-HK" dirty="0"/>
              <a:t>You might wonder: why use select() when we could use multi-threading? The key advantage is that select() provides non-blocking functionality in a single-threaded program. This means it requires fewer system resources compared to creating multiple threads. While the code might be more complex to write, it's more efficient in terms of resource utilization.</a:t>
            </a:r>
            <a:endParaRPr lang="zh-CN" altLang="en-US" dirty="0"/>
          </a:p>
        </p:txBody>
      </p:sp>
      <p:sp>
        <p:nvSpPr>
          <p:cNvPr id="4" name="灯片编号占位符 3"/>
          <p:cNvSpPr>
            <a:spLocks noGrp="1"/>
          </p:cNvSpPr>
          <p:nvPr>
            <p:ph type="sldNum" sz="quarter" idx="5"/>
          </p:nvPr>
        </p:nvSpPr>
        <p:spPr/>
        <p:txBody>
          <a:bodyPr/>
          <a:lstStyle/>
          <a:p>
            <a:fld id="{54149050-F688-4072-B68F-BF1043D39F0B}" type="slidenum">
              <a:rPr lang="zh-CN" altLang="en-US" smtClean="0"/>
              <a:t>4</a:t>
            </a:fld>
            <a:endParaRPr lang="zh-CN" altLang="en-US"/>
          </a:p>
        </p:txBody>
      </p:sp>
    </p:spTree>
    <p:extLst>
      <p:ext uri="{BB962C8B-B14F-4D97-AF65-F5344CB8AC3E}">
        <p14:creationId xmlns:p14="http://schemas.microsoft.com/office/powerpoint/2010/main" val="2384694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Here we introduce a crucial data structure: </a:t>
            </a:r>
            <a:r>
              <a:rPr lang="en-HK" dirty="0" err="1"/>
              <a:t>fd_set</a:t>
            </a:r>
            <a:r>
              <a:rPr lang="en-HK" dirty="0"/>
              <a:t>. This is a special data type used in Unix and Unix-like systems to store a set of file descriptors. It's particularly important when working with select() as it helps us keep track of multiple socket descriptors we want to monitor.</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5</a:t>
            </a:fld>
            <a:endParaRPr lang="zh-CN" altLang="en-US"/>
          </a:p>
        </p:txBody>
      </p:sp>
    </p:spTree>
    <p:extLst>
      <p:ext uri="{BB962C8B-B14F-4D97-AF65-F5344CB8AC3E}">
        <p14:creationId xmlns:p14="http://schemas.microsoft.com/office/powerpoint/2010/main" val="3713729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There are several important macros we use with </a:t>
            </a:r>
            <a:r>
              <a:rPr lang="en-HK" dirty="0" err="1"/>
              <a:t>fd_set</a:t>
            </a:r>
            <a:r>
              <a:rPr lang="en-HK" dirty="0"/>
              <a:t>:</a:t>
            </a:r>
          </a:p>
          <a:p>
            <a:pPr>
              <a:buFont typeface="Arial" panose="020B0604020202020204" pitchFamily="34" charset="0"/>
              <a:buChar char="•"/>
            </a:pPr>
            <a:r>
              <a:rPr lang="en-HK" dirty="0"/>
              <a:t>FD_ZERO() clears all bits in the set</a:t>
            </a:r>
          </a:p>
          <a:p>
            <a:pPr>
              <a:buFont typeface="Arial" panose="020B0604020202020204" pitchFamily="34" charset="0"/>
              <a:buChar char="•"/>
            </a:pPr>
            <a:r>
              <a:rPr lang="en-HK" dirty="0"/>
              <a:t>FD_SET() adds a file descriptor to the set</a:t>
            </a:r>
          </a:p>
          <a:p>
            <a:pPr>
              <a:buFont typeface="Arial" panose="020B0604020202020204" pitchFamily="34" charset="0"/>
              <a:buChar char="•"/>
            </a:pPr>
            <a:r>
              <a:rPr lang="en-HK" dirty="0"/>
              <a:t>FD_CLR() removes a file descriptor from the set</a:t>
            </a:r>
          </a:p>
          <a:p>
            <a:pPr>
              <a:buFont typeface="Arial" panose="020B0604020202020204" pitchFamily="34" charset="0"/>
              <a:buChar char="•"/>
            </a:pPr>
            <a:r>
              <a:rPr lang="en-HK" dirty="0"/>
              <a:t>FD_ISSET() tests if a file descriptor is part of the set</a:t>
            </a:r>
          </a:p>
          <a:p>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6</a:t>
            </a:fld>
            <a:endParaRPr lang="zh-CN" altLang="en-US"/>
          </a:p>
        </p:txBody>
      </p:sp>
    </p:spTree>
    <p:extLst>
      <p:ext uri="{BB962C8B-B14F-4D97-AF65-F5344CB8AC3E}">
        <p14:creationId xmlns:p14="http://schemas.microsoft.com/office/powerpoint/2010/main" val="3614282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The select() function has several important properties:</a:t>
            </a:r>
          </a:p>
          <a:p>
            <a:pPr>
              <a:buFont typeface="+mj-lt"/>
              <a:buAutoNum type="arabicPeriod"/>
            </a:pPr>
            <a:r>
              <a:rPr lang="en-HK" dirty="0"/>
              <a:t>It's a blocking operation - it pauses program execution until activity occurs</a:t>
            </a:r>
          </a:p>
          <a:p>
            <a:pPr>
              <a:buFont typeface="+mj-lt"/>
              <a:buAutoNum type="arabicPeriod"/>
            </a:pPr>
            <a:r>
              <a:rPr lang="en-HK" dirty="0"/>
              <a:t>It returns a number indicating what happened: </a:t>
            </a:r>
          </a:p>
          <a:p>
            <a:pPr marL="742950" lvl="1" indent="-285750">
              <a:buFont typeface="+mj-lt"/>
              <a:buAutoNum type="arabicPeriod"/>
            </a:pPr>
            <a:r>
              <a:rPr lang="en-HK" dirty="0"/>
              <a:t>Positive number means activity occurred on some sockets</a:t>
            </a:r>
          </a:p>
          <a:p>
            <a:pPr marL="742950" lvl="1" indent="-285750">
              <a:buFont typeface="+mj-lt"/>
              <a:buAutoNum type="arabicPeriod"/>
            </a:pPr>
            <a:r>
              <a:rPr lang="en-HK" dirty="0"/>
              <a:t>Zero means a timeout occurred with no activity</a:t>
            </a:r>
          </a:p>
          <a:p>
            <a:pPr marL="742950" lvl="1" indent="-285750">
              <a:buFont typeface="+mj-lt"/>
              <a:buAutoNum type="arabicPeriod"/>
            </a:pPr>
            <a:r>
              <a:rPr lang="en-HK" dirty="0"/>
              <a:t>Negative number indicates an error occurred"</a:t>
            </a:r>
          </a:p>
          <a:p>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7</a:t>
            </a:fld>
            <a:endParaRPr lang="zh-CN" altLang="en-US"/>
          </a:p>
        </p:txBody>
      </p:sp>
    </p:spTree>
    <p:extLst>
      <p:ext uri="{BB962C8B-B14F-4D97-AF65-F5344CB8AC3E}">
        <p14:creationId xmlns:p14="http://schemas.microsoft.com/office/powerpoint/2010/main" val="4132291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Three NULL represent: do not watch writing activity &amp; do not watch error socket &amp; do not have timeout limit</a:t>
            </a:r>
            <a:endParaRPr lang="zh-CN" altLang="en-US" dirty="0"/>
          </a:p>
        </p:txBody>
      </p:sp>
      <p:sp>
        <p:nvSpPr>
          <p:cNvPr id="4" name="灯片编号占位符 3"/>
          <p:cNvSpPr>
            <a:spLocks noGrp="1"/>
          </p:cNvSpPr>
          <p:nvPr>
            <p:ph type="sldNum" sz="quarter" idx="5"/>
          </p:nvPr>
        </p:nvSpPr>
        <p:spPr/>
        <p:txBody>
          <a:bodyPr/>
          <a:lstStyle/>
          <a:p>
            <a:fld id="{54149050-F688-4072-B68F-BF1043D39F0B}" type="slidenum">
              <a:rPr lang="zh-CN" altLang="en-US" smtClean="0"/>
              <a:t>8</a:t>
            </a:fld>
            <a:endParaRPr lang="zh-CN" altLang="en-US"/>
          </a:p>
        </p:txBody>
      </p:sp>
    </p:spTree>
    <p:extLst>
      <p:ext uri="{BB962C8B-B14F-4D97-AF65-F5344CB8AC3E}">
        <p14:creationId xmlns:p14="http://schemas.microsoft.com/office/powerpoint/2010/main" val="2125186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These diagrams illustrate how select() works. Notice how it monitors multiple file descriptors and returns when any of them becomes ready for I/O operations. This is particularly useful in server applications where we need to handle multiple client connections simultaneously.</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9</a:t>
            </a:fld>
            <a:endParaRPr lang="zh-CN" altLang="en-US"/>
          </a:p>
        </p:txBody>
      </p:sp>
    </p:spTree>
    <p:extLst>
      <p:ext uri="{BB962C8B-B14F-4D97-AF65-F5344CB8AC3E}">
        <p14:creationId xmlns:p14="http://schemas.microsoft.com/office/powerpoint/2010/main" val="3143746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Let's break down the implementation into three main steps:</a:t>
            </a:r>
          </a:p>
          <a:p>
            <a:endParaRPr lang="en-HK" dirty="0"/>
          </a:p>
          <a:p>
            <a:r>
              <a:rPr lang="en-HK" dirty="0"/>
              <a:t>Step 1: We initialize the </a:t>
            </a:r>
            <a:r>
              <a:rPr lang="en-HK" dirty="0" err="1"/>
              <a:t>fd_set</a:t>
            </a:r>
            <a:r>
              <a:rPr lang="en-HK" dirty="0"/>
              <a:t> using FD_ZERO and add our sockets using FD_SET.</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10</a:t>
            </a:fld>
            <a:endParaRPr lang="zh-CN" altLang="en-US"/>
          </a:p>
        </p:txBody>
      </p:sp>
    </p:spTree>
    <p:extLst>
      <p:ext uri="{BB962C8B-B14F-4D97-AF65-F5344CB8AC3E}">
        <p14:creationId xmlns:p14="http://schemas.microsoft.com/office/powerpoint/2010/main" val="1144708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Step 2: We call select() with appropriate parameters, including our </a:t>
            </a:r>
            <a:r>
              <a:rPr lang="en-HK" dirty="0" err="1"/>
              <a:t>fd_set</a:t>
            </a:r>
            <a:r>
              <a:rPr lang="en-HK" dirty="0"/>
              <a:t> and timeout values.</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11</a:t>
            </a:fld>
            <a:endParaRPr lang="zh-CN" altLang="en-US"/>
          </a:p>
        </p:txBody>
      </p:sp>
    </p:spTree>
    <p:extLst>
      <p:ext uri="{BB962C8B-B14F-4D97-AF65-F5344CB8AC3E}">
        <p14:creationId xmlns:p14="http://schemas.microsoft.com/office/powerpoint/2010/main" val="154322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Step 3: After select() returns, we check the socket status. For server sockets, we accept new connections, and add to the </a:t>
            </a:r>
            <a:r>
              <a:rPr lang="en-HK" dirty="0" err="1"/>
              <a:t>client_sockets</a:t>
            </a:r>
            <a:r>
              <a:rPr lang="en-HK" dirty="0"/>
              <a:t> array </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12</a:t>
            </a:fld>
            <a:endParaRPr lang="zh-CN" altLang="en-US"/>
          </a:p>
        </p:txBody>
      </p:sp>
    </p:spTree>
    <p:extLst>
      <p:ext uri="{BB962C8B-B14F-4D97-AF65-F5344CB8AC3E}">
        <p14:creationId xmlns:p14="http://schemas.microsoft.com/office/powerpoint/2010/main" val="2652032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and for client sockets, we handle incoming data or other operations.</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13</a:t>
            </a:fld>
            <a:endParaRPr lang="zh-CN" altLang="en-US"/>
          </a:p>
        </p:txBody>
      </p:sp>
    </p:spTree>
    <p:extLst>
      <p:ext uri="{BB962C8B-B14F-4D97-AF65-F5344CB8AC3E}">
        <p14:creationId xmlns:p14="http://schemas.microsoft.com/office/powerpoint/2010/main" val="3822423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Now, let's look at a practical example - an echo server. This demo works on Linux or Mac OS systems. We'll use </a:t>
            </a:r>
            <a:r>
              <a:rPr lang="en-HK" dirty="0" err="1"/>
              <a:t>netcat</a:t>
            </a:r>
            <a:r>
              <a:rPr lang="en-HK" dirty="0"/>
              <a:t> (</a:t>
            </a:r>
            <a:r>
              <a:rPr lang="en-HK" dirty="0" err="1"/>
              <a:t>nc</a:t>
            </a:r>
            <a:r>
              <a:rPr lang="en-HK" dirty="0"/>
              <a:t> command) to test our server. This will help you understand how select() works in a real application.</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14</a:t>
            </a:fld>
            <a:endParaRPr lang="zh-CN" altLang="en-US"/>
          </a:p>
        </p:txBody>
      </p:sp>
    </p:spTree>
    <p:extLst>
      <p:ext uri="{BB962C8B-B14F-4D97-AF65-F5344CB8AC3E}">
        <p14:creationId xmlns:p14="http://schemas.microsoft.com/office/powerpoint/2010/main" val="32678996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For further reference, here are some valuable resources:</a:t>
            </a:r>
            <a:endParaRPr lang="en-US" dirty="0"/>
          </a:p>
        </p:txBody>
      </p:sp>
      <p:sp>
        <p:nvSpPr>
          <p:cNvPr id="4" name="Slide Number Placeholder 3"/>
          <p:cNvSpPr>
            <a:spLocks noGrp="1"/>
          </p:cNvSpPr>
          <p:nvPr>
            <p:ph type="sldNum" sz="quarter" idx="5"/>
          </p:nvPr>
        </p:nvSpPr>
        <p:spPr/>
        <p:txBody>
          <a:bodyPr/>
          <a:lstStyle/>
          <a:p>
            <a:fld id="{54149050-F688-4072-B68F-BF1043D39F0B}" type="slidenum">
              <a:rPr lang="zh-CN" altLang="en-US" smtClean="0"/>
              <a:t>15</a:t>
            </a:fld>
            <a:endParaRPr lang="zh-CN" altLang="en-US"/>
          </a:p>
        </p:txBody>
      </p:sp>
    </p:spTree>
    <p:extLst>
      <p:ext uri="{BB962C8B-B14F-4D97-AF65-F5344CB8AC3E}">
        <p14:creationId xmlns:p14="http://schemas.microsoft.com/office/powerpoint/2010/main" val="4011635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81B1-2540-6743-ABB4-0E292A122BE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15AD417-B984-E443-AB4F-C92143CD1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46006C3-5569-404A-A00F-D4521490E5C3}"/>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5" name="Footer Placeholder 4">
            <a:extLst>
              <a:ext uri="{FF2B5EF4-FFF2-40B4-BE49-F238E27FC236}">
                <a16:creationId xmlns:a16="http://schemas.microsoft.com/office/drawing/2014/main" id="{0219AC1B-9F9B-7C4C-AD2B-75AB83874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C20CFE-8FE9-EB4E-A8E1-AE36C51E4888}"/>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77411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011E-DCDE-C342-A56C-2EAC9B225B8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498A12E-F58F-7A41-BFC0-F72ABF92C8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59EBF6-8755-7E49-B0D7-FB2F3BB92CFA}"/>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5" name="Footer Placeholder 4">
            <a:extLst>
              <a:ext uri="{FF2B5EF4-FFF2-40B4-BE49-F238E27FC236}">
                <a16:creationId xmlns:a16="http://schemas.microsoft.com/office/drawing/2014/main" id="{CAFEA0E9-4BD6-7644-BA8D-7470DF766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0FEFB-6605-6C41-87AB-0F5AA21FDECA}"/>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2919128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4326-D9A3-1A44-8452-04D5A488E20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EA07CA1-149F-4C4E-8D54-13D1A92527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D652F9-B0E8-F941-8A14-1BEB86F97E8B}"/>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5" name="Footer Placeholder 4">
            <a:extLst>
              <a:ext uri="{FF2B5EF4-FFF2-40B4-BE49-F238E27FC236}">
                <a16:creationId xmlns:a16="http://schemas.microsoft.com/office/drawing/2014/main" id="{618F3F9B-475A-C14C-A0E3-E96F9ED3B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FE635-695A-2C43-855F-CF2C41BD89A8}"/>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1051329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B479-481A-0E49-8D52-0BE021ED29F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C541EA-D1C3-8E4A-B80B-8390B466F6E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0AE356B-D1EA-5247-B0F3-0476CB9307B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E9A32C0-D4EC-FD47-BD75-CDDACA44198C}"/>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6" name="Footer Placeholder 5">
            <a:extLst>
              <a:ext uri="{FF2B5EF4-FFF2-40B4-BE49-F238E27FC236}">
                <a16:creationId xmlns:a16="http://schemas.microsoft.com/office/drawing/2014/main" id="{D343B967-A303-124B-BA06-4BAEC0497F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93EAE9-F2F8-7E42-9BF7-5A60A32A39F6}"/>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686504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C2CE6-C39C-9045-94F8-9B43CA9D241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CF926E9-9778-2846-B43B-4A7267120C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A996341-9374-DF4E-B9F6-A94758E38AA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D5E4306-B762-C746-B6F4-16DFD70CB6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A704D85-B6B3-0A42-925A-38933F782EE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75CA7DE-DF2D-DD4B-8D9A-4B40F820DC8D}"/>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8" name="Footer Placeholder 7">
            <a:extLst>
              <a:ext uri="{FF2B5EF4-FFF2-40B4-BE49-F238E27FC236}">
                <a16:creationId xmlns:a16="http://schemas.microsoft.com/office/drawing/2014/main" id="{CD6E122F-5BD1-454E-A133-FE0AB5CD2D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903D25-9E17-0044-9543-53299894B8B6}"/>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731254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4217-17EF-3B45-93F5-B23C54148CC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4CDDD4-A221-CE49-9EB3-456758E56F0F}"/>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4" name="Footer Placeholder 3">
            <a:extLst>
              <a:ext uri="{FF2B5EF4-FFF2-40B4-BE49-F238E27FC236}">
                <a16:creationId xmlns:a16="http://schemas.microsoft.com/office/drawing/2014/main" id="{265879A2-4394-CD4B-9263-3DDC707A45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1ECC98-0E91-594B-AC7F-127A4DD39884}"/>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1120021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D70CAD-9D94-0544-90C0-985EDEA907DE}"/>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3" name="Footer Placeholder 2">
            <a:extLst>
              <a:ext uri="{FF2B5EF4-FFF2-40B4-BE49-F238E27FC236}">
                <a16:creationId xmlns:a16="http://schemas.microsoft.com/office/drawing/2014/main" id="{2C739153-BA93-C64C-B9BC-ECAD241737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2EC52B-8EB5-C146-B069-115FF804548C}"/>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275687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B9339-BB2A-AB4C-A011-36281FB8C23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9BB9FD2-C72C-D746-8FEF-4B09D248F9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14212A7-AD11-0642-87B6-8FC8A5763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FEE618-4BEB-D848-A755-D0B3815B6939}"/>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6" name="Footer Placeholder 5">
            <a:extLst>
              <a:ext uri="{FF2B5EF4-FFF2-40B4-BE49-F238E27FC236}">
                <a16:creationId xmlns:a16="http://schemas.microsoft.com/office/drawing/2014/main" id="{949F7CBA-7A19-1743-9814-DDBE48E60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CF1DF5-1759-1846-85A4-293FE9060589}"/>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374162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E6E1-ED4F-1D4C-B60C-89E3D8EF6C1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0A6747D-0A18-D14E-9E1F-8914CD61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9873C7-5733-564B-AEBA-F2F0FEFCC9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B211-4DF6-9442-9953-6292F1875738}"/>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6" name="Footer Placeholder 5">
            <a:extLst>
              <a:ext uri="{FF2B5EF4-FFF2-40B4-BE49-F238E27FC236}">
                <a16:creationId xmlns:a16="http://schemas.microsoft.com/office/drawing/2014/main" id="{30D0981E-2ABE-7048-AC75-D8C847724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466DC9-3D33-FE44-A5E3-A0B734DF51B0}"/>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3213968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CAB9-FB2B-C540-B5C7-A162BB5F270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5B419EE-DACB-ED41-9BC3-137129D6FE4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F4D66E-AA24-0A49-872D-17B778563EAC}"/>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5" name="Footer Placeholder 4">
            <a:extLst>
              <a:ext uri="{FF2B5EF4-FFF2-40B4-BE49-F238E27FC236}">
                <a16:creationId xmlns:a16="http://schemas.microsoft.com/office/drawing/2014/main" id="{7C8B7280-38D0-E542-8CFE-089B78DF0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E1198-80CE-3D48-8EEE-D994007D700C}"/>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897046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F88F6-3858-2147-8565-3ABE064ABA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579688-6666-4A47-AB44-B55E2BF0EBB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CEBA88-1DD5-DC4A-AFB4-8B03BBD45A8A}"/>
              </a:ext>
            </a:extLst>
          </p:cNvPr>
          <p:cNvSpPr>
            <a:spLocks noGrp="1"/>
          </p:cNvSpPr>
          <p:nvPr>
            <p:ph type="dt" sz="half" idx="10"/>
          </p:nvPr>
        </p:nvSpPr>
        <p:spPr/>
        <p:txBody>
          <a:bodyPr/>
          <a:lstStyle/>
          <a:p>
            <a:fld id="{2425905D-C0C4-D040-B3F5-79CCA23FA4EB}" type="datetimeFigureOut">
              <a:rPr lang="en-US" smtClean="0"/>
              <a:t>2/5/25</a:t>
            </a:fld>
            <a:endParaRPr lang="en-US"/>
          </a:p>
        </p:txBody>
      </p:sp>
      <p:sp>
        <p:nvSpPr>
          <p:cNvPr id="5" name="Footer Placeholder 4">
            <a:extLst>
              <a:ext uri="{FF2B5EF4-FFF2-40B4-BE49-F238E27FC236}">
                <a16:creationId xmlns:a16="http://schemas.microsoft.com/office/drawing/2014/main" id="{7DD9944A-C4EB-B943-8190-BF118811DF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E4696-702A-BD44-9A3C-F8C85C27C80D}"/>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336065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73DFB7-9581-4D48-AAE2-C17529315D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C3503A-E2B1-0944-B035-77EF7A9439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89E476-F670-2B47-81DC-675E7D1F7D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5905D-C0C4-D040-B3F5-79CCA23FA4EB}" type="datetimeFigureOut">
              <a:rPr lang="en-US" smtClean="0"/>
              <a:t>2/5/25</a:t>
            </a:fld>
            <a:endParaRPr lang="en-US"/>
          </a:p>
        </p:txBody>
      </p:sp>
      <p:sp>
        <p:nvSpPr>
          <p:cNvPr id="5" name="Footer Placeholder 4">
            <a:extLst>
              <a:ext uri="{FF2B5EF4-FFF2-40B4-BE49-F238E27FC236}">
                <a16:creationId xmlns:a16="http://schemas.microsoft.com/office/drawing/2014/main" id="{471F1A25-0D30-0E4C-A201-3259214DFA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92BE1C-D630-6544-8677-F74CB5078C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5FB78-5F16-864A-B0AF-52552E8F5DF6}" type="slidenum">
              <a:rPr lang="en-US" smtClean="0"/>
              <a:t>‹#›</a:t>
            </a:fld>
            <a:endParaRPr lang="en-US"/>
          </a:p>
        </p:txBody>
      </p:sp>
    </p:spTree>
    <p:extLst>
      <p:ext uri="{BB962C8B-B14F-4D97-AF65-F5344CB8AC3E}">
        <p14:creationId xmlns:p14="http://schemas.microsoft.com/office/powerpoint/2010/main" val="2700034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tyang@cse.cuhk.edu.h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henryhxu/CSCI4430-ESTR4120/tree/2023_fall/tutorial/T04/select_exampl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github.com/henryhxu/CSCI4430/tree/2025_spring/tutorial/T04/select_exampl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man7.org/linux/man-pages/man2/select.2.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github.com/henryhxu/CSCI4430/tree/2025_spring/tutorial/T04/select_exampl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55C1B-43BC-8B40-A7BE-D3C3F3D8A40E}"/>
              </a:ext>
            </a:extLst>
          </p:cNvPr>
          <p:cNvSpPr>
            <a:spLocks noGrp="1"/>
          </p:cNvSpPr>
          <p:nvPr>
            <p:ph type="ctrTitle"/>
          </p:nvPr>
        </p:nvSpPr>
        <p:spPr>
          <a:xfrm>
            <a:off x="1524000" y="705674"/>
            <a:ext cx="9144000" cy="2387600"/>
          </a:xfrm>
        </p:spPr>
        <p:txBody>
          <a:bodyPr>
            <a:normAutofit/>
          </a:bodyPr>
          <a:lstStyle/>
          <a:p>
            <a:r>
              <a:rPr lang="en-US" sz="6600" b="1" dirty="0"/>
              <a:t>CSCI 4430 </a:t>
            </a:r>
            <a:r>
              <a:rPr lang="en-US" sz="6600" b="1"/>
              <a:t>– Spring 25</a:t>
            </a:r>
            <a:endParaRPr lang="en-US" sz="6600" b="1" dirty="0"/>
          </a:p>
        </p:txBody>
      </p:sp>
      <p:sp>
        <p:nvSpPr>
          <p:cNvPr id="3" name="Subtitle 2">
            <a:extLst>
              <a:ext uri="{FF2B5EF4-FFF2-40B4-BE49-F238E27FC236}">
                <a16:creationId xmlns:a16="http://schemas.microsoft.com/office/drawing/2014/main" id="{6CEAD46B-2981-B54E-B7BD-5B165BCFE3E7}"/>
              </a:ext>
            </a:extLst>
          </p:cNvPr>
          <p:cNvSpPr>
            <a:spLocks noGrp="1"/>
          </p:cNvSpPr>
          <p:nvPr>
            <p:ph type="subTitle" idx="1"/>
          </p:nvPr>
        </p:nvSpPr>
        <p:spPr>
          <a:xfrm>
            <a:off x="1524000" y="3715006"/>
            <a:ext cx="9144000" cy="2513575"/>
          </a:xfrm>
        </p:spPr>
        <p:txBody>
          <a:bodyPr>
            <a:normAutofit lnSpcReduction="10000"/>
          </a:bodyPr>
          <a:lstStyle/>
          <a:p>
            <a:r>
              <a:rPr lang="en-US" sz="3900" b="1" dirty="0"/>
              <a:t>Tutorial </a:t>
            </a:r>
            <a:r>
              <a:rPr lang="en-US" altLang="zh-CN" sz="3900" b="1" dirty="0"/>
              <a:t>4</a:t>
            </a:r>
            <a:endParaRPr lang="en-US" sz="3900" b="1" dirty="0"/>
          </a:p>
          <a:p>
            <a:r>
              <a:rPr lang="en-US" sz="2800" b="1" dirty="0"/>
              <a:t>YANG Yitao</a:t>
            </a:r>
          </a:p>
          <a:p>
            <a:r>
              <a:rPr lang="en-US" sz="2800" b="1" dirty="0">
                <a:hlinkClick r:id="rId3"/>
              </a:rPr>
              <a:t>ytyang@cse.cuhk.edu.hk</a:t>
            </a:r>
            <a:endParaRPr lang="en-US" sz="2800" b="1" dirty="0"/>
          </a:p>
          <a:p>
            <a:endParaRPr lang="en-US" sz="2800" b="1" dirty="0"/>
          </a:p>
          <a:p>
            <a:pPr algn="r"/>
            <a:r>
              <a:rPr lang="en-US" sz="2000" b="1" dirty="0"/>
              <a:t>Credits to </a:t>
            </a:r>
            <a:r>
              <a:rPr lang="en-US" altLang="zh-CN" sz="2000" b="1" dirty="0" err="1"/>
              <a:t>Umich</a:t>
            </a:r>
            <a:r>
              <a:rPr lang="en-US" altLang="zh-CN" sz="2000" b="1" dirty="0"/>
              <a:t> </a:t>
            </a:r>
            <a:r>
              <a:rPr lang="en-US" sz="2000" b="1" dirty="0"/>
              <a:t>EECS 489 Discussion </a:t>
            </a:r>
            <a:r>
              <a:rPr lang="en-US" altLang="zh-CN" sz="2000" b="1" dirty="0"/>
              <a:t>4</a:t>
            </a:r>
            <a:endParaRPr lang="en-US" sz="3200" b="1" dirty="0"/>
          </a:p>
        </p:txBody>
      </p:sp>
      <p:pic>
        <p:nvPicPr>
          <p:cNvPr id="5" name="Picture 4">
            <a:extLst>
              <a:ext uri="{FF2B5EF4-FFF2-40B4-BE49-F238E27FC236}">
                <a16:creationId xmlns:a16="http://schemas.microsoft.com/office/drawing/2014/main" id="{4D90C243-66EE-9844-B6C9-297837E8D758}"/>
              </a:ext>
            </a:extLst>
          </p:cNvPr>
          <p:cNvPicPr>
            <a:picLocks noChangeAspect="1"/>
          </p:cNvPicPr>
          <p:nvPr/>
        </p:nvPicPr>
        <p:blipFill>
          <a:blip r:embed="rId4"/>
          <a:stretch>
            <a:fillRect/>
          </a:stretch>
        </p:blipFill>
        <p:spPr>
          <a:xfrm>
            <a:off x="1270000" y="1270000"/>
            <a:ext cx="63500" cy="76200"/>
          </a:xfrm>
          <a:prstGeom prst="rect">
            <a:avLst/>
          </a:prstGeom>
        </p:spPr>
      </p:pic>
    </p:spTree>
    <p:extLst>
      <p:ext uri="{BB962C8B-B14F-4D97-AF65-F5344CB8AC3E}">
        <p14:creationId xmlns:p14="http://schemas.microsoft.com/office/powerpoint/2010/main" val="356419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b="1" dirty="0"/>
              <a:t>Outline</a:t>
            </a:r>
          </a:p>
        </p:txBody>
      </p:sp>
      <p:sp>
        <p:nvSpPr>
          <p:cNvPr id="3" name="Content Placeholder 2">
            <a:extLst>
              <a:ext uri="{FF2B5EF4-FFF2-40B4-BE49-F238E27FC236}">
                <a16:creationId xmlns:a16="http://schemas.microsoft.com/office/drawing/2014/main" id="{8F20472D-613F-3748-9CBD-88055CDB4B08}"/>
              </a:ext>
            </a:extLst>
          </p:cNvPr>
          <p:cNvSpPr>
            <a:spLocks noGrp="1"/>
          </p:cNvSpPr>
          <p:nvPr>
            <p:ph idx="1"/>
          </p:nvPr>
        </p:nvSpPr>
        <p:spPr/>
        <p:txBody>
          <a:bodyPr>
            <a:normAutofit/>
          </a:bodyPr>
          <a:lstStyle/>
          <a:p>
            <a:r>
              <a:rPr lang="en-US" sz="3200" dirty="0"/>
              <a:t>Introduction to programming</a:t>
            </a:r>
            <a:r>
              <a:rPr lang="zh-CN" altLang="en-US" sz="3200" dirty="0"/>
              <a:t> </a:t>
            </a:r>
            <a:r>
              <a:rPr lang="en-US" altLang="zh-CN" sz="3200" dirty="0"/>
              <a:t>with</a:t>
            </a:r>
            <a:r>
              <a:rPr lang="zh-CN" altLang="en-US" sz="3200" dirty="0"/>
              <a:t> </a:t>
            </a:r>
            <a:r>
              <a:rPr lang="en-US" altLang="zh-CN" sz="3200" dirty="0"/>
              <a:t>“select”</a:t>
            </a:r>
            <a:endParaRPr lang="en-US" sz="3200" dirty="0"/>
          </a:p>
          <a:p>
            <a:endParaRPr lang="en-US" sz="3200" dirty="0"/>
          </a:p>
          <a:p>
            <a:r>
              <a:rPr lang="en-US" sz="3200" dirty="0"/>
              <a:t>A simple demo.</a:t>
            </a:r>
          </a:p>
        </p:txBody>
      </p:sp>
    </p:spTree>
    <p:extLst>
      <p:ext uri="{BB962C8B-B14F-4D97-AF65-F5344CB8AC3E}">
        <p14:creationId xmlns:p14="http://schemas.microsoft.com/office/powerpoint/2010/main" val="440415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A2</a:t>
            </a:r>
            <a:r>
              <a:rPr lang="zh-CN" altLang="en-US" b="1" dirty="0"/>
              <a:t> </a:t>
            </a:r>
            <a:r>
              <a:rPr lang="en-US" altLang="zh-CN" b="1" dirty="0"/>
              <a:t>Preparation:</a:t>
            </a:r>
            <a:r>
              <a:rPr lang="zh-CN" altLang="en-US" b="1" dirty="0"/>
              <a:t> </a:t>
            </a:r>
            <a:r>
              <a:rPr lang="en-US" altLang="zh-CN" b="1" dirty="0"/>
              <a:t>select()</a:t>
            </a:r>
            <a:endParaRPr lang="en-US" b="1" dirty="0"/>
          </a:p>
        </p:txBody>
      </p:sp>
      <p:sp>
        <p:nvSpPr>
          <p:cNvPr id="6" name="Rectangle 2">
            <a:extLst>
              <a:ext uri="{FF2B5EF4-FFF2-40B4-BE49-F238E27FC236}">
                <a16:creationId xmlns:a16="http://schemas.microsoft.com/office/drawing/2014/main" id="{B89ED527-9E1D-464F-8FDB-9EB8B6E339F6}"/>
              </a:ext>
            </a:extLst>
          </p:cNvPr>
          <p:cNvSpPr>
            <a:spLocks noChangeArrowheads="1"/>
          </p:cNvSpPr>
          <p:nvPr/>
        </p:nvSpPr>
        <p:spPr bwMode="auto">
          <a:xfrm>
            <a:off x="2387600" y="2066007"/>
            <a:ext cx="7023100" cy="8463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select(): I/O Multiplexing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矩形 6">
            <a:extLst>
              <a:ext uri="{FF2B5EF4-FFF2-40B4-BE49-F238E27FC236}">
                <a16:creationId xmlns:a16="http://schemas.microsoft.com/office/drawing/2014/main" id="{286F4569-7D93-EC44-B887-417C5800100B}"/>
              </a:ext>
            </a:extLst>
          </p:cNvPr>
          <p:cNvSpPr/>
          <p:nvPr/>
        </p:nvSpPr>
        <p:spPr>
          <a:xfrm>
            <a:off x="1517650" y="3627735"/>
            <a:ext cx="9156700" cy="1384995"/>
          </a:xfrm>
          <a:prstGeom prst="rect">
            <a:avLst/>
          </a:prstGeom>
        </p:spPr>
        <p:txBody>
          <a:bodyPr wrap="square">
            <a:spAutoFit/>
          </a:bodyPr>
          <a:lstStyle/>
          <a:p>
            <a:r>
              <a:rPr lang="en-US" altLang="zh-CN" sz="2800" dirty="0">
                <a:latin typeface="Calibri" panose="020F0502020204030204" pitchFamily="34" charset="0"/>
              </a:rPr>
              <a:t>Allow a program to monitor multiple file descriptors, waiting until one or more of the file descriptors becomes "ready" for some class of I/O operation. </a:t>
            </a:r>
            <a:endParaRPr lang="en-US" altLang="zh-CN" sz="2800" dirty="0">
              <a:effectLst/>
            </a:endParaRPr>
          </a:p>
        </p:txBody>
      </p:sp>
    </p:spTree>
    <p:extLst>
      <p:ext uri="{BB962C8B-B14F-4D97-AF65-F5344CB8AC3E}">
        <p14:creationId xmlns:p14="http://schemas.microsoft.com/office/powerpoint/2010/main" val="2648031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A2</a:t>
            </a:r>
            <a:r>
              <a:rPr lang="zh-CN" altLang="en-US" b="1" dirty="0"/>
              <a:t> </a:t>
            </a:r>
            <a:r>
              <a:rPr lang="en-US" altLang="zh-CN" b="1" dirty="0"/>
              <a:t>Preparation:</a:t>
            </a:r>
            <a:r>
              <a:rPr lang="zh-CN" altLang="en-US" b="1" dirty="0"/>
              <a:t> </a:t>
            </a:r>
            <a:r>
              <a:rPr lang="en-US" altLang="zh-CN" b="1" dirty="0"/>
              <a:t>select()</a:t>
            </a:r>
            <a:endParaRPr lang="en-US" b="1" dirty="0"/>
          </a:p>
        </p:txBody>
      </p:sp>
      <p:sp>
        <p:nvSpPr>
          <p:cNvPr id="6" name="Rectangle 2">
            <a:extLst>
              <a:ext uri="{FF2B5EF4-FFF2-40B4-BE49-F238E27FC236}">
                <a16:creationId xmlns:a16="http://schemas.microsoft.com/office/drawing/2014/main" id="{B89ED527-9E1D-464F-8FDB-9EB8B6E339F6}"/>
              </a:ext>
            </a:extLst>
          </p:cNvPr>
          <p:cNvSpPr>
            <a:spLocks noChangeArrowheads="1"/>
          </p:cNvSpPr>
          <p:nvPr/>
        </p:nvSpPr>
        <p:spPr bwMode="auto">
          <a:xfrm>
            <a:off x="2387600" y="1577976"/>
            <a:ext cx="7188200" cy="16004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Why</a:t>
            </a:r>
            <a:r>
              <a:rPr kumimoji="0" lang="zh-CN" altLang="en-US"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n-US" altLang="zh-CN"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“select”</a:t>
            </a:r>
            <a:r>
              <a:rPr kumimoji="0" lang="zh-CN" altLang="en-US"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n-US" altLang="zh-CN"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instead</a:t>
            </a:r>
            <a:r>
              <a:rPr kumimoji="0" lang="zh-CN" altLang="en-US"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n-US" altLang="zh-CN" sz="49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o</a:t>
            </a:r>
            <a:r>
              <a:rPr lang="en-US" altLang="zh-CN" sz="4900" dirty="0">
                <a:latin typeface="Arial" panose="020B0604020202020204" pitchFamily="34" charset="0"/>
                <a:ea typeface="Calibri" panose="020F0502020204030204" pitchFamily="34" charset="0"/>
              </a:rPr>
              <a:t>f</a:t>
            </a:r>
            <a:r>
              <a:rPr lang="zh-CN" altLang="en-US" sz="4900" dirty="0">
                <a:latin typeface="Arial" panose="020B0604020202020204" pitchFamily="34" charset="0"/>
                <a:ea typeface="Calibri" panose="020F0502020204030204" pitchFamily="34" charset="0"/>
              </a:rPr>
              <a:t> </a:t>
            </a:r>
            <a:r>
              <a:rPr lang="en-US" altLang="zh-CN" sz="4900" dirty="0">
                <a:latin typeface="Arial" panose="020B0604020202020204" pitchFamily="34" charset="0"/>
                <a:ea typeface="Calibri" panose="020F0502020204030204" pitchFamily="34" charset="0"/>
              </a:rPr>
              <a:t>multi-threading</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矩形 6">
            <a:extLst>
              <a:ext uri="{FF2B5EF4-FFF2-40B4-BE49-F238E27FC236}">
                <a16:creationId xmlns:a16="http://schemas.microsoft.com/office/drawing/2014/main" id="{286F4569-7D93-EC44-B887-417C5800100B}"/>
              </a:ext>
            </a:extLst>
          </p:cNvPr>
          <p:cNvSpPr/>
          <p:nvPr/>
        </p:nvSpPr>
        <p:spPr>
          <a:xfrm>
            <a:off x="1828800" y="3615035"/>
            <a:ext cx="9156700" cy="954107"/>
          </a:xfrm>
          <a:prstGeom prst="rect">
            <a:avLst/>
          </a:prstGeom>
        </p:spPr>
        <p:txBody>
          <a:bodyPr wrap="square">
            <a:spAutoFit/>
          </a:bodyPr>
          <a:lstStyle/>
          <a:p>
            <a:r>
              <a:rPr lang="en-US" altLang="zh-CN" sz="2800" dirty="0">
                <a:effectLst/>
              </a:rPr>
              <a:t>Non-blocking</a:t>
            </a:r>
            <a:r>
              <a:rPr lang="zh-CN" altLang="en-US" sz="2800" dirty="0">
                <a:effectLst/>
              </a:rPr>
              <a:t> </a:t>
            </a:r>
            <a:r>
              <a:rPr lang="en-US" altLang="zh-CN" sz="2800" dirty="0">
                <a:effectLst/>
              </a:rPr>
              <a:t>for</a:t>
            </a:r>
            <a:r>
              <a:rPr lang="zh-CN" altLang="en-US" sz="2800" dirty="0">
                <a:effectLst/>
              </a:rPr>
              <a:t> </a:t>
            </a:r>
            <a:r>
              <a:rPr lang="en-US" altLang="zh-CN" sz="2800" dirty="0">
                <a:effectLst/>
              </a:rPr>
              <a:t>only</a:t>
            </a:r>
            <a:r>
              <a:rPr lang="zh-CN" altLang="en-US" sz="2800" dirty="0">
                <a:effectLst/>
              </a:rPr>
              <a:t> </a:t>
            </a:r>
            <a:r>
              <a:rPr lang="en-US" altLang="zh-CN" sz="2800" dirty="0">
                <a:effectLst/>
              </a:rPr>
              <a:t>one</a:t>
            </a:r>
            <a:r>
              <a:rPr lang="en-US" altLang="zh-CN" sz="2800" dirty="0"/>
              <a:t>-</a:t>
            </a:r>
            <a:r>
              <a:rPr lang="en-US" altLang="zh-CN" sz="2800" dirty="0">
                <a:effectLst/>
              </a:rPr>
              <a:t>threaded</a:t>
            </a:r>
            <a:r>
              <a:rPr lang="zh-CN" altLang="en-US" sz="2800" dirty="0">
                <a:effectLst/>
              </a:rPr>
              <a:t> </a:t>
            </a:r>
            <a:r>
              <a:rPr lang="en-US" altLang="zh-CN" sz="2800" dirty="0">
                <a:effectLst/>
              </a:rPr>
              <a:t>program.</a:t>
            </a:r>
            <a:r>
              <a:rPr lang="zh-CN" altLang="en-US" sz="2800" dirty="0">
                <a:effectLst/>
              </a:rPr>
              <a:t> </a:t>
            </a:r>
            <a:r>
              <a:rPr lang="en-US" altLang="zh-CN" sz="2800" dirty="0">
                <a:effectLst/>
              </a:rPr>
              <a:t>Less</a:t>
            </a:r>
            <a:r>
              <a:rPr lang="zh-CN" altLang="en-US" sz="2800" dirty="0">
                <a:effectLst/>
              </a:rPr>
              <a:t> </a:t>
            </a:r>
            <a:r>
              <a:rPr lang="en-US" altLang="zh-CN" sz="2800" dirty="0">
                <a:effectLst/>
              </a:rPr>
              <a:t>system</a:t>
            </a:r>
            <a:r>
              <a:rPr lang="zh-CN" altLang="en-US" sz="2800" dirty="0">
                <a:effectLst/>
              </a:rPr>
              <a:t> </a:t>
            </a:r>
            <a:r>
              <a:rPr lang="en-US" altLang="zh-CN" sz="2800" dirty="0">
                <a:effectLst/>
              </a:rPr>
              <a:t>resource</a:t>
            </a:r>
            <a:r>
              <a:rPr lang="zh-CN" altLang="en-US" sz="2800" dirty="0">
                <a:effectLst/>
              </a:rPr>
              <a:t> </a:t>
            </a:r>
            <a:r>
              <a:rPr lang="en-US" altLang="zh-CN" sz="2800" dirty="0">
                <a:effectLst/>
              </a:rPr>
              <a:t>required.</a:t>
            </a:r>
            <a:r>
              <a:rPr lang="zh-CN" altLang="en-US" sz="2800" dirty="0">
                <a:effectLst/>
              </a:rPr>
              <a:t> </a:t>
            </a:r>
            <a:r>
              <a:rPr lang="en-US" altLang="zh-CN" sz="2800" dirty="0">
                <a:effectLst/>
              </a:rPr>
              <a:t>(although</a:t>
            </a:r>
            <a:r>
              <a:rPr lang="zh-CN" altLang="en-US" sz="2800" dirty="0">
                <a:effectLst/>
              </a:rPr>
              <a:t> </a:t>
            </a:r>
            <a:r>
              <a:rPr lang="en-US" altLang="zh-CN" sz="2800" dirty="0">
                <a:effectLst/>
              </a:rPr>
              <a:t>more</a:t>
            </a:r>
            <a:r>
              <a:rPr lang="zh-CN" altLang="en-US" sz="2800" dirty="0">
                <a:effectLst/>
              </a:rPr>
              <a:t> </a:t>
            </a:r>
            <a:r>
              <a:rPr lang="en-US" altLang="zh-CN" sz="2800" dirty="0">
                <a:effectLst/>
              </a:rPr>
              <a:t>complex</a:t>
            </a:r>
            <a:r>
              <a:rPr lang="zh-CN" altLang="en-US" sz="2800" dirty="0">
                <a:effectLst/>
              </a:rPr>
              <a:t> </a:t>
            </a:r>
            <a:r>
              <a:rPr lang="en-US" altLang="zh-CN" sz="2800" dirty="0">
                <a:effectLst/>
              </a:rPr>
              <a:t>for</a:t>
            </a:r>
            <a:r>
              <a:rPr lang="zh-CN" altLang="en-US" sz="2800" dirty="0">
                <a:effectLst/>
              </a:rPr>
              <a:t> </a:t>
            </a:r>
            <a:r>
              <a:rPr lang="en-US" altLang="zh-CN" sz="2800" dirty="0">
                <a:effectLst/>
              </a:rPr>
              <a:t>coding)</a:t>
            </a:r>
          </a:p>
        </p:txBody>
      </p:sp>
    </p:spTree>
    <p:extLst>
      <p:ext uri="{BB962C8B-B14F-4D97-AF65-F5344CB8AC3E}">
        <p14:creationId xmlns:p14="http://schemas.microsoft.com/office/powerpoint/2010/main" val="626097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A2</a:t>
            </a:r>
            <a:r>
              <a:rPr lang="zh-CN" altLang="en-US" b="1" dirty="0"/>
              <a:t> </a:t>
            </a:r>
            <a:r>
              <a:rPr lang="en-US" altLang="zh-CN" b="1" dirty="0"/>
              <a:t>Preparation:</a:t>
            </a:r>
            <a:r>
              <a:rPr lang="zh-CN" altLang="en-US" b="1" dirty="0"/>
              <a:t> </a:t>
            </a:r>
            <a:r>
              <a:rPr lang="en-US" altLang="zh-CN" b="1" dirty="0"/>
              <a:t>select()</a:t>
            </a:r>
            <a:endParaRPr lang="en-US" b="1" dirty="0"/>
          </a:p>
        </p:txBody>
      </p:sp>
      <p:sp>
        <p:nvSpPr>
          <p:cNvPr id="6" name="文本框 5">
            <a:extLst>
              <a:ext uri="{FF2B5EF4-FFF2-40B4-BE49-F238E27FC236}">
                <a16:creationId xmlns:a16="http://schemas.microsoft.com/office/drawing/2014/main" id="{007BB760-F376-845D-C9FD-13FC974D1425}"/>
              </a:ext>
            </a:extLst>
          </p:cNvPr>
          <p:cNvSpPr txBox="1"/>
          <p:nvPr/>
        </p:nvSpPr>
        <p:spPr>
          <a:xfrm>
            <a:off x="927726" y="1655301"/>
            <a:ext cx="9274190" cy="2708434"/>
          </a:xfrm>
          <a:prstGeom prst="rect">
            <a:avLst/>
          </a:prstGeom>
          <a:noFill/>
        </p:spPr>
        <p:txBody>
          <a:bodyPr wrap="square">
            <a:spAutoFit/>
          </a:bodyPr>
          <a:lstStyle/>
          <a:p>
            <a:r>
              <a:rPr lang="en-US" altLang="zh-CN" sz="2400" b="0" i="1" dirty="0">
                <a:solidFill>
                  <a:srgbClr val="7F848E"/>
                </a:solidFill>
                <a:effectLst/>
                <a:latin typeface="Consolas" panose="020B0609020204030204" pitchFamily="49" charset="0"/>
              </a:rPr>
              <a:t>// set of socket descriptors</a:t>
            </a:r>
            <a:endParaRPr lang="en-US" altLang="zh-CN" sz="2400" b="0" dirty="0">
              <a:solidFill>
                <a:srgbClr val="ABB2BF"/>
              </a:solidFill>
              <a:effectLst/>
              <a:latin typeface="Consolas" panose="020B0609020204030204" pitchFamily="49" charset="0"/>
            </a:endParaRPr>
          </a:p>
          <a:p>
            <a:r>
              <a:rPr lang="en-US" altLang="zh-CN" sz="2400" b="0" dirty="0" err="1">
                <a:solidFill>
                  <a:srgbClr val="B0053F"/>
                </a:solidFill>
                <a:effectLst/>
                <a:latin typeface="Consolas" panose="020B0609020204030204" pitchFamily="49" charset="0"/>
              </a:rPr>
              <a:t>fd_set</a:t>
            </a:r>
            <a:r>
              <a:rPr lang="en-US" altLang="zh-CN" sz="2400" b="0" dirty="0">
                <a:solidFill>
                  <a:srgbClr val="B0053F"/>
                </a:solidFill>
                <a:effectLst/>
                <a:latin typeface="Consolas" panose="020B0609020204030204" pitchFamily="49" charset="0"/>
              </a:rPr>
              <a:t> </a:t>
            </a:r>
            <a:r>
              <a:rPr lang="en-US" altLang="zh-CN" sz="2400" b="0" dirty="0" err="1">
                <a:solidFill>
                  <a:srgbClr val="020DFF"/>
                </a:solidFill>
                <a:effectLst/>
                <a:latin typeface="Consolas" panose="020B0609020204030204" pitchFamily="49" charset="0"/>
              </a:rPr>
              <a:t>readfds</a:t>
            </a:r>
            <a:r>
              <a:rPr lang="en-US" altLang="zh-CN" sz="2400" b="0" dirty="0">
                <a:effectLst/>
                <a:latin typeface="Consolas" panose="020B0609020204030204" pitchFamily="49" charset="0"/>
              </a:rPr>
              <a:t>;</a:t>
            </a:r>
          </a:p>
          <a:p>
            <a:endParaRPr lang="en-US" altLang="zh-CN" sz="2000" dirty="0">
              <a:latin typeface="Consolas" panose="020B0609020204030204" pitchFamily="49" charset="0"/>
            </a:endParaRPr>
          </a:p>
          <a:p>
            <a:r>
              <a:rPr lang="en-US" altLang="zh-CN" sz="2400" dirty="0"/>
              <a:t>Explanation:</a:t>
            </a:r>
          </a:p>
          <a:p>
            <a:pPr marL="285750" indent="-285750">
              <a:buFont typeface="Arial" panose="020B0604020202020204" pitchFamily="34" charset="0"/>
              <a:buChar char="•"/>
            </a:pPr>
            <a:r>
              <a:rPr lang="en-US" altLang="zh-CN" sz="2000" b="0" i="0" dirty="0" err="1">
                <a:solidFill>
                  <a:srgbClr val="B0053F"/>
                </a:solidFill>
                <a:effectLst/>
              </a:rPr>
              <a:t>fd_set</a:t>
            </a:r>
            <a:r>
              <a:rPr lang="en-US" altLang="zh-CN" sz="2000" b="0" i="0" dirty="0">
                <a:solidFill>
                  <a:srgbClr val="B0053F"/>
                </a:solidFill>
                <a:effectLst/>
              </a:rPr>
              <a:t> </a:t>
            </a:r>
            <a:r>
              <a:rPr lang="en-US" altLang="zh-CN" sz="2000" b="0" i="0" dirty="0">
                <a:solidFill>
                  <a:srgbClr val="3C4043"/>
                </a:solidFill>
                <a:effectLst/>
              </a:rPr>
              <a:t>is a data type usually used to store a set of file descriptors. This is very common in Unix and Unix-like systems, especially when using the select() system call for I/O multiplexing.</a:t>
            </a:r>
            <a:endParaRPr lang="en-US" altLang="zh-CN" sz="2000" dirty="0">
              <a:solidFill>
                <a:srgbClr val="ABB2BF"/>
              </a:solidFill>
            </a:endParaRPr>
          </a:p>
          <a:p>
            <a:endParaRPr lang="en-US" altLang="zh-CN" b="0" dirty="0">
              <a:solidFill>
                <a:srgbClr val="ABB2BF"/>
              </a:solidFill>
              <a:effectLst/>
              <a:latin typeface="Consolas" panose="020B0609020204030204" pitchFamily="49" charset="0"/>
            </a:endParaRPr>
          </a:p>
        </p:txBody>
      </p:sp>
    </p:spTree>
    <p:extLst>
      <p:ext uri="{BB962C8B-B14F-4D97-AF65-F5344CB8AC3E}">
        <p14:creationId xmlns:p14="http://schemas.microsoft.com/office/powerpoint/2010/main" val="219464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A2</a:t>
            </a:r>
            <a:r>
              <a:rPr lang="zh-CN" altLang="en-US" b="1" dirty="0"/>
              <a:t> </a:t>
            </a:r>
            <a:r>
              <a:rPr lang="en-US" altLang="zh-CN" b="1" dirty="0"/>
              <a:t>Preparation:</a:t>
            </a:r>
            <a:r>
              <a:rPr lang="zh-CN" altLang="en-US" b="1" dirty="0"/>
              <a:t> </a:t>
            </a:r>
            <a:r>
              <a:rPr lang="en-US" altLang="zh-CN" b="1" dirty="0"/>
              <a:t>select()</a:t>
            </a:r>
            <a:endParaRPr lang="en-US" b="1" dirty="0"/>
          </a:p>
        </p:txBody>
      </p:sp>
      <p:pic>
        <p:nvPicPr>
          <p:cNvPr id="3" name="图片 2">
            <a:extLst>
              <a:ext uri="{FF2B5EF4-FFF2-40B4-BE49-F238E27FC236}">
                <a16:creationId xmlns:a16="http://schemas.microsoft.com/office/drawing/2014/main" id="{DD87CBD2-E246-BC4E-8E61-596B90F76CB2}"/>
              </a:ext>
            </a:extLst>
          </p:cNvPr>
          <p:cNvPicPr>
            <a:picLocks noChangeAspect="1"/>
          </p:cNvPicPr>
          <p:nvPr/>
        </p:nvPicPr>
        <p:blipFill>
          <a:blip r:embed="rId3"/>
          <a:stretch>
            <a:fillRect/>
          </a:stretch>
        </p:blipFill>
        <p:spPr>
          <a:xfrm>
            <a:off x="838200" y="2590800"/>
            <a:ext cx="8680450" cy="3611507"/>
          </a:xfrm>
          <a:prstGeom prst="rect">
            <a:avLst/>
          </a:prstGeom>
        </p:spPr>
      </p:pic>
      <p:sp>
        <p:nvSpPr>
          <p:cNvPr id="5" name="矩形 4">
            <a:extLst>
              <a:ext uri="{FF2B5EF4-FFF2-40B4-BE49-F238E27FC236}">
                <a16:creationId xmlns:a16="http://schemas.microsoft.com/office/drawing/2014/main" id="{DED71D2B-24EB-9C4A-9F6B-5ECEB45E26FF}"/>
              </a:ext>
            </a:extLst>
          </p:cNvPr>
          <p:cNvSpPr/>
          <p:nvPr/>
        </p:nvSpPr>
        <p:spPr>
          <a:xfrm>
            <a:off x="838200" y="1771412"/>
            <a:ext cx="3351623" cy="523220"/>
          </a:xfrm>
          <a:prstGeom prst="rect">
            <a:avLst/>
          </a:prstGeom>
        </p:spPr>
        <p:txBody>
          <a:bodyPr wrap="none">
            <a:spAutoFit/>
          </a:bodyPr>
          <a:lstStyle/>
          <a:p>
            <a:r>
              <a:rPr lang="en-US" altLang="zh-CN" sz="2800" b="1" dirty="0">
                <a:latin typeface="Calibri" panose="020F0502020204030204" pitchFamily="34" charset="0"/>
              </a:rPr>
              <a:t>Some useful macros: </a:t>
            </a:r>
            <a:endParaRPr lang="en-US" altLang="zh-CN" sz="2800" dirty="0">
              <a:effectLst/>
            </a:endParaRPr>
          </a:p>
        </p:txBody>
      </p:sp>
    </p:spTree>
    <p:extLst>
      <p:ext uri="{BB962C8B-B14F-4D97-AF65-F5344CB8AC3E}">
        <p14:creationId xmlns:p14="http://schemas.microsoft.com/office/powerpoint/2010/main" val="2643125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A2</a:t>
            </a:r>
            <a:r>
              <a:rPr lang="zh-CN" altLang="en-US" b="1" dirty="0"/>
              <a:t> </a:t>
            </a:r>
            <a:r>
              <a:rPr lang="en-US" altLang="zh-CN" b="1" dirty="0"/>
              <a:t>Preparation:</a:t>
            </a:r>
            <a:r>
              <a:rPr lang="zh-CN" altLang="en-US" b="1" dirty="0"/>
              <a:t> </a:t>
            </a:r>
            <a:r>
              <a:rPr lang="en-US" altLang="zh-CN" b="1" dirty="0"/>
              <a:t>select()</a:t>
            </a:r>
            <a:endParaRPr lang="en-US" b="1" dirty="0"/>
          </a:p>
        </p:txBody>
      </p:sp>
      <p:pic>
        <p:nvPicPr>
          <p:cNvPr id="4" name="图片 3">
            <a:extLst>
              <a:ext uri="{FF2B5EF4-FFF2-40B4-BE49-F238E27FC236}">
                <a16:creationId xmlns:a16="http://schemas.microsoft.com/office/drawing/2014/main" id="{89681FE7-3292-E84E-809F-382F61CBC127}"/>
              </a:ext>
            </a:extLst>
          </p:cNvPr>
          <p:cNvPicPr>
            <a:picLocks noChangeAspect="1"/>
          </p:cNvPicPr>
          <p:nvPr/>
        </p:nvPicPr>
        <p:blipFill rotWithShape="1">
          <a:blip r:embed="rId3"/>
          <a:srcRect b="53481"/>
          <a:stretch/>
        </p:blipFill>
        <p:spPr>
          <a:xfrm>
            <a:off x="838200" y="1806803"/>
            <a:ext cx="9375321" cy="1819906"/>
          </a:xfrm>
          <a:prstGeom prst="rect">
            <a:avLst/>
          </a:prstGeom>
        </p:spPr>
      </p:pic>
      <p:sp>
        <p:nvSpPr>
          <p:cNvPr id="3" name="文本框 2">
            <a:extLst>
              <a:ext uri="{FF2B5EF4-FFF2-40B4-BE49-F238E27FC236}">
                <a16:creationId xmlns:a16="http://schemas.microsoft.com/office/drawing/2014/main" id="{D7AFC0D8-1301-EAA5-AC7E-616E9ACB8DF6}"/>
              </a:ext>
            </a:extLst>
          </p:cNvPr>
          <p:cNvSpPr txBox="1"/>
          <p:nvPr/>
        </p:nvSpPr>
        <p:spPr>
          <a:xfrm>
            <a:off x="1049715" y="3729637"/>
            <a:ext cx="8791362" cy="2062103"/>
          </a:xfrm>
          <a:prstGeom prst="rect">
            <a:avLst/>
          </a:prstGeom>
          <a:noFill/>
        </p:spPr>
        <p:txBody>
          <a:bodyPr wrap="square" rtlCol="0">
            <a:spAutoFit/>
          </a:bodyPr>
          <a:lstStyle/>
          <a:p>
            <a:r>
              <a:rPr lang="en-US" altLang="zh-CN" sz="2000" dirty="0"/>
              <a:t>The property of the select() function:</a:t>
            </a:r>
          </a:p>
          <a:p>
            <a:pPr marL="285750" indent="-285750">
              <a:buFont typeface="Arial" panose="020B0604020202020204" pitchFamily="34" charset="0"/>
              <a:buChar char="•"/>
            </a:pPr>
            <a:r>
              <a:rPr lang="en-US" altLang="zh-CN" dirty="0"/>
              <a:t>Select() is a blocking operation; it will block the program until any activity happens on some sockets.</a:t>
            </a:r>
          </a:p>
          <a:p>
            <a:pPr marL="285750" indent="-285750">
              <a:buFont typeface="Arial" panose="020B0604020202020204" pitchFamily="34" charset="0"/>
              <a:buChar char="•"/>
            </a:pPr>
            <a:r>
              <a:rPr lang="en-US" altLang="zh-CN" dirty="0"/>
              <a:t>Select() function will return a number. </a:t>
            </a:r>
          </a:p>
          <a:p>
            <a:pPr marL="742950" lvl="1" indent="-285750">
              <a:buFont typeface="Arial" panose="020B0604020202020204" pitchFamily="34" charset="0"/>
              <a:buChar char="•"/>
            </a:pPr>
            <a:r>
              <a:rPr lang="en-US" altLang="zh-CN" dirty="0"/>
              <a:t>If the return value &gt; 0, it means there happened activities on some sockets. </a:t>
            </a:r>
          </a:p>
          <a:p>
            <a:pPr marL="742950" lvl="1" indent="-285750">
              <a:buFont typeface="Arial" panose="020B0604020202020204" pitchFamily="34" charset="0"/>
              <a:buChar char="•"/>
            </a:pPr>
            <a:r>
              <a:rPr lang="en-US" altLang="zh-CN" dirty="0"/>
              <a:t>If the return value = 0, it means timeout expires but no activity occurs on any socket.</a:t>
            </a:r>
          </a:p>
          <a:p>
            <a:pPr marL="742950" lvl="1" indent="-285750">
              <a:buFont typeface="Arial" panose="020B0604020202020204" pitchFamily="34" charset="0"/>
              <a:buChar char="•"/>
            </a:pPr>
            <a:r>
              <a:rPr lang="en-US" altLang="zh-CN" dirty="0"/>
              <a:t>If the return value &lt; 0, it means that there is an error in the select function call.</a:t>
            </a:r>
            <a:endParaRPr lang="zh-CN" altLang="en-US" dirty="0"/>
          </a:p>
        </p:txBody>
      </p:sp>
    </p:spTree>
    <p:extLst>
      <p:ext uri="{BB962C8B-B14F-4D97-AF65-F5344CB8AC3E}">
        <p14:creationId xmlns:p14="http://schemas.microsoft.com/office/powerpoint/2010/main" val="367852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A2</a:t>
            </a:r>
            <a:r>
              <a:rPr lang="zh-CN" altLang="en-US" b="1" dirty="0"/>
              <a:t> </a:t>
            </a:r>
            <a:r>
              <a:rPr lang="en-US" altLang="zh-CN" b="1" dirty="0"/>
              <a:t>Preparation:</a:t>
            </a:r>
            <a:r>
              <a:rPr lang="zh-CN" altLang="en-US" b="1" dirty="0"/>
              <a:t> </a:t>
            </a:r>
            <a:r>
              <a:rPr lang="en-US" altLang="zh-CN" b="1" dirty="0"/>
              <a:t>select()</a:t>
            </a:r>
            <a:endParaRPr lang="en-US" b="1" dirty="0"/>
          </a:p>
        </p:txBody>
      </p:sp>
      <p:pic>
        <p:nvPicPr>
          <p:cNvPr id="4" name="图片 3">
            <a:extLst>
              <a:ext uri="{FF2B5EF4-FFF2-40B4-BE49-F238E27FC236}">
                <a16:creationId xmlns:a16="http://schemas.microsoft.com/office/drawing/2014/main" id="{89681FE7-3292-E84E-809F-382F61CBC127}"/>
              </a:ext>
            </a:extLst>
          </p:cNvPr>
          <p:cNvPicPr>
            <a:picLocks noChangeAspect="1"/>
          </p:cNvPicPr>
          <p:nvPr/>
        </p:nvPicPr>
        <p:blipFill>
          <a:blip r:embed="rId3"/>
          <a:stretch>
            <a:fillRect/>
          </a:stretch>
        </p:blipFill>
        <p:spPr>
          <a:xfrm>
            <a:off x="838200" y="1806802"/>
            <a:ext cx="9375321" cy="3912221"/>
          </a:xfrm>
          <a:prstGeom prst="rect">
            <a:avLst/>
          </a:prstGeom>
        </p:spPr>
      </p:pic>
    </p:spTree>
    <p:extLst>
      <p:ext uri="{BB962C8B-B14F-4D97-AF65-F5344CB8AC3E}">
        <p14:creationId xmlns:p14="http://schemas.microsoft.com/office/powerpoint/2010/main" val="214927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altLang="zh-CN" sz="4800" b="1" kern="1200" dirty="0">
                <a:solidFill>
                  <a:srgbClr val="FFFFFF"/>
                </a:solidFill>
                <a:latin typeface="+mj-lt"/>
                <a:ea typeface="+mj-ea"/>
                <a:cs typeface="+mj-cs"/>
              </a:rPr>
              <a:t>A2 Preparation: select()</a:t>
            </a:r>
            <a:endParaRPr lang="en-US" sz="4800" b="1" kern="1200" dirty="0">
              <a:solidFill>
                <a:srgbClr val="FFFFFF"/>
              </a:solidFill>
              <a:latin typeface="+mj-lt"/>
              <a:ea typeface="+mj-ea"/>
              <a:cs typeface="+mj-cs"/>
            </a:endParaRPr>
          </a:p>
        </p:txBody>
      </p:sp>
      <p:pic>
        <p:nvPicPr>
          <p:cNvPr id="6" name="图片 5">
            <a:extLst>
              <a:ext uri="{FF2B5EF4-FFF2-40B4-BE49-F238E27FC236}">
                <a16:creationId xmlns:a16="http://schemas.microsoft.com/office/drawing/2014/main" id="{75801BF3-6769-8F4A-A9DB-78EDFCBDE0CE}"/>
              </a:ext>
            </a:extLst>
          </p:cNvPr>
          <p:cNvPicPr>
            <a:picLocks noChangeAspect="1"/>
          </p:cNvPicPr>
          <p:nvPr/>
        </p:nvPicPr>
        <p:blipFill>
          <a:blip r:embed="rId3"/>
          <a:stretch>
            <a:fillRect/>
          </a:stretch>
        </p:blipFill>
        <p:spPr>
          <a:xfrm>
            <a:off x="6234680" y="0"/>
            <a:ext cx="4804497" cy="6672914"/>
          </a:xfrm>
          <a:prstGeom prst="rect">
            <a:avLst/>
          </a:prstGeom>
        </p:spPr>
      </p:pic>
    </p:spTree>
    <p:extLst>
      <p:ext uri="{BB962C8B-B14F-4D97-AF65-F5344CB8AC3E}">
        <p14:creationId xmlns:p14="http://schemas.microsoft.com/office/powerpoint/2010/main" val="2375667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altLang="zh-CN" sz="5400" b="1" kern="1200">
                <a:solidFill>
                  <a:schemeClr val="tx1"/>
                </a:solidFill>
                <a:latin typeface="+mj-lt"/>
                <a:ea typeface="+mj-ea"/>
                <a:cs typeface="+mj-cs"/>
              </a:rPr>
              <a:t>A2 Preparation: select()</a:t>
            </a:r>
            <a:endParaRPr lang="en-US" sz="5400" b="1" kern="1200">
              <a:solidFill>
                <a:schemeClr val="tx1"/>
              </a:solidFill>
              <a:latin typeface="+mj-lt"/>
              <a:ea typeface="+mj-ea"/>
              <a:cs typeface="+mj-cs"/>
            </a:endParaRPr>
          </a:p>
        </p:txBody>
      </p:sp>
      <p:pic>
        <p:nvPicPr>
          <p:cNvPr id="7" name="图片 6">
            <a:extLst>
              <a:ext uri="{FF2B5EF4-FFF2-40B4-BE49-F238E27FC236}">
                <a16:creationId xmlns:a16="http://schemas.microsoft.com/office/drawing/2014/main" id="{63A40565-D564-D443-82E0-A70E9618FA38}"/>
              </a:ext>
            </a:extLst>
          </p:cNvPr>
          <p:cNvPicPr>
            <a:picLocks noChangeAspect="1"/>
          </p:cNvPicPr>
          <p:nvPr/>
        </p:nvPicPr>
        <p:blipFill>
          <a:blip r:embed="rId3"/>
          <a:stretch>
            <a:fillRect/>
          </a:stretch>
        </p:blipFill>
        <p:spPr>
          <a:xfrm>
            <a:off x="3421330" y="1863801"/>
            <a:ext cx="5349338" cy="4440746"/>
          </a:xfrm>
          <a:prstGeom prst="rect">
            <a:avLst/>
          </a:prstGeom>
        </p:spPr>
      </p:pic>
      <p:sp>
        <p:nvSpPr>
          <p:cNvPr id="8" name="矩形 7">
            <a:extLst>
              <a:ext uri="{FF2B5EF4-FFF2-40B4-BE49-F238E27FC236}">
                <a16:creationId xmlns:a16="http://schemas.microsoft.com/office/drawing/2014/main" id="{DED71D2B-24EB-9C4A-9F6B-5ECEB45E26FF}"/>
              </a:ext>
            </a:extLst>
          </p:cNvPr>
          <p:cNvSpPr/>
          <p:nvPr/>
        </p:nvSpPr>
        <p:spPr>
          <a:xfrm>
            <a:off x="923537" y="1465590"/>
            <a:ext cx="10357451"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latin typeface="Calibri" panose="020F0502020204030204" pitchFamily="34" charset="0"/>
              </a:rPr>
              <a:t>Step</a:t>
            </a:r>
            <a:r>
              <a:rPr lang="zh-CN" altLang="en-US" sz="2800" b="1" dirty="0">
                <a:latin typeface="Calibri" panose="020F0502020204030204" pitchFamily="34" charset="0"/>
              </a:rPr>
              <a:t> </a:t>
            </a:r>
            <a:r>
              <a:rPr lang="en-US" altLang="zh-CN" sz="2800" b="1" dirty="0">
                <a:latin typeface="Calibri" panose="020F0502020204030204" pitchFamily="34" charset="0"/>
              </a:rPr>
              <a:t>1:</a:t>
            </a:r>
            <a:r>
              <a:rPr lang="zh-CN" altLang="en-US" sz="2800" b="1" dirty="0">
                <a:latin typeface="Calibri" panose="020F0502020204030204" pitchFamily="34" charset="0"/>
              </a:rPr>
              <a:t> </a:t>
            </a:r>
            <a:r>
              <a:rPr lang="en-US" altLang="zh-CN" sz="2800" b="1" dirty="0">
                <a:latin typeface="Calibri" panose="020F0502020204030204" pitchFamily="34" charset="0"/>
              </a:rPr>
              <a:t>initialize(FD_ZERO)</a:t>
            </a:r>
            <a:r>
              <a:rPr lang="zh-CN" altLang="en-US" sz="2800" b="1" dirty="0">
                <a:latin typeface="Calibri" panose="020F0502020204030204" pitchFamily="34" charset="0"/>
              </a:rPr>
              <a:t> </a:t>
            </a:r>
            <a:r>
              <a:rPr lang="en-US" altLang="zh-CN" sz="2800" b="1" dirty="0" err="1">
                <a:latin typeface="Calibri" panose="020F0502020204030204" pitchFamily="34" charset="0"/>
              </a:rPr>
              <a:t>fd_set</a:t>
            </a:r>
            <a:r>
              <a:rPr lang="zh-CN" altLang="en-US" sz="2800" b="1" dirty="0">
                <a:latin typeface="Calibri" panose="020F0502020204030204" pitchFamily="34" charset="0"/>
              </a:rPr>
              <a:t> </a:t>
            </a:r>
            <a:r>
              <a:rPr lang="en-US" altLang="zh-CN" sz="2800" b="1" dirty="0">
                <a:latin typeface="Calibri" panose="020F0502020204030204" pitchFamily="34" charset="0"/>
              </a:rPr>
              <a:t>and</a:t>
            </a:r>
            <a:r>
              <a:rPr lang="zh-CN" altLang="en-US" sz="2800" b="1" dirty="0">
                <a:latin typeface="Calibri" panose="020F0502020204030204" pitchFamily="34" charset="0"/>
              </a:rPr>
              <a:t> </a:t>
            </a:r>
            <a:r>
              <a:rPr lang="en-US" altLang="zh-CN" sz="2800" b="1" dirty="0">
                <a:latin typeface="Calibri" panose="020F0502020204030204" pitchFamily="34" charset="0"/>
              </a:rPr>
              <a:t>set(FD_SET)</a:t>
            </a:r>
            <a:r>
              <a:rPr lang="zh-CN" altLang="en-US" sz="2800" b="1" dirty="0">
                <a:latin typeface="Calibri" panose="020F0502020204030204" pitchFamily="34" charset="0"/>
              </a:rPr>
              <a:t> </a:t>
            </a:r>
            <a:r>
              <a:rPr lang="en-US" altLang="zh-CN" sz="2800" b="1" dirty="0" err="1">
                <a:latin typeface="Calibri" panose="020F0502020204030204" pitchFamily="34" charset="0"/>
              </a:rPr>
              <a:t>fd_set</a:t>
            </a:r>
            <a:r>
              <a:rPr lang="zh-CN" altLang="en-US" sz="2800" b="1" dirty="0">
                <a:latin typeface="Calibri" panose="020F0502020204030204" pitchFamily="34" charset="0"/>
              </a:rPr>
              <a:t> </a:t>
            </a:r>
            <a:r>
              <a:rPr lang="en-US" altLang="zh-CN" sz="2800" b="1" dirty="0">
                <a:latin typeface="Calibri" panose="020F0502020204030204" pitchFamily="34" charset="0"/>
              </a:rPr>
              <a:t>for</a:t>
            </a:r>
            <a:r>
              <a:rPr lang="zh-CN" altLang="en-US" sz="2800" b="1" dirty="0">
                <a:latin typeface="Calibri" panose="020F0502020204030204" pitchFamily="34" charset="0"/>
              </a:rPr>
              <a:t> </a:t>
            </a:r>
            <a:r>
              <a:rPr lang="en-US" altLang="zh-CN" sz="2800" b="1" dirty="0">
                <a:latin typeface="Calibri" panose="020F0502020204030204" pitchFamily="34" charset="0"/>
              </a:rPr>
              <a:t>sockets </a:t>
            </a:r>
            <a:endParaRPr lang="en-US" altLang="zh-CN" sz="2800" dirty="0">
              <a:effectLst/>
            </a:endParaRPr>
          </a:p>
        </p:txBody>
      </p:sp>
    </p:spTree>
    <p:extLst>
      <p:ext uri="{BB962C8B-B14F-4D97-AF65-F5344CB8AC3E}">
        <p14:creationId xmlns:p14="http://schemas.microsoft.com/office/powerpoint/2010/main" val="3240555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altLang="zh-CN" sz="5400" b="1" kern="1200">
                <a:solidFill>
                  <a:schemeClr val="tx1"/>
                </a:solidFill>
                <a:latin typeface="+mj-lt"/>
                <a:ea typeface="+mj-ea"/>
                <a:cs typeface="+mj-cs"/>
              </a:rPr>
              <a:t>A2 Preparation: select()</a:t>
            </a:r>
            <a:endParaRPr lang="en-US" sz="5400" b="1" kern="1200">
              <a:solidFill>
                <a:schemeClr val="tx1"/>
              </a:solidFill>
              <a:latin typeface="+mj-lt"/>
              <a:ea typeface="+mj-ea"/>
              <a:cs typeface="+mj-cs"/>
            </a:endParaRPr>
          </a:p>
        </p:txBody>
      </p:sp>
      <p:sp>
        <p:nvSpPr>
          <p:cNvPr id="8" name="矩形 7">
            <a:extLst>
              <a:ext uri="{FF2B5EF4-FFF2-40B4-BE49-F238E27FC236}">
                <a16:creationId xmlns:a16="http://schemas.microsoft.com/office/drawing/2014/main" id="{DED71D2B-24EB-9C4A-9F6B-5ECEB45E26FF}"/>
              </a:ext>
            </a:extLst>
          </p:cNvPr>
          <p:cNvSpPr/>
          <p:nvPr/>
        </p:nvSpPr>
        <p:spPr>
          <a:xfrm>
            <a:off x="923537" y="1465590"/>
            <a:ext cx="2829557"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latin typeface="Calibri" panose="020F0502020204030204" pitchFamily="34" charset="0"/>
              </a:rPr>
              <a:t>Step</a:t>
            </a:r>
            <a:r>
              <a:rPr lang="zh-CN" altLang="en-US" sz="2800" b="1" dirty="0">
                <a:latin typeface="Calibri" panose="020F0502020204030204" pitchFamily="34" charset="0"/>
              </a:rPr>
              <a:t> </a:t>
            </a:r>
            <a:r>
              <a:rPr lang="en-US" altLang="zh-CN" sz="2800" b="1" dirty="0">
                <a:latin typeface="Calibri" panose="020F0502020204030204" pitchFamily="34" charset="0"/>
              </a:rPr>
              <a:t>2:</a:t>
            </a:r>
            <a:r>
              <a:rPr lang="zh-CN" altLang="en-US" sz="2800" b="1" dirty="0">
                <a:latin typeface="Calibri" panose="020F0502020204030204" pitchFamily="34" charset="0"/>
              </a:rPr>
              <a:t> </a:t>
            </a:r>
            <a:r>
              <a:rPr lang="en-US" altLang="zh-CN" sz="2800" b="1" dirty="0">
                <a:latin typeface="Calibri" panose="020F0502020204030204" pitchFamily="34" charset="0"/>
              </a:rPr>
              <a:t>call</a:t>
            </a:r>
            <a:r>
              <a:rPr lang="zh-CN" altLang="en-US" sz="2800" b="1" dirty="0">
                <a:latin typeface="Calibri" panose="020F0502020204030204" pitchFamily="34" charset="0"/>
              </a:rPr>
              <a:t> </a:t>
            </a:r>
            <a:r>
              <a:rPr lang="en-US" altLang="zh-CN" sz="2800" b="1" dirty="0">
                <a:latin typeface="Calibri" panose="020F0502020204030204" pitchFamily="34" charset="0"/>
              </a:rPr>
              <a:t>select</a:t>
            </a:r>
            <a:endParaRPr lang="en-US" altLang="zh-CN" sz="2800" dirty="0">
              <a:effectLst/>
            </a:endParaRPr>
          </a:p>
        </p:txBody>
      </p:sp>
      <p:pic>
        <p:nvPicPr>
          <p:cNvPr id="4" name="图片 3">
            <a:extLst>
              <a:ext uri="{FF2B5EF4-FFF2-40B4-BE49-F238E27FC236}">
                <a16:creationId xmlns:a16="http://schemas.microsoft.com/office/drawing/2014/main" id="{7E62CADC-A63C-A24A-BB31-52FB3D6E4856}"/>
              </a:ext>
            </a:extLst>
          </p:cNvPr>
          <p:cNvPicPr>
            <a:picLocks noChangeAspect="1"/>
          </p:cNvPicPr>
          <p:nvPr/>
        </p:nvPicPr>
        <p:blipFill>
          <a:blip r:embed="rId3"/>
          <a:stretch>
            <a:fillRect/>
          </a:stretch>
        </p:blipFill>
        <p:spPr>
          <a:xfrm>
            <a:off x="78600" y="1988810"/>
            <a:ext cx="12034796" cy="3895152"/>
          </a:xfrm>
          <a:prstGeom prst="rect">
            <a:avLst/>
          </a:prstGeom>
        </p:spPr>
      </p:pic>
    </p:spTree>
    <p:extLst>
      <p:ext uri="{BB962C8B-B14F-4D97-AF65-F5344CB8AC3E}">
        <p14:creationId xmlns:p14="http://schemas.microsoft.com/office/powerpoint/2010/main" val="98836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altLang="zh-CN" sz="5400" b="1" kern="1200">
                <a:solidFill>
                  <a:schemeClr val="tx1"/>
                </a:solidFill>
                <a:latin typeface="+mj-lt"/>
                <a:ea typeface="+mj-ea"/>
                <a:cs typeface="+mj-cs"/>
              </a:rPr>
              <a:t>A2 Preparation: select()</a:t>
            </a:r>
            <a:endParaRPr lang="en-US" sz="5400" b="1" kern="1200">
              <a:solidFill>
                <a:schemeClr val="tx1"/>
              </a:solidFill>
              <a:latin typeface="+mj-lt"/>
              <a:ea typeface="+mj-ea"/>
              <a:cs typeface="+mj-cs"/>
            </a:endParaRPr>
          </a:p>
        </p:txBody>
      </p:sp>
      <p:sp>
        <p:nvSpPr>
          <p:cNvPr id="8" name="矩形 7">
            <a:extLst>
              <a:ext uri="{FF2B5EF4-FFF2-40B4-BE49-F238E27FC236}">
                <a16:creationId xmlns:a16="http://schemas.microsoft.com/office/drawing/2014/main" id="{DED71D2B-24EB-9C4A-9F6B-5ECEB45E26FF}"/>
              </a:ext>
            </a:extLst>
          </p:cNvPr>
          <p:cNvSpPr/>
          <p:nvPr/>
        </p:nvSpPr>
        <p:spPr>
          <a:xfrm>
            <a:off x="923537" y="1465590"/>
            <a:ext cx="10376110"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latin typeface="Calibri" panose="020F0502020204030204" pitchFamily="34" charset="0"/>
              </a:rPr>
              <a:t>Step</a:t>
            </a:r>
            <a:r>
              <a:rPr lang="zh-CN" altLang="en-US" sz="2800" b="1" dirty="0">
                <a:latin typeface="Calibri" panose="020F0502020204030204" pitchFamily="34" charset="0"/>
              </a:rPr>
              <a:t> </a:t>
            </a:r>
            <a:r>
              <a:rPr lang="en-US" altLang="zh-CN" sz="2800" b="1" dirty="0">
                <a:latin typeface="Calibri" panose="020F0502020204030204" pitchFamily="34" charset="0"/>
              </a:rPr>
              <a:t>3:</a:t>
            </a:r>
            <a:r>
              <a:rPr lang="zh-CN" altLang="en-US" sz="2800" b="1" dirty="0">
                <a:latin typeface="Calibri" panose="020F0502020204030204" pitchFamily="34" charset="0"/>
              </a:rPr>
              <a:t> </a:t>
            </a:r>
            <a:r>
              <a:rPr lang="en-US" altLang="zh-CN" sz="2800" b="1" dirty="0">
                <a:latin typeface="Calibri" panose="020F0502020204030204" pitchFamily="34" charset="0"/>
              </a:rPr>
              <a:t>check</a:t>
            </a:r>
            <a:r>
              <a:rPr lang="zh-CN" altLang="en-US" sz="2800" b="1" dirty="0">
                <a:latin typeface="Calibri" panose="020F0502020204030204" pitchFamily="34" charset="0"/>
              </a:rPr>
              <a:t> </a:t>
            </a:r>
            <a:r>
              <a:rPr lang="en-US" altLang="zh-CN" sz="2800" b="1" dirty="0">
                <a:latin typeface="Calibri" panose="020F0502020204030204" pitchFamily="34" charset="0"/>
              </a:rPr>
              <a:t>socket</a:t>
            </a:r>
            <a:r>
              <a:rPr lang="zh-CN" altLang="en-US" sz="2800" b="1" dirty="0">
                <a:latin typeface="Calibri" panose="020F0502020204030204" pitchFamily="34" charset="0"/>
              </a:rPr>
              <a:t> </a:t>
            </a:r>
            <a:r>
              <a:rPr lang="en-US" altLang="zh-CN" sz="2800" b="1" dirty="0">
                <a:latin typeface="Calibri" panose="020F0502020204030204" pitchFamily="34" charset="0"/>
              </a:rPr>
              <a:t>status</a:t>
            </a:r>
            <a:r>
              <a:rPr lang="zh-CN" altLang="en-US" sz="2800" b="1" dirty="0">
                <a:latin typeface="Calibri" panose="020F0502020204030204" pitchFamily="34" charset="0"/>
              </a:rPr>
              <a:t> </a:t>
            </a:r>
            <a:r>
              <a:rPr lang="en-US" altLang="zh-CN" sz="2800" b="1" dirty="0">
                <a:latin typeface="Calibri" panose="020F0502020204030204" pitchFamily="34" charset="0"/>
              </a:rPr>
              <a:t>(for</a:t>
            </a:r>
            <a:r>
              <a:rPr lang="zh-CN" altLang="en-US" sz="2800" b="1" dirty="0">
                <a:latin typeface="Calibri" panose="020F0502020204030204" pitchFamily="34" charset="0"/>
              </a:rPr>
              <a:t> </a:t>
            </a:r>
            <a:r>
              <a:rPr lang="en-US" altLang="zh-CN" sz="2800" b="1" dirty="0">
                <a:latin typeface="Calibri" panose="020F0502020204030204" pitchFamily="34" charset="0"/>
              </a:rPr>
              <a:t>server</a:t>
            </a:r>
            <a:r>
              <a:rPr lang="zh-CN" altLang="en-US" sz="2800" b="1" dirty="0">
                <a:latin typeface="Calibri" panose="020F0502020204030204" pitchFamily="34" charset="0"/>
              </a:rPr>
              <a:t> </a:t>
            </a:r>
            <a:r>
              <a:rPr lang="en-US" altLang="zh-CN" sz="2800" b="1" dirty="0">
                <a:latin typeface="Calibri" panose="020F0502020204030204" pitchFamily="34" charset="0"/>
              </a:rPr>
              <a:t>socket)</a:t>
            </a:r>
            <a:r>
              <a:rPr lang="zh-CN" altLang="en-US" sz="2800" b="1" dirty="0">
                <a:latin typeface="Calibri" panose="020F0502020204030204" pitchFamily="34" charset="0"/>
              </a:rPr>
              <a:t> </a:t>
            </a:r>
            <a:r>
              <a:rPr lang="en-US" altLang="zh-CN" sz="2800" b="1" dirty="0">
                <a:latin typeface="Calibri" panose="020F0502020204030204" pitchFamily="34" charset="0"/>
              </a:rPr>
              <a:t>and</a:t>
            </a:r>
            <a:r>
              <a:rPr lang="zh-CN" altLang="en-US" sz="2800" b="1" dirty="0">
                <a:latin typeface="Calibri" panose="020F0502020204030204" pitchFamily="34" charset="0"/>
              </a:rPr>
              <a:t> </a:t>
            </a:r>
            <a:r>
              <a:rPr lang="en-US" altLang="zh-CN" sz="2800" b="1" dirty="0">
                <a:latin typeface="Calibri" panose="020F0502020204030204" pitchFamily="34" charset="0"/>
              </a:rPr>
              <a:t>accept</a:t>
            </a:r>
            <a:r>
              <a:rPr lang="zh-CN" altLang="en-US" sz="2800" b="1" dirty="0">
                <a:latin typeface="Calibri" panose="020F0502020204030204" pitchFamily="34" charset="0"/>
              </a:rPr>
              <a:t> </a:t>
            </a:r>
            <a:r>
              <a:rPr lang="en-US" altLang="zh-CN" sz="2800" b="1" dirty="0">
                <a:latin typeface="Calibri" panose="020F0502020204030204" pitchFamily="34" charset="0"/>
              </a:rPr>
              <a:t>connection</a:t>
            </a:r>
            <a:endParaRPr lang="en-US" altLang="zh-CN" sz="2800" dirty="0">
              <a:effectLst/>
            </a:endParaRPr>
          </a:p>
        </p:txBody>
      </p:sp>
      <p:pic>
        <p:nvPicPr>
          <p:cNvPr id="5" name="图片 4">
            <a:extLst>
              <a:ext uri="{FF2B5EF4-FFF2-40B4-BE49-F238E27FC236}">
                <a16:creationId xmlns:a16="http://schemas.microsoft.com/office/drawing/2014/main" id="{BB5A6165-3079-C843-99F1-388D235A9EB0}"/>
              </a:ext>
            </a:extLst>
          </p:cNvPr>
          <p:cNvPicPr>
            <a:picLocks noChangeAspect="1"/>
          </p:cNvPicPr>
          <p:nvPr/>
        </p:nvPicPr>
        <p:blipFill>
          <a:blip r:embed="rId3"/>
          <a:stretch>
            <a:fillRect/>
          </a:stretch>
        </p:blipFill>
        <p:spPr>
          <a:xfrm>
            <a:off x="2313129" y="1879600"/>
            <a:ext cx="7260411" cy="4800600"/>
          </a:xfrm>
          <a:prstGeom prst="rect">
            <a:avLst/>
          </a:prstGeom>
        </p:spPr>
      </p:pic>
    </p:spTree>
    <p:extLst>
      <p:ext uri="{BB962C8B-B14F-4D97-AF65-F5344CB8AC3E}">
        <p14:creationId xmlns:p14="http://schemas.microsoft.com/office/powerpoint/2010/main" val="2486515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altLang="zh-CN" sz="5400" b="1" kern="1200">
                <a:solidFill>
                  <a:schemeClr val="tx1"/>
                </a:solidFill>
                <a:latin typeface="+mj-lt"/>
                <a:ea typeface="+mj-ea"/>
                <a:cs typeface="+mj-cs"/>
              </a:rPr>
              <a:t>A2 Preparation: select()</a:t>
            </a:r>
            <a:endParaRPr lang="en-US" sz="5400" b="1" kern="1200">
              <a:solidFill>
                <a:schemeClr val="tx1"/>
              </a:solidFill>
              <a:latin typeface="+mj-lt"/>
              <a:ea typeface="+mj-ea"/>
              <a:cs typeface="+mj-cs"/>
            </a:endParaRPr>
          </a:p>
        </p:txBody>
      </p:sp>
      <p:sp>
        <p:nvSpPr>
          <p:cNvPr id="8" name="矩形 7">
            <a:extLst>
              <a:ext uri="{FF2B5EF4-FFF2-40B4-BE49-F238E27FC236}">
                <a16:creationId xmlns:a16="http://schemas.microsoft.com/office/drawing/2014/main" id="{DED71D2B-24EB-9C4A-9F6B-5ECEB45E26FF}"/>
              </a:ext>
            </a:extLst>
          </p:cNvPr>
          <p:cNvSpPr/>
          <p:nvPr/>
        </p:nvSpPr>
        <p:spPr>
          <a:xfrm>
            <a:off x="923537" y="1465590"/>
            <a:ext cx="9593011"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effectLst/>
                <a:latin typeface="Calibri" panose="020F0502020204030204" pitchFamily="34" charset="0"/>
              </a:rPr>
              <a:t>Step</a:t>
            </a:r>
            <a:r>
              <a:rPr lang="zh-CN" altLang="en-US" sz="2800" b="1" dirty="0">
                <a:effectLst/>
                <a:latin typeface="Calibri" panose="020F0502020204030204" pitchFamily="34" charset="0"/>
              </a:rPr>
              <a:t> </a:t>
            </a:r>
            <a:r>
              <a:rPr lang="en-US" altLang="zh-CN" sz="2800" b="1" dirty="0">
                <a:effectLst/>
                <a:latin typeface="Calibri" panose="020F0502020204030204" pitchFamily="34" charset="0"/>
              </a:rPr>
              <a:t>3:</a:t>
            </a:r>
            <a:r>
              <a:rPr lang="zh-CN" altLang="en-US" sz="2800" b="1" dirty="0">
                <a:effectLst/>
                <a:latin typeface="Calibri" panose="020F0502020204030204" pitchFamily="34" charset="0"/>
              </a:rPr>
              <a:t> </a:t>
            </a:r>
            <a:r>
              <a:rPr lang="en-US" altLang="zh-CN" sz="2800" b="1" dirty="0">
                <a:effectLst/>
                <a:latin typeface="Calibri" panose="020F0502020204030204" pitchFamily="34" charset="0"/>
              </a:rPr>
              <a:t>check</a:t>
            </a:r>
            <a:r>
              <a:rPr lang="zh-CN" altLang="en-US" sz="2800" b="1" dirty="0">
                <a:effectLst/>
                <a:latin typeface="Calibri" panose="020F0502020204030204" pitchFamily="34" charset="0"/>
              </a:rPr>
              <a:t> </a:t>
            </a:r>
            <a:r>
              <a:rPr lang="en-US" altLang="zh-CN" sz="2800" b="1" dirty="0">
                <a:effectLst/>
                <a:latin typeface="Calibri" panose="020F0502020204030204" pitchFamily="34" charset="0"/>
              </a:rPr>
              <a:t>socket</a:t>
            </a:r>
            <a:r>
              <a:rPr lang="zh-CN" altLang="en-US" sz="2800" b="1" dirty="0">
                <a:effectLst/>
                <a:latin typeface="Calibri" panose="020F0502020204030204" pitchFamily="34" charset="0"/>
              </a:rPr>
              <a:t> </a:t>
            </a:r>
            <a:r>
              <a:rPr lang="en-US" altLang="zh-CN" sz="2800" b="1" dirty="0">
                <a:effectLst/>
                <a:latin typeface="Calibri" panose="020F0502020204030204" pitchFamily="34" charset="0"/>
              </a:rPr>
              <a:t>status</a:t>
            </a:r>
            <a:r>
              <a:rPr lang="zh-CN" altLang="en-US" sz="2800" b="1" dirty="0">
                <a:effectLst/>
                <a:latin typeface="Calibri" panose="020F0502020204030204" pitchFamily="34" charset="0"/>
              </a:rPr>
              <a:t> </a:t>
            </a:r>
            <a:r>
              <a:rPr lang="en-US" altLang="zh-CN" sz="2800" b="1" dirty="0">
                <a:latin typeface="Calibri" panose="020F0502020204030204" pitchFamily="34" charset="0"/>
              </a:rPr>
              <a:t>(for</a:t>
            </a:r>
            <a:r>
              <a:rPr lang="zh-CN" altLang="en-US" sz="2800" b="1" dirty="0">
                <a:latin typeface="Calibri" panose="020F0502020204030204" pitchFamily="34" charset="0"/>
              </a:rPr>
              <a:t> </a:t>
            </a:r>
            <a:r>
              <a:rPr lang="en-US" altLang="zh-CN" sz="2800" b="1" dirty="0">
                <a:latin typeface="Calibri" panose="020F0502020204030204" pitchFamily="34" charset="0"/>
              </a:rPr>
              <a:t>client</a:t>
            </a:r>
            <a:r>
              <a:rPr lang="zh-CN" altLang="en-US" sz="2800" b="1" dirty="0">
                <a:latin typeface="Calibri" panose="020F0502020204030204" pitchFamily="34" charset="0"/>
              </a:rPr>
              <a:t> </a:t>
            </a:r>
            <a:r>
              <a:rPr lang="en-US" altLang="zh-CN" sz="2800" b="1" dirty="0">
                <a:latin typeface="Calibri" panose="020F0502020204030204" pitchFamily="34" charset="0"/>
              </a:rPr>
              <a:t>socket)</a:t>
            </a:r>
            <a:r>
              <a:rPr lang="zh-CN" altLang="en-US" sz="2800" b="1" dirty="0">
                <a:latin typeface="Calibri" panose="020F0502020204030204" pitchFamily="34" charset="0"/>
              </a:rPr>
              <a:t> </a:t>
            </a:r>
            <a:r>
              <a:rPr lang="en-US" altLang="zh-CN" sz="2800" b="1" dirty="0">
                <a:latin typeface="Calibri" panose="020F0502020204030204" pitchFamily="34" charset="0"/>
              </a:rPr>
              <a:t>and</a:t>
            </a:r>
            <a:r>
              <a:rPr lang="zh-CN" altLang="en-US" sz="2800" b="1" dirty="0">
                <a:latin typeface="Calibri" panose="020F0502020204030204" pitchFamily="34" charset="0"/>
              </a:rPr>
              <a:t> </a:t>
            </a:r>
            <a:r>
              <a:rPr lang="en-US" altLang="zh-CN" sz="2800" b="1" dirty="0">
                <a:latin typeface="Calibri" panose="020F0502020204030204" pitchFamily="34" charset="0"/>
              </a:rPr>
              <a:t>do</a:t>
            </a:r>
            <a:r>
              <a:rPr lang="zh-CN" altLang="en-US" sz="2800" b="1" dirty="0">
                <a:latin typeface="Calibri" panose="020F0502020204030204" pitchFamily="34" charset="0"/>
              </a:rPr>
              <a:t> </a:t>
            </a:r>
            <a:r>
              <a:rPr lang="en-US" altLang="zh-CN" sz="2800" b="1" dirty="0">
                <a:latin typeface="Calibri" panose="020F0502020204030204" pitchFamily="34" charset="0"/>
              </a:rPr>
              <a:t>something</a:t>
            </a:r>
            <a:endParaRPr lang="en-US" altLang="zh-CN" sz="2800" dirty="0">
              <a:effectLst/>
            </a:endParaRPr>
          </a:p>
        </p:txBody>
      </p:sp>
      <p:pic>
        <p:nvPicPr>
          <p:cNvPr id="4" name="图片 3">
            <a:extLst>
              <a:ext uri="{FF2B5EF4-FFF2-40B4-BE49-F238E27FC236}">
                <a16:creationId xmlns:a16="http://schemas.microsoft.com/office/drawing/2014/main" id="{27A8F3F8-3E6F-B04D-9261-0A9C4BEBC52F}"/>
              </a:ext>
            </a:extLst>
          </p:cNvPr>
          <p:cNvPicPr>
            <a:picLocks noChangeAspect="1"/>
          </p:cNvPicPr>
          <p:nvPr/>
        </p:nvPicPr>
        <p:blipFill>
          <a:blip r:embed="rId3"/>
          <a:stretch>
            <a:fillRect/>
          </a:stretch>
        </p:blipFill>
        <p:spPr>
          <a:xfrm>
            <a:off x="2461001" y="1730830"/>
            <a:ext cx="6824513" cy="4573972"/>
          </a:xfrm>
          <a:prstGeom prst="rect">
            <a:avLst/>
          </a:prstGeom>
        </p:spPr>
      </p:pic>
    </p:spTree>
    <p:extLst>
      <p:ext uri="{BB962C8B-B14F-4D97-AF65-F5344CB8AC3E}">
        <p14:creationId xmlns:p14="http://schemas.microsoft.com/office/powerpoint/2010/main" val="1838875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altLang="zh-CN" b="1" dirty="0"/>
              <a:t>Select</a:t>
            </a:r>
            <a:r>
              <a:rPr lang="en-US" b="1" dirty="0"/>
              <a:t> Programming: A Demo</a:t>
            </a:r>
          </a:p>
        </p:txBody>
      </p:sp>
      <p:sp>
        <p:nvSpPr>
          <p:cNvPr id="3" name="Content Placeholder 2">
            <a:extLst>
              <a:ext uri="{FF2B5EF4-FFF2-40B4-BE49-F238E27FC236}">
                <a16:creationId xmlns:a16="http://schemas.microsoft.com/office/drawing/2014/main" id="{8F20472D-613F-3748-9CBD-88055CDB4B08}"/>
              </a:ext>
            </a:extLst>
          </p:cNvPr>
          <p:cNvSpPr>
            <a:spLocks noGrp="1"/>
          </p:cNvSpPr>
          <p:nvPr>
            <p:ph idx="1"/>
          </p:nvPr>
        </p:nvSpPr>
        <p:spPr>
          <a:xfrm>
            <a:off x="838200" y="1825625"/>
            <a:ext cx="10515600" cy="2143548"/>
          </a:xfrm>
        </p:spPr>
        <p:txBody>
          <a:bodyPr>
            <a:normAutofit/>
          </a:bodyPr>
          <a:lstStyle/>
          <a:p>
            <a:r>
              <a:rPr lang="en-US" altLang="zh-CN" dirty="0"/>
              <a:t>Select</a:t>
            </a:r>
            <a:r>
              <a:rPr lang="zh-CN" altLang="en-US" dirty="0"/>
              <a:t> </a:t>
            </a:r>
            <a:r>
              <a:rPr lang="en-US" altLang="zh-CN" dirty="0"/>
              <a:t>example</a:t>
            </a:r>
            <a:r>
              <a:rPr lang="zh-CN" altLang="en-US" dirty="0"/>
              <a:t> </a:t>
            </a:r>
            <a:r>
              <a:rPr lang="en-US" altLang="zh-CN" dirty="0"/>
              <a:t>code:</a:t>
            </a:r>
            <a:r>
              <a:rPr lang="zh-CN" altLang="en-US" dirty="0"/>
              <a:t> </a:t>
            </a:r>
            <a:r>
              <a:rPr lang="en-US" altLang="zh-CN" dirty="0">
                <a:hlinkClick r:id="rId3"/>
              </a:rPr>
              <a:t>echo</a:t>
            </a:r>
            <a:r>
              <a:rPr lang="zh-CN" altLang="en-US" dirty="0">
                <a:hlinkClick r:id="rId3"/>
              </a:rPr>
              <a:t> </a:t>
            </a:r>
            <a:r>
              <a:rPr lang="en-US" altLang="zh-CN" dirty="0">
                <a:hlinkClick r:id="rId4"/>
              </a:rPr>
              <a:t>server</a:t>
            </a:r>
            <a:endParaRPr lang="en-US" altLang="zh-CN" dirty="0"/>
          </a:p>
          <a:p>
            <a:r>
              <a:rPr lang="en-HK" dirty="0"/>
              <a:t>Linux or Mac OS.</a:t>
            </a:r>
          </a:p>
          <a:p>
            <a:r>
              <a:rPr lang="en-US" altLang="zh-CN" dirty="0"/>
              <a:t>You</a:t>
            </a:r>
            <a:r>
              <a:rPr lang="zh-CN" altLang="en-US" dirty="0"/>
              <a:t> </a:t>
            </a:r>
            <a:r>
              <a:rPr lang="en-US" altLang="zh-CN" dirty="0"/>
              <a:t>can</a:t>
            </a:r>
            <a:r>
              <a:rPr lang="zh-CN" altLang="en-US" dirty="0"/>
              <a:t> </a:t>
            </a:r>
            <a:r>
              <a:rPr lang="en-US" altLang="zh-CN" dirty="0"/>
              <a:t>use</a:t>
            </a:r>
            <a:r>
              <a:rPr lang="zh-CN" altLang="en-US" dirty="0"/>
              <a:t> </a:t>
            </a:r>
            <a:r>
              <a:rPr lang="en-US" altLang="zh-CN" dirty="0" err="1"/>
              <a:t>netcat</a:t>
            </a:r>
            <a:r>
              <a:rPr lang="zh-CN" altLang="en-US" dirty="0"/>
              <a:t> </a:t>
            </a:r>
            <a:r>
              <a:rPr lang="en-US" altLang="zh-CN" dirty="0"/>
              <a:t>(“</a:t>
            </a:r>
            <a:r>
              <a:rPr lang="en-US" altLang="zh-CN" dirty="0" err="1"/>
              <a:t>nc</a:t>
            </a:r>
            <a:r>
              <a:rPr lang="en-US" altLang="zh-CN" dirty="0"/>
              <a:t>”</a:t>
            </a:r>
            <a:r>
              <a:rPr lang="zh-CN" altLang="en-US" dirty="0"/>
              <a:t> </a:t>
            </a:r>
            <a:r>
              <a:rPr lang="en-US" altLang="zh-CN" dirty="0"/>
              <a:t>in</a:t>
            </a:r>
            <a:r>
              <a:rPr lang="zh-CN" altLang="en-US" dirty="0"/>
              <a:t> </a:t>
            </a:r>
            <a:r>
              <a:rPr lang="en-US" altLang="zh-CN" dirty="0"/>
              <a:t>command</a:t>
            </a:r>
            <a:r>
              <a:rPr lang="zh-CN" altLang="en-US" dirty="0"/>
              <a:t> </a:t>
            </a:r>
            <a:r>
              <a:rPr lang="en-US" altLang="zh-CN" dirty="0"/>
              <a:t>line)</a:t>
            </a:r>
            <a:r>
              <a:rPr lang="zh-CN" altLang="en-US" dirty="0"/>
              <a:t> </a:t>
            </a:r>
            <a:r>
              <a:rPr lang="en-US" altLang="zh-CN" dirty="0"/>
              <a:t>to</a:t>
            </a:r>
            <a:r>
              <a:rPr lang="zh-CN" altLang="en-US" dirty="0"/>
              <a:t> </a:t>
            </a:r>
            <a:r>
              <a:rPr lang="en-US" altLang="zh-CN" dirty="0"/>
              <a:t>communicate</a:t>
            </a:r>
            <a:r>
              <a:rPr lang="zh-CN" altLang="en-US" dirty="0"/>
              <a:t> </a:t>
            </a:r>
            <a:r>
              <a:rPr lang="en-US" altLang="zh-CN" dirty="0"/>
              <a:t>with</a:t>
            </a:r>
            <a:r>
              <a:rPr lang="zh-CN" altLang="en-US" dirty="0"/>
              <a:t> </a:t>
            </a:r>
            <a:r>
              <a:rPr lang="en-US" altLang="zh-CN" dirty="0"/>
              <a:t>the</a:t>
            </a:r>
            <a:r>
              <a:rPr lang="zh-CN" altLang="en-US" dirty="0"/>
              <a:t> </a:t>
            </a:r>
            <a:r>
              <a:rPr lang="en-US" altLang="zh-CN" dirty="0"/>
              <a:t>“echo</a:t>
            </a:r>
            <a:r>
              <a:rPr lang="zh-CN" altLang="en-US" dirty="0"/>
              <a:t> </a:t>
            </a:r>
            <a:r>
              <a:rPr lang="en-US" altLang="zh-CN" dirty="0"/>
              <a:t>server”.</a:t>
            </a:r>
            <a:endParaRPr lang="en-HK" dirty="0"/>
          </a:p>
        </p:txBody>
      </p:sp>
    </p:spTree>
    <p:extLst>
      <p:ext uri="{BB962C8B-B14F-4D97-AF65-F5344CB8AC3E}">
        <p14:creationId xmlns:p14="http://schemas.microsoft.com/office/powerpoint/2010/main" val="1871005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b="1" dirty="0"/>
              <a:t>S</a:t>
            </a:r>
            <a:r>
              <a:rPr lang="en-US" altLang="zh-CN" b="1" dirty="0"/>
              <a:t>elect</a:t>
            </a:r>
            <a:r>
              <a:rPr lang="en-US" b="1" dirty="0"/>
              <a:t> Programming</a:t>
            </a:r>
            <a:r>
              <a:rPr lang="zh-CN" altLang="en-US" b="1" dirty="0"/>
              <a:t> </a:t>
            </a:r>
            <a:r>
              <a:rPr lang="en-US" altLang="zh-CN" b="1" dirty="0"/>
              <a:t>Links</a:t>
            </a:r>
            <a:endParaRPr lang="en-US" b="1" dirty="0"/>
          </a:p>
        </p:txBody>
      </p:sp>
      <p:sp>
        <p:nvSpPr>
          <p:cNvPr id="3" name="Content Placeholder 2">
            <a:extLst>
              <a:ext uri="{FF2B5EF4-FFF2-40B4-BE49-F238E27FC236}">
                <a16:creationId xmlns:a16="http://schemas.microsoft.com/office/drawing/2014/main" id="{8F20472D-613F-3748-9CBD-88055CDB4B08}"/>
              </a:ext>
            </a:extLst>
          </p:cNvPr>
          <p:cNvSpPr>
            <a:spLocks noGrp="1"/>
          </p:cNvSpPr>
          <p:nvPr>
            <p:ph idx="1"/>
          </p:nvPr>
        </p:nvSpPr>
        <p:spPr>
          <a:xfrm>
            <a:off x="838200" y="1825625"/>
            <a:ext cx="10515600" cy="3007632"/>
          </a:xfrm>
        </p:spPr>
        <p:txBody>
          <a:bodyPr>
            <a:normAutofit fontScale="92500" lnSpcReduction="20000"/>
          </a:bodyPr>
          <a:lstStyle/>
          <a:p>
            <a:r>
              <a:rPr lang="en-US" altLang="zh-CN" dirty="0"/>
              <a:t>“s</a:t>
            </a:r>
            <a:r>
              <a:rPr lang="en-HK" dirty="0"/>
              <a:t>elect</a:t>
            </a:r>
            <a:r>
              <a:rPr lang="en-US" altLang="zh-CN" dirty="0"/>
              <a:t>”</a:t>
            </a:r>
            <a:r>
              <a:rPr lang="en-HK" dirty="0"/>
              <a:t> document:</a:t>
            </a:r>
            <a:r>
              <a:rPr lang="zh-CN" altLang="en-US" dirty="0"/>
              <a:t> </a:t>
            </a:r>
            <a:endParaRPr lang="en-US" altLang="zh-CN" dirty="0"/>
          </a:p>
          <a:p>
            <a:pPr lvl="1"/>
            <a:r>
              <a:rPr lang="en-HK" altLang="zh-CN" dirty="0">
                <a:hlinkClick r:id="rId3"/>
              </a:rPr>
              <a:t>https://man7.org/</a:t>
            </a:r>
            <a:r>
              <a:rPr lang="en-HK" altLang="zh-CN" dirty="0" err="1">
                <a:hlinkClick r:id="rId3"/>
              </a:rPr>
              <a:t>linux</a:t>
            </a:r>
            <a:r>
              <a:rPr lang="en-HK" altLang="zh-CN" dirty="0">
                <a:hlinkClick r:id="rId3"/>
              </a:rPr>
              <a:t>/man-pages/man2/select.2.html</a:t>
            </a:r>
            <a:endParaRPr lang="en-HK" dirty="0"/>
          </a:p>
          <a:p>
            <a:r>
              <a:rPr lang="en-US" altLang="zh-CN" dirty="0"/>
              <a:t>“select”</a:t>
            </a:r>
            <a:r>
              <a:rPr lang="zh-CN" altLang="en-US" dirty="0"/>
              <a:t> </a:t>
            </a:r>
            <a:r>
              <a:rPr lang="en-US" altLang="zh-CN" dirty="0"/>
              <a:t>code</a:t>
            </a:r>
            <a:r>
              <a:rPr lang="zh-CN" altLang="en-US" dirty="0"/>
              <a:t> </a:t>
            </a:r>
            <a:r>
              <a:rPr lang="en-US" altLang="zh-CN" dirty="0"/>
              <a:t>example:</a:t>
            </a:r>
          </a:p>
          <a:p>
            <a:pPr lvl="1"/>
            <a:r>
              <a:rPr lang="en-US" altLang="zh-CN" dirty="0">
                <a:hlinkClick r:id="rId4"/>
              </a:rPr>
              <a:t>https://github.com/henryhxu/CSCI4430/tree/2025_spring/tutorial/T04/select_example</a:t>
            </a:r>
            <a:endParaRPr lang="en-HK" dirty="0"/>
          </a:p>
          <a:p>
            <a:r>
              <a:rPr lang="en-HK" dirty="0"/>
              <a:t>man is always your good friend</a:t>
            </a:r>
          </a:p>
          <a:p>
            <a:pPr lvl="1"/>
            <a:r>
              <a:rPr lang="en-US" altLang="zh-CN" sz="2800" dirty="0"/>
              <a:t>“</a:t>
            </a:r>
            <a:r>
              <a:rPr lang="en-HK" sz="2800" dirty="0"/>
              <a:t>man s</a:t>
            </a:r>
            <a:r>
              <a:rPr lang="en-US" altLang="zh-CN" sz="2800" dirty="0"/>
              <a:t>elect”</a:t>
            </a:r>
            <a:r>
              <a:rPr lang="zh-CN" altLang="en-US" sz="2800" dirty="0"/>
              <a:t> </a:t>
            </a:r>
            <a:r>
              <a:rPr lang="en-US" altLang="zh-CN" sz="2800" dirty="0"/>
              <a:t>for</a:t>
            </a:r>
            <a:r>
              <a:rPr lang="zh-CN" altLang="en-US" sz="2800" dirty="0"/>
              <a:t> </a:t>
            </a:r>
            <a:r>
              <a:rPr lang="en-US" altLang="zh-CN" sz="2800" dirty="0"/>
              <a:t>checking</a:t>
            </a:r>
            <a:r>
              <a:rPr lang="zh-CN" altLang="en-US" sz="2800" dirty="0"/>
              <a:t> </a:t>
            </a:r>
            <a:r>
              <a:rPr lang="en-US" altLang="zh-CN" sz="2800" dirty="0"/>
              <a:t>more</a:t>
            </a:r>
            <a:r>
              <a:rPr lang="zh-CN" altLang="en-US" sz="2800" dirty="0"/>
              <a:t> </a:t>
            </a:r>
            <a:r>
              <a:rPr lang="en-US" altLang="zh-CN" sz="2800" dirty="0"/>
              <a:t>details</a:t>
            </a:r>
            <a:r>
              <a:rPr lang="zh-CN" altLang="en-US" sz="2800" dirty="0"/>
              <a:t> </a:t>
            </a:r>
            <a:r>
              <a:rPr lang="en-US" altLang="zh-CN" sz="2800" dirty="0"/>
              <a:t>about</a:t>
            </a:r>
            <a:r>
              <a:rPr lang="zh-CN" altLang="en-US" sz="2800" dirty="0"/>
              <a:t> </a:t>
            </a:r>
            <a:r>
              <a:rPr lang="en-US" altLang="zh-CN" sz="2800" dirty="0"/>
              <a:t>select</a:t>
            </a:r>
          </a:p>
          <a:p>
            <a:r>
              <a:rPr lang="en-US" dirty="0"/>
              <a:t>You can use </a:t>
            </a:r>
            <a:r>
              <a:rPr lang="en-US" b="1" dirty="0"/>
              <a:t>ChatGPT</a:t>
            </a:r>
            <a:r>
              <a:rPr lang="en-US" dirty="0"/>
              <a:t> for understanding the select programming!</a:t>
            </a:r>
            <a:endParaRPr lang="en-HK" dirty="0"/>
          </a:p>
          <a:p>
            <a:endParaRPr lang="en-HK" dirty="0"/>
          </a:p>
        </p:txBody>
      </p:sp>
    </p:spTree>
    <p:extLst>
      <p:ext uri="{BB962C8B-B14F-4D97-AF65-F5344CB8AC3E}">
        <p14:creationId xmlns:p14="http://schemas.microsoft.com/office/powerpoint/2010/main" val="616564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BA1-37A3-5741-B0A1-E64646E4283C}"/>
              </a:ext>
            </a:extLst>
          </p:cNvPr>
          <p:cNvSpPr>
            <a:spLocks noGrp="1"/>
          </p:cNvSpPr>
          <p:nvPr>
            <p:ph type="title"/>
          </p:nvPr>
        </p:nvSpPr>
        <p:spPr/>
        <p:txBody>
          <a:bodyPr/>
          <a:lstStyle/>
          <a:p>
            <a:r>
              <a:rPr lang="en-US" b="1" dirty="0"/>
              <a:t>Next Week</a:t>
            </a:r>
          </a:p>
        </p:txBody>
      </p:sp>
      <p:sp>
        <p:nvSpPr>
          <p:cNvPr id="3" name="Content Placeholder 2">
            <a:extLst>
              <a:ext uri="{FF2B5EF4-FFF2-40B4-BE49-F238E27FC236}">
                <a16:creationId xmlns:a16="http://schemas.microsoft.com/office/drawing/2014/main" id="{8F20472D-613F-3748-9CBD-88055CDB4B08}"/>
              </a:ext>
            </a:extLst>
          </p:cNvPr>
          <p:cNvSpPr>
            <a:spLocks noGrp="1"/>
          </p:cNvSpPr>
          <p:nvPr>
            <p:ph idx="1"/>
          </p:nvPr>
        </p:nvSpPr>
        <p:spPr/>
        <p:txBody>
          <a:bodyPr vert="horz" lIns="91440" tIns="45720" rIns="91440" bIns="45720" rtlCol="0" anchor="t">
            <a:normAutofit/>
          </a:bodyPr>
          <a:lstStyle/>
          <a:p>
            <a:r>
              <a:rPr lang="en-US" altLang="zh-CN" sz="3200" dirty="0"/>
              <a:t>Assignment 2 will be released next week!</a:t>
            </a:r>
          </a:p>
        </p:txBody>
      </p:sp>
    </p:spTree>
    <p:extLst>
      <p:ext uri="{BB962C8B-B14F-4D97-AF65-F5344CB8AC3E}">
        <p14:creationId xmlns:p14="http://schemas.microsoft.com/office/powerpoint/2010/main" val="1947847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D2CAE8-E323-A14E-A62F-188A25405FEA}"/>
              </a:ext>
            </a:extLst>
          </p:cNvPr>
          <p:cNvSpPr/>
          <p:nvPr/>
        </p:nvSpPr>
        <p:spPr>
          <a:xfrm>
            <a:off x="5350732" y="3136612"/>
            <a:ext cx="1490536" cy="584775"/>
          </a:xfrm>
          <a:prstGeom prst="rect">
            <a:avLst/>
          </a:prstGeom>
        </p:spPr>
        <p:txBody>
          <a:bodyPr wrap="none">
            <a:spAutoFit/>
          </a:bodyPr>
          <a:lstStyle/>
          <a:p>
            <a:r>
              <a:rPr lang="en-US" sz="3200" dirty="0"/>
              <a:t>Thanks!</a:t>
            </a:r>
          </a:p>
        </p:txBody>
      </p:sp>
    </p:spTree>
    <p:extLst>
      <p:ext uri="{BB962C8B-B14F-4D97-AF65-F5344CB8AC3E}">
        <p14:creationId xmlns:p14="http://schemas.microsoft.com/office/powerpoint/2010/main" val="3216618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3369</TotalTime>
  <Words>1106</Words>
  <Application>Microsoft Macintosh PowerPoint</Application>
  <PresentationFormat>Widescreen</PresentationFormat>
  <Paragraphs>97</Paragraphs>
  <Slides>17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等线</vt:lpstr>
      <vt:lpstr>Arial</vt:lpstr>
      <vt:lpstr>Calibri</vt:lpstr>
      <vt:lpstr>Calibri Light</vt:lpstr>
      <vt:lpstr>Consolas</vt:lpstr>
      <vt:lpstr>Office Theme</vt:lpstr>
      <vt:lpstr>CSCI 4430 – Spring 25</vt:lpstr>
      <vt:lpstr>Outline</vt:lpstr>
      <vt:lpstr>A2 Preparation: select()</vt:lpstr>
      <vt:lpstr>A2 Preparation: select()</vt:lpstr>
      <vt:lpstr>A2 Preparation: select()</vt:lpstr>
      <vt:lpstr>A2 Preparation: select()</vt:lpstr>
      <vt:lpstr>A2 Preparation: select()</vt:lpstr>
      <vt:lpstr>A2 Preparation: select()</vt:lpstr>
      <vt:lpstr>A2 Preparation: select()</vt:lpstr>
      <vt:lpstr>A2 Preparation: select()</vt:lpstr>
      <vt:lpstr>A2 Preparation: select()</vt:lpstr>
      <vt:lpstr>A2 Preparation: select()</vt:lpstr>
      <vt:lpstr>A2 Preparation: select()</vt:lpstr>
      <vt:lpstr>Select Programming: A Demo</vt:lpstr>
      <vt:lpstr>Select Programming Links</vt:lpstr>
      <vt:lpstr>Next Week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4430 - Spring 22</dc:title>
  <dc:creator>SONG, Qingyu</dc:creator>
  <cp:lastModifiedBy>YANG, Yitao</cp:lastModifiedBy>
  <cp:revision>117</cp:revision>
  <dcterms:created xsi:type="dcterms:W3CDTF">2022-01-09T08:27:06Z</dcterms:created>
  <dcterms:modified xsi:type="dcterms:W3CDTF">2025-02-05T04:26:25Z</dcterms:modified>
</cp:coreProperties>
</file>