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89" r:id="rId5"/>
    <p:sldId id="283" r:id="rId6"/>
    <p:sldId id="261" r:id="rId7"/>
    <p:sldId id="260" r:id="rId8"/>
    <p:sldId id="284" r:id="rId9"/>
    <p:sldId id="286" r:id="rId10"/>
    <p:sldId id="287" r:id="rId11"/>
    <p:sldId id="285" r:id="rId12"/>
    <p:sldId id="259" r:id="rId13"/>
    <p:sldId id="282" r:id="rId14"/>
    <p:sldId id="273" r:id="rId15"/>
    <p:sldId id="274" r:id="rId16"/>
    <p:sldId id="281" r:id="rId17"/>
    <p:sldId id="275" r:id="rId18"/>
    <p:sldId id="277" r:id="rId19"/>
    <p:sldId id="278" r:id="rId20"/>
    <p:sldId id="279" r:id="rId21"/>
    <p:sldId id="280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5"/>
    <p:restoredTop sz="97419" autoAdjust="0"/>
  </p:normalViewPr>
  <p:slideViewPr>
    <p:cSldViewPr snapToGrid="0" snapToObjects="1">
      <p:cViewPr varScale="1">
        <p:scale>
          <a:sx n="147" d="100"/>
          <a:sy n="147" d="100"/>
        </p:scale>
        <p:origin x="12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  <pc:docChgLst>
    <pc:chgData name="FENG, Yicheng" userId="63ae093e-9cad-467c-bb2d-e823331db8b5" providerId="ADAL" clId="{C5EB1113-E297-44CF-AB22-BF357E1DAC9F}"/>
    <pc:docChg chg="undo custSel addSld delSld modSld">
      <pc:chgData name="FENG, Yicheng" userId="63ae093e-9cad-467c-bb2d-e823331db8b5" providerId="ADAL" clId="{C5EB1113-E297-44CF-AB22-BF357E1DAC9F}" dt="2025-01-14T07:14:44.667" v="607" actId="1076"/>
      <pc:docMkLst>
        <pc:docMk/>
      </pc:docMkLst>
      <pc:sldChg chg="modSp mod">
        <pc:chgData name="FENG, Yicheng" userId="63ae093e-9cad-467c-bb2d-e823331db8b5" providerId="ADAL" clId="{C5EB1113-E297-44CF-AB22-BF357E1DAC9F}" dt="2025-01-13T08:45:40.306" v="57" actId="20577"/>
        <pc:sldMkLst>
          <pc:docMk/>
          <pc:sldMk cId="356419186" sldId="256"/>
        </pc:sldMkLst>
        <pc:spChg chg="mod">
          <ac:chgData name="FENG, Yicheng" userId="63ae093e-9cad-467c-bb2d-e823331db8b5" providerId="ADAL" clId="{C5EB1113-E297-44CF-AB22-BF357E1DAC9F}" dt="2025-01-13T08:45:40.306" v="57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addSp delSp modSp mod">
        <pc:chgData name="FENG, Yicheng" userId="63ae093e-9cad-467c-bb2d-e823331db8b5" providerId="ADAL" clId="{C5EB1113-E297-44CF-AB22-BF357E1DAC9F}" dt="2025-01-14T06:51:07.787" v="496" actId="1035"/>
        <pc:sldMkLst>
          <pc:docMk/>
          <pc:sldMk cId="1947847713" sldId="257"/>
        </pc:sldMkLst>
        <pc:spChg chg="mod">
          <ac:chgData name="FENG, Yicheng" userId="63ae093e-9cad-467c-bb2d-e823331db8b5" providerId="ADAL" clId="{C5EB1113-E297-44CF-AB22-BF357E1DAC9F}" dt="2025-01-14T06:33:13.649" v="367" actId="1036"/>
          <ac:spMkLst>
            <pc:docMk/>
            <pc:sldMk cId="1947847713" sldId="257"/>
            <ac:spMk id="3" creationId="{8F20472D-613F-3748-9CBD-88055CDB4B08}"/>
          </ac:spMkLst>
        </pc:spChg>
        <pc:spChg chg="add mod">
          <ac:chgData name="FENG, Yicheng" userId="63ae093e-9cad-467c-bb2d-e823331db8b5" providerId="ADAL" clId="{C5EB1113-E297-44CF-AB22-BF357E1DAC9F}" dt="2025-01-14T06:42:13.282" v="491" actId="1035"/>
          <ac:spMkLst>
            <pc:docMk/>
            <pc:sldMk cId="1947847713" sldId="257"/>
            <ac:spMk id="18" creationId="{E9A1B174-3DA2-4036-B5CF-D675C31532A0}"/>
          </ac:spMkLst>
        </pc:spChg>
        <pc:spChg chg="add mod">
          <ac:chgData name="FENG, Yicheng" userId="63ae093e-9cad-467c-bb2d-e823331db8b5" providerId="ADAL" clId="{C5EB1113-E297-44CF-AB22-BF357E1DAC9F}" dt="2025-01-14T06:37:37.116" v="459" actId="1038"/>
          <ac:spMkLst>
            <pc:docMk/>
            <pc:sldMk cId="1947847713" sldId="257"/>
            <ac:spMk id="26" creationId="{27A2696C-2D8B-46BD-AFAC-D75B5B4E8F4B}"/>
          </ac:spMkLst>
        </pc:spChg>
        <pc:spChg chg="add mod">
          <ac:chgData name="FENG, Yicheng" userId="63ae093e-9cad-467c-bb2d-e823331db8b5" providerId="ADAL" clId="{C5EB1113-E297-44CF-AB22-BF357E1DAC9F}" dt="2025-01-14T06:42:07.241" v="489" actId="1036"/>
          <ac:spMkLst>
            <pc:docMk/>
            <pc:sldMk cId="1947847713" sldId="257"/>
            <ac:spMk id="29" creationId="{8240F4E0-BED2-4121-8E96-E0B8B564A9F1}"/>
          </ac:spMkLst>
        </pc:spChg>
        <pc:picChg chg="add del mod">
          <ac:chgData name="FENG, Yicheng" userId="63ae093e-9cad-467c-bb2d-e823331db8b5" providerId="ADAL" clId="{C5EB1113-E297-44CF-AB22-BF357E1DAC9F}" dt="2025-01-14T06:32:12.949" v="326" actId="478"/>
          <ac:picMkLst>
            <pc:docMk/>
            <pc:sldMk cId="1947847713" sldId="257"/>
            <ac:picMk id="5" creationId="{3DF0E36D-C798-4D66-8E54-FF6CB89A97EA}"/>
          </ac:picMkLst>
        </pc:picChg>
        <pc:picChg chg="add mod">
          <ac:chgData name="FENG, Yicheng" userId="63ae093e-9cad-467c-bb2d-e823331db8b5" providerId="ADAL" clId="{C5EB1113-E297-44CF-AB22-BF357E1DAC9F}" dt="2025-01-14T06:37:31.039" v="453" actId="1076"/>
          <ac:picMkLst>
            <pc:docMk/>
            <pc:sldMk cId="1947847713" sldId="257"/>
            <ac:picMk id="7" creationId="{94148393-6CCB-44FE-80D6-264EBD55CF7F}"/>
          </ac:picMkLst>
        </pc:picChg>
        <pc:picChg chg="add mod">
          <ac:chgData name="FENG, Yicheng" userId="63ae093e-9cad-467c-bb2d-e823331db8b5" providerId="ADAL" clId="{C5EB1113-E297-44CF-AB22-BF357E1DAC9F}" dt="2025-01-14T06:34:59.135" v="387" actId="1076"/>
          <ac:picMkLst>
            <pc:docMk/>
            <pc:sldMk cId="1947847713" sldId="257"/>
            <ac:picMk id="9" creationId="{18500EE3-5D69-464B-86C6-810B4B529FB6}"/>
          </ac:picMkLst>
        </pc:picChg>
        <pc:picChg chg="add mod">
          <ac:chgData name="FENG, Yicheng" userId="63ae093e-9cad-467c-bb2d-e823331db8b5" providerId="ADAL" clId="{C5EB1113-E297-44CF-AB22-BF357E1DAC9F}" dt="2025-01-14T06:51:07.787" v="496" actId="1035"/>
          <ac:picMkLst>
            <pc:docMk/>
            <pc:sldMk cId="1947847713" sldId="257"/>
            <ac:picMk id="11" creationId="{E6A98220-9D71-40C9-AF25-67464820F084}"/>
          </ac:picMkLst>
        </pc:picChg>
        <pc:picChg chg="add del mod">
          <ac:chgData name="FENG, Yicheng" userId="63ae093e-9cad-467c-bb2d-e823331db8b5" providerId="ADAL" clId="{C5EB1113-E297-44CF-AB22-BF357E1DAC9F}" dt="2025-01-14T06:35:55.879" v="401" actId="478"/>
          <ac:picMkLst>
            <pc:docMk/>
            <pc:sldMk cId="1947847713" sldId="257"/>
            <ac:picMk id="13" creationId="{B0F77E0A-D2E1-4523-B496-3BC4456753C5}"/>
          </ac:picMkLst>
        </pc:picChg>
        <pc:picChg chg="add mod">
          <ac:chgData name="FENG, Yicheng" userId="63ae093e-9cad-467c-bb2d-e823331db8b5" providerId="ADAL" clId="{C5EB1113-E297-44CF-AB22-BF357E1DAC9F}" dt="2025-01-14T06:41:41.898" v="463" actId="1076"/>
          <ac:picMkLst>
            <pc:docMk/>
            <pc:sldMk cId="1947847713" sldId="257"/>
            <ac:picMk id="15" creationId="{F1D3F1C2-C0E3-4976-93C2-29E5E2E3EBB9}"/>
          </ac:picMkLst>
        </pc:picChg>
        <pc:picChg chg="add mod">
          <ac:chgData name="FENG, Yicheng" userId="63ae093e-9cad-467c-bb2d-e823331db8b5" providerId="ADAL" clId="{C5EB1113-E297-44CF-AB22-BF357E1DAC9F}" dt="2025-01-14T06:37:25.733" v="449" actId="1038"/>
          <ac:picMkLst>
            <pc:docMk/>
            <pc:sldMk cId="1947847713" sldId="257"/>
            <ac:picMk id="17" creationId="{C3EC4E7F-4158-448B-991A-F95A510256D9}"/>
          </ac:picMkLst>
        </pc:picChg>
        <pc:cxnChg chg="add mod">
          <ac:chgData name="FENG, Yicheng" userId="63ae093e-9cad-467c-bb2d-e823331db8b5" providerId="ADAL" clId="{C5EB1113-E297-44CF-AB22-BF357E1DAC9F}" dt="2025-01-14T06:41:57.313" v="477" actId="1076"/>
          <ac:cxnSpMkLst>
            <pc:docMk/>
            <pc:sldMk cId="1947847713" sldId="257"/>
            <ac:cxnSpMk id="20" creationId="{8E4DFA63-AADE-47E2-8269-BD7E2ADF5265}"/>
          </ac:cxnSpMkLst>
        </pc:cxnChg>
        <pc:cxnChg chg="add mod">
          <ac:chgData name="FENG, Yicheng" userId="63ae093e-9cad-467c-bb2d-e823331db8b5" providerId="ADAL" clId="{C5EB1113-E297-44CF-AB22-BF357E1DAC9F}" dt="2025-01-14T06:37:42.884" v="462" actId="14100"/>
          <ac:cxnSpMkLst>
            <pc:docMk/>
            <pc:sldMk cId="1947847713" sldId="257"/>
            <ac:cxnSpMk id="27" creationId="{B95DF65D-9D66-4C32-80E7-BB27574D98A9}"/>
          </ac:cxnSpMkLst>
        </pc:cxnChg>
        <pc:cxnChg chg="add mod">
          <ac:chgData name="FENG, Yicheng" userId="63ae093e-9cad-467c-bb2d-e823331db8b5" providerId="ADAL" clId="{C5EB1113-E297-44CF-AB22-BF357E1DAC9F}" dt="2025-01-14T06:42:20.643" v="495" actId="14100"/>
          <ac:cxnSpMkLst>
            <pc:docMk/>
            <pc:sldMk cId="1947847713" sldId="257"/>
            <ac:cxnSpMk id="30" creationId="{5BDC46D1-A8B6-4691-85CF-3662F3CFE629}"/>
          </ac:cxnSpMkLst>
        </pc:cxnChg>
      </pc:sldChg>
      <pc:sldChg chg="modSp mod">
        <pc:chgData name="FENG, Yicheng" userId="63ae093e-9cad-467c-bb2d-e823331db8b5" providerId="ADAL" clId="{C5EB1113-E297-44CF-AB22-BF357E1DAC9F}" dt="2025-01-13T08:51:54.821" v="138" actId="20577"/>
        <pc:sldMkLst>
          <pc:docMk/>
          <pc:sldMk cId="440415094" sldId="258"/>
        </pc:sldMkLst>
        <pc:spChg chg="mod">
          <ac:chgData name="FENG, Yicheng" userId="63ae093e-9cad-467c-bb2d-e823331db8b5" providerId="ADAL" clId="{C5EB1113-E297-44CF-AB22-BF357E1DAC9F}" dt="2025-01-13T08:51:54.821" v="13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648031906" sldId="260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79024797" sldId="261"/>
        </pc:sldMkLst>
      </pc:sldChg>
      <pc:sldChg chg="add del">
        <pc:chgData name="FENG, Yicheng" userId="63ae093e-9cad-467c-bb2d-e823331db8b5" providerId="ADAL" clId="{C5EB1113-E297-44CF-AB22-BF357E1DAC9F}" dt="2025-01-14T06:51:39.506" v="497" actId="47"/>
        <pc:sldMkLst>
          <pc:docMk/>
          <pc:sldMk cId="2946419580" sldId="262"/>
        </pc:sldMkLst>
      </pc:sldChg>
      <pc:sldChg chg="modSp mod">
        <pc:chgData name="FENG, Yicheng" userId="63ae093e-9cad-467c-bb2d-e823331db8b5" providerId="ADAL" clId="{C5EB1113-E297-44CF-AB22-BF357E1DAC9F}" dt="2025-01-14T07:14:44.667" v="607" actId="1076"/>
        <pc:sldMkLst>
          <pc:docMk/>
          <pc:sldMk cId="3216618933" sldId="272"/>
        </pc:sldMkLst>
        <pc:spChg chg="mod">
          <ac:chgData name="FENG, Yicheng" userId="63ae093e-9cad-467c-bb2d-e823331db8b5" providerId="ADAL" clId="{C5EB1113-E297-44CF-AB22-BF357E1DAC9F}" dt="2025-01-14T07:14:44.667" v="607" actId="1076"/>
          <ac:spMkLst>
            <pc:docMk/>
            <pc:sldMk cId="3216618933" sldId="272"/>
            <ac:spMk id="4" creationId="{A8D2CAE8-E323-A14E-A62F-188A25405FEA}"/>
          </ac:spMkLst>
        </pc:spChg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522421455" sldId="283"/>
        </pc:sldMkLst>
      </pc:sldChg>
      <pc:sldChg chg="add">
        <pc:chgData name="FENG, Yicheng" userId="63ae093e-9cad-467c-bb2d-e823331db8b5" providerId="ADAL" clId="{C5EB1113-E297-44CF-AB22-BF357E1DAC9F}" dt="2025-01-13T08:46:59.149" v="58"/>
        <pc:sldMkLst>
          <pc:docMk/>
          <pc:sldMk cId="2287890620" sldId="284"/>
        </pc:sldMkLst>
      </pc:sldChg>
      <pc:sldChg chg="addSp delSp modSp add mod">
        <pc:chgData name="FENG, Yicheng" userId="63ae093e-9cad-467c-bb2d-e823331db8b5" providerId="ADAL" clId="{C5EB1113-E297-44CF-AB22-BF357E1DAC9F}" dt="2025-01-14T06:59:18.208" v="594" actId="1037"/>
        <pc:sldMkLst>
          <pc:docMk/>
          <pc:sldMk cId="3133933957" sldId="285"/>
        </pc:sldMkLst>
        <pc:spChg chg="mod">
          <ac:chgData name="FENG, Yicheng" userId="63ae093e-9cad-467c-bb2d-e823331db8b5" providerId="ADAL" clId="{C5EB1113-E297-44CF-AB22-BF357E1DAC9F}" dt="2025-01-14T06:58:58.903" v="568" actId="1035"/>
          <ac:spMkLst>
            <pc:docMk/>
            <pc:sldMk cId="3133933957" sldId="285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3T08:47:18.731" v="66" actId="478"/>
          <ac:spMkLst>
            <pc:docMk/>
            <pc:sldMk cId="3133933957" sldId="285"/>
            <ac:spMk id="5" creationId="{99B591B7-0ED3-894C-A352-8477ED74F3BB}"/>
          </ac:spMkLst>
        </pc:spChg>
        <pc:spChg chg="del">
          <ac:chgData name="FENG, Yicheng" userId="63ae093e-9cad-467c-bb2d-e823331db8b5" providerId="ADAL" clId="{C5EB1113-E297-44CF-AB22-BF357E1DAC9F}" dt="2025-01-13T08:47:19.659" v="67" actId="478"/>
          <ac:spMkLst>
            <pc:docMk/>
            <pc:sldMk cId="3133933957" sldId="285"/>
            <ac:spMk id="6" creationId="{95A8685D-FCCD-1D48-84F7-D47520F09B5B}"/>
          </ac:spMkLst>
        </pc:spChg>
        <pc:spChg chg="add del mod">
          <ac:chgData name="FENG, Yicheng" userId="63ae093e-9cad-467c-bb2d-e823331db8b5" providerId="ADAL" clId="{C5EB1113-E297-44CF-AB22-BF357E1DAC9F}" dt="2025-01-13T08:47:17.395" v="65" actId="478"/>
          <ac:spMkLst>
            <pc:docMk/>
            <pc:sldMk cId="3133933957" sldId="285"/>
            <ac:spMk id="7" creationId="{63F71D88-BA45-46FC-A8E0-5B4D108A3712}"/>
          </ac:spMkLst>
        </pc:spChg>
        <pc:spChg chg="add mod">
          <ac:chgData name="FENG, Yicheng" userId="63ae093e-9cad-467c-bb2d-e823331db8b5" providerId="ADAL" clId="{C5EB1113-E297-44CF-AB22-BF357E1DAC9F}" dt="2025-01-13T09:00:45.857" v="226" actId="1076"/>
          <ac:spMkLst>
            <pc:docMk/>
            <pc:sldMk cId="3133933957" sldId="285"/>
            <ac:spMk id="9" creationId="{B64F3D9E-9166-4273-8B03-7022E90DEFDD}"/>
          </ac:spMkLst>
        </pc:spChg>
        <pc:spChg chg="add mod">
          <ac:chgData name="FENG, Yicheng" userId="63ae093e-9cad-467c-bb2d-e823331db8b5" providerId="ADAL" clId="{C5EB1113-E297-44CF-AB22-BF357E1DAC9F}" dt="2025-01-13T09:04:26.490" v="268" actId="208"/>
          <ac:spMkLst>
            <pc:docMk/>
            <pc:sldMk cId="3133933957" sldId="285"/>
            <ac:spMk id="18" creationId="{1CD11CC1-F2C8-4277-B8F0-3B9C4BA3A899}"/>
          </ac:spMkLst>
        </pc:spChg>
        <pc:spChg chg="add mod">
          <ac:chgData name="FENG, Yicheng" userId="63ae093e-9cad-467c-bb2d-e823331db8b5" providerId="ADAL" clId="{C5EB1113-E297-44CF-AB22-BF357E1DAC9F}" dt="2025-01-13T09:05:24.770" v="293" actId="1076"/>
          <ac:spMkLst>
            <pc:docMk/>
            <pc:sldMk cId="3133933957" sldId="285"/>
            <ac:spMk id="25" creationId="{869F019B-D00F-48D3-9D08-D540CCE69A35}"/>
          </ac:spMkLst>
        </pc:spChg>
        <pc:spChg chg="add mod">
          <ac:chgData name="FENG, Yicheng" userId="63ae093e-9cad-467c-bb2d-e823331db8b5" providerId="ADAL" clId="{C5EB1113-E297-44CF-AB22-BF357E1DAC9F}" dt="2025-01-14T06:59:13.169" v="587" actId="1036"/>
          <ac:spMkLst>
            <pc:docMk/>
            <pc:sldMk cId="3133933957" sldId="285"/>
            <ac:spMk id="26" creationId="{E9C0A796-6341-4329-99D9-38EEA781A9F0}"/>
          </ac:spMkLst>
        </pc:spChg>
        <pc:spChg chg="add mod">
          <ac:chgData name="FENG, Yicheng" userId="63ae093e-9cad-467c-bb2d-e823331db8b5" providerId="ADAL" clId="{C5EB1113-E297-44CF-AB22-BF357E1DAC9F}" dt="2025-01-14T06:59:18.208" v="594" actId="1037"/>
          <ac:spMkLst>
            <pc:docMk/>
            <pc:sldMk cId="3133933957" sldId="285"/>
            <ac:spMk id="27" creationId="{9D201568-4544-4A40-A3A3-18695576894A}"/>
          </ac:spMkLst>
        </pc:spChg>
        <pc:picChg chg="del">
          <ac:chgData name="FENG, Yicheng" userId="63ae093e-9cad-467c-bb2d-e823331db8b5" providerId="ADAL" clId="{C5EB1113-E297-44CF-AB22-BF357E1DAC9F}" dt="2025-01-13T08:47:15.350" v="63" actId="478"/>
          <ac:picMkLst>
            <pc:docMk/>
            <pc:sldMk cId="3133933957" sldId="285"/>
            <ac:picMk id="4" creationId="{8D11AF92-8AD0-444F-83E3-E11532277980}"/>
          </ac:picMkLst>
        </pc:picChg>
        <pc:picChg chg="add del mod">
          <ac:chgData name="FENG, Yicheng" userId="63ae093e-9cad-467c-bb2d-e823331db8b5" providerId="ADAL" clId="{C5EB1113-E297-44CF-AB22-BF357E1DAC9F}" dt="2025-01-13T08:59:06.712" v="197" actId="478"/>
          <ac:picMkLst>
            <pc:docMk/>
            <pc:sldMk cId="3133933957" sldId="285"/>
            <ac:picMk id="11" creationId="{215A6781-F826-4949-9D45-CC031711F825}"/>
          </ac:picMkLst>
        </pc:picChg>
        <pc:picChg chg="add mod">
          <ac:chgData name="FENG, Yicheng" userId="63ae093e-9cad-467c-bb2d-e823331db8b5" providerId="ADAL" clId="{C5EB1113-E297-44CF-AB22-BF357E1DAC9F}" dt="2025-01-13T09:01:25.738" v="250" actId="1035"/>
          <ac:picMkLst>
            <pc:docMk/>
            <pc:sldMk cId="3133933957" sldId="285"/>
            <ac:picMk id="13" creationId="{3FB4A832-769B-4D5F-9DE0-7FC7B505E624}"/>
          </ac:picMkLst>
        </pc:picChg>
        <pc:picChg chg="add mod">
          <ac:chgData name="FENG, Yicheng" userId="63ae093e-9cad-467c-bb2d-e823331db8b5" providerId="ADAL" clId="{C5EB1113-E297-44CF-AB22-BF357E1DAC9F}" dt="2025-01-13T09:07:21.919" v="319" actId="1035"/>
          <ac:picMkLst>
            <pc:docMk/>
            <pc:sldMk cId="3133933957" sldId="285"/>
            <ac:picMk id="15" creationId="{CBC7BFA0-DA89-4C74-B056-99EE5AAC14EE}"/>
          </ac:picMkLst>
        </pc:picChg>
        <pc:picChg chg="add mod">
          <ac:chgData name="FENG, Yicheng" userId="63ae093e-9cad-467c-bb2d-e823331db8b5" providerId="ADAL" clId="{C5EB1113-E297-44CF-AB22-BF357E1DAC9F}" dt="2025-01-14T06:59:10.976" v="574" actId="1035"/>
          <ac:picMkLst>
            <pc:docMk/>
            <pc:sldMk cId="3133933957" sldId="285"/>
            <ac:picMk id="17" creationId="{AC2F1D03-6241-4515-AD65-B405F2A8BB59}"/>
          </ac:picMkLst>
        </pc:picChg>
        <pc:cxnChg chg="add mod">
          <ac:chgData name="FENG, Yicheng" userId="63ae093e-9cad-467c-bb2d-e823331db8b5" providerId="ADAL" clId="{C5EB1113-E297-44CF-AB22-BF357E1DAC9F}" dt="2025-01-13T09:05:48.256" v="309" actId="1582"/>
          <ac:cxnSpMkLst>
            <pc:docMk/>
            <pc:sldMk cId="3133933957" sldId="285"/>
            <ac:cxnSpMk id="20" creationId="{A19B237F-D1E8-494E-B87B-7831F0F8EDE5}"/>
          </ac:cxnSpMkLst>
        </pc:cxnChg>
      </pc:sldChg>
      <pc:sldChg chg="addSp delSp modSp add mod modAnim">
        <pc:chgData name="FENG, Yicheng" userId="63ae093e-9cad-467c-bb2d-e823331db8b5" providerId="ADAL" clId="{C5EB1113-E297-44CF-AB22-BF357E1DAC9F}" dt="2025-01-14T06:54:57.745" v="503" actId="478"/>
        <pc:sldMkLst>
          <pc:docMk/>
          <pc:sldMk cId="103136704" sldId="286"/>
        </pc:sldMkLst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9" creationId="{F6AFE687-0492-4A55-AB34-D24ED6DC8C2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0" creationId="{34CEA3E1-E825-4190-BA28-33FC42C33F1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1" creationId="{9EDF3584-74B0-4730-AA57-AAA168C844E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2" creationId="{E83C4907-AB29-4059-8561-579811A2BBEB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3" creationId="{244D6EC8-8247-47DF-AB89-82CCA3504F2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4" creationId="{2C0B79DC-7211-46C9-9B05-933BEAB4A18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5" creationId="{43E296AB-0EEF-4E91-94A8-7EBF3F9648E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6" creationId="{6BCF302D-B88D-477B-8D98-501931225764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7" creationId="{17F0FCD2-C122-43FA-A96E-A2EF64DB3C0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8" creationId="{4D023969-95A2-468A-A3E0-B675ED6570B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19" creationId="{D4289FA5-0234-4100-9377-F65B26C0F80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0" creationId="{7FD8A21C-1E7E-4D09-B905-8CE711B8C75A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1" creationId="{D2B94EDB-4E65-4E1D-A28A-5B6B4ED8193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2" creationId="{49E2CC8E-EDB7-4393-86A1-74F25FC28D6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3" creationId="{1C9CEC58-E6BE-4C40-8200-5922040D68E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4" creationId="{94F98D6C-E4AD-4590-AE5B-B0B3DBE42A12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5" creationId="{670D0AA2-BFA6-4BC7-AE67-50825652B4B7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6" creationId="{60BC3896-39BA-478F-BF56-19FA3C5575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7" creationId="{D04EEB0F-761A-4404-822C-C1CEB3CD10F8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8" creationId="{5C2683EF-7905-4295-8288-A7DF6297853F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29" creationId="{38A9B143-8954-45B1-B481-3D090FB5787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0" creationId="{DEB41D64-1C01-4C1A-9347-D467748297AD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1" creationId="{F0B5B28B-72D4-4E80-87A2-4986B9984663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2" creationId="{3BF08CE2-AE43-465C-8504-4E22C3A2FA9C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3" creationId="{5C29ADE9-9816-4B60-9622-82270D1BC9A0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4" creationId="{F75872B7-6D75-4EF2-A03D-2B66163D87F5}"/>
          </ac:spMkLst>
        </pc:spChg>
        <pc:spChg chg="del">
          <ac:chgData name="FENG, Yicheng" userId="63ae093e-9cad-467c-bb2d-e823331db8b5" providerId="ADAL" clId="{C5EB1113-E297-44CF-AB22-BF357E1DAC9F}" dt="2025-01-14T06:54:46.188" v="499" actId="478"/>
          <ac:spMkLst>
            <pc:docMk/>
            <pc:sldMk cId="103136704" sldId="286"/>
            <ac:spMk id="35" creationId="{72FED377-0EC2-45E9-8638-AA6034CD5CB5}"/>
          </ac:spMkLst>
        </pc:spChg>
        <pc:spChg chg="add del mod">
          <ac:chgData name="FENG, Yicheng" userId="63ae093e-9cad-467c-bb2d-e823331db8b5" providerId="ADAL" clId="{C5EB1113-E297-44CF-AB22-BF357E1DAC9F}" dt="2025-01-14T06:54:57.209" v="502" actId="478"/>
          <ac:spMkLst>
            <pc:docMk/>
            <pc:sldMk cId="103136704" sldId="286"/>
            <ac:spMk id="36" creationId="{6377667F-32D9-460A-A574-9C489C4C9A0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7" creationId="{51B30D0A-CD98-4973-BEB1-35D60C72837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8" creationId="{F4F2D922-2A40-4728-B07F-F97E9499DA4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39" creationId="{37957464-8D89-40C2-9BE8-080A73E5B7F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0" creationId="{839DA00A-3817-4C09-A444-EF9F5FF935F9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1" creationId="{B582D3F4-8994-45DB-A311-DAB3B0927E4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2" creationId="{B0497BEB-F867-4B38-ACD4-28877191F71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3" creationId="{EA0AB052-545B-418A-BDCA-94F5B1B468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4" creationId="{EB1D262D-EE47-42CD-BFAC-EB7B8AA3860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5" creationId="{61EE0599-9820-493F-A50A-DD9DC1E9400F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6" creationId="{9626CDC9-A961-4D24-82E4-4FFE60317AF4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7" creationId="{5A5563DE-AD7D-4E38-918D-3C47E88D3C90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48" creationId="{88690CBE-AA7B-43AD-97C5-B4B0594603F3}"/>
          </ac:spMkLst>
        </pc:spChg>
        <pc:spChg chg="add del mod">
          <ac:chgData name="FENG, Yicheng" userId="63ae093e-9cad-467c-bb2d-e823331db8b5" providerId="ADAL" clId="{C5EB1113-E297-44CF-AB22-BF357E1DAC9F}" dt="2025-01-14T06:54:57.745" v="503" actId="478"/>
          <ac:spMkLst>
            <pc:docMk/>
            <pc:sldMk cId="103136704" sldId="286"/>
            <ac:spMk id="49" creationId="{28220339-049A-4186-999B-8433DC8597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0" creationId="{22236891-0D8E-41D9-8A74-99855881E2A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1" creationId="{3D6E55C1-A2EB-4F0C-AFBA-51D9E95BB88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2" creationId="{E92FE10C-0B44-43F7-9979-EDB192EA05C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3" creationId="{5F0B5415-152B-4799-9812-36EA759F0B26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4" creationId="{5CC90200-4A25-467A-ACA6-0A2590CEA4E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5" creationId="{576A67B6-D3E7-49A7-BCB9-CF766C6F445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6" creationId="{7ECD3367-8826-4AD9-BB93-79CA84F7168C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7" creationId="{037689BF-C248-4497-AC96-927F2CE42098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8" creationId="{7ACE4599-881F-49AE-97C9-E0341301F43D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59" creationId="{A7C8A413-15D5-4680-9A0B-C59CCBE94DA2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0" creationId="{BDDEFD4A-280B-4539-AF2B-FD88846C4C81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1" creationId="{6575A854-6A15-4828-8C23-C59F899255E5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2" creationId="{1066E067-0460-4F9B-91F2-E1AC32C187D3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3" creationId="{6E60F802-48A2-4B44-A4B6-2901EDF69E77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4" creationId="{B5A7C90F-0E3B-43E1-B93D-6D9F31A9BBFA}"/>
          </ac:spMkLst>
        </pc:spChg>
        <pc:spChg chg="add mod">
          <ac:chgData name="FENG, Yicheng" userId="63ae093e-9cad-467c-bb2d-e823331db8b5" providerId="ADAL" clId="{C5EB1113-E297-44CF-AB22-BF357E1DAC9F}" dt="2025-01-14T06:54:56.054" v="501" actId="1076"/>
          <ac:spMkLst>
            <pc:docMk/>
            <pc:sldMk cId="103136704" sldId="286"/>
            <ac:spMk id="65" creationId="{242C7A80-C4AA-4815-AC4C-3E93D22F7341}"/>
          </ac:spMkLst>
        </pc:spChg>
      </pc:sldChg>
      <pc:sldChg chg="addSp delSp modSp add mod delAnim">
        <pc:chgData name="FENG, Yicheng" userId="63ae093e-9cad-467c-bb2d-e823331db8b5" providerId="ADAL" clId="{C5EB1113-E297-44CF-AB22-BF357E1DAC9F}" dt="2025-01-14T06:55:53.728" v="516" actId="1076"/>
        <pc:sldMkLst>
          <pc:docMk/>
          <pc:sldMk cId="1729902151" sldId="287"/>
        </pc:sldMkLst>
        <pc:spChg chg="mod">
          <ac:chgData name="FENG, Yicheng" userId="63ae093e-9cad-467c-bb2d-e823331db8b5" providerId="ADAL" clId="{C5EB1113-E297-44CF-AB22-BF357E1DAC9F}" dt="2025-01-14T06:55:30.026" v="510" actId="20577"/>
          <ac:spMkLst>
            <pc:docMk/>
            <pc:sldMk cId="1729902151" sldId="287"/>
            <ac:spMk id="2" creationId="{45C79BA1-37A3-5741-B0A1-E64646E4283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0" creationId="{DEB41D64-1C01-4C1A-9347-D467748297AD}"/>
          </ac:spMkLst>
        </pc:spChg>
        <pc:spChg chg="add del mod">
          <ac:chgData name="FENG, Yicheng" userId="63ae093e-9cad-467c-bb2d-e823331db8b5" providerId="ADAL" clId="{C5EB1113-E297-44CF-AB22-BF357E1DAC9F}" dt="2025-01-14T06:55:45.505" v="515" actId="478"/>
          <ac:spMkLst>
            <pc:docMk/>
            <pc:sldMk cId="1729902151" sldId="287"/>
            <ac:spMk id="32" creationId="{654B53B1-8FFF-4D53-BDFF-26238B2ABFD9}"/>
          </ac:spMkLst>
        </pc:spChg>
        <pc:spChg chg="add del mod">
          <ac:chgData name="FENG, Yicheng" userId="63ae093e-9cad-467c-bb2d-e823331db8b5" providerId="ADAL" clId="{C5EB1113-E297-44CF-AB22-BF357E1DAC9F}" dt="2025-01-14T06:55:44.979" v="514" actId="478"/>
          <ac:spMkLst>
            <pc:docMk/>
            <pc:sldMk cId="1729902151" sldId="287"/>
            <ac:spMk id="33" creationId="{784AD871-7680-4CB6-80C8-08DD0582FB6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4" creationId="{4AC9FC81-0627-4B71-86BC-7628F174823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5" creationId="{BCFE8564-0D96-4CD2-9BC6-499365BA818F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36" creationId="{E5E71293-3382-4BC4-9CF6-FD4B0F62240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7" creationId="{51B30D0A-CD98-4973-BEB1-35D60C72837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8" creationId="{F4F2D922-2A40-4728-B07F-F97E9499DA4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39" creationId="{37957464-8D89-40C2-9BE8-080A73E5B7F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0" creationId="{839DA00A-3817-4C09-A444-EF9F5FF935F9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1" creationId="{B582D3F4-8994-45DB-A311-DAB3B0927E4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2" creationId="{B0497BEB-F867-4B38-ACD4-28877191F71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3" creationId="{EA0AB052-545B-418A-BDCA-94F5B1B468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4" creationId="{EB1D262D-EE47-42CD-BFAC-EB7B8AA3860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5" creationId="{61EE0599-9820-493F-A50A-DD9DC1E9400F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6" creationId="{9626CDC9-A961-4D24-82E4-4FFE60317AF4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7" creationId="{5A5563DE-AD7D-4E38-918D-3C47E88D3C90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48" creationId="{88690CBE-AA7B-43AD-97C5-B4B0594603F3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49" creationId="{B784DA10-4EAB-4DC3-AEF5-68E32F499B0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0" creationId="{22236891-0D8E-41D9-8A74-99855881E2A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1" creationId="{3D6E55C1-A2EB-4F0C-AFBA-51D9E95BB88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2" creationId="{E92FE10C-0B44-43F7-9979-EDB192EA05C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3" creationId="{5F0B5415-152B-4799-9812-36EA759F0B26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4" creationId="{5CC90200-4A25-467A-ACA6-0A2590CEA4E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5" creationId="{576A67B6-D3E7-49A7-BCB9-CF766C6F445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6" creationId="{7ECD3367-8826-4AD9-BB93-79CA84F7168C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7" creationId="{037689BF-C248-4497-AC96-927F2CE42098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8" creationId="{7ACE4599-881F-49AE-97C9-E0341301F43D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59" creationId="{A7C8A413-15D5-4680-9A0B-C59CCBE94DA2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0" creationId="{BDDEFD4A-280B-4539-AF2B-FD88846C4C81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1" creationId="{6575A854-6A15-4828-8C23-C59F899255E5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2" creationId="{1066E067-0460-4F9B-91F2-E1AC32C187D3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3" creationId="{6E60F802-48A2-4B44-A4B6-2901EDF69E77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4" creationId="{B5A7C90F-0E3B-43E1-B93D-6D9F31A9BBFA}"/>
          </ac:spMkLst>
        </pc:spChg>
        <pc:spChg chg="del">
          <ac:chgData name="FENG, Yicheng" userId="63ae093e-9cad-467c-bb2d-e823331db8b5" providerId="ADAL" clId="{C5EB1113-E297-44CF-AB22-BF357E1DAC9F}" dt="2025-01-14T06:55:33.387" v="511" actId="478"/>
          <ac:spMkLst>
            <pc:docMk/>
            <pc:sldMk cId="1729902151" sldId="287"/>
            <ac:spMk id="65" creationId="{242C7A80-C4AA-4815-AC4C-3E93D22F734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6" creationId="{894643CD-8472-432D-A408-19FCC4A922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7" creationId="{1294C81E-8DD3-4B24-B6A2-9E172AC18ACB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8" creationId="{A83E6211-FE6F-4BC2-9279-501DB073F7D4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69" creationId="{0589CC9B-2FAC-40C5-AE4B-E2A07D041A2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0" creationId="{855F7553-5C12-4AF6-93CE-579CDDCE9A9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1" creationId="{01751F0C-58E5-4F6C-BAFA-C8D6CFAC3FB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2" creationId="{5048673B-FD5E-4AC6-BDFC-7342D119D6F6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3" creationId="{A7A49A50-3CA3-4FA5-B08A-C3380D8899D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4" creationId="{D77CC3D0-5ADF-4F8F-A4FF-172DBD3C2AD8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5" creationId="{5E6552E1-DE21-473E-B000-FE76B12F5935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6" creationId="{32F94719-8F28-4DFF-A14E-982864C855B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7" creationId="{CE17BBD3-09CA-4E6B-8347-B3C285BA6A10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8" creationId="{9FBC52DC-90B9-4B97-9011-B26D7EAD8B2E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79" creationId="{85CC7AD9-D641-426B-A611-843784356599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0" creationId="{08C4E711-3A7B-450E-BA21-AFE77C36DF71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1" creationId="{2F07CAF5-4724-46FC-BA4A-6DD2C34C7212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2" creationId="{4F08A940-1BE8-4B41-A27D-F3960F52DAAD}"/>
          </ac:spMkLst>
        </pc:spChg>
        <pc:spChg chg="add mod">
          <ac:chgData name="FENG, Yicheng" userId="63ae093e-9cad-467c-bb2d-e823331db8b5" providerId="ADAL" clId="{C5EB1113-E297-44CF-AB22-BF357E1DAC9F}" dt="2025-01-14T06:55:53.728" v="516" actId="1076"/>
          <ac:spMkLst>
            <pc:docMk/>
            <pc:sldMk cId="1729902151" sldId="287"/>
            <ac:spMk id="83" creationId="{028C2B4C-9E72-4C06-99C3-6500F58E37B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8/5/2025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52240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4280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543391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The flow starts similarly: the server creates a socket with socket(), binds it to an address with bind(), and begins listening for connections with listen().</a:t>
            </a:r>
          </a:p>
          <a:p>
            <a:endParaRPr lang="en-HK" dirty="0"/>
          </a:p>
          <a:p>
            <a:r>
              <a:rPr lang="en-HK" dirty="0"/>
              <a:t>When a client connects, the accept() call returns a new file descriptor. But instead of processing the client request directly, the server creates a </a:t>
            </a:r>
            <a:r>
              <a:rPr lang="en-HK" b="1" dirty="0"/>
              <a:t>child process</a:t>
            </a:r>
            <a:r>
              <a:rPr lang="en-HK" dirty="0"/>
              <a:t> or </a:t>
            </a:r>
            <a:r>
              <a:rPr lang="en-HK" b="1" dirty="0"/>
              <a:t>thread</a:t>
            </a:r>
            <a:r>
              <a:rPr lang="en-HK" dirty="0"/>
              <a:t> to handle the connection. This can be done using fork() for creating processes or </a:t>
            </a:r>
            <a:r>
              <a:rPr lang="en-HK" dirty="0" err="1"/>
              <a:t>pthread_create</a:t>
            </a:r>
            <a:r>
              <a:rPr lang="en-HK" dirty="0"/>
              <a:t>() for threads.</a:t>
            </a:r>
          </a:p>
          <a:p>
            <a:endParaRPr lang="en-HK" dirty="0"/>
          </a:p>
          <a:p>
            <a:r>
              <a:rPr lang="en-HK" dirty="0"/>
              <a:t>The </a:t>
            </a:r>
            <a:r>
              <a:rPr lang="en-HK" b="1" dirty="0"/>
              <a:t>parent process</a:t>
            </a:r>
            <a:r>
              <a:rPr lang="en-HK" dirty="0"/>
              <a:t> remains in the listening loop, ready to handle additional client connections.</a:t>
            </a:r>
          </a:p>
          <a:p>
            <a:endParaRPr lang="en-HK" dirty="0"/>
          </a:p>
          <a:p>
            <a:r>
              <a:rPr lang="en-HK" dirty="0"/>
              <a:t>This approach enables the server to handle </a:t>
            </a:r>
            <a:r>
              <a:rPr lang="en-HK" b="1" dirty="0"/>
              <a:t>multiple clients concurrently</a:t>
            </a:r>
            <a:r>
              <a:rPr lang="en-HK" dirty="0"/>
              <a:t>, without one client blocking others. It is widely used in real-world servers, and understanding its principles will help you build more scalable applications.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66275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03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4627937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139731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85338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1776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92476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573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5/8/2025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en/3/32/Graphical_Description_of_Network_Delay.p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Sat, F</a:t>
            </a:r>
            <a:r>
              <a:rPr lang="en-US" altLang="zh-CN" sz="3200" dirty="0">
                <a:solidFill>
                  <a:srgbClr val="FF0000"/>
                </a:solidFill>
              </a:rPr>
              <a:t>eb</a:t>
            </a:r>
            <a:r>
              <a:rPr lang="en-HK" sz="3200" dirty="0">
                <a:solidFill>
                  <a:srgbClr val="FF0000"/>
                </a:solidFill>
              </a:rPr>
              <a:t>. </a:t>
            </a:r>
            <a:r>
              <a:rPr lang="en-US" sz="3200" dirty="0">
                <a:solidFill>
                  <a:srgbClr val="FF0000"/>
                </a:solidFill>
              </a:rPr>
              <a:t>1st</a:t>
            </a:r>
          </a:p>
          <a:p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97" y="2077598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71119" y="2367087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45906" y="2588419"/>
            <a:ext cx="526599" cy="6663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53174" y="2368998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4354CD-9609-44F6-A39F-8F04899C6E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470" y="3341111"/>
            <a:ext cx="4099442" cy="3325377"/>
          </a:xfrm>
          <a:prstGeom prst="rect">
            <a:avLst/>
          </a:prstGeom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6D395BC-64BB-4891-8E2A-1FACC2727795}"/>
              </a:ext>
            </a:extLst>
          </p:cNvPr>
          <p:cNvCxnSpPr>
            <a:cxnSpLocks/>
          </p:cNvCxnSpPr>
          <p:nvPr/>
        </p:nvCxnSpPr>
        <p:spPr>
          <a:xfrm>
            <a:off x="4805895" y="2588419"/>
            <a:ext cx="321146" cy="14912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E093CB40-FC0F-4100-8325-83CE6744067B}"/>
              </a:ext>
            </a:extLst>
          </p:cNvPr>
          <p:cNvSpPr/>
          <p:nvPr/>
        </p:nvSpPr>
        <p:spPr>
          <a:xfrm>
            <a:off x="921823" y="3328411"/>
            <a:ext cx="258972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3712862-03A5-4B60-BE61-B1F0AF6D3EE9}"/>
              </a:ext>
            </a:extLst>
          </p:cNvPr>
          <p:cNvSpPr/>
          <p:nvPr/>
        </p:nvSpPr>
        <p:spPr>
          <a:xfrm>
            <a:off x="921823" y="2077598"/>
            <a:ext cx="211347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3331"/>
          </a:xfrm>
        </p:spPr>
        <p:txBody>
          <a:bodyPr/>
          <a:lstStyle/>
          <a:p>
            <a:r>
              <a:rPr lang="en-US" b="1" dirty="0"/>
              <a:t>Assignment 2&amp;3 Group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93C4DF01-83FA-4E10-AE51-839B708EA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994" y="1629698"/>
            <a:ext cx="4312754" cy="4177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B677AC68-0EBE-43C2-8478-901F8AC41A2A}"/>
              </a:ext>
            </a:extLst>
          </p:cNvPr>
          <p:cNvSpPr txBox="1"/>
          <p:nvPr/>
        </p:nvSpPr>
        <p:spPr>
          <a:xfrm>
            <a:off x="5623627" y="1629698"/>
            <a:ext cx="57656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The </a:t>
            </a:r>
            <a:r>
              <a:rPr lang="en-HK" b="1" dirty="0"/>
              <a:t>deadline for grouping</a:t>
            </a:r>
            <a:r>
              <a:rPr lang="en-HK" dirty="0"/>
              <a:t> is </a:t>
            </a:r>
            <a:r>
              <a:rPr lang="en-HK" b="1" dirty="0">
                <a:solidFill>
                  <a:srgbClr val="C00000"/>
                </a:solidFill>
              </a:rPr>
              <a:t>23:59:59, Jan. 24th 2025, the next Friday</a:t>
            </a:r>
            <a:r>
              <a:rPr lang="en-HK" dirty="0">
                <a:solidFill>
                  <a:srgbClr val="C00000"/>
                </a:solidFill>
              </a:rPr>
              <a:t>.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D9F8D6A-27AB-4CF5-A228-373D6BC6290B}"/>
              </a:ext>
            </a:extLst>
          </p:cNvPr>
          <p:cNvSpPr txBox="1"/>
          <p:nvPr/>
        </p:nvSpPr>
        <p:spPr>
          <a:xfrm>
            <a:off x="5630714" y="2562397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For </a:t>
            </a:r>
            <a:r>
              <a:rPr lang="en-HK" b="1" dirty="0"/>
              <a:t>assignments 2 and 3</a:t>
            </a:r>
            <a:r>
              <a:rPr lang="en-HK" dirty="0"/>
              <a:t>, you need to form a group of </a:t>
            </a:r>
            <a:r>
              <a:rPr lang="en-HK" b="1" u="sng" dirty="0">
                <a:solidFill>
                  <a:srgbClr val="C00000"/>
                </a:solidFill>
              </a:rPr>
              <a:t>exactly 2 students</a:t>
            </a:r>
            <a:r>
              <a:rPr lang="en-HK" dirty="0"/>
              <a:t> and finish the assignment as a group. We use </a:t>
            </a:r>
            <a:r>
              <a:rPr lang="en-HK" b="1" dirty="0"/>
              <a:t>Blackboard</a:t>
            </a:r>
            <a:r>
              <a:rPr lang="en-HK" dirty="0"/>
              <a:t> as the tool to form groups.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B270DF-DF10-4B5E-88B5-6B10DCCDCF5B}"/>
              </a:ext>
            </a:extLst>
          </p:cNvPr>
          <p:cNvSpPr txBox="1"/>
          <p:nvPr/>
        </p:nvSpPr>
        <p:spPr>
          <a:xfrm>
            <a:off x="5630715" y="3820452"/>
            <a:ext cx="6625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More information, </a:t>
            </a:r>
            <a:r>
              <a:rPr lang="en-HK" dirty="0" err="1"/>
              <a:t>plz</a:t>
            </a:r>
            <a:r>
              <a:rPr lang="en-HK" dirty="0"/>
              <a:t> check Piazza announcement: https://piazza.com/class/m5g5xzrpiad38y/post/21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B1EB643-D283-4C36-9B4E-6C1465440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951" y="4580401"/>
            <a:ext cx="5741581" cy="96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712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https://github.com/henryhxu/CSCI4430/tree/2025_spring/tutorial/T01/bgreeves-socket-example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3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transmission delay +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460982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5" y="5157912"/>
            <a:ext cx="109382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Transfer time = RTT (propagation delay) + transmission delay = 2.5666 + 2 = 4.5666s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4.5666 =43</a:t>
            </a:r>
            <a:r>
              <a:rPr lang="en-HK" sz="2400">
                <a:solidFill>
                  <a:srgbClr val="FF0000"/>
                </a:solidFill>
              </a:rPr>
              <a:t>.8 </a:t>
            </a:r>
            <a:r>
              <a:rPr lang="en-US" sz="2400">
                <a:solidFill>
                  <a:srgbClr val="FF0000"/>
                </a:solidFill>
              </a:rPr>
              <a:t>Mbps 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07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3239</TotalTime>
  <Words>1366</Words>
  <Application>Microsoft Office PowerPoint</Application>
  <PresentationFormat>宽屏</PresentationFormat>
  <Paragraphs>223</Paragraphs>
  <Slides>22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Courier New</vt:lpstr>
      <vt:lpstr>Office Theme</vt:lpstr>
      <vt:lpstr>CSCI 4430 - Spring 25</vt:lpstr>
      <vt:lpstr>Outline</vt:lpstr>
      <vt:lpstr>Assignment 1 </vt:lpstr>
      <vt:lpstr>Assignment 2&amp;3 Group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122</cp:revision>
  <dcterms:created xsi:type="dcterms:W3CDTF">2022-01-09T08:27:06Z</dcterms:created>
  <dcterms:modified xsi:type="dcterms:W3CDTF">2025-05-08T10:36:11Z</dcterms:modified>
</cp:coreProperties>
</file>