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257" r:id="rId4"/>
    <p:sldId id="289" r:id="rId5"/>
    <p:sldId id="283" r:id="rId6"/>
    <p:sldId id="261" r:id="rId7"/>
    <p:sldId id="260" r:id="rId8"/>
    <p:sldId id="284" r:id="rId9"/>
    <p:sldId id="286" r:id="rId10"/>
    <p:sldId id="287" r:id="rId11"/>
    <p:sldId id="285" r:id="rId12"/>
    <p:sldId id="259" r:id="rId13"/>
    <p:sldId id="282" r:id="rId14"/>
    <p:sldId id="273" r:id="rId15"/>
    <p:sldId id="274" r:id="rId16"/>
    <p:sldId id="281" r:id="rId17"/>
    <p:sldId id="275" r:id="rId18"/>
    <p:sldId id="277" r:id="rId19"/>
    <p:sldId id="278" r:id="rId20"/>
    <p:sldId id="279" r:id="rId21"/>
    <p:sldId id="280" r:id="rId22"/>
    <p:sldId id="27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5"/>
    <p:restoredTop sz="97419" autoAdjust="0"/>
  </p:normalViewPr>
  <p:slideViewPr>
    <p:cSldViewPr snapToGrid="0" snapToObjects="1">
      <p:cViewPr>
        <p:scale>
          <a:sx n="150" d="100"/>
          <a:sy n="150" d="100"/>
        </p:scale>
        <p:origin x="28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  <pc:picChg chg="add">
          <ac:chgData name="SONG, Qingyu" userId="498998f4-7f18-4549-a740-dcfb6e1e3d22" providerId="ADAL" clId="{0F84402B-494A-D841-9A43-F49E88B6429E}" dt="2022-01-19T14:28:08.480" v="0"/>
          <ac:picMkLst>
            <pc:docMk/>
            <pc:sldMk cId="356419186" sldId="256"/>
            <ac:picMk id="6" creationId="{919BED88-AA1D-3144-ABB6-9C775BCC2765}"/>
          </ac:picMkLst>
        </pc:picChg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  <pc:spChg chg="mod">
          <ac:chgData name="SONG, Qingyu" userId="498998f4-7f18-4549-a740-dcfb6e1e3d22" providerId="ADAL" clId="{0F84402B-494A-D841-9A43-F49E88B6429E}" dt="2022-01-19T14:28:15.459" v="2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  <pc:spChg chg="mod">
          <ac:chgData name="SONG, Qingyu" userId="498998f4-7f18-4549-a740-dcfb6e1e3d22" providerId="ADAL" clId="{0F84402B-494A-D841-9A43-F49E88B6429E}" dt="2022-01-19T14:28:33.707" v="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  <pc:spChg chg="mod">
          <ac:chgData name="SONG, Qingyu" userId="498998f4-7f18-4549-a740-dcfb6e1e3d22" providerId="ADAL" clId="{0F84402B-494A-D841-9A43-F49E88B6429E}" dt="2022-01-19T14:30:51.589" v="9" actId="20577"/>
          <ac:spMkLst>
            <pc:docMk/>
            <pc:sldMk cId="746100141" sldId="274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2:36.846" v="53" actId="20577"/>
          <ac:spMkLst>
            <pc:docMk/>
            <pc:sldMk cId="746100141" sldId="274"/>
            <ac:spMk id="3" creationId="{8F20472D-613F-3748-9CBD-88055CDB4B08}"/>
          </ac:spMkLst>
        </pc:spChg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  <pc:spChg chg="mod">
          <ac:chgData name="SONG, Qingyu" userId="498998f4-7f18-4549-a740-dcfb6e1e3d22" providerId="ADAL" clId="{0F84402B-494A-D841-9A43-F49E88B6429E}" dt="2022-01-19T14:30:56.113" v="10"/>
          <ac:spMkLst>
            <pc:docMk/>
            <pc:sldMk cId="442365464" sldId="275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3:09.710" v="57" actId="20577"/>
          <ac:spMkLst>
            <pc:docMk/>
            <pc:sldMk cId="442365464" sldId="275"/>
            <ac:spMk id="3" creationId="{8F20472D-613F-3748-9CBD-88055CDB4B08}"/>
          </ac:spMkLst>
        </pc:spChg>
        <pc:spChg chg="mod">
          <ac:chgData name="SONG, Qingyu" userId="498998f4-7f18-4549-a740-dcfb6e1e3d22" providerId="ADAL" clId="{0F84402B-494A-D841-9A43-F49E88B6429E}" dt="2022-01-19T14:52:30.806" v="49" actId="1036"/>
          <ac:spMkLst>
            <pc:docMk/>
            <pc:sldMk cId="442365464" sldId="275"/>
            <ac:spMk id="7" creationId="{B4F2FCAB-565E-4178-BECE-B014B8B03F74}"/>
          </ac:spMkLst>
        </pc:spChg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  <pc:spChg chg="mod">
          <ac:chgData name="SONG, Qingyu" userId="498998f4-7f18-4549-a740-dcfb6e1e3d22" providerId="ADAL" clId="{0F84402B-494A-D841-9A43-F49E88B6429E}" dt="2022-01-19T14:31:04.578" v="12"/>
          <ac:spMkLst>
            <pc:docMk/>
            <pc:sldMk cId="3494430642" sldId="276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  <pc:spChg chg="mod">
          <ac:chgData name="SONG, Qingyu" userId="498998f4-7f18-4549-a740-dcfb6e1e3d22" providerId="ADAL" clId="{0F84402B-494A-D841-9A43-F49E88B6429E}" dt="2022-01-19T14:31:06.498" v="13" actId="20577"/>
          <ac:spMkLst>
            <pc:docMk/>
            <pc:sldMk cId="4278079293" sldId="277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31.128" v="89" actId="20577"/>
          <ac:spMkLst>
            <pc:docMk/>
            <pc:sldMk cId="4278079293" sldId="277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  <pc:spChg chg="mod">
          <ac:chgData name="SONG, Qingyu" userId="498998f4-7f18-4549-a740-dcfb6e1e3d22" providerId="ADAL" clId="{0F84402B-494A-D841-9A43-F49E88B6429E}" dt="2022-01-19T14:31:13.089" v="14"/>
          <ac:spMkLst>
            <pc:docMk/>
            <pc:sldMk cId="3882663473" sldId="278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  <pc:spChg chg="mod">
          <ac:chgData name="SONG, Qingyu" userId="498998f4-7f18-4549-a740-dcfb6e1e3d22" providerId="ADAL" clId="{0F84402B-494A-D841-9A43-F49E88B6429E}" dt="2022-01-19T14:31:16.215" v="15"/>
          <ac:spMkLst>
            <pc:docMk/>
            <pc:sldMk cId="3927078520" sldId="279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45.773" v="90"/>
          <ac:spMkLst>
            <pc:docMk/>
            <pc:sldMk cId="3927078520" sldId="279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  <pc:spChg chg="mod">
          <ac:chgData name="SONG, Qingyu" userId="498998f4-7f18-4549-a740-dcfb6e1e3d22" providerId="ADAL" clId="{0F84402B-494A-D841-9A43-F49E88B6429E}" dt="2022-01-19T14:31:20.046" v="16"/>
          <ac:spMkLst>
            <pc:docMk/>
            <pc:sldMk cId="1261831385" sldId="280"/>
            <ac:spMk id="2" creationId="{45C79BA1-37A3-5741-B0A1-E64646E4283C}"/>
          </ac:spMkLst>
        </pc:spChg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  <pc:spChg chg="mod">
          <ac:chgData name="SONG, Qingyu" userId="498998f4-7f18-4549-a740-dcfb6e1e3d22" providerId="ADAL" clId="{0F84402B-494A-D841-9A43-F49E88B6429E}" dt="2022-01-19T14:55:18" v="62" actId="20577"/>
          <ac:spMkLst>
            <pc:docMk/>
            <pc:sldMk cId="11664182" sldId="281"/>
            <ac:spMk id="3" creationId="{8F20472D-613F-3748-9CBD-88055CDB4B08}"/>
          </ac:spMkLst>
        </pc:spChg>
      </pc:sldChg>
    </pc:docChg>
  </pc:docChgLst>
  <pc:docChgLst>
    <pc:chgData name="FENG, Yicheng" userId="63ae093e-9cad-467c-bb2d-e823331db8b5" providerId="ADAL" clId="{C5EB1113-E297-44CF-AB22-BF357E1DAC9F}"/>
    <pc:docChg chg="undo custSel addSld delSld modSld">
      <pc:chgData name="FENG, Yicheng" userId="63ae093e-9cad-467c-bb2d-e823331db8b5" providerId="ADAL" clId="{C5EB1113-E297-44CF-AB22-BF357E1DAC9F}" dt="2025-01-14T07:14:44.667" v="607" actId="1076"/>
      <pc:docMkLst>
        <pc:docMk/>
      </pc:docMkLst>
      <pc:sldChg chg="modSp mod">
        <pc:chgData name="FENG, Yicheng" userId="63ae093e-9cad-467c-bb2d-e823331db8b5" providerId="ADAL" clId="{C5EB1113-E297-44CF-AB22-BF357E1DAC9F}" dt="2025-01-13T08:45:40.306" v="57" actId="20577"/>
        <pc:sldMkLst>
          <pc:docMk/>
          <pc:sldMk cId="356419186" sldId="256"/>
        </pc:sldMkLst>
        <pc:spChg chg="mod">
          <ac:chgData name="FENG, Yicheng" userId="63ae093e-9cad-467c-bb2d-e823331db8b5" providerId="ADAL" clId="{C5EB1113-E297-44CF-AB22-BF357E1DAC9F}" dt="2025-01-13T08:45:40.306" v="57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addSp delSp modSp mod">
        <pc:chgData name="FENG, Yicheng" userId="63ae093e-9cad-467c-bb2d-e823331db8b5" providerId="ADAL" clId="{C5EB1113-E297-44CF-AB22-BF357E1DAC9F}" dt="2025-01-14T06:51:07.787" v="496" actId="1035"/>
        <pc:sldMkLst>
          <pc:docMk/>
          <pc:sldMk cId="1947847713" sldId="257"/>
        </pc:sldMkLst>
        <pc:spChg chg="mod">
          <ac:chgData name="FENG, Yicheng" userId="63ae093e-9cad-467c-bb2d-e823331db8b5" providerId="ADAL" clId="{C5EB1113-E297-44CF-AB22-BF357E1DAC9F}" dt="2025-01-14T06:33:13.649" v="367" actId="1036"/>
          <ac:spMkLst>
            <pc:docMk/>
            <pc:sldMk cId="1947847713" sldId="257"/>
            <ac:spMk id="3" creationId="{8F20472D-613F-3748-9CBD-88055CDB4B08}"/>
          </ac:spMkLst>
        </pc:spChg>
        <pc:spChg chg="add mod">
          <ac:chgData name="FENG, Yicheng" userId="63ae093e-9cad-467c-bb2d-e823331db8b5" providerId="ADAL" clId="{C5EB1113-E297-44CF-AB22-BF357E1DAC9F}" dt="2025-01-14T06:42:13.282" v="491" actId="1035"/>
          <ac:spMkLst>
            <pc:docMk/>
            <pc:sldMk cId="1947847713" sldId="257"/>
            <ac:spMk id="18" creationId="{E9A1B174-3DA2-4036-B5CF-D675C31532A0}"/>
          </ac:spMkLst>
        </pc:spChg>
        <pc:spChg chg="add mod">
          <ac:chgData name="FENG, Yicheng" userId="63ae093e-9cad-467c-bb2d-e823331db8b5" providerId="ADAL" clId="{C5EB1113-E297-44CF-AB22-BF357E1DAC9F}" dt="2025-01-14T06:37:37.116" v="459" actId="1038"/>
          <ac:spMkLst>
            <pc:docMk/>
            <pc:sldMk cId="1947847713" sldId="257"/>
            <ac:spMk id="26" creationId="{27A2696C-2D8B-46BD-AFAC-D75B5B4E8F4B}"/>
          </ac:spMkLst>
        </pc:spChg>
        <pc:spChg chg="add mod">
          <ac:chgData name="FENG, Yicheng" userId="63ae093e-9cad-467c-bb2d-e823331db8b5" providerId="ADAL" clId="{C5EB1113-E297-44CF-AB22-BF357E1DAC9F}" dt="2025-01-14T06:42:07.241" v="489" actId="1036"/>
          <ac:spMkLst>
            <pc:docMk/>
            <pc:sldMk cId="1947847713" sldId="257"/>
            <ac:spMk id="29" creationId="{8240F4E0-BED2-4121-8E96-E0B8B564A9F1}"/>
          </ac:spMkLst>
        </pc:spChg>
        <pc:picChg chg="add del mod">
          <ac:chgData name="FENG, Yicheng" userId="63ae093e-9cad-467c-bb2d-e823331db8b5" providerId="ADAL" clId="{C5EB1113-E297-44CF-AB22-BF357E1DAC9F}" dt="2025-01-14T06:32:12.949" v="326" actId="478"/>
          <ac:picMkLst>
            <pc:docMk/>
            <pc:sldMk cId="1947847713" sldId="257"/>
            <ac:picMk id="5" creationId="{3DF0E36D-C798-4D66-8E54-FF6CB89A97EA}"/>
          </ac:picMkLst>
        </pc:picChg>
        <pc:picChg chg="add mod">
          <ac:chgData name="FENG, Yicheng" userId="63ae093e-9cad-467c-bb2d-e823331db8b5" providerId="ADAL" clId="{C5EB1113-E297-44CF-AB22-BF357E1DAC9F}" dt="2025-01-14T06:37:31.039" v="453" actId="1076"/>
          <ac:picMkLst>
            <pc:docMk/>
            <pc:sldMk cId="1947847713" sldId="257"/>
            <ac:picMk id="7" creationId="{94148393-6CCB-44FE-80D6-264EBD55CF7F}"/>
          </ac:picMkLst>
        </pc:picChg>
        <pc:picChg chg="add mod">
          <ac:chgData name="FENG, Yicheng" userId="63ae093e-9cad-467c-bb2d-e823331db8b5" providerId="ADAL" clId="{C5EB1113-E297-44CF-AB22-BF357E1DAC9F}" dt="2025-01-14T06:34:59.135" v="387" actId="1076"/>
          <ac:picMkLst>
            <pc:docMk/>
            <pc:sldMk cId="1947847713" sldId="257"/>
            <ac:picMk id="9" creationId="{18500EE3-5D69-464B-86C6-810B4B529FB6}"/>
          </ac:picMkLst>
        </pc:picChg>
        <pc:picChg chg="add mod">
          <ac:chgData name="FENG, Yicheng" userId="63ae093e-9cad-467c-bb2d-e823331db8b5" providerId="ADAL" clId="{C5EB1113-E297-44CF-AB22-BF357E1DAC9F}" dt="2025-01-14T06:51:07.787" v="496" actId="1035"/>
          <ac:picMkLst>
            <pc:docMk/>
            <pc:sldMk cId="1947847713" sldId="257"/>
            <ac:picMk id="11" creationId="{E6A98220-9D71-40C9-AF25-67464820F084}"/>
          </ac:picMkLst>
        </pc:picChg>
        <pc:picChg chg="add del mod">
          <ac:chgData name="FENG, Yicheng" userId="63ae093e-9cad-467c-bb2d-e823331db8b5" providerId="ADAL" clId="{C5EB1113-E297-44CF-AB22-BF357E1DAC9F}" dt="2025-01-14T06:35:55.879" v="401" actId="478"/>
          <ac:picMkLst>
            <pc:docMk/>
            <pc:sldMk cId="1947847713" sldId="257"/>
            <ac:picMk id="13" creationId="{B0F77E0A-D2E1-4523-B496-3BC4456753C5}"/>
          </ac:picMkLst>
        </pc:picChg>
        <pc:picChg chg="add mod">
          <ac:chgData name="FENG, Yicheng" userId="63ae093e-9cad-467c-bb2d-e823331db8b5" providerId="ADAL" clId="{C5EB1113-E297-44CF-AB22-BF357E1DAC9F}" dt="2025-01-14T06:41:41.898" v="463" actId="1076"/>
          <ac:picMkLst>
            <pc:docMk/>
            <pc:sldMk cId="1947847713" sldId="257"/>
            <ac:picMk id="15" creationId="{F1D3F1C2-C0E3-4976-93C2-29E5E2E3EBB9}"/>
          </ac:picMkLst>
        </pc:picChg>
        <pc:picChg chg="add mod">
          <ac:chgData name="FENG, Yicheng" userId="63ae093e-9cad-467c-bb2d-e823331db8b5" providerId="ADAL" clId="{C5EB1113-E297-44CF-AB22-BF357E1DAC9F}" dt="2025-01-14T06:37:25.733" v="449" actId="1038"/>
          <ac:picMkLst>
            <pc:docMk/>
            <pc:sldMk cId="1947847713" sldId="257"/>
            <ac:picMk id="17" creationId="{C3EC4E7F-4158-448B-991A-F95A510256D9}"/>
          </ac:picMkLst>
        </pc:picChg>
        <pc:cxnChg chg="add mod">
          <ac:chgData name="FENG, Yicheng" userId="63ae093e-9cad-467c-bb2d-e823331db8b5" providerId="ADAL" clId="{C5EB1113-E297-44CF-AB22-BF357E1DAC9F}" dt="2025-01-14T06:41:57.313" v="477" actId="1076"/>
          <ac:cxnSpMkLst>
            <pc:docMk/>
            <pc:sldMk cId="1947847713" sldId="257"/>
            <ac:cxnSpMk id="20" creationId="{8E4DFA63-AADE-47E2-8269-BD7E2ADF5265}"/>
          </ac:cxnSpMkLst>
        </pc:cxnChg>
        <pc:cxnChg chg="add mod">
          <ac:chgData name="FENG, Yicheng" userId="63ae093e-9cad-467c-bb2d-e823331db8b5" providerId="ADAL" clId="{C5EB1113-E297-44CF-AB22-BF357E1DAC9F}" dt="2025-01-14T06:37:42.884" v="462" actId="14100"/>
          <ac:cxnSpMkLst>
            <pc:docMk/>
            <pc:sldMk cId="1947847713" sldId="257"/>
            <ac:cxnSpMk id="27" creationId="{B95DF65D-9D66-4C32-80E7-BB27574D98A9}"/>
          </ac:cxnSpMkLst>
        </pc:cxnChg>
        <pc:cxnChg chg="add mod">
          <ac:chgData name="FENG, Yicheng" userId="63ae093e-9cad-467c-bb2d-e823331db8b5" providerId="ADAL" clId="{C5EB1113-E297-44CF-AB22-BF357E1DAC9F}" dt="2025-01-14T06:42:20.643" v="495" actId="14100"/>
          <ac:cxnSpMkLst>
            <pc:docMk/>
            <pc:sldMk cId="1947847713" sldId="257"/>
            <ac:cxnSpMk id="30" creationId="{5BDC46D1-A8B6-4691-85CF-3662F3CFE629}"/>
          </ac:cxnSpMkLst>
        </pc:cxnChg>
      </pc:sldChg>
      <pc:sldChg chg="modSp mod">
        <pc:chgData name="FENG, Yicheng" userId="63ae093e-9cad-467c-bb2d-e823331db8b5" providerId="ADAL" clId="{C5EB1113-E297-44CF-AB22-BF357E1DAC9F}" dt="2025-01-13T08:51:54.821" v="138" actId="20577"/>
        <pc:sldMkLst>
          <pc:docMk/>
          <pc:sldMk cId="440415094" sldId="258"/>
        </pc:sldMkLst>
        <pc:spChg chg="mod">
          <ac:chgData name="FENG, Yicheng" userId="63ae093e-9cad-467c-bb2d-e823331db8b5" providerId="ADAL" clId="{C5EB1113-E297-44CF-AB22-BF357E1DAC9F}" dt="2025-01-13T08:51:54.821" v="13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2648031906" sldId="260"/>
        </pc:sldMkLst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2279024797" sldId="261"/>
        </pc:sldMkLst>
      </pc:sldChg>
      <pc:sldChg chg="add del">
        <pc:chgData name="FENG, Yicheng" userId="63ae093e-9cad-467c-bb2d-e823331db8b5" providerId="ADAL" clId="{C5EB1113-E297-44CF-AB22-BF357E1DAC9F}" dt="2025-01-14T06:51:39.506" v="497" actId="47"/>
        <pc:sldMkLst>
          <pc:docMk/>
          <pc:sldMk cId="2946419580" sldId="262"/>
        </pc:sldMkLst>
      </pc:sldChg>
      <pc:sldChg chg="modSp mod">
        <pc:chgData name="FENG, Yicheng" userId="63ae093e-9cad-467c-bb2d-e823331db8b5" providerId="ADAL" clId="{C5EB1113-E297-44CF-AB22-BF357E1DAC9F}" dt="2025-01-14T07:14:44.667" v="607" actId="1076"/>
        <pc:sldMkLst>
          <pc:docMk/>
          <pc:sldMk cId="3216618933" sldId="272"/>
        </pc:sldMkLst>
        <pc:spChg chg="mod">
          <ac:chgData name="FENG, Yicheng" userId="63ae093e-9cad-467c-bb2d-e823331db8b5" providerId="ADAL" clId="{C5EB1113-E297-44CF-AB22-BF357E1DAC9F}" dt="2025-01-14T07:14:44.667" v="607" actId="1076"/>
          <ac:spMkLst>
            <pc:docMk/>
            <pc:sldMk cId="3216618933" sldId="272"/>
            <ac:spMk id="4" creationId="{A8D2CAE8-E323-A14E-A62F-188A25405FEA}"/>
          </ac:spMkLst>
        </pc:spChg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522421455" sldId="283"/>
        </pc:sldMkLst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2287890620" sldId="284"/>
        </pc:sldMkLst>
      </pc:sldChg>
      <pc:sldChg chg="addSp delSp modSp add mod">
        <pc:chgData name="FENG, Yicheng" userId="63ae093e-9cad-467c-bb2d-e823331db8b5" providerId="ADAL" clId="{C5EB1113-E297-44CF-AB22-BF357E1DAC9F}" dt="2025-01-14T06:59:18.208" v="594" actId="1037"/>
        <pc:sldMkLst>
          <pc:docMk/>
          <pc:sldMk cId="3133933957" sldId="285"/>
        </pc:sldMkLst>
        <pc:spChg chg="mod">
          <ac:chgData name="FENG, Yicheng" userId="63ae093e-9cad-467c-bb2d-e823331db8b5" providerId="ADAL" clId="{C5EB1113-E297-44CF-AB22-BF357E1DAC9F}" dt="2025-01-14T06:58:58.903" v="568" actId="1035"/>
          <ac:spMkLst>
            <pc:docMk/>
            <pc:sldMk cId="3133933957" sldId="285"/>
            <ac:spMk id="2" creationId="{45C79BA1-37A3-5741-B0A1-E64646E4283C}"/>
          </ac:spMkLst>
        </pc:spChg>
        <pc:spChg chg="del">
          <ac:chgData name="FENG, Yicheng" userId="63ae093e-9cad-467c-bb2d-e823331db8b5" providerId="ADAL" clId="{C5EB1113-E297-44CF-AB22-BF357E1DAC9F}" dt="2025-01-13T08:47:18.731" v="66" actId="478"/>
          <ac:spMkLst>
            <pc:docMk/>
            <pc:sldMk cId="3133933957" sldId="285"/>
            <ac:spMk id="5" creationId="{99B591B7-0ED3-894C-A352-8477ED74F3BB}"/>
          </ac:spMkLst>
        </pc:spChg>
        <pc:spChg chg="del">
          <ac:chgData name="FENG, Yicheng" userId="63ae093e-9cad-467c-bb2d-e823331db8b5" providerId="ADAL" clId="{C5EB1113-E297-44CF-AB22-BF357E1DAC9F}" dt="2025-01-13T08:47:19.659" v="67" actId="478"/>
          <ac:spMkLst>
            <pc:docMk/>
            <pc:sldMk cId="3133933957" sldId="285"/>
            <ac:spMk id="6" creationId="{95A8685D-FCCD-1D48-84F7-D47520F09B5B}"/>
          </ac:spMkLst>
        </pc:spChg>
        <pc:spChg chg="add del mod">
          <ac:chgData name="FENG, Yicheng" userId="63ae093e-9cad-467c-bb2d-e823331db8b5" providerId="ADAL" clId="{C5EB1113-E297-44CF-AB22-BF357E1DAC9F}" dt="2025-01-13T08:47:17.395" v="65" actId="478"/>
          <ac:spMkLst>
            <pc:docMk/>
            <pc:sldMk cId="3133933957" sldId="285"/>
            <ac:spMk id="7" creationId="{63F71D88-BA45-46FC-A8E0-5B4D108A3712}"/>
          </ac:spMkLst>
        </pc:spChg>
        <pc:spChg chg="add mod">
          <ac:chgData name="FENG, Yicheng" userId="63ae093e-9cad-467c-bb2d-e823331db8b5" providerId="ADAL" clId="{C5EB1113-E297-44CF-AB22-BF357E1DAC9F}" dt="2025-01-13T09:00:45.857" v="226" actId="1076"/>
          <ac:spMkLst>
            <pc:docMk/>
            <pc:sldMk cId="3133933957" sldId="285"/>
            <ac:spMk id="9" creationId="{B64F3D9E-9166-4273-8B03-7022E90DEFDD}"/>
          </ac:spMkLst>
        </pc:spChg>
        <pc:spChg chg="add mod">
          <ac:chgData name="FENG, Yicheng" userId="63ae093e-9cad-467c-bb2d-e823331db8b5" providerId="ADAL" clId="{C5EB1113-E297-44CF-AB22-BF357E1DAC9F}" dt="2025-01-13T09:04:26.490" v="268" actId="208"/>
          <ac:spMkLst>
            <pc:docMk/>
            <pc:sldMk cId="3133933957" sldId="285"/>
            <ac:spMk id="18" creationId="{1CD11CC1-F2C8-4277-B8F0-3B9C4BA3A899}"/>
          </ac:spMkLst>
        </pc:spChg>
        <pc:spChg chg="add mod">
          <ac:chgData name="FENG, Yicheng" userId="63ae093e-9cad-467c-bb2d-e823331db8b5" providerId="ADAL" clId="{C5EB1113-E297-44CF-AB22-BF357E1DAC9F}" dt="2025-01-13T09:05:24.770" v="293" actId="1076"/>
          <ac:spMkLst>
            <pc:docMk/>
            <pc:sldMk cId="3133933957" sldId="285"/>
            <ac:spMk id="25" creationId="{869F019B-D00F-48D3-9D08-D540CCE69A35}"/>
          </ac:spMkLst>
        </pc:spChg>
        <pc:spChg chg="add mod">
          <ac:chgData name="FENG, Yicheng" userId="63ae093e-9cad-467c-bb2d-e823331db8b5" providerId="ADAL" clId="{C5EB1113-E297-44CF-AB22-BF357E1DAC9F}" dt="2025-01-14T06:59:13.169" v="587" actId="1036"/>
          <ac:spMkLst>
            <pc:docMk/>
            <pc:sldMk cId="3133933957" sldId="285"/>
            <ac:spMk id="26" creationId="{E9C0A796-6341-4329-99D9-38EEA781A9F0}"/>
          </ac:spMkLst>
        </pc:spChg>
        <pc:spChg chg="add mod">
          <ac:chgData name="FENG, Yicheng" userId="63ae093e-9cad-467c-bb2d-e823331db8b5" providerId="ADAL" clId="{C5EB1113-E297-44CF-AB22-BF357E1DAC9F}" dt="2025-01-14T06:59:18.208" v="594" actId="1037"/>
          <ac:spMkLst>
            <pc:docMk/>
            <pc:sldMk cId="3133933957" sldId="285"/>
            <ac:spMk id="27" creationId="{9D201568-4544-4A40-A3A3-18695576894A}"/>
          </ac:spMkLst>
        </pc:spChg>
        <pc:picChg chg="del">
          <ac:chgData name="FENG, Yicheng" userId="63ae093e-9cad-467c-bb2d-e823331db8b5" providerId="ADAL" clId="{C5EB1113-E297-44CF-AB22-BF357E1DAC9F}" dt="2025-01-13T08:47:15.350" v="63" actId="478"/>
          <ac:picMkLst>
            <pc:docMk/>
            <pc:sldMk cId="3133933957" sldId="285"/>
            <ac:picMk id="4" creationId="{8D11AF92-8AD0-444F-83E3-E11532277980}"/>
          </ac:picMkLst>
        </pc:picChg>
        <pc:picChg chg="add del mod">
          <ac:chgData name="FENG, Yicheng" userId="63ae093e-9cad-467c-bb2d-e823331db8b5" providerId="ADAL" clId="{C5EB1113-E297-44CF-AB22-BF357E1DAC9F}" dt="2025-01-13T08:59:06.712" v="197" actId="478"/>
          <ac:picMkLst>
            <pc:docMk/>
            <pc:sldMk cId="3133933957" sldId="285"/>
            <ac:picMk id="11" creationId="{215A6781-F826-4949-9D45-CC031711F825}"/>
          </ac:picMkLst>
        </pc:picChg>
        <pc:picChg chg="add mod">
          <ac:chgData name="FENG, Yicheng" userId="63ae093e-9cad-467c-bb2d-e823331db8b5" providerId="ADAL" clId="{C5EB1113-E297-44CF-AB22-BF357E1DAC9F}" dt="2025-01-13T09:01:25.738" v="250" actId="1035"/>
          <ac:picMkLst>
            <pc:docMk/>
            <pc:sldMk cId="3133933957" sldId="285"/>
            <ac:picMk id="13" creationId="{3FB4A832-769B-4D5F-9DE0-7FC7B505E624}"/>
          </ac:picMkLst>
        </pc:picChg>
        <pc:picChg chg="add mod">
          <ac:chgData name="FENG, Yicheng" userId="63ae093e-9cad-467c-bb2d-e823331db8b5" providerId="ADAL" clId="{C5EB1113-E297-44CF-AB22-BF357E1DAC9F}" dt="2025-01-13T09:07:21.919" v="319" actId="1035"/>
          <ac:picMkLst>
            <pc:docMk/>
            <pc:sldMk cId="3133933957" sldId="285"/>
            <ac:picMk id="15" creationId="{CBC7BFA0-DA89-4C74-B056-99EE5AAC14EE}"/>
          </ac:picMkLst>
        </pc:picChg>
        <pc:picChg chg="add mod">
          <ac:chgData name="FENG, Yicheng" userId="63ae093e-9cad-467c-bb2d-e823331db8b5" providerId="ADAL" clId="{C5EB1113-E297-44CF-AB22-BF357E1DAC9F}" dt="2025-01-14T06:59:10.976" v="574" actId="1035"/>
          <ac:picMkLst>
            <pc:docMk/>
            <pc:sldMk cId="3133933957" sldId="285"/>
            <ac:picMk id="17" creationId="{AC2F1D03-6241-4515-AD65-B405F2A8BB59}"/>
          </ac:picMkLst>
        </pc:picChg>
        <pc:cxnChg chg="add mod">
          <ac:chgData name="FENG, Yicheng" userId="63ae093e-9cad-467c-bb2d-e823331db8b5" providerId="ADAL" clId="{C5EB1113-E297-44CF-AB22-BF357E1DAC9F}" dt="2025-01-13T09:05:48.256" v="309" actId="1582"/>
          <ac:cxnSpMkLst>
            <pc:docMk/>
            <pc:sldMk cId="3133933957" sldId="285"/>
            <ac:cxnSpMk id="20" creationId="{A19B237F-D1E8-494E-B87B-7831F0F8EDE5}"/>
          </ac:cxnSpMkLst>
        </pc:cxnChg>
      </pc:sldChg>
      <pc:sldChg chg="addSp delSp modSp add mod modAnim">
        <pc:chgData name="FENG, Yicheng" userId="63ae093e-9cad-467c-bb2d-e823331db8b5" providerId="ADAL" clId="{C5EB1113-E297-44CF-AB22-BF357E1DAC9F}" dt="2025-01-14T06:54:57.745" v="503" actId="478"/>
        <pc:sldMkLst>
          <pc:docMk/>
          <pc:sldMk cId="103136704" sldId="286"/>
        </pc:sldMkLst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9" creationId="{F6AFE687-0492-4A55-AB34-D24ED6DC8C22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0" creationId="{34CEA3E1-E825-4190-BA28-33FC42C33F18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1" creationId="{9EDF3584-74B0-4730-AA57-AAA168C844E0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2" creationId="{E83C4907-AB29-4059-8561-579811A2BBEB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3" creationId="{244D6EC8-8247-47DF-AB89-82CCA3504F2F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4" creationId="{2C0B79DC-7211-46C9-9B05-933BEAB4A187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5" creationId="{43E296AB-0EEF-4E91-94A8-7EBF3F9648E3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6" creationId="{6BCF302D-B88D-477B-8D98-501931225764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7" creationId="{17F0FCD2-C122-43FA-A96E-A2EF64DB3C05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8" creationId="{4D023969-95A2-468A-A3E0-B675ED6570BA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9" creationId="{D4289FA5-0234-4100-9377-F65B26C0F808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0" creationId="{7FD8A21C-1E7E-4D09-B905-8CE711B8C75A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1" creationId="{D2B94EDB-4E65-4E1D-A28A-5B6B4ED81935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2" creationId="{49E2CC8E-EDB7-4393-86A1-74F25FC28D6D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3" creationId="{1C9CEC58-E6BE-4C40-8200-5922040D68EC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4" creationId="{94F98D6C-E4AD-4590-AE5B-B0B3DBE42A12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5" creationId="{670D0AA2-BFA6-4BC7-AE67-50825652B4B7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6" creationId="{60BC3896-39BA-478F-BF56-19FA3C55759C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7" creationId="{D04EEB0F-761A-4404-822C-C1CEB3CD10F8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8" creationId="{5C2683EF-7905-4295-8288-A7DF6297853F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9" creationId="{38A9B143-8954-45B1-B481-3D090FB57874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0" creationId="{DEB41D64-1C01-4C1A-9347-D467748297AD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1" creationId="{F0B5B28B-72D4-4E80-87A2-4986B9984663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2" creationId="{3BF08CE2-AE43-465C-8504-4E22C3A2FA9C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3" creationId="{5C29ADE9-9816-4B60-9622-82270D1BC9A0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4" creationId="{F75872B7-6D75-4EF2-A03D-2B66163D87F5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5" creationId="{72FED377-0EC2-45E9-8638-AA6034CD5CB5}"/>
          </ac:spMkLst>
        </pc:spChg>
        <pc:spChg chg="add del mod">
          <ac:chgData name="FENG, Yicheng" userId="63ae093e-9cad-467c-bb2d-e823331db8b5" providerId="ADAL" clId="{C5EB1113-E297-44CF-AB22-BF357E1DAC9F}" dt="2025-01-14T06:54:57.209" v="502" actId="478"/>
          <ac:spMkLst>
            <pc:docMk/>
            <pc:sldMk cId="103136704" sldId="286"/>
            <ac:spMk id="36" creationId="{6377667F-32D9-460A-A574-9C489C4C9A05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7" creationId="{51B30D0A-CD98-4973-BEB1-35D60C72837D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8" creationId="{F4F2D922-2A40-4728-B07F-F97E9499DA4F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9" creationId="{37957464-8D89-40C2-9BE8-080A73E5B7F3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0" creationId="{839DA00A-3817-4C09-A444-EF9F5FF935F9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1" creationId="{B582D3F4-8994-45DB-A311-DAB3B0927E47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2" creationId="{B0497BEB-F867-4B38-ACD4-28877191F71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3" creationId="{EA0AB052-545B-418A-BDCA-94F5B1B468C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4" creationId="{EB1D262D-EE47-42CD-BFAC-EB7B8AA3860C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5" creationId="{61EE0599-9820-493F-A50A-DD9DC1E9400F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6" creationId="{9626CDC9-A961-4D24-82E4-4FFE60317AF4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7" creationId="{5A5563DE-AD7D-4E38-918D-3C47E88D3C90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8" creationId="{88690CBE-AA7B-43AD-97C5-B4B0594603F3}"/>
          </ac:spMkLst>
        </pc:spChg>
        <pc:spChg chg="add del mod">
          <ac:chgData name="FENG, Yicheng" userId="63ae093e-9cad-467c-bb2d-e823331db8b5" providerId="ADAL" clId="{C5EB1113-E297-44CF-AB22-BF357E1DAC9F}" dt="2025-01-14T06:54:57.745" v="503" actId="478"/>
          <ac:spMkLst>
            <pc:docMk/>
            <pc:sldMk cId="103136704" sldId="286"/>
            <ac:spMk id="49" creationId="{28220339-049A-4186-999B-8433DC8597C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0" creationId="{22236891-0D8E-41D9-8A74-99855881E2AC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1" creationId="{3D6E55C1-A2EB-4F0C-AFBA-51D9E95BB88D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2" creationId="{E92FE10C-0B44-43F7-9979-EDB192EA05C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3" creationId="{5F0B5415-152B-4799-9812-36EA759F0B26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4" creationId="{5CC90200-4A25-467A-ACA6-0A2590CEA4E1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5" creationId="{576A67B6-D3E7-49A7-BCB9-CF766C6F445A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6" creationId="{7ECD3367-8826-4AD9-BB93-79CA84F7168C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7" creationId="{037689BF-C248-4497-AC96-927F2CE42098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8" creationId="{7ACE4599-881F-49AE-97C9-E0341301F43D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9" creationId="{A7C8A413-15D5-4680-9A0B-C59CCBE94DA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0" creationId="{BDDEFD4A-280B-4539-AF2B-FD88846C4C81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1" creationId="{6575A854-6A15-4828-8C23-C59F899255E5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2" creationId="{1066E067-0460-4F9B-91F2-E1AC32C187D3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3" creationId="{6E60F802-48A2-4B44-A4B6-2901EDF69E77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4" creationId="{B5A7C90F-0E3B-43E1-B93D-6D9F31A9BBFA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5" creationId="{242C7A80-C4AA-4815-AC4C-3E93D22F7341}"/>
          </ac:spMkLst>
        </pc:spChg>
      </pc:sldChg>
      <pc:sldChg chg="addSp delSp modSp add mod delAnim">
        <pc:chgData name="FENG, Yicheng" userId="63ae093e-9cad-467c-bb2d-e823331db8b5" providerId="ADAL" clId="{C5EB1113-E297-44CF-AB22-BF357E1DAC9F}" dt="2025-01-14T06:55:53.728" v="516" actId="1076"/>
        <pc:sldMkLst>
          <pc:docMk/>
          <pc:sldMk cId="1729902151" sldId="287"/>
        </pc:sldMkLst>
        <pc:spChg chg="mod">
          <ac:chgData name="FENG, Yicheng" userId="63ae093e-9cad-467c-bb2d-e823331db8b5" providerId="ADAL" clId="{C5EB1113-E297-44CF-AB22-BF357E1DAC9F}" dt="2025-01-14T06:55:30.026" v="510" actId="20577"/>
          <ac:spMkLst>
            <pc:docMk/>
            <pc:sldMk cId="1729902151" sldId="287"/>
            <ac:spMk id="2" creationId="{45C79BA1-37A3-5741-B0A1-E64646E4283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0" creationId="{DEB41D64-1C01-4C1A-9347-D467748297AD}"/>
          </ac:spMkLst>
        </pc:spChg>
        <pc:spChg chg="add del mod">
          <ac:chgData name="FENG, Yicheng" userId="63ae093e-9cad-467c-bb2d-e823331db8b5" providerId="ADAL" clId="{C5EB1113-E297-44CF-AB22-BF357E1DAC9F}" dt="2025-01-14T06:55:45.505" v="515" actId="478"/>
          <ac:spMkLst>
            <pc:docMk/>
            <pc:sldMk cId="1729902151" sldId="287"/>
            <ac:spMk id="32" creationId="{654B53B1-8FFF-4D53-BDFF-26238B2ABFD9}"/>
          </ac:spMkLst>
        </pc:spChg>
        <pc:spChg chg="add del mod">
          <ac:chgData name="FENG, Yicheng" userId="63ae093e-9cad-467c-bb2d-e823331db8b5" providerId="ADAL" clId="{C5EB1113-E297-44CF-AB22-BF357E1DAC9F}" dt="2025-01-14T06:55:44.979" v="514" actId="478"/>
          <ac:spMkLst>
            <pc:docMk/>
            <pc:sldMk cId="1729902151" sldId="287"/>
            <ac:spMk id="33" creationId="{784AD871-7680-4CB6-80C8-08DD0582FB6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34" creationId="{4AC9FC81-0627-4B71-86BC-7628F1748238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35" creationId="{BCFE8564-0D96-4CD2-9BC6-499365BA818F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36" creationId="{E5E71293-3382-4BC4-9CF6-FD4B0F62240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7" creationId="{51B30D0A-CD98-4973-BEB1-35D60C72837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8" creationId="{F4F2D922-2A40-4728-B07F-F97E9499DA4F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9" creationId="{37957464-8D89-40C2-9BE8-080A73E5B7F3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0" creationId="{839DA00A-3817-4C09-A444-EF9F5FF935F9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1" creationId="{B582D3F4-8994-45DB-A311-DAB3B0927E47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2" creationId="{B0497BEB-F867-4B38-ACD4-28877191F71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3" creationId="{EA0AB052-545B-418A-BDCA-94F5B1B468C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4" creationId="{EB1D262D-EE47-42CD-BFAC-EB7B8AA3860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5" creationId="{61EE0599-9820-493F-A50A-DD9DC1E9400F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6" creationId="{9626CDC9-A961-4D24-82E4-4FFE60317AF4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7" creationId="{5A5563DE-AD7D-4E38-918D-3C47E88D3C90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8" creationId="{88690CBE-AA7B-43AD-97C5-B4B0594603F3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49" creationId="{B784DA10-4EAB-4DC3-AEF5-68E32F499B08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0" creationId="{22236891-0D8E-41D9-8A74-99855881E2A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1" creationId="{3D6E55C1-A2EB-4F0C-AFBA-51D9E95BB88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2" creationId="{E92FE10C-0B44-43F7-9979-EDB192EA05C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3" creationId="{5F0B5415-152B-4799-9812-36EA759F0B26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4" creationId="{5CC90200-4A25-467A-ACA6-0A2590CEA4E1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5" creationId="{576A67B6-D3E7-49A7-BCB9-CF766C6F445A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6" creationId="{7ECD3367-8826-4AD9-BB93-79CA84F7168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7" creationId="{037689BF-C248-4497-AC96-927F2CE42098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8" creationId="{7ACE4599-881F-49AE-97C9-E0341301F43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9" creationId="{A7C8A413-15D5-4680-9A0B-C59CCBE94DA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0" creationId="{BDDEFD4A-280B-4539-AF2B-FD88846C4C81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1" creationId="{6575A854-6A15-4828-8C23-C59F899255E5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2" creationId="{1066E067-0460-4F9B-91F2-E1AC32C187D3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3" creationId="{6E60F802-48A2-4B44-A4B6-2901EDF69E77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4" creationId="{B5A7C90F-0E3B-43E1-B93D-6D9F31A9BBFA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5" creationId="{242C7A80-C4AA-4815-AC4C-3E93D22F734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6" creationId="{894643CD-8472-432D-A408-19FCC4A922F6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7" creationId="{1294C81E-8DD3-4B24-B6A2-9E172AC18ACB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8" creationId="{A83E6211-FE6F-4BC2-9279-501DB073F7D4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9" creationId="{0589CC9B-2FAC-40C5-AE4B-E2A07D041A2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0" creationId="{855F7553-5C12-4AF6-93CE-579CDDCE9A90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1" creationId="{01751F0C-58E5-4F6C-BAFA-C8D6CFAC3FB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2" creationId="{5048673B-FD5E-4AC6-BDFC-7342D119D6F6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3" creationId="{A7A49A50-3CA3-4FA5-B08A-C3380D8899D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4" creationId="{D77CC3D0-5ADF-4F8F-A4FF-172DBD3C2AD8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5" creationId="{5E6552E1-DE21-473E-B000-FE76B12F5935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6" creationId="{32F94719-8F28-4DFF-A14E-982864C855B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7" creationId="{CE17BBD3-09CA-4E6B-8347-B3C285BA6A10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8" creationId="{9FBC52DC-90B9-4B97-9011-B26D7EAD8B2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9" creationId="{85CC7AD9-D641-426B-A611-843784356599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0" creationId="{08C4E711-3A7B-450E-BA21-AFE77C36DF7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1" creationId="{2F07CAF5-4724-46FC-BA4A-6DD2C34C7212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2" creationId="{4F08A940-1BE8-4B41-A27D-F3960F52DAAD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3" creationId="{028C2B4C-9E72-4C06-99C3-6500F58E37B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FF167-5468-407F-BF08-399F401F3E28}" type="datetimeFigureOut">
              <a:rPr lang="en-HK" smtClean="0"/>
              <a:t>16/1/2025</a:t>
            </a:fld>
            <a:endParaRPr lang="en-HK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7E5830-6A7B-473E-B69D-2E2616132BAF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448189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752240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4280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388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6543391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562667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2100127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68085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3894503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9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98385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K" dirty="0"/>
              <a:t>The flow starts similarly: the server creates a socket with socket(), binds it to an address with bind(), and begins listening for connections with listen().</a:t>
            </a:r>
          </a:p>
          <a:p>
            <a:endParaRPr lang="en-HK" dirty="0"/>
          </a:p>
          <a:p>
            <a:r>
              <a:rPr lang="en-HK" dirty="0"/>
              <a:t>When a client connects, the accept() call returns a new file descriptor. But instead of processing the client request directly, the server creates a </a:t>
            </a:r>
            <a:r>
              <a:rPr lang="en-HK" b="1" dirty="0"/>
              <a:t>child process</a:t>
            </a:r>
            <a:r>
              <a:rPr lang="en-HK" dirty="0"/>
              <a:t> or </a:t>
            </a:r>
            <a:r>
              <a:rPr lang="en-HK" b="1" dirty="0"/>
              <a:t>thread</a:t>
            </a:r>
            <a:r>
              <a:rPr lang="en-HK" dirty="0"/>
              <a:t> to handle the connection. This can be done using fork() for creating processes or </a:t>
            </a:r>
            <a:r>
              <a:rPr lang="en-HK" dirty="0" err="1"/>
              <a:t>pthread_create</a:t>
            </a:r>
            <a:r>
              <a:rPr lang="en-HK" dirty="0"/>
              <a:t>() for threads.</a:t>
            </a:r>
          </a:p>
          <a:p>
            <a:endParaRPr lang="en-HK" dirty="0"/>
          </a:p>
          <a:p>
            <a:r>
              <a:rPr lang="en-HK" dirty="0"/>
              <a:t>The </a:t>
            </a:r>
            <a:r>
              <a:rPr lang="en-HK" b="1" dirty="0"/>
              <a:t>parent process</a:t>
            </a:r>
            <a:r>
              <a:rPr lang="en-HK" dirty="0"/>
              <a:t> remains in the listening loop, ready to handle additional client connections.</a:t>
            </a:r>
          </a:p>
          <a:p>
            <a:endParaRPr lang="en-HK" dirty="0"/>
          </a:p>
          <a:p>
            <a:r>
              <a:rPr lang="en-HK" dirty="0"/>
              <a:t>This approach enables the server to handle </a:t>
            </a:r>
            <a:r>
              <a:rPr lang="en-HK" b="1" dirty="0"/>
              <a:t>multiple clients concurrently</a:t>
            </a:r>
            <a:r>
              <a:rPr lang="en-HK" dirty="0"/>
              <a:t>, without one client blocking others. It is widely used in real-world servers, and understanding its principles will help you build more scalable applications.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10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02115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11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1056471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66275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8103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021610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911918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4627937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1397314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585338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19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61776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20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92476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557349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upload.wikimedia.org/wikipedia/en/3/32/Graphical_Description_of_Network_Delay.png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Spring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2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2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Socket Programming R</a:t>
            </a:r>
            <a:r>
              <a:rPr lang="en-US" altLang="zh-CN" sz="3200" dirty="0"/>
              <a:t>evisiting</a:t>
            </a:r>
            <a:endParaRPr lang="en-US" sz="3200" dirty="0"/>
          </a:p>
          <a:p>
            <a:r>
              <a:rPr lang="en-US" sz="3200" dirty="0"/>
              <a:t>Performance Metrics - Delay</a:t>
            </a:r>
          </a:p>
          <a:p>
            <a:r>
              <a:rPr lang="en-US" sz="3200" dirty="0"/>
              <a:t>Performance Metrics - Throughput</a:t>
            </a:r>
          </a:p>
          <a:p>
            <a:r>
              <a:rPr lang="en-US" altLang="zh-CN" sz="3200" dirty="0"/>
              <a:t>Exercise </a:t>
            </a:r>
            <a:r>
              <a:rPr lang="en-US" sz="3200" dirty="0"/>
              <a:t>1</a:t>
            </a:r>
          </a:p>
          <a:p>
            <a:r>
              <a:rPr lang="en-US" altLang="zh-CN" sz="3200" dirty="0"/>
              <a:t>Exercise 2</a:t>
            </a:r>
            <a:endParaRPr lang="en-US" sz="3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594" y="149951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Due: </a:t>
            </a:r>
            <a:r>
              <a:rPr lang="en-HK" sz="3200" dirty="0">
                <a:solidFill>
                  <a:srgbClr val="FF0000"/>
                </a:solidFill>
              </a:rPr>
              <a:t>11:59:59 p.m., Sat, F</a:t>
            </a:r>
            <a:r>
              <a:rPr lang="en-US" altLang="zh-CN" sz="3200" dirty="0">
                <a:solidFill>
                  <a:srgbClr val="FF0000"/>
                </a:solidFill>
              </a:rPr>
              <a:t>eb</a:t>
            </a:r>
            <a:r>
              <a:rPr lang="en-HK" sz="3200" dirty="0">
                <a:solidFill>
                  <a:srgbClr val="FF0000"/>
                </a:solidFill>
              </a:rPr>
              <a:t>. </a:t>
            </a:r>
            <a:r>
              <a:rPr lang="en-US" sz="3200" dirty="0">
                <a:solidFill>
                  <a:srgbClr val="FF0000"/>
                </a:solidFill>
              </a:rPr>
              <a:t>1st</a:t>
            </a:r>
          </a:p>
          <a:p>
            <a:endParaRPr lang="en-US" sz="3200" dirty="0">
              <a:solidFill>
                <a:srgbClr val="FF0000"/>
              </a:solidFill>
            </a:endParaRPr>
          </a:p>
          <a:p>
            <a:endParaRPr lang="en-US" sz="3200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148393-6CCB-44FE-80D6-264EBD55C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97" y="2077598"/>
            <a:ext cx="6070917" cy="292620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8500EE3-5D69-464B-86C6-810B4B529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11" y="2140242"/>
            <a:ext cx="4828567" cy="39024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6A98220-9D71-40C9-AF25-67464820F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4632" y="2871239"/>
            <a:ext cx="2300262" cy="9591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1D3F1C2-C0E3-4976-93C2-29E5E2E3E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1464" y="3911301"/>
            <a:ext cx="1542081" cy="10700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3EC4E7F-4158-448B-991A-F95A51025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041" y="3299031"/>
            <a:ext cx="1542081" cy="25912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E9A1B174-3DA2-4036-B5CF-D675C31532A0}"/>
              </a:ext>
            </a:extLst>
          </p:cNvPr>
          <p:cNvSpPr/>
          <p:nvPr/>
        </p:nvSpPr>
        <p:spPr>
          <a:xfrm>
            <a:off x="4971119" y="2367087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E4DFA63-AADE-47E2-8269-BD7E2ADF5265}"/>
              </a:ext>
            </a:extLst>
          </p:cNvPr>
          <p:cNvCxnSpPr>
            <a:cxnSpLocks/>
          </p:cNvCxnSpPr>
          <p:nvPr/>
        </p:nvCxnSpPr>
        <p:spPr>
          <a:xfrm>
            <a:off x="5345906" y="2588419"/>
            <a:ext cx="526599" cy="6663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27A2696C-2D8B-46BD-AFAC-D75B5B4E8F4B}"/>
              </a:ext>
            </a:extLst>
          </p:cNvPr>
          <p:cNvSpPr/>
          <p:nvPr/>
        </p:nvSpPr>
        <p:spPr>
          <a:xfrm>
            <a:off x="6975505" y="2121060"/>
            <a:ext cx="8512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95DF65D-9D66-4C32-80E7-BB27574D98A9}"/>
              </a:ext>
            </a:extLst>
          </p:cNvPr>
          <p:cNvCxnSpPr>
            <a:cxnSpLocks/>
          </p:cNvCxnSpPr>
          <p:nvPr/>
        </p:nvCxnSpPr>
        <p:spPr>
          <a:xfrm>
            <a:off x="7873958" y="2283072"/>
            <a:ext cx="1781594" cy="9716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240F4E0-BED2-4121-8E96-E0B8B564A9F1}"/>
              </a:ext>
            </a:extLst>
          </p:cNvPr>
          <p:cNvSpPr/>
          <p:nvPr/>
        </p:nvSpPr>
        <p:spPr>
          <a:xfrm>
            <a:off x="4453174" y="2368998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54354CD-9609-44F6-A39F-8F04899C6E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5470" y="3341111"/>
            <a:ext cx="4099442" cy="3325377"/>
          </a:xfrm>
          <a:prstGeom prst="rect">
            <a:avLst/>
          </a:prstGeom>
        </p:spPr>
      </p:pic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6D395BC-64BB-4891-8E2A-1FACC2727795}"/>
              </a:ext>
            </a:extLst>
          </p:cNvPr>
          <p:cNvCxnSpPr>
            <a:cxnSpLocks/>
          </p:cNvCxnSpPr>
          <p:nvPr/>
        </p:nvCxnSpPr>
        <p:spPr>
          <a:xfrm>
            <a:off x="4805895" y="2588419"/>
            <a:ext cx="321146" cy="14912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E093CB40-FC0F-4100-8325-83CE6744067B}"/>
              </a:ext>
            </a:extLst>
          </p:cNvPr>
          <p:cNvSpPr/>
          <p:nvPr/>
        </p:nvSpPr>
        <p:spPr>
          <a:xfrm>
            <a:off x="921823" y="3328411"/>
            <a:ext cx="258972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3712862-03A5-4B60-BE61-B1F0AF6D3EE9}"/>
              </a:ext>
            </a:extLst>
          </p:cNvPr>
          <p:cNvSpPr/>
          <p:nvPr/>
        </p:nvSpPr>
        <p:spPr>
          <a:xfrm>
            <a:off x="921823" y="2077598"/>
            <a:ext cx="211347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3331"/>
          </a:xfrm>
        </p:spPr>
        <p:txBody>
          <a:bodyPr/>
          <a:lstStyle/>
          <a:p>
            <a:r>
              <a:rPr lang="en-US" b="1" dirty="0"/>
              <a:t>Assignment 2&amp;3 Group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93C4DF01-83FA-4E10-AE51-839B708EA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994" y="1629698"/>
            <a:ext cx="4312754" cy="4177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B677AC68-0EBE-43C2-8478-901F8AC41A2A}"/>
              </a:ext>
            </a:extLst>
          </p:cNvPr>
          <p:cNvSpPr txBox="1"/>
          <p:nvPr/>
        </p:nvSpPr>
        <p:spPr>
          <a:xfrm>
            <a:off x="5623627" y="1629698"/>
            <a:ext cx="57656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The </a:t>
            </a:r>
            <a:r>
              <a:rPr lang="en-HK" b="1" dirty="0"/>
              <a:t>deadline for grouping</a:t>
            </a:r>
            <a:r>
              <a:rPr lang="en-HK" dirty="0"/>
              <a:t> is </a:t>
            </a:r>
            <a:r>
              <a:rPr lang="en-HK" b="1" dirty="0">
                <a:solidFill>
                  <a:srgbClr val="C00000"/>
                </a:solidFill>
              </a:rPr>
              <a:t>23:59:59, Jan. 24th 2025, the next Friday</a:t>
            </a:r>
            <a:r>
              <a:rPr lang="en-HK" dirty="0">
                <a:solidFill>
                  <a:srgbClr val="C00000"/>
                </a:solidFill>
              </a:rPr>
              <a:t>. 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D9F8D6A-27AB-4CF5-A228-373D6BC6290B}"/>
              </a:ext>
            </a:extLst>
          </p:cNvPr>
          <p:cNvSpPr txBox="1"/>
          <p:nvPr/>
        </p:nvSpPr>
        <p:spPr>
          <a:xfrm>
            <a:off x="5630714" y="256239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For </a:t>
            </a:r>
            <a:r>
              <a:rPr lang="en-HK" b="1" dirty="0"/>
              <a:t>assignments 2 and 3</a:t>
            </a:r>
            <a:r>
              <a:rPr lang="en-HK" dirty="0"/>
              <a:t>, you need to form a group of </a:t>
            </a:r>
            <a:r>
              <a:rPr lang="en-HK" b="1" u="sng" dirty="0">
                <a:solidFill>
                  <a:srgbClr val="C00000"/>
                </a:solidFill>
              </a:rPr>
              <a:t>exactly 2 students</a:t>
            </a:r>
            <a:r>
              <a:rPr lang="en-HK" dirty="0"/>
              <a:t> and finish the assignment as a group. We use </a:t>
            </a:r>
            <a:r>
              <a:rPr lang="en-HK" b="1" dirty="0"/>
              <a:t>Blackboard</a:t>
            </a:r>
            <a:r>
              <a:rPr lang="en-HK" dirty="0"/>
              <a:t> as the tool to form groups. 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B270DF-DF10-4B5E-88B5-6B10DCCDCF5B}"/>
              </a:ext>
            </a:extLst>
          </p:cNvPr>
          <p:cNvSpPr txBox="1"/>
          <p:nvPr/>
        </p:nvSpPr>
        <p:spPr>
          <a:xfrm>
            <a:off x="5630715" y="3820452"/>
            <a:ext cx="6625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More information, </a:t>
            </a:r>
            <a:r>
              <a:rPr lang="en-HK" dirty="0" err="1"/>
              <a:t>plz</a:t>
            </a:r>
            <a:r>
              <a:rPr lang="en-HK" dirty="0"/>
              <a:t> check Piazza announcement: https://piazza.com/class/m5g5xzrpiad38y/post/21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B1EB643-D283-4C36-9B4E-6C1465440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951" y="4580401"/>
            <a:ext cx="5741581" cy="96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712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/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/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30" name="Slide Number Placeholder 2">
            <a:extLst>
              <a:ext uri="{FF2B5EF4-FFF2-40B4-BE49-F238E27FC236}">
                <a16:creationId xmlns:a16="http://schemas.microsoft.com/office/drawing/2014/main" id="{DEB41D64-1C01-4C1A-9347-D467748297AD}"/>
              </a:ext>
            </a:extLst>
          </p:cNvPr>
          <p:cNvSpPr txBox="1">
            <a:spLocks/>
          </p:cNvSpPr>
          <p:nvPr/>
        </p:nvSpPr>
        <p:spPr bwMode="auto">
          <a:xfrm>
            <a:off x="7827065" y="6813550"/>
            <a:ext cx="2057400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2pPr>
            <a:lvl3pPr marL="914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3pPr>
            <a:lvl4pPr marL="1371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4pPr>
            <a:lvl5pPr marL="18288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9pPr>
          </a:lstStyle>
          <a:p>
            <a:fld id="{2AEB5DB0-1750-46EA-AC7C-282DFECA4821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37" name="Text Box 24">
            <a:extLst>
              <a:ext uri="{FF2B5EF4-FFF2-40B4-BE49-F238E27FC236}">
                <a16:creationId xmlns:a16="http://schemas.microsoft.com/office/drawing/2014/main" id="{51B30D0A-CD98-4973-BEB1-35D60C728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8" name="Text Box 25">
            <a:extLst>
              <a:ext uri="{FF2B5EF4-FFF2-40B4-BE49-F238E27FC236}">
                <a16:creationId xmlns:a16="http://schemas.microsoft.com/office/drawing/2014/main" id="{F4F2D922-2A40-4728-B07F-F97E9499D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45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9" name="Line 28">
            <a:extLst>
              <a:ext uri="{FF2B5EF4-FFF2-40B4-BE49-F238E27FC236}">
                <a16:creationId xmlns:a16="http://schemas.microsoft.com/office/drawing/2014/main" id="{37957464-8D89-40C2-9BE8-080A73E5B7F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839DA00A-3817-4C09-A444-EF9F5FF93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1900" y="196691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41" name="Line 30">
            <a:extLst>
              <a:ext uri="{FF2B5EF4-FFF2-40B4-BE49-F238E27FC236}">
                <a16:creationId xmlns:a16="http://schemas.microsoft.com/office/drawing/2014/main" id="{B582D3F4-8994-45DB-A311-DAB3B0927E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914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2" name="Line 32">
            <a:extLst>
              <a:ext uri="{FF2B5EF4-FFF2-40B4-BE49-F238E27FC236}">
                <a16:creationId xmlns:a16="http://schemas.microsoft.com/office/drawing/2014/main" id="{B0497BEB-F867-4B38-ACD4-28877191F71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05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Box 33">
            <a:extLst>
              <a:ext uri="{FF2B5EF4-FFF2-40B4-BE49-F238E27FC236}">
                <a16:creationId xmlns:a16="http://schemas.microsoft.com/office/drawing/2014/main" id="{EA0AB052-545B-418A-BDCA-94F5B1B468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2662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flow chart</a:t>
            </a:r>
          </a:p>
        </p:txBody>
      </p:sp>
      <p:sp>
        <p:nvSpPr>
          <p:cNvPr id="44" name="Text Box 38">
            <a:extLst>
              <a:ext uri="{FF2B5EF4-FFF2-40B4-BE49-F238E27FC236}">
                <a16:creationId xmlns:a16="http://schemas.microsoft.com/office/drawing/2014/main" id="{EB1D262D-EE47-42CD-BFAC-EB7B8AA386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9500" y="1981200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45" name="Text Box 40">
            <a:extLst>
              <a:ext uri="{FF2B5EF4-FFF2-40B4-BE49-F238E27FC236}">
                <a16:creationId xmlns:a16="http://schemas.microsoft.com/office/drawing/2014/main" id="{61EE0599-9820-493F-A50A-DD9DC1E94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3124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46" name="Line 41">
            <a:extLst>
              <a:ext uri="{FF2B5EF4-FFF2-40B4-BE49-F238E27FC236}">
                <a16:creationId xmlns:a16="http://schemas.microsoft.com/office/drawing/2014/main" id="{9626CDC9-A961-4D24-82E4-4FFE60317A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9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7" name="Line 42">
            <a:extLst>
              <a:ext uri="{FF2B5EF4-FFF2-40B4-BE49-F238E27FC236}">
                <a16:creationId xmlns:a16="http://schemas.microsoft.com/office/drawing/2014/main" id="{5A5563DE-AD7D-4E38-918D-3C47E88D3C9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677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Box 43">
            <a:extLst>
              <a:ext uri="{FF2B5EF4-FFF2-40B4-BE49-F238E27FC236}">
                <a16:creationId xmlns:a16="http://schemas.microsoft.com/office/drawing/2014/main" id="{88690CBE-AA7B-43AD-97C5-B4B0594603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0100" y="2438400"/>
            <a:ext cx="10906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50" name="Text Box 45">
            <a:extLst>
              <a:ext uri="{FF2B5EF4-FFF2-40B4-BE49-F238E27FC236}">
                <a16:creationId xmlns:a16="http://schemas.microsoft.com/office/drawing/2014/main" id="{22236891-0D8E-41D9-8A74-99855881E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5553075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51" name="Text Box 46">
            <a:extLst>
              <a:ext uri="{FF2B5EF4-FFF2-40B4-BE49-F238E27FC236}">
                <a16:creationId xmlns:a16="http://schemas.microsoft.com/office/drawing/2014/main" id="{3D6E55C1-A2EB-4F0C-AFBA-51D9E95BB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2100" y="5553075"/>
            <a:ext cx="1322388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52" name="Line 49">
            <a:extLst>
              <a:ext uri="{FF2B5EF4-FFF2-40B4-BE49-F238E27FC236}">
                <a16:creationId xmlns:a16="http://schemas.microsoft.com/office/drawing/2014/main" id="{E92FE10C-0B44-43F7-9979-EDB192EA05C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99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Box 50">
            <a:extLst>
              <a:ext uri="{FF2B5EF4-FFF2-40B4-BE49-F238E27FC236}">
                <a16:creationId xmlns:a16="http://schemas.microsoft.com/office/drawing/2014/main" id="{5F0B5415-152B-4799-9812-36EA759F0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950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54" name="Line 51">
            <a:extLst>
              <a:ext uri="{FF2B5EF4-FFF2-40B4-BE49-F238E27FC236}">
                <a16:creationId xmlns:a16="http://schemas.microsoft.com/office/drawing/2014/main" id="{5CC90200-4A25-467A-ACA6-0A2590CEA4E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" name="Line 52">
            <a:extLst>
              <a:ext uri="{FF2B5EF4-FFF2-40B4-BE49-F238E27FC236}">
                <a16:creationId xmlns:a16="http://schemas.microsoft.com/office/drawing/2014/main" id="{576A67B6-D3E7-49A7-BCB9-CF766C6F44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913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Box 54">
            <a:extLst>
              <a:ext uri="{FF2B5EF4-FFF2-40B4-BE49-F238E27FC236}">
                <a16:creationId xmlns:a16="http://schemas.microsoft.com/office/drawing/2014/main" id="{7ECD3367-8826-4AD9-BB93-79CA84F716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6091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57" name="Text Box 55">
            <a:extLst>
              <a:ext uri="{FF2B5EF4-FFF2-40B4-BE49-F238E27FC236}">
                <a16:creationId xmlns:a16="http://schemas.microsoft.com/office/drawing/2014/main" id="{037689BF-C248-4497-AC96-927F2CE420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4648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58" name="Line 56">
            <a:extLst>
              <a:ext uri="{FF2B5EF4-FFF2-40B4-BE49-F238E27FC236}">
                <a16:creationId xmlns:a16="http://schemas.microsoft.com/office/drawing/2014/main" id="{7ACE4599-881F-49AE-97C9-E0341301F4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057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Box 58">
            <a:extLst>
              <a:ext uri="{FF2B5EF4-FFF2-40B4-BE49-F238E27FC236}">
                <a16:creationId xmlns:a16="http://schemas.microsoft.com/office/drawing/2014/main" id="{A7C8A413-15D5-4680-9A0B-C59CCBE94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1900" y="5126038"/>
            <a:ext cx="609600" cy="2841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DONE!</a:t>
            </a:r>
          </a:p>
        </p:txBody>
      </p:sp>
      <p:sp>
        <p:nvSpPr>
          <p:cNvPr id="60" name="Text Box 59">
            <a:extLst>
              <a:ext uri="{FF2B5EF4-FFF2-40B4-BE49-F238E27FC236}">
                <a16:creationId xmlns:a16="http://schemas.microsoft.com/office/drawing/2014/main" id="{BDDEFD4A-280B-4539-AF2B-FD88846C4C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2300" y="555307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close()</a:t>
            </a:r>
          </a:p>
        </p:txBody>
      </p:sp>
      <p:sp>
        <p:nvSpPr>
          <p:cNvPr id="61" name="Text Box 60">
            <a:extLst>
              <a:ext uri="{FF2B5EF4-FFF2-40B4-BE49-F238E27FC236}">
                <a16:creationId xmlns:a16="http://schemas.microsoft.com/office/drawing/2014/main" id="{6575A854-6A15-4828-8C23-C59F899255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075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</a:t>
            </a:r>
          </a:p>
        </p:txBody>
      </p:sp>
      <p:sp>
        <p:nvSpPr>
          <p:cNvPr id="62" name="Line 61">
            <a:extLst>
              <a:ext uri="{FF2B5EF4-FFF2-40B4-BE49-F238E27FC236}">
                <a16:creationId xmlns:a16="http://schemas.microsoft.com/office/drawing/2014/main" id="{1066E067-0460-4F9B-91F2-E1AC32C187D3}"/>
              </a:ext>
            </a:extLst>
          </p:cNvPr>
          <p:cNvSpPr>
            <a:spLocks noChangeShapeType="1"/>
          </p:cNvSpPr>
          <p:nvPr/>
        </p:nvSpPr>
        <p:spPr bwMode="auto">
          <a:xfrm>
            <a:off x="8115300" y="57912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3" name="AutoShape 62">
            <a:extLst>
              <a:ext uri="{FF2B5EF4-FFF2-40B4-BE49-F238E27FC236}">
                <a16:creationId xmlns:a16="http://schemas.microsoft.com/office/drawing/2014/main" id="{6E60F802-48A2-4B44-A4B6-2901EDF69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700" y="3581400"/>
            <a:ext cx="1981200" cy="990600"/>
          </a:xfrm>
          <a:prstGeom prst="upDownArrow">
            <a:avLst>
              <a:gd name="adj1" fmla="val 50000"/>
              <a:gd name="adj2" fmla="val 20000"/>
            </a:avLst>
          </a:prstGeom>
          <a:solidFill>
            <a:srgbClr val="FFCC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altLang="zh-TW" b="1">
                <a:latin typeface="Consolas" pitchFamily="49" charset="0"/>
              </a:rPr>
              <a:t>read()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&amp;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64" name="AutoShape 64">
            <a:extLst>
              <a:ext uri="{FF2B5EF4-FFF2-40B4-BE49-F238E27FC236}">
                <a16:creationId xmlns:a16="http://schemas.microsoft.com/office/drawing/2014/main" id="{B5A7C90F-0E3B-43E1-B93D-6D9F31A9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3636963"/>
            <a:ext cx="2895600" cy="1011237"/>
          </a:xfrm>
          <a:prstGeom prst="flowChartAlternateProcess">
            <a:avLst/>
          </a:prstGeom>
          <a:solidFill>
            <a:srgbClr val="DDDDDD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zh-TW" sz="1600" b="1" u="sng" dirty="0">
                <a:latin typeface="Calibri" pitchFamily="34" charset="0"/>
              </a:rPr>
              <a:t>Limitation: </a:t>
            </a:r>
          </a:p>
          <a:p>
            <a:r>
              <a:rPr lang="en-US" altLang="zh-TW" sz="1600" dirty="0">
                <a:latin typeface="Calibri" pitchFamily="34" charset="0"/>
              </a:rPr>
              <a:t>Only supports a single client!</a:t>
            </a:r>
          </a:p>
        </p:txBody>
      </p:sp>
      <p:sp>
        <p:nvSpPr>
          <p:cNvPr id="65" name="Text Box 65">
            <a:extLst>
              <a:ext uri="{FF2B5EF4-FFF2-40B4-BE49-F238E27FC236}">
                <a16:creationId xmlns:a16="http://schemas.microsoft.com/office/drawing/2014/main" id="{242C7A80-C4AA-4815-AC4C-3E93D22F7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2688" y="2438400"/>
            <a:ext cx="13954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0313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altLang="zh-TW" b="1" dirty="0"/>
              <a:t>Server Parallelization</a:t>
            </a:r>
            <a:endParaRPr lang="en-US" b="1" dirty="0"/>
          </a:p>
        </p:txBody>
      </p:sp>
      <p:sp>
        <p:nvSpPr>
          <p:cNvPr id="34" name="Text Box 5">
            <a:extLst>
              <a:ext uri="{FF2B5EF4-FFF2-40B4-BE49-F238E27FC236}">
                <a16:creationId xmlns:a16="http://schemas.microsoft.com/office/drawing/2014/main" id="{4AC9FC81-0627-4B71-86BC-7628F17482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84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BCFE8564-0D96-4CD2-9BC6-499365BA81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22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6" name="Line 7">
            <a:extLst>
              <a:ext uri="{FF2B5EF4-FFF2-40B4-BE49-F238E27FC236}">
                <a16:creationId xmlns:a16="http://schemas.microsoft.com/office/drawing/2014/main" id="{E5E71293-3382-4BC4-9CF6-FD4B0F6224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Box 8">
            <a:extLst>
              <a:ext uri="{FF2B5EF4-FFF2-40B4-BE49-F238E27FC236}">
                <a16:creationId xmlns:a16="http://schemas.microsoft.com/office/drawing/2014/main" id="{B784DA10-4EAB-4DC3-AEF5-68E32F499B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9675" y="2124075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66" name="Line 9">
            <a:extLst>
              <a:ext uri="{FF2B5EF4-FFF2-40B4-BE49-F238E27FC236}">
                <a16:creationId xmlns:a16="http://schemas.microsoft.com/office/drawing/2014/main" id="{894643CD-8472-432D-A408-19FCC4A922F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2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Box 11">
            <a:extLst>
              <a:ext uri="{FF2B5EF4-FFF2-40B4-BE49-F238E27FC236}">
                <a16:creationId xmlns:a16="http://schemas.microsoft.com/office/drawing/2014/main" id="{1294C81E-8DD3-4B24-B6A2-9E172AC18A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2819400"/>
            <a:ext cx="1276350" cy="527050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main</a:t>
            </a:r>
          </a:p>
          <a:p>
            <a:r>
              <a:rPr lang="en-US" altLang="zh-TW" sz="1400" b="1">
                <a:latin typeface="Consolas" pitchFamily="49" charset="0"/>
              </a:rPr>
              <a:t>flow chart</a:t>
            </a:r>
          </a:p>
        </p:txBody>
      </p:sp>
      <p:sp>
        <p:nvSpPr>
          <p:cNvPr id="68" name="Text Box 12">
            <a:extLst>
              <a:ext uri="{FF2B5EF4-FFF2-40B4-BE49-F238E27FC236}">
                <a16:creationId xmlns:a16="http://schemas.microsoft.com/office/drawing/2014/main" id="{A83E6211-FE6F-4BC2-9279-501DB073F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275" y="2138362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accept()</a:t>
            </a: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0589CC9B-2FAC-40C5-AE4B-E2A07D041A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6325" y="4687887"/>
            <a:ext cx="1657350" cy="650875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70" name="Line 14">
            <a:extLst>
              <a:ext uri="{FF2B5EF4-FFF2-40B4-BE49-F238E27FC236}">
                <a16:creationId xmlns:a16="http://schemas.microsoft.com/office/drawing/2014/main" id="{855F7553-5C12-4AF6-93CE-579CDDCE9A90}"/>
              </a:ext>
            </a:extLst>
          </p:cNvPr>
          <p:cNvSpPr>
            <a:spLocks noChangeShapeType="1"/>
          </p:cNvSpPr>
          <p:nvPr/>
        </p:nvSpPr>
        <p:spPr bwMode="auto">
          <a:xfrm>
            <a:off x="6797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Box 18">
            <a:extLst>
              <a:ext uri="{FF2B5EF4-FFF2-40B4-BE49-F238E27FC236}">
                <a16:creationId xmlns:a16="http://schemas.microsoft.com/office/drawing/2014/main" id="{01751F0C-58E5-4F6C-BAFA-C8D6CFAC3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7875" y="3362325"/>
            <a:ext cx="39179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altLang="zh-TW" b="1" dirty="0">
                <a:latin typeface="Consolas" pitchFamily="49" charset="0"/>
              </a:rPr>
              <a:t>fork() or </a:t>
            </a:r>
            <a:r>
              <a:rPr lang="en-US" altLang="zh-TW" b="1" dirty="0" err="1">
                <a:latin typeface="Consolas" pitchFamily="49" charset="0"/>
              </a:rPr>
              <a:t>pthread_create</a:t>
            </a:r>
            <a:r>
              <a:rPr lang="en-US" altLang="zh-TW" b="1" dirty="0">
                <a:latin typeface="Consolas" pitchFamily="49" charset="0"/>
              </a:rPr>
              <a:t>()</a:t>
            </a:r>
          </a:p>
        </p:txBody>
      </p:sp>
      <p:sp>
        <p:nvSpPr>
          <p:cNvPr id="72" name="Line 21">
            <a:extLst>
              <a:ext uri="{FF2B5EF4-FFF2-40B4-BE49-F238E27FC236}">
                <a16:creationId xmlns:a16="http://schemas.microsoft.com/office/drawing/2014/main" id="{5048673B-FD5E-4AC6-BDFC-7342D119D6F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49925" y="5033962"/>
            <a:ext cx="1600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3" name="Text Box 16">
            <a:extLst>
              <a:ext uri="{FF2B5EF4-FFF2-40B4-BE49-F238E27FC236}">
                <a16:creationId xmlns:a16="http://schemas.microsoft.com/office/drawing/2014/main" id="{A7A49A50-3CA3-4FA5-B08A-C3380D8899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0913" y="4795837"/>
            <a:ext cx="10906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74" name="Text Box 23">
            <a:extLst>
              <a:ext uri="{FF2B5EF4-FFF2-40B4-BE49-F238E27FC236}">
                <a16:creationId xmlns:a16="http://schemas.microsoft.com/office/drawing/2014/main" id="{D77CC3D0-5ADF-4F8F-A4FF-172DBD3C2A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2525" y="4652962"/>
            <a:ext cx="194945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 or</a:t>
            </a:r>
          </a:p>
          <a:p>
            <a:r>
              <a:rPr lang="en-US" altLang="zh-TW" b="1">
                <a:latin typeface="Consolas" pitchFamily="49" charset="0"/>
              </a:rPr>
              <a:t>pthread_exit()</a:t>
            </a:r>
          </a:p>
        </p:txBody>
      </p:sp>
      <p:sp>
        <p:nvSpPr>
          <p:cNvPr id="75" name="Line 24">
            <a:extLst>
              <a:ext uri="{FF2B5EF4-FFF2-40B4-BE49-F238E27FC236}">
                <a16:creationId xmlns:a16="http://schemas.microsoft.com/office/drawing/2014/main" id="{5E6552E1-DE21-473E-B000-FE76B12F5935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3814762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6" name="Text Box 25">
            <a:extLst>
              <a:ext uri="{FF2B5EF4-FFF2-40B4-BE49-F238E27FC236}">
                <a16:creationId xmlns:a16="http://schemas.microsoft.com/office/drawing/2014/main" id="{32F94719-8F28-4DFF-A14E-982864C85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35875" y="4043362"/>
            <a:ext cx="6858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child</a:t>
            </a:r>
          </a:p>
        </p:txBody>
      </p:sp>
      <p:sp>
        <p:nvSpPr>
          <p:cNvPr id="77" name="Line 26">
            <a:extLst>
              <a:ext uri="{FF2B5EF4-FFF2-40B4-BE49-F238E27FC236}">
                <a16:creationId xmlns:a16="http://schemas.microsoft.com/office/drawing/2014/main" id="{CE17BBD3-09CA-4E6B-8347-B3C285BA6A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2595562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8" name="Line 27">
            <a:extLst>
              <a:ext uri="{FF2B5EF4-FFF2-40B4-BE49-F238E27FC236}">
                <a16:creationId xmlns:a16="http://schemas.microsoft.com/office/drawing/2014/main" id="{9FBC52DC-90B9-4B97-9011-B26D7EAD8B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626475" y="2290762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9" name="Line 28">
            <a:extLst>
              <a:ext uri="{FF2B5EF4-FFF2-40B4-BE49-F238E27FC236}">
                <a16:creationId xmlns:a16="http://schemas.microsoft.com/office/drawing/2014/main" id="{85CC7AD9-D641-426B-A611-843784356599}"/>
              </a:ext>
            </a:extLst>
          </p:cNvPr>
          <p:cNvSpPr>
            <a:spLocks noChangeShapeType="1"/>
          </p:cNvSpPr>
          <p:nvPr/>
        </p:nvSpPr>
        <p:spPr bwMode="auto">
          <a:xfrm>
            <a:off x="9007475" y="2290762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0" name="Line 29">
            <a:extLst>
              <a:ext uri="{FF2B5EF4-FFF2-40B4-BE49-F238E27FC236}">
                <a16:creationId xmlns:a16="http://schemas.microsoft.com/office/drawing/2014/main" id="{08C4E711-3A7B-450E-BA21-AFE77C36DF7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0275" y="35099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1" name="Text Box 30">
            <a:extLst>
              <a:ext uri="{FF2B5EF4-FFF2-40B4-BE49-F238E27FC236}">
                <a16:creationId xmlns:a16="http://schemas.microsoft.com/office/drawing/2014/main" id="{2F07CAF5-4724-46FC-BA4A-6DD2C34C72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0275" y="2595562"/>
            <a:ext cx="9144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parent</a:t>
            </a:r>
          </a:p>
        </p:txBody>
      </p:sp>
      <p:sp>
        <p:nvSpPr>
          <p:cNvPr id="82" name="Text Box 31">
            <a:extLst>
              <a:ext uri="{FF2B5EF4-FFF2-40B4-BE49-F238E27FC236}">
                <a16:creationId xmlns:a16="http://schemas.microsoft.com/office/drawing/2014/main" id="{4F08A940-1BE8-4B41-A27D-F3960F52DA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4576762"/>
            <a:ext cx="1600200" cy="739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client-handler flow chart</a:t>
            </a:r>
          </a:p>
        </p:txBody>
      </p:sp>
      <p:sp>
        <p:nvSpPr>
          <p:cNvPr id="83" name="Text Box 33">
            <a:extLst>
              <a:ext uri="{FF2B5EF4-FFF2-40B4-BE49-F238E27FC236}">
                <a16:creationId xmlns:a16="http://schemas.microsoft.com/office/drawing/2014/main" id="{028C2B4C-9E72-4C06-99C3-6500F58E37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2875" y="2671762"/>
            <a:ext cx="13954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729902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736" y="53405"/>
            <a:ext cx="10515600" cy="793935"/>
          </a:xfrm>
        </p:spPr>
        <p:txBody>
          <a:bodyPr/>
          <a:lstStyle/>
          <a:p>
            <a:r>
              <a:rPr lang="en-US" b="1" dirty="0"/>
              <a:t>Socket Programming: C++ D</a:t>
            </a:r>
            <a:r>
              <a:rPr lang="en-US" altLang="zh-CN" b="1" dirty="0"/>
              <a:t>emo</a:t>
            </a:r>
            <a:endParaRPr lang="en-US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F3D9E-9166-4273-8B03-7022E90DEFDD}"/>
              </a:ext>
            </a:extLst>
          </p:cNvPr>
          <p:cNvSpPr txBox="1"/>
          <p:nvPr/>
        </p:nvSpPr>
        <p:spPr>
          <a:xfrm>
            <a:off x="5799626" y="6461157"/>
            <a:ext cx="63923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200" dirty="0"/>
              <a:t>https://github.com/henryhxu/CSCI4430/tree/2025_spring/tutorial/T01/bgreeves-socket-example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FB4A832-769B-4D5F-9DE0-7FC7B505E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523" y="998472"/>
            <a:ext cx="4241523" cy="562948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BC7BFA0-DA89-4C74-B056-99EE5AAC1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8486" y="1454101"/>
            <a:ext cx="3660898" cy="39133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AC2F1D03-6241-4515-AD65-B405F2A8B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3349" y="3009074"/>
            <a:ext cx="3535037" cy="3412039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1CD11CC1-F2C8-4277-B8F0-3B9C4BA3A899}"/>
              </a:ext>
            </a:extLst>
          </p:cNvPr>
          <p:cNvSpPr/>
          <p:nvPr/>
        </p:nvSpPr>
        <p:spPr>
          <a:xfrm>
            <a:off x="1330036" y="5978769"/>
            <a:ext cx="2346747" cy="306932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9B237F-D1E8-494E-B87B-7831F0F8EDE5}"/>
              </a:ext>
            </a:extLst>
          </p:cNvPr>
          <p:cNvCxnSpPr>
            <a:cxnSpLocks/>
          </p:cNvCxnSpPr>
          <p:nvPr/>
        </p:nvCxnSpPr>
        <p:spPr>
          <a:xfrm flipV="1">
            <a:off x="3606445" y="4623155"/>
            <a:ext cx="709779" cy="1325563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869F019B-D00F-48D3-9D08-D540CCE69A35}"/>
              </a:ext>
            </a:extLst>
          </p:cNvPr>
          <p:cNvSpPr txBox="1"/>
          <p:nvPr/>
        </p:nvSpPr>
        <p:spPr>
          <a:xfrm>
            <a:off x="3779094" y="1287844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9C0A796-6341-4329-99D9-38EEA781A9F0}"/>
              </a:ext>
            </a:extLst>
          </p:cNvPr>
          <p:cNvSpPr txBox="1"/>
          <p:nvPr/>
        </p:nvSpPr>
        <p:spPr>
          <a:xfrm>
            <a:off x="6450610" y="3271356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D201568-4544-4A40-A3A3-18695576894A}"/>
              </a:ext>
            </a:extLst>
          </p:cNvPr>
          <p:cNvSpPr txBox="1"/>
          <p:nvPr/>
        </p:nvSpPr>
        <p:spPr>
          <a:xfrm>
            <a:off x="10425423" y="4942879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Client-side</a:t>
            </a:r>
            <a:endParaRPr lang="en-HK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3933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Link properties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Transmission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Propagation delay</a:t>
            </a:r>
          </a:p>
          <a:p>
            <a:pPr marL="0" indent="0">
              <a:buNone/>
            </a:pPr>
            <a:endParaRPr lang="en-US" sz="32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3EAC27-E08F-47FC-A318-3E4F125289D3}"/>
              </a:ext>
            </a:extLst>
          </p:cNvPr>
          <p:cNvGrpSpPr/>
          <p:nvPr/>
        </p:nvGrpSpPr>
        <p:grpSpPr>
          <a:xfrm>
            <a:off x="4405745" y="2542309"/>
            <a:ext cx="6891759" cy="3425391"/>
            <a:chOff x="6016420" y="2075995"/>
            <a:chExt cx="5976575" cy="302579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763B62-D650-40E3-9114-5B0B776EAE3F}"/>
                </a:ext>
              </a:extLst>
            </p:cNvPr>
            <p:cNvGrpSpPr/>
            <p:nvPr/>
          </p:nvGrpSpPr>
          <p:grpSpPr>
            <a:xfrm>
              <a:off x="7204375" y="2079313"/>
              <a:ext cx="851584" cy="3022478"/>
              <a:chOff x="8007939" y="1999795"/>
              <a:chExt cx="851584" cy="3022478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23C554-B0C4-419F-9F14-746DAE6988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7F972B-059F-4447-AF63-20C16818A38A}"/>
                  </a:ext>
                </a:extLst>
              </p:cNvPr>
              <p:cNvSpPr txBox="1"/>
              <p:nvPr/>
            </p:nvSpPr>
            <p:spPr>
              <a:xfrm>
                <a:off x="8007939" y="1999795"/>
                <a:ext cx="851584" cy="353434"/>
              </a:xfrm>
              <a:prstGeom prst="rect">
                <a:avLst/>
              </a:prstGeom>
              <a:noFill/>
              <a:ln w="12700"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Sender</a:t>
                </a:r>
                <a:endParaRPr lang="en-HK" sz="2000" b="1" dirty="0"/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2AA2FB-31FE-40EF-B8AA-62C4E760D0AF}"/>
                </a:ext>
              </a:extLst>
            </p:cNvPr>
            <p:cNvCxnSpPr/>
            <p:nvPr/>
          </p:nvCxnSpPr>
          <p:spPr>
            <a:xfrm>
              <a:off x="7287502" y="2580264"/>
              <a:ext cx="3262734" cy="0"/>
            </a:xfrm>
            <a:prstGeom prst="line">
              <a:avLst/>
            </a:prstGeom>
            <a:ln w="1270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DE616F1-3B30-41E1-9A2A-B0DD39EF5253}"/>
                </a:ext>
              </a:extLst>
            </p:cNvPr>
            <p:cNvGrpSpPr/>
            <p:nvPr/>
          </p:nvGrpSpPr>
          <p:grpSpPr>
            <a:xfrm>
              <a:off x="9763485" y="2075995"/>
              <a:ext cx="999551" cy="3025796"/>
              <a:chOff x="7938143" y="1996477"/>
              <a:chExt cx="999551" cy="3025796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0E9F338-FFA9-422F-AD24-B7C4ABB069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0B164B1-1E27-435E-818E-D5A3E813E1A1}"/>
                  </a:ext>
                </a:extLst>
              </p:cNvPr>
              <p:cNvSpPr txBox="1"/>
              <p:nvPr/>
            </p:nvSpPr>
            <p:spPr>
              <a:xfrm>
                <a:off x="7938143" y="1996477"/>
                <a:ext cx="999551" cy="35343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Receiver</a:t>
                </a:r>
                <a:endParaRPr lang="en-HK" sz="20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71689FA-5487-495C-A6D7-3F8B1058BCF8}"/>
                </a:ext>
              </a:extLst>
            </p:cNvPr>
            <p:cNvCxnSpPr/>
            <p:nvPr/>
          </p:nvCxnSpPr>
          <p:spPr>
            <a:xfrm>
              <a:off x="7626926" y="2580264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BC2DA02-B551-41D3-ADC5-6E762A567E0B}"/>
                </a:ext>
              </a:extLst>
            </p:cNvPr>
            <p:cNvCxnSpPr/>
            <p:nvPr/>
          </p:nvCxnSpPr>
          <p:spPr>
            <a:xfrm>
              <a:off x="7626926" y="4499119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1F7687EA-E3D3-47DD-844D-31C41471817F}"/>
                </a:ext>
              </a:extLst>
            </p:cNvPr>
            <p:cNvSpPr/>
            <p:nvPr/>
          </p:nvSpPr>
          <p:spPr>
            <a:xfrm>
              <a:off x="10336894" y="2580263"/>
              <a:ext cx="197942" cy="52647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 dirty="0">
                <a:highlight>
                  <a:srgbClr val="000000"/>
                </a:highlight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29A73E-472F-46A0-AF6F-65609AECBF45}"/>
                </a:ext>
              </a:extLst>
            </p:cNvPr>
            <p:cNvSpPr txBox="1"/>
            <p:nvPr/>
          </p:nvSpPr>
          <p:spPr>
            <a:xfrm>
              <a:off x="10614455" y="2520334"/>
              <a:ext cx="137854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Propagation delay</a:t>
              </a:r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F8885BED-7AF8-4E02-94BB-187FBA97E1C0}"/>
                </a:ext>
              </a:extLst>
            </p:cNvPr>
            <p:cNvSpPr/>
            <p:nvPr/>
          </p:nvSpPr>
          <p:spPr>
            <a:xfrm rot="10800000">
              <a:off x="7357161" y="2582410"/>
              <a:ext cx="179843" cy="1918855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C2DB60-63E6-4A7D-A242-92FB87EAE5FE}"/>
                </a:ext>
              </a:extLst>
            </p:cNvPr>
            <p:cNvSpPr txBox="1"/>
            <p:nvPr/>
          </p:nvSpPr>
          <p:spPr>
            <a:xfrm>
              <a:off x="6016420" y="3277497"/>
              <a:ext cx="138372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Transmission delay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Traffic mix and switch internals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Queuing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Processing delay (negligible?)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081220-A227-48C1-BD9E-0AC99BAA9538}"/>
              </a:ext>
            </a:extLst>
          </p:cNvPr>
          <p:cNvSpPr txBox="1"/>
          <p:nvPr/>
        </p:nvSpPr>
        <p:spPr>
          <a:xfrm>
            <a:off x="477982" y="6329341"/>
            <a:ext cx="6563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3"/>
              </a:rPr>
              <a:t>[1] Graphical_Description_of_Network_Delay.png (428×233) (wikimedia.org)</a:t>
            </a:r>
            <a:endParaRPr lang="en-HK" sz="1600" dirty="0"/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EEC492E9-D4EE-4DD8-B9DE-58DAD6BF8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4578" y="2673927"/>
            <a:ext cx="5767781" cy="313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30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Throughput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Throughput = Data transferred / Transfer time</a:t>
            </a:r>
          </a:p>
          <a:p>
            <a:endParaRPr lang="en-US" sz="3200" dirty="0"/>
          </a:p>
          <a:p>
            <a:r>
              <a:rPr lang="en-US" sz="3200" dirty="0"/>
              <a:t>Transfer time = transmission delay + propagation delay</a:t>
            </a:r>
          </a:p>
        </p:txBody>
      </p:sp>
    </p:spTree>
    <p:extLst>
      <p:ext uri="{BB962C8B-B14F-4D97-AF65-F5344CB8AC3E}">
        <p14:creationId xmlns:p14="http://schemas.microsoft.com/office/powerpoint/2010/main" val="14609821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Calculate the minimum RTT</a:t>
            </a:r>
            <a:r>
              <a:rPr lang="en-US" altLang="zh-CN" sz="2400" dirty="0"/>
              <a:t>(round-trip time)</a:t>
            </a:r>
            <a:r>
              <a:rPr lang="en-US" sz="2400" dirty="0"/>
              <a:t> for the link.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970195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>
                <a:solidFill>
                  <a:srgbClr val="FF0000"/>
                </a:solidFill>
              </a:rPr>
              <a:t>propagation delay = 385000 km / (3 * 10^5 km/s) = 1.28333s</a:t>
            </a:r>
          </a:p>
          <a:p>
            <a:r>
              <a:rPr lang="en-HK" sz="2400" dirty="0">
                <a:solidFill>
                  <a:srgbClr val="FF0000"/>
                </a:solidFill>
              </a:rPr>
              <a:t>RTT = 2 * propagation delay =  2 * 1.28333 = 2.56666s</a:t>
            </a:r>
          </a:p>
        </p:txBody>
      </p:sp>
    </p:spTree>
    <p:extLst>
      <p:ext uri="{BB962C8B-B14F-4D97-AF65-F5344CB8AC3E}">
        <p14:creationId xmlns:p14="http://schemas.microsoft.com/office/powerpoint/2010/main" val="746100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(b) Suppose Mission Control on Earth wishes to download a 25MB (1MB = 10^6B) image from a camera on the lunar base.</a:t>
            </a:r>
            <a:r>
              <a:rPr lang="zh-CN" altLang="en-US" sz="2400" dirty="0"/>
              <a:t> </a:t>
            </a:r>
            <a:r>
              <a:rPr lang="en-US" sz="2400" dirty="0"/>
              <a:t>What is the minimum amount of time that will elapse between when the request for the data goes out and the transfer is finished? Throughput?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5" y="5157912"/>
            <a:ext cx="109382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transmission delay = 25MB / 100Mbps = 25 * 8 / 100 = 2s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Transfer time = RTT (propagation delay) + transmission delay = 2.5666 + 2 = 4.5666s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Throughput = 25MB * 8 / (2s + 1.28333s) = 60.9 Mbps </a:t>
            </a:r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(</a:t>
            </a:r>
            <a:r>
              <a:rPr lang="en-US" altLang="zh-CN" sz="2400" dirty="0"/>
              <a:t>c</a:t>
            </a:r>
            <a:r>
              <a:rPr lang="en-US" sz="2400" dirty="0"/>
              <a:t>) The maximum number of flying bits on the link?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6" y="4983741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# bits = propagation delay * bandwidth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   = 1.28333s * 100Mbps = 1.28333 * 10^8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36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A 10-Mbps link with a single store-and-forward switch in the path, and a packet size of 5,000 bits. Assume that each section of the link introduces a propagation delay of 10 microseconds, and that the switch begins retransmitting immediately after it has finished receiving the packet.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54563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957FE7-3192-4E2E-8A82-067993A46EB8}"/>
              </a:ext>
            </a:extLst>
          </p:cNvPr>
          <p:cNvSpPr/>
          <p:nvPr/>
        </p:nvSpPr>
        <p:spPr>
          <a:xfrm>
            <a:off x="7012691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14B795-94E8-42ED-A686-292C209FE97A}"/>
              </a:ext>
            </a:extLst>
          </p:cNvPr>
          <p:cNvSpPr/>
          <p:nvPr/>
        </p:nvSpPr>
        <p:spPr>
          <a:xfrm>
            <a:off x="8225857" y="4352175"/>
            <a:ext cx="495013" cy="794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88E036-D62B-4B5A-8DA9-B91971C4D5AF}"/>
              </a:ext>
            </a:extLst>
          </p:cNvPr>
          <p:cNvSpPr txBox="1"/>
          <p:nvPr/>
        </p:nvSpPr>
        <p:spPr>
          <a:xfrm>
            <a:off x="8092098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switch</a:t>
            </a:r>
            <a:endParaRPr lang="en-HK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690A62-7B81-446B-A37B-DCFB899EE93F}"/>
              </a:ext>
            </a:extLst>
          </p:cNvPr>
          <p:cNvSpPr txBox="1"/>
          <p:nvPr/>
        </p:nvSpPr>
        <p:spPr>
          <a:xfrm>
            <a:off x="6883822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sender</a:t>
            </a:r>
            <a:endParaRPr lang="en-HK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261F6B-DC27-4A26-916A-02483C3E0A65}"/>
              </a:ext>
            </a:extLst>
          </p:cNvPr>
          <p:cNvSpPr/>
          <p:nvPr/>
        </p:nvSpPr>
        <p:spPr>
          <a:xfrm>
            <a:off x="9447040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6CD1DC0-0FB1-495F-8A7D-B4860FF046CE}"/>
              </a:ext>
            </a:extLst>
          </p:cNvPr>
          <p:cNvSpPr txBox="1"/>
          <p:nvPr/>
        </p:nvSpPr>
        <p:spPr>
          <a:xfrm>
            <a:off x="9272031" y="5184153"/>
            <a:ext cx="1013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receiver</a:t>
            </a:r>
            <a:endParaRPr lang="en-HK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7DF12A7-EF3B-42FC-A64F-60AC297AB4C1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7507704" y="4748959"/>
            <a:ext cx="718153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D86C3B0-0E09-45B0-B0D8-1A5C568D255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8720870" y="4748959"/>
            <a:ext cx="726170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07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22" name="Content Placeholder 21" descr="Diagram&#10;&#10;Description automatically generated">
            <a:extLst>
              <a:ext uri="{FF2B5EF4-FFF2-40B4-BE49-F238E27FC236}">
                <a16:creationId xmlns:a16="http://schemas.microsoft.com/office/drawing/2014/main" id="{DFF2D468-519E-4691-ACEC-0EED62F76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21358" y="1534679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38826634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(b) A 10-Mbps link with a single cut-off switch in the path, and a packet size of 5,000 bits. Assume that each section of the link introduces a propagation delay of 10 microseconds, and that the switch begins retransmitting immediately after the first 200 bits have been received.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12" name="Content Placeholder 11" descr="Chart&#10;&#10;Description automatically generated">
            <a:extLst>
              <a:ext uri="{FF2B5EF4-FFF2-40B4-BE49-F238E27FC236}">
                <a16:creationId xmlns:a16="http://schemas.microsoft.com/office/drawing/2014/main" id="{66B09C93-3DD9-4BA2-8D2C-824A872D42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21358" y="1405678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1261831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18211" y="2760582"/>
            <a:ext cx="241867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3238</TotalTime>
  <Words>1369</Words>
  <Application>Microsoft Office PowerPoint</Application>
  <PresentationFormat>宽屏</PresentationFormat>
  <Paragraphs>223</Paragraphs>
  <Slides>22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Consolas</vt:lpstr>
      <vt:lpstr>Courier New</vt:lpstr>
      <vt:lpstr>Office Theme</vt:lpstr>
      <vt:lpstr>CSCI 4430 - Spring 25</vt:lpstr>
      <vt:lpstr>Outline</vt:lpstr>
      <vt:lpstr>Assignment 1 </vt:lpstr>
      <vt:lpstr>Assignment 2&amp;3 Group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Server Parallelization</vt:lpstr>
      <vt:lpstr>Socket Programming: C++ Demo</vt:lpstr>
      <vt:lpstr>Performance Metrics - Delay</vt:lpstr>
      <vt:lpstr>Performance Metrics - Delay</vt:lpstr>
      <vt:lpstr>Performance Metrics - Throughput</vt:lpstr>
      <vt:lpstr>Exercise - Q1</vt:lpstr>
      <vt:lpstr>Exercise - Q1</vt:lpstr>
      <vt:lpstr>Exercise - Q1</vt:lpstr>
      <vt:lpstr>Exercise - Q2</vt:lpstr>
      <vt:lpstr>Exercise - Q2</vt:lpstr>
      <vt:lpstr>Exercise - Q2</vt:lpstr>
      <vt:lpstr>Exercise - Q2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121</cp:revision>
  <dcterms:created xsi:type="dcterms:W3CDTF">2022-01-09T08:27:06Z</dcterms:created>
  <dcterms:modified xsi:type="dcterms:W3CDTF">2025-01-16T07:13:32Z</dcterms:modified>
</cp:coreProperties>
</file>