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7" r:id="rId4"/>
    <p:sldId id="289" r:id="rId5"/>
    <p:sldId id="283" r:id="rId6"/>
    <p:sldId id="261" r:id="rId7"/>
    <p:sldId id="260" r:id="rId8"/>
    <p:sldId id="284" r:id="rId9"/>
    <p:sldId id="286" r:id="rId10"/>
    <p:sldId id="287" r:id="rId11"/>
    <p:sldId id="285" r:id="rId12"/>
    <p:sldId id="259" r:id="rId13"/>
    <p:sldId id="282" r:id="rId14"/>
    <p:sldId id="273" r:id="rId15"/>
    <p:sldId id="274" r:id="rId16"/>
    <p:sldId id="281" r:id="rId17"/>
    <p:sldId id="275" r:id="rId18"/>
    <p:sldId id="277" r:id="rId19"/>
    <p:sldId id="278" r:id="rId20"/>
    <p:sldId id="279" r:id="rId21"/>
    <p:sldId id="280" r:id="rId22"/>
    <p:sldId id="27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5"/>
    <p:restoredTop sz="86178" autoAdjust="0"/>
  </p:normalViewPr>
  <p:slideViewPr>
    <p:cSldViewPr snapToGrid="0" snapToObjects="1">
      <p:cViewPr varScale="1">
        <p:scale>
          <a:sx n="139" d="100"/>
          <a:sy n="139" d="100"/>
        </p:scale>
        <p:origin x="5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, Qingyu" userId="498998f4-7f18-4549-a740-dcfb6e1e3d22" providerId="ADAL" clId="{A2A67607-707D-9A4B-B498-57C0CB8C6AF6}"/>
    <pc:docChg chg="undo custSel addSld delSld modSld">
      <pc:chgData name="SONG, Qingyu" userId="498998f4-7f18-4549-a740-dcfb6e1e3d22" providerId="ADAL" clId="{A2A67607-707D-9A4B-B498-57C0CB8C6AF6}" dt="2022-01-09T09:39:47.453" v="739" actId="20577"/>
      <pc:docMkLst>
        <pc:docMk/>
      </pc:docMkLst>
      <pc:sldChg chg="modSp mod">
        <pc:chgData name="SONG, Qingyu" userId="498998f4-7f18-4549-a740-dcfb6e1e3d22" providerId="ADAL" clId="{A2A67607-707D-9A4B-B498-57C0CB8C6AF6}" dt="2022-01-09T08:43:56.456" v="166" actId="27636"/>
        <pc:sldMkLst>
          <pc:docMk/>
          <pc:sldMk cId="356419186" sldId="256"/>
        </pc:sldMkLst>
        <pc:spChg chg="mod">
          <ac:chgData name="SONG, Qingyu" userId="498998f4-7f18-4549-a740-dcfb6e1e3d22" providerId="ADAL" clId="{A2A67607-707D-9A4B-B498-57C0CB8C6AF6}" dt="2022-01-09T08:43:56.456" v="166" actId="27636"/>
          <ac:spMkLst>
            <pc:docMk/>
            <pc:sldMk cId="356419186" sldId="256"/>
            <ac:spMk id="3" creationId="{6CEAD46B-2981-B54E-B7BD-5B165BCFE3E7}"/>
          </ac:spMkLst>
        </pc:spChg>
      </pc:sldChg>
      <pc:sldChg chg="modSp mod">
        <pc:chgData name="SONG, Qingyu" userId="498998f4-7f18-4549-a740-dcfb6e1e3d22" providerId="ADAL" clId="{A2A67607-707D-9A4B-B498-57C0CB8C6AF6}" dt="2022-01-09T09:39:47.453" v="739" actId="20577"/>
        <pc:sldMkLst>
          <pc:docMk/>
          <pc:sldMk cId="1947847713" sldId="257"/>
        </pc:sldMkLst>
        <pc:spChg chg="mod">
          <ac:chgData name="SONG, Qingyu" userId="498998f4-7f18-4549-a740-dcfb6e1e3d22" providerId="ADAL" clId="{A2A67607-707D-9A4B-B498-57C0CB8C6AF6}" dt="2022-01-09T08:44:45.239" v="171" actId="20577"/>
          <ac:spMkLst>
            <pc:docMk/>
            <pc:sldMk cId="1947847713" sldId="257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39:47.453" v="739" actId="20577"/>
          <ac:spMkLst>
            <pc:docMk/>
            <pc:sldMk cId="1947847713" sldId="257"/>
            <ac:spMk id="3" creationId="{8F20472D-613F-3748-9CBD-88055CDB4B08}"/>
          </ac:spMkLst>
        </pc:spChg>
      </pc:sldChg>
      <pc:sldChg chg="modSp add mod">
        <pc:chgData name="SONG, Qingyu" userId="498998f4-7f18-4549-a740-dcfb6e1e3d22" providerId="ADAL" clId="{A2A67607-707D-9A4B-B498-57C0CB8C6AF6}" dt="2022-01-09T08:45:17.052" v="215" actId="20577"/>
        <pc:sldMkLst>
          <pc:docMk/>
          <pc:sldMk cId="440415094" sldId="258"/>
        </pc:sldMkLst>
        <pc:spChg chg="mod">
          <ac:chgData name="SONG, Qingyu" userId="498998f4-7f18-4549-a740-dcfb6e1e3d22" providerId="ADAL" clId="{A2A67607-707D-9A4B-B498-57C0CB8C6AF6}" dt="2022-01-09T08:45:00.824" v="186" actId="20577"/>
          <ac:spMkLst>
            <pc:docMk/>
            <pc:sldMk cId="440415094" sldId="258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8:45:17.052" v="215" actId="20577"/>
          <ac:spMkLst>
            <pc:docMk/>
            <pc:sldMk cId="440415094" sldId="258"/>
            <ac:spMk id="3" creationId="{8F20472D-613F-3748-9CBD-88055CDB4B08}"/>
          </ac:spMkLst>
        </pc:spChg>
      </pc:sldChg>
      <pc:sldChg chg="new del">
        <pc:chgData name="SONG, Qingyu" userId="498998f4-7f18-4549-a740-dcfb6e1e3d22" providerId="ADAL" clId="{A2A67607-707D-9A4B-B498-57C0CB8C6AF6}" dt="2022-01-09T08:44:50.281" v="173" actId="680"/>
        <pc:sldMkLst>
          <pc:docMk/>
          <pc:sldMk cId="1741813886" sldId="258"/>
        </pc:sldMkLst>
      </pc:sldChg>
      <pc:sldChg chg="modSp add mod">
        <pc:chgData name="SONG, Qingyu" userId="498998f4-7f18-4549-a740-dcfb6e1e3d22" providerId="ADAL" clId="{A2A67607-707D-9A4B-B498-57C0CB8C6AF6}" dt="2022-01-09T08:46:18.147" v="243" actId="123"/>
        <pc:sldMkLst>
          <pc:docMk/>
          <pc:sldMk cId="1573737923" sldId="259"/>
        </pc:sldMkLst>
        <pc:spChg chg="mod">
          <ac:chgData name="SONG, Qingyu" userId="498998f4-7f18-4549-a740-dcfb6e1e3d22" providerId="ADAL" clId="{A2A67607-707D-9A4B-B498-57C0CB8C6AF6}" dt="2022-01-09T08:45:34.361" v="219"/>
          <ac:spMkLst>
            <pc:docMk/>
            <pc:sldMk cId="1573737923" sldId="259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8:46:18.147" v="243" actId="123"/>
          <ac:spMkLst>
            <pc:docMk/>
            <pc:sldMk cId="1573737923" sldId="259"/>
            <ac:spMk id="3" creationId="{8F20472D-613F-3748-9CBD-88055CDB4B08}"/>
          </ac:spMkLst>
        </pc:spChg>
      </pc:sldChg>
      <pc:sldChg chg="add del">
        <pc:chgData name="SONG, Qingyu" userId="498998f4-7f18-4549-a740-dcfb6e1e3d22" providerId="ADAL" clId="{A2A67607-707D-9A4B-B498-57C0CB8C6AF6}" dt="2022-01-09T08:45:26.162" v="217"/>
        <pc:sldMkLst>
          <pc:docMk/>
          <pc:sldMk cId="2702226723" sldId="259"/>
        </pc:sldMkLst>
      </pc:sldChg>
      <pc:sldChg chg="addSp delSp modSp add mod">
        <pc:chgData name="SONG, Qingyu" userId="498998f4-7f18-4549-a740-dcfb6e1e3d22" providerId="ADAL" clId="{A2A67607-707D-9A4B-B498-57C0CB8C6AF6}" dt="2022-01-09T08:48:11.318" v="252" actId="1076"/>
        <pc:sldMkLst>
          <pc:docMk/>
          <pc:sldMk cId="2648031906" sldId="260"/>
        </pc:sldMkLst>
        <pc:spChg chg="mod">
          <ac:chgData name="SONG, Qingyu" userId="498998f4-7f18-4549-a740-dcfb6e1e3d22" providerId="ADAL" clId="{A2A67607-707D-9A4B-B498-57C0CB8C6AF6}" dt="2022-01-09T08:47:00.476" v="248"/>
          <ac:spMkLst>
            <pc:docMk/>
            <pc:sldMk cId="2648031906" sldId="260"/>
            <ac:spMk id="2" creationId="{45C79BA1-37A3-5741-B0A1-E64646E4283C}"/>
          </ac:spMkLst>
        </pc:spChg>
        <pc:spChg chg="del mod">
          <ac:chgData name="SONG, Qingyu" userId="498998f4-7f18-4549-a740-dcfb6e1e3d22" providerId="ADAL" clId="{A2A67607-707D-9A4B-B498-57C0CB8C6AF6}" dt="2022-01-09T08:48:01.560" v="250"/>
          <ac:spMkLst>
            <pc:docMk/>
            <pc:sldMk cId="2648031906" sldId="260"/>
            <ac:spMk id="3" creationId="{8F20472D-613F-3748-9CBD-88055CDB4B08}"/>
          </ac:spMkLst>
        </pc:spChg>
        <pc:picChg chg="add mod">
          <ac:chgData name="SONG, Qingyu" userId="498998f4-7f18-4549-a740-dcfb6e1e3d22" providerId="ADAL" clId="{A2A67607-707D-9A4B-B498-57C0CB8C6AF6}" dt="2022-01-09T08:48:11.318" v="252" actId="1076"/>
          <ac:picMkLst>
            <pc:docMk/>
            <pc:sldMk cId="2648031906" sldId="260"/>
            <ac:picMk id="4" creationId="{E1F1B7FF-0FBF-3D45-81DD-BA45BC44D742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8:48:40.756" v="255"/>
        <pc:sldMkLst>
          <pc:docMk/>
          <pc:sldMk cId="2279024797" sldId="261"/>
        </pc:sldMkLst>
        <pc:spChg chg="mod">
          <ac:chgData name="SONG, Qingyu" userId="498998f4-7f18-4549-a740-dcfb6e1e3d22" providerId="ADAL" clId="{A2A67607-707D-9A4B-B498-57C0CB8C6AF6}" dt="2022-01-09T08:48:28.653" v="253"/>
          <ac:spMkLst>
            <pc:docMk/>
            <pc:sldMk cId="2279024797" sldId="261"/>
            <ac:spMk id="2" creationId="{45C79BA1-37A3-5741-B0A1-E64646E4283C}"/>
          </ac:spMkLst>
        </pc:spChg>
        <pc:spChg chg="del mod">
          <ac:chgData name="SONG, Qingyu" userId="498998f4-7f18-4549-a740-dcfb6e1e3d22" providerId="ADAL" clId="{A2A67607-707D-9A4B-B498-57C0CB8C6AF6}" dt="2022-01-09T08:48:40.756" v="255"/>
          <ac:spMkLst>
            <pc:docMk/>
            <pc:sldMk cId="2279024797" sldId="261"/>
            <ac:spMk id="3" creationId="{8F20472D-613F-3748-9CBD-88055CDB4B08}"/>
          </ac:spMkLst>
        </pc:spChg>
        <pc:picChg chg="add mod">
          <ac:chgData name="SONG, Qingyu" userId="498998f4-7f18-4549-a740-dcfb6e1e3d22" providerId="ADAL" clId="{A2A67607-707D-9A4B-B498-57C0CB8C6AF6}" dt="2022-01-09T08:48:40.756" v="255"/>
          <ac:picMkLst>
            <pc:docMk/>
            <pc:sldMk cId="2279024797" sldId="261"/>
            <ac:picMk id="4" creationId="{E0803F26-69FA-F141-8053-17ADFC76B873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8:52:22.570" v="367"/>
        <pc:sldMkLst>
          <pc:docMk/>
          <pc:sldMk cId="2946419580" sldId="262"/>
        </pc:sldMkLst>
        <pc:spChg chg="mod">
          <ac:chgData name="SONG, Qingyu" userId="498998f4-7f18-4549-a740-dcfb6e1e3d22" providerId="ADAL" clId="{A2A67607-707D-9A4B-B498-57C0CB8C6AF6}" dt="2022-01-09T08:52:22.570" v="367"/>
          <ac:spMkLst>
            <pc:docMk/>
            <pc:sldMk cId="2946419580" sldId="262"/>
            <ac:spMk id="2" creationId="{45C79BA1-37A3-5741-B0A1-E64646E4283C}"/>
          </ac:spMkLst>
        </pc:spChg>
        <pc:spChg chg="del mod">
          <ac:chgData name="SONG, Qingyu" userId="498998f4-7f18-4549-a740-dcfb6e1e3d22" providerId="ADAL" clId="{A2A67607-707D-9A4B-B498-57C0CB8C6AF6}" dt="2022-01-09T08:49:04.320" v="257"/>
          <ac:spMkLst>
            <pc:docMk/>
            <pc:sldMk cId="2946419580" sldId="262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8:49:30.001" v="288" actId="1076"/>
          <ac:spMkLst>
            <pc:docMk/>
            <pc:sldMk cId="2946419580" sldId="262"/>
            <ac:spMk id="5" creationId="{99B591B7-0ED3-894C-A352-8477ED74F3BB}"/>
          </ac:spMkLst>
        </pc:spChg>
        <pc:spChg chg="add mod">
          <ac:chgData name="SONG, Qingyu" userId="498998f4-7f18-4549-a740-dcfb6e1e3d22" providerId="ADAL" clId="{A2A67607-707D-9A4B-B498-57C0CB8C6AF6}" dt="2022-01-09T08:49:34.916" v="289" actId="1076"/>
          <ac:spMkLst>
            <pc:docMk/>
            <pc:sldMk cId="2946419580" sldId="262"/>
            <ac:spMk id="6" creationId="{95A8685D-FCCD-1D48-84F7-D47520F09B5B}"/>
          </ac:spMkLst>
        </pc:spChg>
        <pc:picChg chg="add mod">
          <ac:chgData name="SONG, Qingyu" userId="498998f4-7f18-4549-a740-dcfb6e1e3d22" providerId="ADAL" clId="{A2A67607-707D-9A4B-B498-57C0CB8C6AF6}" dt="2022-01-09T08:49:04.320" v="257"/>
          <ac:picMkLst>
            <pc:docMk/>
            <pc:sldMk cId="2946419580" sldId="262"/>
            <ac:picMk id="4" creationId="{8D11AF92-8AD0-444F-83E3-E11532277980}"/>
          </ac:picMkLst>
        </pc:picChg>
      </pc:sldChg>
      <pc:sldChg chg="addSp modSp add mod">
        <pc:chgData name="SONG, Qingyu" userId="498998f4-7f18-4549-a740-dcfb6e1e3d22" providerId="ADAL" clId="{A2A67607-707D-9A4B-B498-57C0CB8C6AF6}" dt="2022-01-09T09:02:56.402" v="628" actId="1076"/>
        <pc:sldMkLst>
          <pc:docMk/>
          <pc:sldMk cId="2477746496" sldId="263"/>
        </pc:sldMkLst>
        <pc:spChg chg="mod">
          <ac:chgData name="SONG, Qingyu" userId="498998f4-7f18-4549-a740-dcfb6e1e3d22" providerId="ADAL" clId="{A2A67607-707D-9A4B-B498-57C0CB8C6AF6}" dt="2022-01-09T08:57:23.226" v="476" actId="20577"/>
          <ac:spMkLst>
            <pc:docMk/>
            <pc:sldMk cId="2477746496" sldId="263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0:36.805" v="554" actId="14100"/>
          <ac:spMkLst>
            <pc:docMk/>
            <pc:sldMk cId="2477746496" sldId="263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9:00:42.462" v="558" actId="403"/>
          <ac:spMkLst>
            <pc:docMk/>
            <pc:sldMk cId="2477746496" sldId="263"/>
            <ac:spMk id="5" creationId="{D0C166B3-D1B0-6A4E-9334-36DA412495C4}"/>
          </ac:spMkLst>
        </pc:spChg>
        <pc:picChg chg="add mod">
          <ac:chgData name="SONG, Qingyu" userId="498998f4-7f18-4549-a740-dcfb6e1e3d22" providerId="ADAL" clId="{A2A67607-707D-9A4B-B498-57C0CB8C6AF6}" dt="2022-01-09T09:02:56.402" v="628" actId="1076"/>
          <ac:picMkLst>
            <pc:docMk/>
            <pc:sldMk cId="2477746496" sldId="263"/>
            <ac:picMk id="4" creationId="{89B148E8-50D7-4542-A495-2257CE9D6A0C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9:00:55.037" v="585" actId="1036"/>
        <pc:sldMkLst>
          <pc:docMk/>
          <pc:sldMk cId="3355003134" sldId="264"/>
        </pc:sldMkLst>
        <pc:spChg chg="mod">
          <ac:chgData name="SONG, Qingyu" userId="498998f4-7f18-4549-a740-dcfb6e1e3d22" providerId="ADAL" clId="{A2A67607-707D-9A4B-B498-57C0CB8C6AF6}" dt="2022-01-09T08:52:41.807" v="379"/>
          <ac:spMkLst>
            <pc:docMk/>
            <pc:sldMk cId="3355003134" sldId="264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8:59:52.346" v="535" actId="14100"/>
          <ac:spMkLst>
            <pc:docMk/>
            <pc:sldMk cId="3355003134" sldId="264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9:00:50.651" v="567" actId="1036"/>
          <ac:spMkLst>
            <pc:docMk/>
            <pc:sldMk cId="3355003134" sldId="264"/>
            <ac:spMk id="6" creationId="{8B586356-C565-9B40-BF75-839DA7B53FCB}"/>
          </ac:spMkLst>
        </pc:spChg>
        <pc:picChg chg="del">
          <ac:chgData name="SONG, Qingyu" userId="498998f4-7f18-4549-a740-dcfb6e1e3d22" providerId="ADAL" clId="{A2A67607-707D-9A4B-B498-57C0CB8C6AF6}" dt="2022-01-09T08:53:07.781" v="381" actId="478"/>
          <ac:picMkLst>
            <pc:docMk/>
            <pc:sldMk cId="3355003134" sldId="264"/>
            <ac:picMk id="4" creationId="{89B148E8-50D7-4542-A495-2257CE9D6A0C}"/>
          </ac:picMkLst>
        </pc:picChg>
        <pc:picChg chg="add mod">
          <ac:chgData name="SONG, Qingyu" userId="498998f4-7f18-4549-a740-dcfb6e1e3d22" providerId="ADAL" clId="{A2A67607-707D-9A4B-B498-57C0CB8C6AF6}" dt="2022-01-09T09:00:55.037" v="585" actId="1036"/>
          <ac:picMkLst>
            <pc:docMk/>
            <pc:sldMk cId="3355003134" sldId="264"/>
            <ac:picMk id="5" creationId="{273285BD-3165-3D46-A0CB-9A06242E6EF4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9:01:01.172" v="602" actId="1036"/>
        <pc:sldMkLst>
          <pc:docMk/>
          <pc:sldMk cId="3781525919" sldId="265"/>
        </pc:sldMkLst>
        <pc:spChg chg="mod">
          <ac:chgData name="SONG, Qingyu" userId="498998f4-7f18-4549-a740-dcfb6e1e3d22" providerId="ADAL" clId="{A2A67607-707D-9A4B-B498-57C0CB8C6AF6}" dt="2022-01-09T08:56:55.874" v="468"/>
          <ac:spMkLst>
            <pc:docMk/>
            <pc:sldMk cId="3781525919" sldId="265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0:13.333" v="541" actId="14100"/>
          <ac:spMkLst>
            <pc:docMk/>
            <pc:sldMk cId="3781525919" sldId="265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9:00:24.761" v="547" actId="404"/>
          <ac:spMkLst>
            <pc:docMk/>
            <pc:sldMk cId="3781525919" sldId="265"/>
            <ac:spMk id="6" creationId="{3B692967-652C-AB4A-9FFE-F0D2464A2DD4}"/>
          </ac:spMkLst>
        </pc:spChg>
        <pc:picChg chg="del">
          <ac:chgData name="SONG, Qingyu" userId="498998f4-7f18-4549-a740-dcfb6e1e3d22" providerId="ADAL" clId="{A2A67607-707D-9A4B-B498-57C0CB8C6AF6}" dt="2022-01-09T08:55:10.406" v="439" actId="478"/>
          <ac:picMkLst>
            <pc:docMk/>
            <pc:sldMk cId="3781525919" sldId="265"/>
            <ac:picMk id="4" creationId="{89B148E8-50D7-4542-A495-2257CE9D6A0C}"/>
          </ac:picMkLst>
        </pc:picChg>
        <pc:picChg chg="add mod">
          <ac:chgData name="SONG, Qingyu" userId="498998f4-7f18-4549-a740-dcfb6e1e3d22" providerId="ADAL" clId="{A2A67607-707D-9A4B-B498-57C0CB8C6AF6}" dt="2022-01-09T09:01:01.172" v="602" actId="1036"/>
          <ac:picMkLst>
            <pc:docMk/>
            <pc:sldMk cId="3781525919" sldId="265"/>
            <ac:picMk id="5" creationId="{C3480844-4AD9-7945-A207-E3FE35124D43}"/>
          </ac:picMkLst>
        </pc:picChg>
      </pc:sldChg>
      <pc:sldChg chg="add del">
        <pc:chgData name="SONG, Qingyu" userId="498998f4-7f18-4549-a740-dcfb6e1e3d22" providerId="ADAL" clId="{A2A67607-707D-9A4B-B498-57C0CB8C6AF6}" dt="2022-01-09T08:56:47.408" v="466" actId="2696"/>
        <pc:sldMkLst>
          <pc:docMk/>
          <pc:sldMk cId="1610562717" sldId="266"/>
        </pc:sldMkLst>
      </pc:sldChg>
      <pc:sldChg chg="addSp delSp modSp add mod">
        <pc:chgData name="SONG, Qingyu" userId="498998f4-7f18-4549-a740-dcfb6e1e3d22" providerId="ADAL" clId="{A2A67607-707D-9A4B-B498-57C0CB8C6AF6}" dt="2022-01-09T09:01:29.138" v="610" actId="1076"/>
        <pc:sldMkLst>
          <pc:docMk/>
          <pc:sldMk cId="3863058764" sldId="266"/>
        </pc:sldMkLst>
        <pc:spChg chg="mod">
          <ac:chgData name="SONG, Qingyu" userId="498998f4-7f18-4549-a740-dcfb6e1e3d22" providerId="ADAL" clId="{A2A67607-707D-9A4B-B498-57C0CB8C6AF6}" dt="2022-01-09T08:57:52.495" v="484" actId="20577"/>
          <ac:spMkLst>
            <pc:docMk/>
            <pc:sldMk cId="3863058764" sldId="266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1:24.526" v="609" actId="14100"/>
          <ac:spMkLst>
            <pc:docMk/>
            <pc:sldMk cId="3863058764" sldId="266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9:01:29.138" v="610" actId="1076"/>
          <ac:spMkLst>
            <pc:docMk/>
            <pc:sldMk cId="3863058764" sldId="266"/>
            <ac:spMk id="6" creationId="{065A69BD-EADE-DA43-8E5A-0F49CD1E94FF}"/>
          </ac:spMkLst>
        </pc:spChg>
        <pc:picChg chg="add mod">
          <ac:chgData name="SONG, Qingyu" userId="498998f4-7f18-4549-a740-dcfb6e1e3d22" providerId="ADAL" clId="{A2A67607-707D-9A4B-B498-57C0CB8C6AF6}" dt="2022-01-09T09:01:20.609" v="608" actId="1076"/>
          <ac:picMkLst>
            <pc:docMk/>
            <pc:sldMk cId="3863058764" sldId="266"/>
            <ac:picMk id="4" creationId="{A1D5C397-6034-9D41-9BB4-A827A6FAA1BD}"/>
          </ac:picMkLst>
        </pc:picChg>
        <pc:picChg chg="add del">
          <ac:chgData name="SONG, Qingyu" userId="498998f4-7f18-4549-a740-dcfb6e1e3d22" providerId="ADAL" clId="{A2A67607-707D-9A4B-B498-57C0CB8C6AF6}" dt="2022-01-09T08:59:15.791" v="520" actId="478"/>
          <ac:picMkLst>
            <pc:docMk/>
            <pc:sldMk cId="3863058764" sldId="266"/>
            <ac:picMk id="5" creationId="{C3480844-4AD9-7945-A207-E3FE35124D43}"/>
          </ac:picMkLst>
        </pc:picChg>
      </pc:sldChg>
      <pc:sldChg chg="add del">
        <pc:chgData name="SONG, Qingyu" userId="498998f4-7f18-4549-a740-dcfb6e1e3d22" providerId="ADAL" clId="{A2A67607-707D-9A4B-B498-57C0CB8C6AF6}" dt="2022-01-09T08:56:47.926" v="467" actId="2696"/>
        <pc:sldMkLst>
          <pc:docMk/>
          <pc:sldMk cId="2034820447" sldId="267"/>
        </pc:sldMkLst>
      </pc:sldChg>
      <pc:sldChg chg="addSp delSp modSp add mod">
        <pc:chgData name="SONG, Qingyu" userId="498998f4-7f18-4549-a740-dcfb6e1e3d22" providerId="ADAL" clId="{A2A67607-707D-9A4B-B498-57C0CB8C6AF6}" dt="2022-01-09T09:03:51.796" v="655" actId="1037"/>
        <pc:sldMkLst>
          <pc:docMk/>
          <pc:sldMk cId="4271156151" sldId="267"/>
        </pc:sldMkLst>
        <pc:spChg chg="mod">
          <ac:chgData name="SONG, Qingyu" userId="498998f4-7f18-4549-a740-dcfb6e1e3d22" providerId="ADAL" clId="{A2A67607-707D-9A4B-B498-57C0CB8C6AF6}" dt="2022-01-09T09:02:05.389" v="619" actId="20577"/>
          <ac:spMkLst>
            <pc:docMk/>
            <pc:sldMk cId="4271156151" sldId="267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2:19.743" v="620"/>
          <ac:spMkLst>
            <pc:docMk/>
            <pc:sldMk cId="4271156151" sldId="267"/>
            <ac:spMk id="3" creationId="{8F20472D-613F-3748-9CBD-88055CDB4B08}"/>
          </ac:spMkLst>
        </pc:spChg>
        <pc:spChg chg="mod">
          <ac:chgData name="SONG, Qingyu" userId="498998f4-7f18-4549-a740-dcfb6e1e3d22" providerId="ADAL" clId="{A2A67607-707D-9A4B-B498-57C0CB8C6AF6}" dt="2022-01-09T09:02:29.871" v="622" actId="20577"/>
          <ac:spMkLst>
            <pc:docMk/>
            <pc:sldMk cId="4271156151" sldId="267"/>
            <ac:spMk id="6" creationId="{065A69BD-EADE-DA43-8E5A-0F49CD1E94FF}"/>
          </ac:spMkLst>
        </pc:spChg>
        <pc:picChg chg="del">
          <ac:chgData name="SONG, Qingyu" userId="498998f4-7f18-4549-a740-dcfb6e1e3d22" providerId="ADAL" clId="{A2A67607-707D-9A4B-B498-57C0CB8C6AF6}" dt="2022-01-09T09:02:39.138" v="623" actId="478"/>
          <ac:picMkLst>
            <pc:docMk/>
            <pc:sldMk cId="4271156151" sldId="267"/>
            <ac:picMk id="4" creationId="{A1D5C397-6034-9D41-9BB4-A827A6FAA1BD}"/>
          </ac:picMkLst>
        </pc:picChg>
        <pc:picChg chg="add mod">
          <ac:chgData name="SONG, Qingyu" userId="498998f4-7f18-4549-a740-dcfb6e1e3d22" providerId="ADAL" clId="{A2A67607-707D-9A4B-B498-57C0CB8C6AF6}" dt="2022-01-09T09:03:51.796" v="655" actId="1037"/>
          <ac:picMkLst>
            <pc:docMk/>
            <pc:sldMk cId="4271156151" sldId="267"/>
            <ac:picMk id="5" creationId="{20B8ECFB-DBDD-7147-A6FE-FB32D105F141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9:04:30.224" v="673" actId="1076"/>
        <pc:sldMkLst>
          <pc:docMk/>
          <pc:sldMk cId="3168600580" sldId="268"/>
        </pc:sldMkLst>
        <pc:spChg chg="mod">
          <ac:chgData name="SONG, Qingyu" userId="498998f4-7f18-4549-a740-dcfb6e1e3d22" providerId="ADAL" clId="{A2A67607-707D-9A4B-B498-57C0CB8C6AF6}" dt="2022-01-09T09:04:04.507" v="667" actId="20577"/>
          <ac:spMkLst>
            <pc:docMk/>
            <pc:sldMk cId="3168600580" sldId="268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4:09.928" v="668"/>
          <ac:spMkLst>
            <pc:docMk/>
            <pc:sldMk cId="3168600580" sldId="268"/>
            <ac:spMk id="3" creationId="{8F20472D-613F-3748-9CBD-88055CDB4B08}"/>
          </ac:spMkLst>
        </pc:spChg>
        <pc:spChg chg="mod">
          <ac:chgData name="SONG, Qingyu" userId="498998f4-7f18-4549-a740-dcfb6e1e3d22" providerId="ADAL" clId="{A2A67607-707D-9A4B-B498-57C0CB8C6AF6}" dt="2022-01-09T09:04:14.145" v="669"/>
          <ac:spMkLst>
            <pc:docMk/>
            <pc:sldMk cId="3168600580" sldId="268"/>
            <ac:spMk id="6" creationId="{065A69BD-EADE-DA43-8E5A-0F49CD1E94FF}"/>
          </ac:spMkLst>
        </pc:spChg>
        <pc:picChg chg="add mod">
          <ac:chgData name="SONG, Qingyu" userId="498998f4-7f18-4549-a740-dcfb6e1e3d22" providerId="ADAL" clId="{A2A67607-707D-9A4B-B498-57C0CB8C6AF6}" dt="2022-01-09T09:04:30.224" v="673" actId="1076"/>
          <ac:picMkLst>
            <pc:docMk/>
            <pc:sldMk cId="3168600580" sldId="268"/>
            <ac:picMk id="4" creationId="{E04675FE-F79E-C645-8EAA-C00F491721EB}"/>
          </ac:picMkLst>
        </pc:picChg>
        <pc:picChg chg="del">
          <ac:chgData name="SONG, Qingyu" userId="498998f4-7f18-4549-a740-dcfb6e1e3d22" providerId="ADAL" clId="{A2A67607-707D-9A4B-B498-57C0CB8C6AF6}" dt="2022-01-09T09:03:55.689" v="656" actId="478"/>
          <ac:picMkLst>
            <pc:docMk/>
            <pc:sldMk cId="3168600580" sldId="268"/>
            <ac:picMk id="5" creationId="{20B8ECFB-DBDD-7147-A6FE-FB32D105F141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9:05:24.298" v="694" actId="1076"/>
        <pc:sldMkLst>
          <pc:docMk/>
          <pc:sldMk cId="1589765134" sldId="269"/>
        </pc:sldMkLst>
        <pc:spChg chg="mod">
          <ac:chgData name="SONG, Qingyu" userId="498998f4-7f18-4549-a740-dcfb6e1e3d22" providerId="ADAL" clId="{A2A67607-707D-9A4B-B498-57C0CB8C6AF6}" dt="2022-01-09T09:04:45.920" v="676"/>
          <ac:spMkLst>
            <pc:docMk/>
            <pc:sldMk cId="1589765134" sldId="269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4:55.810" v="687" actId="20577"/>
          <ac:spMkLst>
            <pc:docMk/>
            <pc:sldMk cId="1589765134" sldId="269"/>
            <ac:spMk id="3" creationId="{8F20472D-613F-3748-9CBD-88055CDB4B08}"/>
          </ac:spMkLst>
        </pc:spChg>
        <pc:spChg chg="mod">
          <ac:chgData name="SONG, Qingyu" userId="498998f4-7f18-4549-a740-dcfb6e1e3d22" providerId="ADAL" clId="{A2A67607-707D-9A4B-B498-57C0CB8C6AF6}" dt="2022-01-09T09:05:09.254" v="690"/>
          <ac:spMkLst>
            <pc:docMk/>
            <pc:sldMk cId="1589765134" sldId="269"/>
            <ac:spMk id="6" creationId="{065A69BD-EADE-DA43-8E5A-0F49CD1E94FF}"/>
          </ac:spMkLst>
        </pc:spChg>
        <pc:picChg chg="del">
          <ac:chgData name="SONG, Qingyu" userId="498998f4-7f18-4549-a740-dcfb6e1e3d22" providerId="ADAL" clId="{A2A67607-707D-9A4B-B498-57C0CB8C6AF6}" dt="2022-01-09T09:05:18.814" v="691" actId="478"/>
          <ac:picMkLst>
            <pc:docMk/>
            <pc:sldMk cId="1589765134" sldId="269"/>
            <ac:picMk id="4" creationId="{E04675FE-F79E-C645-8EAA-C00F491721EB}"/>
          </ac:picMkLst>
        </pc:picChg>
        <pc:picChg chg="add mod">
          <ac:chgData name="SONG, Qingyu" userId="498998f4-7f18-4549-a740-dcfb6e1e3d22" providerId="ADAL" clId="{A2A67607-707D-9A4B-B498-57C0CB8C6AF6}" dt="2022-01-09T09:05:24.298" v="694" actId="1076"/>
          <ac:picMkLst>
            <pc:docMk/>
            <pc:sldMk cId="1589765134" sldId="269"/>
            <ac:picMk id="5" creationId="{7827AB7E-88BC-F041-A7B3-C9FD27A79BE9}"/>
          </ac:picMkLst>
        </pc:picChg>
      </pc:sldChg>
      <pc:sldChg chg="delSp modSp add mod">
        <pc:chgData name="SONG, Qingyu" userId="498998f4-7f18-4549-a740-dcfb6e1e3d22" providerId="ADAL" clId="{A2A67607-707D-9A4B-B498-57C0CB8C6AF6}" dt="2022-01-09T09:17:41.699" v="736"/>
        <pc:sldMkLst>
          <pc:docMk/>
          <pc:sldMk cId="1871005255" sldId="270"/>
        </pc:sldMkLst>
        <pc:spChg chg="mod">
          <ac:chgData name="SONG, Qingyu" userId="498998f4-7f18-4549-a740-dcfb6e1e3d22" providerId="ADAL" clId="{A2A67607-707D-9A4B-B498-57C0CB8C6AF6}" dt="2022-01-09T09:05:37.022" v="695"/>
          <ac:spMkLst>
            <pc:docMk/>
            <pc:sldMk cId="1871005255" sldId="270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17:41.699" v="736"/>
          <ac:spMkLst>
            <pc:docMk/>
            <pc:sldMk cId="1871005255" sldId="270"/>
            <ac:spMk id="3" creationId="{8F20472D-613F-3748-9CBD-88055CDB4B08}"/>
          </ac:spMkLst>
        </pc:spChg>
        <pc:spChg chg="del mod">
          <ac:chgData name="SONG, Qingyu" userId="498998f4-7f18-4549-a740-dcfb6e1e3d22" providerId="ADAL" clId="{A2A67607-707D-9A4B-B498-57C0CB8C6AF6}" dt="2022-01-09T09:07:05.309" v="699" actId="478"/>
          <ac:spMkLst>
            <pc:docMk/>
            <pc:sldMk cId="1871005255" sldId="270"/>
            <ac:spMk id="6" creationId="{065A69BD-EADE-DA43-8E5A-0F49CD1E94FF}"/>
          </ac:spMkLst>
        </pc:spChg>
        <pc:picChg chg="del">
          <ac:chgData name="SONG, Qingyu" userId="498998f4-7f18-4549-a740-dcfb6e1e3d22" providerId="ADAL" clId="{A2A67607-707D-9A4B-B498-57C0CB8C6AF6}" dt="2022-01-09T09:07:02.226" v="697" actId="478"/>
          <ac:picMkLst>
            <pc:docMk/>
            <pc:sldMk cId="1871005255" sldId="270"/>
            <ac:picMk id="4" creationId="{E04675FE-F79E-C645-8EAA-C00F491721EB}"/>
          </ac:picMkLst>
        </pc:picChg>
      </pc:sldChg>
      <pc:sldChg chg="modSp add mod">
        <pc:chgData name="SONG, Qingyu" userId="498998f4-7f18-4549-a740-dcfb6e1e3d22" providerId="ADAL" clId="{A2A67607-707D-9A4B-B498-57C0CB8C6AF6}" dt="2022-01-09T09:10:29.220" v="720" actId="403"/>
        <pc:sldMkLst>
          <pc:docMk/>
          <pc:sldMk cId="616564471" sldId="271"/>
        </pc:sldMkLst>
        <pc:spChg chg="mod">
          <ac:chgData name="SONG, Qingyu" userId="498998f4-7f18-4549-a740-dcfb6e1e3d22" providerId="ADAL" clId="{A2A67607-707D-9A4B-B498-57C0CB8C6AF6}" dt="2022-01-09T09:08:29.862" v="701"/>
          <ac:spMkLst>
            <pc:docMk/>
            <pc:sldMk cId="616564471" sldId="271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10:29.220" v="720" actId="403"/>
          <ac:spMkLst>
            <pc:docMk/>
            <pc:sldMk cId="616564471" sldId="271"/>
            <ac:spMk id="3" creationId="{8F20472D-613F-3748-9CBD-88055CDB4B08}"/>
          </ac:spMkLst>
        </pc:spChg>
      </pc:sldChg>
      <pc:sldChg chg="addSp delSp modSp new mod">
        <pc:chgData name="SONG, Qingyu" userId="498998f4-7f18-4549-a740-dcfb6e1e3d22" providerId="ADAL" clId="{A2A67607-707D-9A4B-B498-57C0CB8C6AF6}" dt="2022-01-09T09:11:07.645" v="730" actId="1076"/>
        <pc:sldMkLst>
          <pc:docMk/>
          <pc:sldMk cId="3216618933" sldId="272"/>
        </pc:sldMkLst>
        <pc:spChg chg="del">
          <ac:chgData name="SONG, Qingyu" userId="498998f4-7f18-4549-a740-dcfb6e1e3d22" providerId="ADAL" clId="{A2A67607-707D-9A4B-B498-57C0CB8C6AF6}" dt="2022-01-09T09:10:47.797" v="722" actId="478"/>
          <ac:spMkLst>
            <pc:docMk/>
            <pc:sldMk cId="3216618933" sldId="272"/>
            <ac:spMk id="2" creationId="{900EDBAF-B262-2241-AC45-A243A09C313B}"/>
          </ac:spMkLst>
        </pc:spChg>
        <pc:spChg chg="del">
          <ac:chgData name="SONG, Qingyu" userId="498998f4-7f18-4549-a740-dcfb6e1e3d22" providerId="ADAL" clId="{A2A67607-707D-9A4B-B498-57C0CB8C6AF6}" dt="2022-01-09T09:10:50.341" v="723" actId="478"/>
          <ac:spMkLst>
            <pc:docMk/>
            <pc:sldMk cId="3216618933" sldId="272"/>
            <ac:spMk id="3" creationId="{CE685DE1-EC4A-014A-BCA4-FAC5A190BA84}"/>
          </ac:spMkLst>
        </pc:spChg>
        <pc:spChg chg="add mod">
          <ac:chgData name="SONG, Qingyu" userId="498998f4-7f18-4549-a740-dcfb6e1e3d22" providerId="ADAL" clId="{A2A67607-707D-9A4B-B498-57C0CB8C6AF6}" dt="2022-01-09T09:11:07.645" v="730" actId="1076"/>
          <ac:spMkLst>
            <pc:docMk/>
            <pc:sldMk cId="3216618933" sldId="272"/>
            <ac:spMk id="4" creationId="{A8D2CAE8-E323-A14E-A62F-188A25405FEA}"/>
          </ac:spMkLst>
        </pc:spChg>
      </pc:sldChg>
    </pc:docChg>
  </pc:docChgLst>
  <pc:docChgLst>
    <pc:chgData name="Qingyu Song" userId="O4NG2utMRSC9bShTQouuMd1Uq3x00QhxVtEheGSGOoU=" providerId="None" clId="Web-{1A9491C6-FD31-4FA7-98FA-39E25D0B6578}"/>
    <pc:docChg chg="modSld">
      <pc:chgData name="Qingyu Song" userId="O4NG2utMRSC9bShTQouuMd1Uq3x00QhxVtEheGSGOoU=" providerId="None" clId="Web-{1A9491C6-FD31-4FA7-98FA-39E25D0B6578}" dt="2022-01-09T11:29:04.756" v="11" actId="20577"/>
      <pc:docMkLst>
        <pc:docMk/>
      </pc:docMkLst>
      <pc:sldChg chg="modSp">
        <pc:chgData name="Qingyu Song" userId="O4NG2utMRSC9bShTQouuMd1Uq3x00QhxVtEheGSGOoU=" providerId="None" clId="Web-{1A9491C6-FD31-4FA7-98FA-39E25D0B6578}" dt="2022-01-09T11:29:04.756" v="11" actId="20577"/>
        <pc:sldMkLst>
          <pc:docMk/>
          <pc:sldMk cId="1947847713" sldId="257"/>
        </pc:sldMkLst>
        <pc:spChg chg="mod">
          <ac:chgData name="Qingyu Song" userId="O4NG2utMRSC9bShTQouuMd1Uq3x00QhxVtEheGSGOoU=" providerId="None" clId="Web-{1A9491C6-FD31-4FA7-98FA-39E25D0B6578}" dt="2022-01-09T11:29:04.756" v="11" actId="20577"/>
          <ac:spMkLst>
            <pc:docMk/>
            <pc:sldMk cId="1947847713" sldId="257"/>
            <ac:spMk id="3" creationId="{8F20472D-613F-3748-9CBD-88055CDB4B08}"/>
          </ac:spMkLst>
        </pc:spChg>
      </pc:sldChg>
    </pc:docChg>
  </pc:docChgLst>
  <pc:docChgLst>
    <pc:chgData name="SONG, Qingyu" userId="498998f4-7f18-4549-a740-dcfb6e1e3d22" providerId="ADAL" clId="{0F84402B-494A-D841-9A43-F49E88B6429E}"/>
    <pc:docChg chg="undo redo custSel addSld delSld modSld">
      <pc:chgData name="SONG, Qingyu" userId="498998f4-7f18-4549-a740-dcfb6e1e3d22" providerId="ADAL" clId="{0F84402B-494A-D841-9A43-F49E88B6429E}" dt="2022-01-20T01:06:45.773" v="90"/>
      <pc:docMkLst>
        <pc:docMk/>
      </pc:docMkLst>
      <pc:sldChg chg="addSp">
        <pc:chgData name="SONG, Qingyu" userId="498998f4-7f18-4549-a740-dcfb6e1e3d22" providerId="ADAL" clId="{0F84402B-494A-D841-9A43-F49E88B6429E}" dt="2022-01-19T14:28:08.480" v="0"/>
        <pc:sldMkLst>
          <pc:docMk/>
          <pc:sldMk cId="356419186" sldId="256"/>
        </pc:sldMkLst>
        <pc:picChg chg="add">
          <ac:chgData name="SONG, Qingyu" userId="498998f4-7f18-4549-a740-dcfb6e1e3d22" providerId="ADAL" clId="{0F84402B-494A-D841-9A43-F49E88B6429E}" dt="2022-01-19T14:28:08.480" v="0"/>
          <ac:picMkLst>
            <pc:docMk/>
            <pc:sldMk cId="356419186" sldId="256"/>
            <ac:picMk id="6" creationId="{919BED88-AA1D-3144-ABB6-9C775BCC2765}"/>
          </ac:picMkLst>
        </pc:picChg>
      </pc:sldChg>
      <pc:sldChg chg="modSp mod">
        <pc:chgData name="SONG, Qingyu" userId="498998f4-7f18-4549-a740-dcfb6e1e3d22" providerId="ADAL" clId="{0F84402B-494A-D841-9A43-F49E88B6429E}" dt="2022-01-19T14:28:15.459" v="2" actId="20577"/>
        <pc:sldMkLst>
          <pc:docMk/>
          <pc:sldMk cId="1947847713" sldId="257"/>
        </pc:sldMkLst>
        <pc:spChg chg="mod">
          <ac:chgData name="SONG, Qingyu" userId="498998f4-7f18-4549-a740-dcfb6e1e3d22" providerId="ADAL" clId="{0F84402B-494A-D841-9A43-F49E88B6429E}" dt="2022-01-19T14:28:15.459" v="2" actId="20577"/>
          <ac:spMkLst>
            <pc:docMk/>
            <pc:sldMk cId="1947847713" sldId="257"/>
            <ac:spMk id="3" creationId="{8F20472D-613F-3748-9CBD-88055CDB4B08}"/>
          </ac:spMkLst>
        </pc:spChg>
      </pc:sldChg>
      <pc:sldChg chg="modSp mod">
        <pc:chgData name="SONG, Qingyu" userId="498998f4-7f18-4549-a740-dcfb6e1e3d22" providerId="ADAL" clId="{0F84402B-494A-D841-9A43-F49E88B6429E}" dt="2022-01-19T14:28:33.707" v="8" actId="20577"/>
        <pc:sldMkLst>
          <pc:docMk/>
          <pc:sldMk cId="440415094" sldId="258"/>
        </pc:sldMkLst>
        <pc:spChg chg="mod">
          <ac:chgData name="SONG, Qingyu" userId="498998f4-7f18-4549-a740-dcfb6e1e3d22" providerId="ADAL" clId="{0F84402B-494A-D841-9A43-F49E88B6429E}" dt="2022-01-19T14:28:33.707" v="8" actId="20577"/>
          <ac:spMkLst>
            <pc:docMk/>
            <pc:sldMk cId="440415094" sldId="258"/>
            <ac:spMk id="3" creationId="{8F20472D-613F-3748-9CBD-88055CDB4B08}"/>
          </ac:spMkLst>
        </pc:spChg>
      </pc:sldChg>
      <pc:sldChg chg="modSp mod">
        <pc:chgData name="SONG, Qingyu" userId="498998f4-7f18-4549-a740-dcfb6e1e3d22" providerId="ADAL" clId="{0F84402B-494A-D841-9A43-F49E88B6429E}" dt="2022-01-19T14:52:36.846" v="53" actId="20577"/>
        <pc:sldMkLst>
          <pc:docMk/>
          <pc:sldMk cId="746100141" sldId="274"/>
        </pc:sldMkLst>
        <pc:spChg chg="mod">
          <ac:chgData name="SONG, Qingyu" userId="498998f4-7f18-4549-a740-dcfb6e1e3d22" providerId="ADAL" clId="{0F84402B-494A-D841-9A43-F49E88B6429E}" dt="2022-01-19T14:30:51.589" v="9" actId="20577"/>
          <ac:spMkLst>
            <pc:docMk/>
            <pc:sldMk cId="746100141" sldId="274"/>
            <ac:spMk id="2" creationId="{45C79BA1-37A3-5741-B0A1-E64646E4283C}"/>
          </ac:spMkLst>
        </pc:spChg>
        <pc:spChg chg="mod">
          <ac:chgData name="SONG, Qingyu" userId="498998f4-7f18-4549-a740-dcfb6e1e3d22" providerId="ADAL" clId="{0F84402B-494A-D841-9A43-F49E88B6429E}" dt="2022-01-19T14:52:36.846" v="53" actId="20577"/>
          <ac:spMkLst>
            <pc:docMk/>
            <pc:sldMk cId="746100141" sldId="274"/>
            <ac:spMk id="3" creationId="{8F20472D-613F-3748-9CBD-88055CDB4B08}"/>
          </ac:spMkLst>
        </pc:spChg>
      </pc:sldChg>
      <pc:sldChg chg="modSp mod modAnim">
        <pc:chgData name="SONG, Qingyu" userId="498998f4-7f18-4549-a740-dcfb6e1e3d22" providerId="ADAL" clId="{0F84402B-494A-D841-9A43-F49E88B6429E}" dt="2022-01-19T14:53:09.710" v="57" actId="20577"/>
        <pc:sldMkLst>
          <pc:docMk/>
          <pc:sldMk cId="442365464" sldId="275"/>
        </pc:sldMkLst>
        <pc:spChg chg="mod">
          <ac:chgData name="SONG, Qingyu" userId="498998f4-7f18-4549-a740-dcfb6e1e3d22" providerId="ADAL" clId="{0F84402B-494A-D841-9A43-F49E88B6429E}" dt="2022-01-19T14:30:56.113" v="10"/>
          <ac:spMkLst>
            <pc:docMk/>
            <pc:sldMk cId="442365464" sldId="275"/>
            <ac:spMk id="2" creationId="{45C79BA1-37A3-5741-B0A1-E64646E4283C}"/>
          </ac:spMkLst>
        </pc:spChg>
        <pc:spChg chg="mod">
          <ac:chgData name="SONG, Qingyu" userId="498998f4-7f18-4549-a740-dcfb6e1e3d22" providerId="ADAL" clId="{0F84402B-494A-D841-9A43-F49E88B6429E}" dt="2022-01-19T14:53:09.710" v="57" actId="20577"/>
          <ac:spMkLst>
            <pc:docMk/>
            <pc:sldMk cId="442365464" sldId="275"/>
            <ac:spMk id="3" creationId="{8F20472D-613F-3748-9CBD-88055CDB4B08}"/>
          </ac:spMkLst>
        </pc:spChg>
        <pc:spChg chg="mod">
          <ac:chgData name="SONG, Qingyu" userId="498998f4-7f18-4549-a740-dcfb6e1e3d22" providerId="ADAL" clId="{0F84402B-494A-D841-9A43-F49E88B6429E}" dt="2022-01-19T14:52:30.806" v="49" actId="1036"/>
          <ac:spMkLst>
            <pc:docMk/>
            <pc:sldMk cId="442365464" sldId="275"/>
            <ac:spMk id="7" creationId="{B4F2FCAB-565E-4178-BECE-B014B8B03F74}"/>
          </ac:spMkLst>
        </pc:spChg>
      </pc:sldChg>
      <pc:sldChg chg="modSp del">
        <pc:chgData name="SONG, Qingyu" userId="498998f4-7f18-4549-a740-dcfb6e1e3d22" providerId="ADAL" clId="{0F84402B-494A-D841-9A43-F49E88B6429E}" dt="2022-01-19T14:53:04.928" v="55" actId="2696"/>
        <pc:sldMkLst>
          <pc:docMk/>
          <pc:sldMk cId="3494430642" sldId="276"/>
        </pc:sldMkLst>
        <pc:spChg chg="mod">
          <ac:chgData name="SONG, Qingyu" userId="498998f4-7f18-4549-a740-dcfb6e1e3d22" providerId="ADAL" clId="{0F84402B-494A-D841-9A43-F49E88B6429E}" dt="2022-01-19T14:31:04.578" v="12"/>
          <ac:spMkLst>
            <pc:docMk/>
            <pc:sldMk cId="3494430642" sldId="276"/>
            <ac:spMk id="2" creationId="{45C79BA1-37A3-5741-B0A1-E64646E4283C}"/>
          </ac:spMkLst>
        </pc:spChg>
      </pc:sldChg>
      <pc:sldChg chg="modSp mod">
        <pc:chgData name="SONG, Qingyu" userId="498998f4-7f18-4549-a740-dcfb6e1e3d22" providerId="ADAL" clId="{0F84402B-494A-D841-9A43-F49E88B6429E}" dt="2022-01-20T01:06:31.128" v="89" actId="20577"/>
        <pc:sldMkLst>
          <pc:docMk/>
          <pc:sldMk cId="4278079293" sldId="277"/>
        </pc:sldMkLst>
        <pc:spChg chg="mod">
          <ac:chgData name="SONG, Qingyu" userId="498998f4-7f18-4549-a740-dcfb6e1e3d22" providerId="ADAL" clId="{0F84402B-494A-D841-9A43-F49E88B6429E}" dt="2022-01-19T14:31:06.498" v="13" actId="20577"/>
          <ac:spMkLst>
            <pc:docMk/>
            <pc:sldMk cId="4278079293" sldId="277"/>
            <ac:spMk id="2" creationId="{45C79BA1-37A3-5741-B0A1-E64646E4283C}"/>
          </ac:spMkLst>
        </pc:spChg>
        <pc:spChg chg="mod">
          <ac:chgData name="SONG, Qingyu" userId="498998f4-7f18-4549-a740-dcfb6e1e3d22" providerId="ADAL" clId="{0F84402B-494A-D841-9A43-F49E88B6429E}" dt="2022-01-20T01:06:31.128" v="89" actId="20577"/>
          <ac:spMkLst>
            <pc:docMk/>
            <pc:sldMk cId="4278079293" sldId="277"/>
            <ac:spMk id="3" creationId="{8F20472D-613F-3748-9CBD-88055CDB4B08}"/>
          </ac:spMkLst>
        </pc:spChg>
      </pc:sldChg>
      <pc:sldChg chg="modSp">
        <pc:chgData name="SONG, Qingyu" userId="498998f4-7f18-4549-a740-dcfb6e1e3d22" providerId="ADAL" clId="{0F84402B-494A-D841-9A43-F49E88B6429E}" dt="2022-01-19T14:31:13.089" v="14"/>
        <pc:sldMkLst>
          <pc:docMk/>
          <pc:sldMk cId="3882663473" sldId="278"/>
        </pc:sldMkLst>
        <pc:spChg chg="mod">
          <ac:chgData name="SONG, Qingyu" userId="498998f4-7f18-4549-a740-dcfb6e1e3d22" providerId="ADAL" clId="{0F84402B-494A-D841-9A43-F49E88B6429E}" dt="2022-01-19T14:31:13.089" v="14"/>
          <ac:spMkLst>
            <pc:docMk/>
            <pc:sldMk cId="3882663473" sldId="278"/>
            <ac:spMk id="2" creationId="{45C79BA1-37A3-5741-B0A1-E64646E4283C}"/>
          </ac:spMkLst>
        </pc:spChg>
      </pc:sldChg>
      <pc:sldChg chg="modSp mod">
        <pc:chgData name="SONG, Qingyu" userId="498998f4-7f18-4549-a740-dcfb6e1e3d22" providerId="ADAL" clId="{0F84402B-494A-D841-9A43-F49E88B6429E}" dt="2022-01-20T01:06:45.773" v="90"/>
        <pc:sldMkLst>
          <pc:docMk/>
          <pc:sldMk cId="3927078520" sldId="279"/>
        </pc:sldMkLst>
        <pc:spChg chg="mod">
          <ac:chgData name="SONG, Qingyu" userId="498998f4-7f18-4549-a740-dcfb6e1e3d22" providerId="ADAL" clId="{0F84402B-494A-D841-9A43-F49E88B6429E}" dt="2022-01-19T14:31:16.215" v="15"/>
          <ac:spMkLst>
            <pc:docMk/>
            <pc:sldMk cId="3927078520" sldId="279"/>
            <ac:spMk id="2" creationId="{45C79BA1-37A3-5741-B0A1-E64646E4283C}"/>
          </ac:spMkLst>
        </pc:spChg>
        <pc:spChg chg="mod">
          <ac:chgData name="SONG, Qingyu" userId="498998f4-7f18-4549-a740-dcfb6e1e3d22" providerId="ADAL" clId="{0F84402B-494A-D841-9A43-F49E88B6429E}" dt="2022-01-20T01:06:45.773" v="90"/>
          <ac:spMkLst>
            <pc:docMk/>
            <pc:sldMk cId="3927078520" sldId="279"/>
            <ac:spMk id="3" creationId="{8F20472D-613F-3748-9CBD-88055CDB4B08}"/>
          </ac:spMkLst>
        </pc:spChg>
      </pc:sldChg>
      <pc:sldChg chg="modSp">
        <pc:chgData name="SONG, Qingyu" userId="498998f4-7f18-4549-a740-dcfb6e1e3d22" providerId="ADAL" clId="{0F84402B-494A-D841-9A43-F49E88B6429E}" dt="2022-01-19T14:31:20.046" v="16"/>
        <pc:sldMkLst>
          <pc:docMk/>
          <pc:sldMk cId="1261831385" sldId="280"/>
        </pc:sldMkLst>
        <pc:spChg chg="mod">
          <ac:chgData name="SONG, Qingyu" userId="498998f4-7f18-4549-a740-dcfb6e1e3d22" providerId="ADAL" clId="{0F84402B-494A-D841-9A43-F49E88B6429E}" dt="2022-01-19T14:31:20.046" v="16"/>
          <ac:spMkLst>
            <pc:docMk/>
            <pc:sldMk cId="1261831385" sldId="280"/>
            <ac:spMk id="2" creationId="{45C79BA1-37A3-5741-B0A1-E64646E4283C}"/>
          </ac:spMkLst>
        </pc:spChg>
      </pc:sldChg>
      <pc:sldChg chg="modSp add mod">
        <pc:chgData name="SONG, Qingyu" userId="498998f4-7f18-4549-a740-dcfb6e1e3d22" providerId="ADAL" clId="{0F84402B-494A-D841-9A43-F49E88B6429E}" dt="2022-01-19T14:55:18" v="62" actId="20577"/>
        <pc:sldMkLst>
          <pc:docMk/>
          <pc:sldMk cId="11664182" sldId="281"/>
        </pc:sldMkLst>
        <pc:spChg chg="mod">
          <ac:chgData name="SONG, Qingyu" userId="498998f4-7f18-4549-a740-dcfb6e1e3d22" providerId="ADAL" clId="{0F84402B-494A-D841-9A43-F49E88B6429E}" dt="2022-01-19T14:55:18" v="62" actId="20577"/>
          <ac:spMkLst>
            <pc:docMk/>
            <pc:sldMk cId="11664182" sldId="281"/>
            <ac:spMk id="3" creationId="{8F20472D-613F-3748-9CBD-88055CDB4B08}"/>
          </ac:spMkLst>
        </pc:spChg>
      </pc:sldChg>
    </pc:docChg>
  </pc:docChgLst>
  <pc:docChgLst>
    <pc:chgData name="FENG, Yicheng" userId="63ae093e-9cad-467c-bb2d-e823331db8b5" providerId="ADAL" clId="{C5EB1113-E297-44CF-AB22-BF357E1DAC9F}"/>
    <pc:docChg chg="undo custSel addSld delSld modSld">
      <pc:chgData name="FENG, Yicheng" userId="63ae093e-9cad-467c-bb2d-e823331db8b5" providerId="ADAL" clId="{C5EB1113-E297-44CF-AB22-BF357E1DAC9F}" dt="2025-01-14T07:14:44.667" v="607" actId="1076"/>
      <pc:docMkLst>
        <pc:docMk/>
      </pc:docMkLst>
      <pc:sldChg chg="modSp mod">
        <pc:chgData name="FENG, Yicheng" userId="63ae093e-9cad-467c-bb2d-e823331db8b5" providerId="ADAL" clId="{C5EB1113-E297-44CF-AB22-BF357E1DAC9F}" dt="2025-01-13T08:45:40.306" v="57" actId="20577"/>
        <pc:sldMkLst>
          <pc:docMk/>
          <pc:sldMk cId="356419186" sldId="256"/>
        </pc:sldMkLst>
        <pc:spChg chg="mod">
          <ac:chgData name="FENG, Yicheng" userId="63ae093e-9cad-467c-bb2d-e823331db8b5" providerId="ADAL" clId="{C5EB1113-E297-44CF-AB22-BF357E1DAC9F}" dt="2025-01-13T08:45:40.306" v="57" actId="20577"/>
          <ac:spMkLst>
            <pc:docMk/>
            <pc:sldMk cId="356419186" sldId="256"/>
            <ac:spMk id="2" creationId="{37E55C1B-43BC-8B40-A7BE-D3C3F3D8A40E}"/>
          </ac:spMkLst>
        </pc:spChg>
      </pc:sldChg>
      <pc:sldChg chg="addSp delSp modSp mod">
        <pc:chgData name="FENG, Yicheng" userId="63ae093e-9cad-467c-bb2d-e823331db8b5" providerId="ADAL" clId="{C5EB1113-E297-44CF-AB22-BF357E1DAC9F}" dt="2025-01-14T06:51:07.787" v="496" actId="1035"/>
        <pc:sldMkLst>
          <pc:docMk/>
          <pc:sldMk cId="1947847713" sldId="257"/>
        </pc:sldMkLst>
        <pc:spChg chg="mod">
          <ac:chgData name="FENG, Yicheng" userId="63ae093e-9cad-467c-bb2d-e823331db8b5" providerId="ADAL" clId="{C5EB1113-E297-44CF-AB22-BF357E1DAC9F}" dt="2025-01-14T06:33:13.649" v="367" actId="1036"/>
          <ac:spMkLst>
            <pc:docMk/>
            <pc:sldMk cId="1947847713" sldId="257"/>
            <ac:spMk id="3" creationId="{8F20472D-613F-3748-9CBD-88055CDB4B08}"/>
          </ac:spMkLst>
        </pc:spChg>
        <pc:spChg chg="add mod">
          <ac:chgData name="FENG, Yicheng" userId="63ae093e-9cad-467c-bb2d-e823331db8b5" providerId="ADAL" clId="{C5EB1113-E297-44CF-AB22-BF357E1DAC9F}" dt="2025-01-14T06:42:13.282" v="491" actId="1035"/>
          <ac:spMkLst>
            <pc:docMk/>
            <pc:sldMk cId="1947847713" sldId="257"/>
            <ac:spMk id="18" creationId="{E9A1B174-3DA2-4036-B5CF-D675C31532A0}"/>
          </ac:spMkLst>
        </pc:spChg>
        <pc:spChg chg="add mod">
          <ac:chgData name="FENG, Yicheng" userId="63ae093e-9cad-467c-bb2d-e823331db8b5" providerId="ADAL" clId="{C5EB1113-E297-44CF-AB22-BF357E1DAC9F}" dt="2025-01-14T06:37:37.116" v="459" actId="1038"/>
          <ac:spMkLst>
            <pc:docMk/>
            <pc:sldMk cId="1947847713" sldId="257"/>
            <ac:spMk id="26" creationId="{27A2696C-2D8B-46BD-AFAC-D75B5B4E8F4B}"/>
          </ac:spMkLst>
        </pc:spChg>
        <pc:spChg chg="add mod">
          <ac:chgData name="FENG, Yicheng" userId="63ae093e-9cad-467c-bb2d-e823331db8b5" providerId="ADAL" clId="{C5EB1113-E297-44CF-AB22-BF357E1DAC9F}" dt="2025-01-14T06:42:07.241" v="489" actId="1036"/>
          <ac:spMkLst>
            <pc:docMk/>
            <pc:sldMk cId="1947847713" sldId="257"/>
            <ac:spMk id="29" creationId="{8240F4E0-BED2-4121-8E96-E0B8B564A9F1}"/>
          </ac:spMkLst>
        </pc:spChg>
        <pc:picChg chg="add del mod">
          <ac:chgData name="FENG, Yicheng" userId="63ae093e-9cad-467c-bb2d-e823331db8b5" providerId="ADAL" clId="{C5EB1113-E297-44CF-AB22-BF357E1DAC9F}" dt="2025-01-14T06:32:12.949" v="326" actId="478"/>
          <ac:picMkLst>
            <pc:docMk/>
            <pc:sldMk cId="1947847713" sldId="257"/>
            <ac:picMk id="5" creationId="{3DF0E36D-C798-4D66-8E54-FF6CB89A97EA}"/>
          </ac:picMkLst>
        </pc:picChg>
        <pc:picChg chg="add mod">
          <ac:chgData name="FENG, Yicheng" userId="63ae093e-9cad-467c-bb2d-e823331db8b5" providerId="ADAL" clId="{C5EB1113-E297-44CF-AB22-BF357E1DAC9F}" dt="2025-01-14T06:37:31.039" v="453" actId="1076"/>
          <ac:picMkLst>
            <pc:docMk/>
            <pc:sldMk cId="1947847713" sldId="257"/>
            <ac:picMk id="7" creationId="{94148393-6CCB-44FE-80D6-264EBD55CF7F}"/>
          </ac:picMkLst>
        </pc:picChg>
        <pc:picChg chg="add mod">
          <ac:chgData name="FENG, Yicheng" userId="63ae093e-9cad-467c-bb2d-e823331db8b5" providerId="ADAL" clId="{C5EB1113-E297-44CF-AB22-BF357E1DAC9F}" dt="2025-01-14T06:34:59.135" v="387" actId="1076"/>
          <ac:picMkLst>
            <pc:docMk/>
            <pc:sldMk cId="1947847713" sldId="257"/>
            <ac:picMk id="9" creationId="{18500EE3-5D69-464B-86C6-810B4B529FB6}"/>
          </ac:picMkLst>
        </pc:picChg>
        <pc:picChg chg="add mod">
          <ac:chgData name="FENG, Yicheng" userId="63ae093e-9cad-467c-bb2d-e823331db8b5" providerId="ADAL" clId="{C5EB1113-E297-44CF-AB22-BF357E1DAC9F}" dt="2025-01-14T06:51:07.787" v="496" actId="1035"/>
          <ac:picMkLst>
            <pc:docMk/>
            <pc:sldMk cId="1947847713" sldId="257"/>
            <ac:picMk id="11" creationId="{E6A98220-9D71-40C9-AF25-67464820F084}"/>
          </ac:picMkLst>
        </pc:picChg>
        <pc:picChg chg="add del mod">
          <ac:chgData name="FENG, Yicheng" userId="63ae093e-9cad-467c-bb2d-e823331db8b5" providerId="ADAL" clId="{C5EB1113-E297-44CF-AB22-BF357E1DAC9F}" dt="2025-01-14T06:35:55.879" v="401" actId="478"/>
          <ac:picMkLst>
            <pc:docMk/>
            <pc:sldMk cId="1947847713" sldId="257"/>
            <ac:picMk id="13" creationId="{B0F77E0A-D2E1-4523-B496-3BC4456753C5}"/>
          </ac:picMkLst>
        </pc:picChg>
        <pc:picChg chg="add mod">
          <ac:chgData name="FENG, Yicheng" userId="63ae093e-9cad-467c-bb2d-e823331db8b5" providerId="ADAL" clId="{C5EB1113-E297-44CF-AB22-BF357E1DAC9F}" dt="2025-01-14T06:41:41.898" v="463" actId="1076"/>
          <ac:picMkLst>
            <pc:docMk/>
            <pc:sldMk cId="1947847713" sldId="257"/>
            <ac:picMk id="15" creationId="{F1D3F1C2-C0E3-4976-93C2-29E5E2E3EBB9}"/>
          </ac:picMkLst>
        </pc:picChg>
        <pc:picChg chg="add mod">
          <ac:chgData name="FENG, Yicheng" userId="63ae093e-9cad-467c-bb2d-e823331db8b5" providerId="ADAL" clId="{C5EB1113-E297-44CF-AB22-BF357E1DAC9F}" dt="2025-01-14T06:37:25.733" v="449" actId="1038"/>
          <ac:picMkLst>
            <pc:docMk/>
            <pc:sldMk cId="1947847713" sldId="257"/>
            <ac:picMk id="17" creationId="{C3EC4E7F-4158-448B-991A-F95A510256D9}"/>
          </ac:picMkLst>
        </pc:picChg>
        <pc:cxnChg chg="add mod">
          <ac:chgData name="FENG, Yicheng" userId="63ae093e-9cad-467c-bb2d-e823331db8b5" providerId="ADAL" clId="{C5EB1113-E297-44CF-AB22-BF357E1DAC9F}" dt="2025-01-14T06:41:57.313" v="477" actId="1076"/>
          <ac:cxnSpMkLst>
            <pc:docMk/>
            <pc:sldMk cId="1947847713" sldId="257"/>
            <ac:cxnSpMk id="20" creationId="{8E4DFA63-AADE-47E2-8269-BD7E2ADF5265}"/>
          </ac:cxnSpMkLst>
        </pc:cxnChg>
        <pc:cxnChg chg="add mod">
          <ac:chgData name="FENG, Yicheng" userId="63ae093e-9cad-467c-bb2d-e823331db8b5" providerId="ADAL" clId="{C5EB1113-E297-44CF-AB22-BF357E1DAC9F}" dt="2025-01-14T06:37:42.884" v="462" actId="14100"/>
          <ac:cxnSpMkLst>
            <pc:docMk/>
            <pc:sldMk cId="1947847713" sldId="257"/>
            <ac:cxnSpMk id="27" creationId="{B95DF65D-9D66-4C32-80E7-BB27574D98A9}"/>
          </ac:cxnSpMkLst>
        </pc:cxnChg>
        <pc:cxnChg chg="add mod">
          <ac:chgData name="FENG, Yicheng" userId="63ae093e-9cad-467c-bb2d-e823331db8b5" providerId="ADAL" clId="{C5EB1113-E297-44CF-AB22-BF357E1DAC9F}" dt="2025-01-14T06:42:20.643" v="495" actId="14100"/>
          <ac:cxnSpMkLst>
            <pc:docMk/>
            <pc:sldMk cId="1947847713" sldId="257"/>
            <ac:cxnSpMk id="30" creationId="{5BDC46D1-A8B6-4691-85CF-3662F3CFE629}"/>
          </ac:cxnSpMkLst>
        </pc:cxnChg>
      </pc:sldChg>
      <pc:sldChg chg="modSp mod">
        <pc:chgData name="FENG, Yicheng" userId="63ae093e-9cad-467c-bb2d-e823331db8b5" providerId="ADAL" clId="{C5EB1113-E297-44CF-AB22-BF357E1DAC9F}" dt="2025-01-13T08:51:54.821" v="138" actId="20577"/>
        <pc:sldMkLst>
          <pc:docMk/>
          <pc:sldMk cId="440415094" sldId="258"/>
        </pc:sldMkLst>
        <pc:spChg chg="mod">
          <ac:chgData name="FENG, Yicheng" userId="63ae093e-9cad-467c-bb2d-e823331db8b5" providerId="ADAL" clId="{C5EB1113-E297-44CF-AB22-BF357E1DAC9F}" dt="2025-01-13T08:51:54.821" v="138" actId="20577"/>
          <ac:spMkLst>
            <pc:docMk/>
            <pc:sldMk cId="440415094" sldId="258"/>
            <ac:spMk id="3" creationId="{8F20472D-613F-3748-9CBD-88055CDB4B08}"/>
          </ac:spMkLst>
        </pc:spChg>
      </pc:sldChg>
      <pc:sldChg chg="add">
        <pc:chgData name="FENG, Yicheng" userId="63ae093e-9cad-467c-bb2d-e823331db8b5" providerId="ADAL" clId="{C5EB1113-E297-44CF-AB22-BF357E1DAC9F}" dt="2025-01-13T08:46:59.149" v="58"/>
        <pc:sldMkLst>
          <pc:docMk/>
          <pc:sldMk cId="2648031906" sldId="260"/>
        </pc:sldMkLst>
      </pc:sldChg>
      <pc:sldChg chg="add">
        <pc:chgData name="FENG, Yicheng" userId="63ae093e-9cad-467c-bb2d-e823331db8b5" providerId="ADAL" clId="{C5EB1113-E297-44CF-AB22-BF357E1DAC9F}" dt="2025-01-13T08:46:59.149" v="58"/>
        <pc:sldMkLst>
          <pc:docMk/>
          <pc:sldMk cId="2279024797" sldId="261"/>
        </pc:sldMkLst>
      </pc:sldChg>
      <pc:sldChg chg="add del">
        <pc:chgData name="FENG, Yicheng" userId="63ae093e-9cad-467c-bb2d-e823331db8b5" providerId="ADAL" clId="{C5EB1113-E297-44CF-AB22-BF357E1DAC9F}" dt="2025-01-14T06:51:39.506" v="497" actId="47"/>
        <pc:sldMkLst>
          <pc:docMk/>
          <pc:sldMk cId="2946419580" sldId="262"/>
        </pc:sldMkLst>
      </pc:sldChg>
      <pc:sldChg chg="modSp mod">
        <pc:chgData name="FENG, Yicheng" userId="63ae093e-9cad-467c-bb2d-e823331db8b5" providerId="ADAL" clId="{C5EB1113-E297-44CF-AB22-BF357E1DAC9F}" dt="2025-01-14T07:14:44.667" v="607" actId="1076"/>
        <pc:sldMkLst>
          <pc:docMk/>
          <pc:sldMk cId="3216618933" sldId="272"/>
        </pc:sldMkLst>
        <pc:spChg chg="mod">
          <ac:chgData name="FENG, Yicheng" userId="63ae093e-9cad-467c-bb2d-e823331db8b5" providerId="ADAL" clId="{C5EB1113-E297-44CF-AB22-BF357E1DAC9F}" dt="2025-01-14T07:14:44.667" v="607" actId="1076"/>
          <ac:spMkLst>
            <pc:docMk/>
            <pc:sldMk cId="3216618933" sldId="272"/>
            <ac:spMk id="4" creationId="{A8D2CAE8-E323-A14E-A62F-188A25405FEA}"/>
          </ac:spMkLst>
        </pc:spChg>
      </pc:sldChg>
      <pc:sldChg chg="add">
        <pc:chgData name="FENG, Yicheng" userId="63ae093e-9cad-467c-bb2d-e823331db8b5" providerId="ADAL" clId="{C5EB1113-E297-44CF-AB22-BF357E1DAC9F}" dt="2025-01-13T08:46:59.149" v="58"/>
        <pc:sldMkLst>
          <pc:docMk/>
          <pc:sldMk cId="522421455" sldId="283"/>
        </pc:sldMkLst>
      </pc:sldChg>
      <pc:sldChg chg="add">
        <pc:chgData name="FENG, Yicheng" userId="63ae093e-9cad-467c-bb2d-e823331db8b5" providerId="ADAL" clId="{C5EB1113-E297-44CF-AB22-BF357E1DAC9F}" dt="2025-01-13T08:46:59.149" v="58"/>
        <pc:sldMkLst>
          <pc:docMk/>
          <pc:sldMk cId="2287890620" sldId="284"/>
        </pc:sldMkLst>
      </pc:sldChg>
      <pc:sldChg chg="addSp delSp modSp add mod">
        <pc:chgData name="FENG, Yicheng" userId="63ae093e-9cad-467c-bb2d-e823331db8b5" providerId="ADAL" clId="{C5EB1113-E297-44CF-AB22-BF357E1DAC9F}" dt="2025-01-14T06:59:18.208" v="594" actId="1037"/>
        <pc:sldMkLst>
          <pc:docMk/>
          <pc:sldMk cId="3133933957" sldId="285"/>
        </pc:sldMkLst>
        <pc:spChg chg="mod">
          <ac:chgData name="FENG, Yicheng" userId="63ae093e-9cad-467c-bb2d-e823331db8b5" providerId="ADAL" clId="{C5EB1113-E297-44CF-AB22-BF357E1DAC9F}" dt="2025-01-14T06:58:58.903" v="568" actId="1035"/>
          <ac:spMkLst>
            <pc:docMk/>
            <pc:sldMk cId="3133933957" sldId="285"/>
            <ac:spMk id="2" creationId="{45C79BA1-37A3-5741-B0A1-E64646E4283C}"/>
          </ac:spMkLst>
        </pc:spChg>
        <pc:spChg chg="del">
          <ac:chgData name="FENG, Yicheng" userId="63ae093e-9cad-467c-bb2d-e823331db8b5" providerId="ADAL" clId="{C5EB1113-E297-44CF-AB22-BF357E1DAC9F}" dt="2025-01-13T08:47:18.731" v="66" actId="478"/>
          <ac:spMkLst>
            <pc:docMk/>
            <pc:sldMk cId="3133933957" sldId="285"/>
            <ac:spMk id="5" creationId="{99B591B7-0ED3-894C-A352-8477ED74F3BB}"/>
          </ac:spMkLst>
        </pc:spChg>
        <pc:spChg chg="del">
          <ac:chgData name="FENG, Yicheng" userId="63ae093e-9cad-467c-bb2d-e823331db8b5" providerId="ADAL" clId="{C5EB1113-E297-44CF-AB22-BF357E1DAC9F}" dt="2025-01-13T08:47:19.659" v="67" actId="478"/>
          <ac:spMkLst>
            <pc:docMk/>
            <pc:sldMk cId="3133933957" sldId="285"/>
            <ac:spMk id="6" creationId="{95A8685D-FCCD-1D48-84F7-D47520F09B5B}"/>
          </ac:spMkLst>
        </pc:spChg>
        <pc:spChg chg="add del mod">
          <ac:chgData name="FENG, Yicheng" userId="63ae093e-9cad-467c-bb2d-e823331db8b5" providerId="ADAL" clId="{C5EB1113-E297-44CF-AB22-BF357E1DAC9F}" dt="2025-01-13T08:47:17.395" v="65" actId="478"/>
          <ac:spMkLst>
            <pc:docMk/>
            <pc:sldMk cId="3133933957" sldId="285"/>
            <ac:spMk id="7" creationId="{63F71D88-BA45-46FC-A8E0-5B4D108A3712}"/>
          </ac:spMkLst>
        </pc:spChg>
        <pc:spChg chg="add mod">
          <ac:chgData name="FENG, Yicheng" userId="63ae093e-9cad-467c-bb2d-e823331db8b5" providerId="ADAL" clId="{C5EB1113-E297-44CF-AB22-BF357E1DAC9F}" dt="2025-01-13T09:00:45.857" v="226" actId="1076"/>
          <ac:spMkLst>
            <pc:docMk/>
            <pc:sldMk cId="3133933957" sldId="285"/>
            <ac:spMk id="9" creationId="{B64F3D9E-9166-4273-8B03-7022E90DEFDD}"/>
          </ac:spMkLst>
        </pc:spChg>
        <pc:spChg chg="add mod">
          <ac:chgData name="FENG, Yicheng" userId="63ae093e-9cad-467c-bb2d-e823331db8b5" providerId="ADAL" clId="{C5EB1113-E297-44CF-AB22-BF357E1DAC9F}" dt="2025-01-13T09:04:26.490" v="268" actId="208"/>
          <ac:spMkLst>
            <pc:docMk/>
            <pc:sldMk cId="3133933957" sldId="285"/>
            <ac:spMk id="18" creationId="{1CD11CC1-F2C8-4277-B8F0-3B9C4BA3A899}"/>
          </ac:spMkLst>
        </pc:spChg>
        <pc:spChg chg="add mod">
          <ac:chgData name="FENG, Yicheng" userId="63ae093e-9cad-467c-bb2d-e823331db8b5" providerId="ADAL" clId="{C5EB1113-E297-44CF-AB22-BF357E1DAC9F}" dt="2025-01-13T09:05:24.770" v="293" actId="1076"/>
          <ac:spMkLst>
            <pc:docMk/>
            <pc:sldMk cId="3133933957" sldId="285"/>
            <ac:spMk id="25" creationId="{869F019B-D00F-48D3-9D08-D540CCE69A35}"/>
          </ac:spMkLst>
        </pc:spChg>
        <pc:spChg chg="add mod">
          <ac:chgData name="FENG, Yicheng" userId="63ae093e-9cad-467c-bb2d-e823331db8b5" providerId="ADAL" clId="{C5EB1113-E297-44CF-AB22-BF357E1DAC9F}" dt="2025-01-14T06:59:13.169" v="587" actId="1036"/>
          <ac:spMkLst>
            <pc:docMk/>
            <pc:sldMk cId="3133933957" sldId="285"/>
            <ac:spMk id="26" creationId="{E9C0A796-6341-4329-99D9-38EEA781A9F0}"/>
          </ac:spMkLst>
        </pc:spChg>
        <pc:spChg chg="add mod">
          <ac:chgData name="FENG, Yicheng" userId="63ae093e-9cad-467c-bb2d-e823331db8b5" providerId="ADAL" clId="{C5EB1113-E297-44CF-AB22-BF357E1DAC9F}" dt="2025-01-14T06:59:18.208" v="594" actId="1037"/>
          <ac:spMkLst>
            <pc:docMk/>
            <pc:sldMk cId="3133933957" sldId="285"/>
            <ac:spMk id="27" creationId="{9D201568-4544-4A40-A3A3-18695576894A}"/>
          </ac:spMkLst>
        </pc:spChg>
        <pc:picChg chg="del">
          <ac:chgData name="FENG, Yicheng" userId="63ae093e-9cad-467c-bb2d-e823331db8b5" providerId="ADAL" clId="{C5EB1113-E297-44CF-AB22-BF357E1DAC9F}" dt="2025-01-13T08:47:15.350" v="63" actId="478"/>
          <ac:picMkLst>
            <pc:docMk/>
            <pc:sldMk cId="3133933957" sldId="285"/>
            <ac:picMk id="4" creationId="{8D11AF92-8AD0-444F-83E3-E11532277980}"/>
          </ac:picMkLst>
        </pc:picChg>
        <pc:picChg chg="add del mod">
          <ac:chgData name="FENG, Yicheng" userId="63ae093e-9cad-467c-bb2d-e823331db8b5" providerId="ADAL" clId="{C5EB1113-E297-44CF-AB22-BF357E1DAC9F}" dt="2025-01-13T08:59:06.712" v="197" actId="478"/>
          <ac:picMkLst>
            <pc:docMk/>
            <pc:sldMk cId="3133933957" sldId="285"/>
            <ac:picMk id="11" creationId="{215A6781-F826-4949-9D45-CC031711F825}"/>
          </ac:picMkLst>
        </pc:picChg>
        <pc:picChg chg="add mod">
          <ac:chgData name="FENG, Yicheng" userId="63ae093e-9cad-467c-bb2d-e823331db8b5" providerId="ADAL" clId="{C5EB1113-E297-44CF-AB22-BF357E1DAC9F}" dt="2025-01-13T09:01:25.738" v="250" actId="1035"/>
          <ac:picMkLst>
            <pc:docMk/>
            <pc:sldMk cId="3133933957" sldId="285"/>
            <ac:picMk id="13" creationId="{3FB4A832-769B-4D5F-9DE0-7FC7B505E624}"/>
          </ac:picMkLst>
        </pc:picChg>
        <pc:picChg chg="add mod">
          <ac:chgData name="FENG, Yicheng" userId="63ae093e-9cad-467c-bb2d-e823331db8b5" providerId="ADAL" clId="{C5EB1113-E297-44CF-AB22-BF357E1DAC9F}" dt="2025-01-13T09:07:21.919" v="319" actId="1035"/>
          <ac:picMkLst>
            <pc:docMk/>
            <pc:sldMk cId="3133933957" sldId="285"/>
            <ac:picMk id="15" creationId="{CBC7BFA0-DA89-4C74-B056-99EE5AAC14EE}"/>
          </ac:picMkLst>
        </pc:picChg>
        <pc:picChg chg="add mod">
          <ac:chgData name="FENG, Yicheng" userId="63ae093e-9cad-467c-bb2d-e823331db8b5" providerId="ADAL" clId="{C5EB1113-E297-44CF-AB22-BF357E1DAC9F}" dt="2025-01-14T06:59:10.976" v="574" actId="1035"/>
          <ac:picMkLst>
            <pc:docMk/>
            <pc:sldMk cId="3133933957" sldId="285"/>
            <ac:picMk id="17" creationId="{AC2F1D03-6241-4515-AD65-B405F2A8BB59}"/>
          </ac:picMkLst>
        </pc:picChg>
        <pc:cxnChg chg="add mod">
          <ac:chgData name="FENG, Yicheng" userId="63ae093e-9cad-467c-bb2d-e823331db8b5" providerId="ADAL" clId="{C5EB1113-E297-44CF-AB22-BF357E1DAC9F}" dt="2025-01-13T09:05:48.256" v="309" actId="1582"/>
          <ac:cxnSpMkLst>
            <pc:docMk/>
            <pc:sldMk cId="3133933957" sldId="285"/>
            <ac:cxnSpMk id="20" creationId="{A19B237F-D1E8-494E-B87B-7831F0F8EDE5}"/>
          </ac:cxnSpMkLst>
        </pc:cxnChg>
      </pc:sldChg>
      <pc:sldChg chg="addSp delSp modSp add mod modAnim">
        <pc:chgData name="FENG, Yicheng" userId="63ae093e-9cad-467c-bb2d-e823331db8b5" providerId="ADAL" clId="{C5EB1113-E297-44CF-AB22-BF357E1DAC9F}" dt="2025-01-14T06:54:57.745" v="503" actId="478"/>
        <pc:sldMkLst>
          <pc:docMk/>
          <pc:sldMk cId="103136704" sldId="286"/>
        </pc:sldMkLst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9" creationId="{F6AFE687-0492-4A55-AB34-D24ED6DC8C22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10" creationId="{34CEA3E1-E825-4190-BA28-33FC42C33F18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11" creationId="{9EDF3584-74B0-4730-AA57-AAA168C844E0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12" creationId="{E83C4907-AB29-4059-8561-579811A2BBEB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13" creationId="{244D6EC8-8247-47DF-AB89-82CCA3504F2F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14" creationId="{2C0B79DC-7211-46C9-9B05-933BEAB4A187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15" creationId="{43E296AB-0EEF-4E91-94A8-7EBF3F9648E3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16" creationId="{6BCF302D-B88D-477B-8D98-501931225764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17" creationId="{17F0FCD2-C122-43FA-A96E-A2EF64DB3C05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18" creationId="{4D023969-95A2-468A-A3E0-B675ED6570BA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19" creationId="{D4289FA5-0234-4100-9377-F65B26C0F808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20" creationId="{7FD8A21C-1E7E-4D09-B905-8CE711B8C75A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21" creationId="{D2B94EDB-4E65-4E1D-A28A-5B6B4ED81935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22" creationId="{49E2CC8E-EDB7-4393-86A1-74F25FC28D6D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23" creationId="{1C9CEC58-E6BE-4C40-8200-5922040D68EC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24" creationId="{94F98D6C-E4AD-4590-AE5B-B0B3DBE42A12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25" creationId="{670D0AA2-BFA6-4BC7-AE67-50825652B4B7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26" creationId="{60BC3896-39BA-478F-BF56-19FA3C55759C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27" creationId="{D04EEB0F-761A-4404-822C-C1CEB3CD10F8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28" creationId="{5C2683EF-7905-4295-8288-A7DF6297853F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29" creationId="{38A9B143-8954-45B1-B481-3D090FB57874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30" creationId="{DEB41D64-1C01-4C1A-9347-D467748297AD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31" creationId="{F0B5B28B-72D4-4E80-87A2-4986B9984663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32" creationId="{3BF08CE2-AE43-465C-8504-4E22C3A2FA9C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33" creationId="{5C29ADE9-9816-4B60-9622-82270D1BC9A0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34" creationId="{F75872B7-6D75-4EF2-A03D-2B66163D87F5}"/>
          </ac:spMkLst>
        </pc:spChg>
        <pc:spChg chg="del">
          <ac:chgData name="FENG, Yicheng" userId="63ae093e-9cad-467c-bb2d-e823331db8b5" providerId="ADAL" clId="{C5EB1113-E297-44CF-AB22-BF357E1DAC9F}" dt="2025-01-14T06:54:46.188" v="499" actId="478"/>
          <ac:spMkLst>
            <pc:docMk/>
            <pc:sldMk cId="103136704" sldId="286"/>
            <ac:spMk id="35" creationId="{72FED377-0EC2-45E9-8638-AA6034CD5CB5}"/>
          </ac:spMkLst>
        </pc:spChg>
        <pc:spChg chg="add del mod">
          <ac:chgData name="FENG, Yicheng" userId="63ae093e-9cad-467c-bb2d-e823331db8b5" providerId="ADAL" clId="{C5EB1113-E297-44CF-AB22-BF357E1DAC9F}" dt="2025-01-14T06:54:57.209" v="502" actId="478"/>
          <ac:spMkLst>
            <pc:docMk/>
            <pc:sldMk cId="103136704" sldId="286"/>
            <ac:spMk id="36" creationId="{6377667F-32D9-460A-A574-9C489C4C9A05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37" creationId="{51B30D0A-CD98-4973-BEB1-35D60C72837D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38" creationId="{F4F2D922-2A40-4728-B07F-F97E9499DA4F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39" creationId="{37957464-8D89-40C2-9BE8-080A73E5B7F3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40" creationId="{839DA00A-3817-4C09-A444-EF9F5FF935F9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41" creationId="{B582D3F4-8994-45DB-A311-DAB3B0927E47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42" creationId="{B0497BEB-F867-4B38-ACD4-28877191F712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43" creationId="{EA0AB052-545B-418A-BDCA-94F5B1B468C2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44" creationId="{EB1D262D-EE47-42CD-BFAC-EB7B8AA3860C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45" creationId="{61EE0599-9820-493F-A50A-DD9DC1E9400F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46" creationId="{9626CDC9-A961-4D24-82E4-4FFE60317AF4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47" creationId="{5A5563DE-AD7D-4E38-918D-3C47E88D3C90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48" creationId="{88690CBE-AA7B-43AD-97C5-B4B0594603F3}"/>
          </ac:spMkLst>
        </pc:spChg>
        <pc:spChg chg="add del mod">
          <ac:chgData name="FENG, Yicheng" userId="63ae093e-9cad-467c-bb2d-e823331db8b5" providerId="ADAL" clId="{C5EB1113-E297-44CF-AB22-BF357E1DAC9F}" dt="2025-01-14T06:54:57.745" v="503" actId="478"/>
          <ac:spMkLst>
            <pc:docMk/>
            <pc:sldMk cId="103136704" sldId="286"/>
            <ac:spMk id="49" creationId="{28220339-049A-4186-999B-8433DC8597C2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50" creationId="{22236891-0D8E-41D9-8A74-99855881E2AC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51" creationId="{3D6E55C1-A2EB-4F0C-AFBA-51D9E95BB88D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52" creationId="{E92FE10C-0B44-43F7-9979-EDB192EA05C2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53" creationId="{5F0B5415-152B-4799-9812-36EA759F0B26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54" creationId="{5CC90200-4A25-467A-ACA6-0A2590CEA4E1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55" creationId="{576A67B6-D3E7-49A7-BCB9-CF766C6F445A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56" creationId="{7ECD3367-8826-4AD9-BB93-79CA84F7168C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57" creationId="{037689BF-C248-4497-AC96-927F2CE42098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58" creationId="{7ACE4599-881F-49AE-97C9-E0341301F43D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59" creationId="{A7C8A413-15D5-4680-9A0B-C59CCBE94DA2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60" creationId="{BDDEFD4A-280B-4539-AF2B-FD88846C4C81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61" creationId="{6575A854-6A15-4828-8C23-C59F899255E5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62" creationId="{1066E067-0460-4F9B-91F2-E1AC32C187D3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63" creationId="{6E60F802-48A2-4B44-A4B6-2901EDF69E77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64" creationId="{B5A7C90F-0E3B-43E1-B93D-6D9F31A9BBFA}"/>
          </ac:spMkLst>
        </pc:spChg>
        <pc:spChg chg="add mod">
          <ac:chgData name="FENG, Yicheng" userId="63ae093e-9cad-467c-bb2d-e823331db8b5" providerId="ADAL" clId="{C5EB1113-E297-44CF-AB22-BF357E1DAC9F}" dt="2025-01-14T06:54:56.054" v="501" actId="1076"/>
          <ac:spMkLst>
            <pc:docMk/>
            <pc:sldMk cId="103136704" sldId="286"/>
            <ac:spMk id="65" creationId="{242C7A80-C4AA-4815-AC4C-3E93D22F7341}"/>
          </ac:spMkLst>
        </pc:spChg>
      </pc:sldChg>
      <pc:sldChg chg="addSp delSp modSp add mod delAnim">
        <pc:chgData name="FENG, Yicheng" userId="63ae093e-9cad-467c-bb2d-e823331db8b5" providerId="ADAL" clId="{C5EB1113-E297-44CF-AB22-BF357E1DAC9F}" dt="2025-01-14T06:55:53.728" v="516" actId="1076"/>
        <pc:sldMkLst>
          <pc:docMk/>
          <pc:sldMk cId="1729902151" sldId="287"/>
        </pc:sldMkLst>
        <pc:spChg chg="mod">
          <ac:chgData name="FENG, Yicheng" userId="63ae093e-9cad-467c-bb2d-e823331db8b5" providerId="ADAL" clId="{C5EB1113-E297-44CF-AB22-BF357E1DAC9F}" dt="2025-01-14T06:55:30.026" v="510" actId="20577"/>
          <ac:spMkLst>
            <pc:docMk/>
            <pc:sldMk cId="1729902151" sldId="287"/>
            <ac:spMk id="2" creationId="{45C79BA1-37A3-5741-B0A1-E64646E4283C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30" creationId="{DEB41D64-1C01-4C1A-9347-D467748297AD}"/>
          </ac:spMkLst>
        </pc:spChg>
        <pc:spChg chg="add del mod">
          <ac:chgData name="FENG, Yicheng" userId="63ae093e-9cad-467c-bb2d-e823331db8b5" providerId="ADAL" clId="{C5EB1113-E297-44CF-AB22-BF357E1DAC9F}" dt="2025-01-14T06:55:45.505" v="515" actId="478"/>
          <ac:spMkLst>
            <pc:docMk/>
            <pc:sldMk cId="1729902151" sldId="287"/>
            <ac:spMk id="32" creationId="{654B53B1-8FFF-4D53-BDFF-26238B2ABFD9}"/>
          </ac:spMkLst>
        </pc:spChg>
        <pc:spChg chg="add del mod">
          <ac:chgData name="FENG, Yicheng" userId="63ae093e-9cad-467c-bb2d-e823331db8b5" providerId="ADAL" clId="{C5EB1113-E297-44CF-AB22-BF357E1DAC9F}" dt="2025-01-14T06:55:44.979" v="514" actId="478"/>
          <ac:spMkLst>
            <pc:docMk/>
            <pc:sldMk cId="1729902151" sldId="287"/>
            <ac:spMk id="33" creationId="{784AD871-7680-4CB6-80C8-08DD0582FB6E}"/>
          </ac:spMkLst>
        </pc:spChg>
        <pc:spChg chg="add mod">
          <ac:chgData name="FENG, Yicheng" userId="63ae093e-9cad-467c-bb2d-e823331db8b5" providerId="ADAL" clId="{C5EB1113-E297-44CF-AB22-BF357E1DAC9F}" dt="2025-01-14T06:55:53.728" v="516" actId="1076"/>
          <ac:spMkLst>
            <pc:docMk/>
            <pc:sldMk cId="1729902151" sldId="287"/>
            <ac:spMk id="34" creationId="{4AC9FC81-0627-4B71-86BC-7628F1748238}"/>
          </ac:spMkLst>
        </pc:spChg>
        <pc:spChg chg="add mod">
          <ac:chgData name="FENG, Yicheng" userId="63ae093e-9cad-467c-bb2d-e823331db8b5" providerId="ADAL" clId="{C5EB1113-E297-44CF-AB22-BF357E1DAC9F}" dt="2025-01-14T06:55:53.728" v="516" actId="1076"/>
          <ac:spMkLst>
            <pc:docMk/>
            <pc:sldMk cId="1729902151" sldId="287"/>
            <ac:spMk id="35" creationId="{BCFE8564-0D96-4CD2-9BC6-499365BA818F}"/>
          </ac:spMkLst>
        </pc:spChg>
        <pc:spChg chg="add mod">
          <ac:chgData name="FENG, Yicheng" userId="63ae093e-9cad-467c-bb2d-e823331db8b5" providerId="ADAL" clId="{C5EB1113-E297-44CF-AB22-BF357E1DAC9F}" dt="2025-01-14T06:55:53.728" v="516" actId="1076"/>
          <ac:spMkLst>
            <pc:docMk/>
            <pc:sldMk cId="1729902151" sldId="287"/>
            <ac:spMk id="36" creationId="{E5E71293-3382-4BC4-9CF6-FD4B0F62240D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37" creationId="{51B30D0A-CD98-4973-BEB1-35D60C72837D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38" creationId="{F4F2D922-2A40-4728-B07F-F97E9499DA4F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39" creationId="{37957464-8D89-40C2-9BE8-080A73E5B7F3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40" creationId="{839DA00A-3817-4C09-A444-EF9F5FF935F9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41" creationId="{B582D3F4-8994-45DB-A311-DAB3B0927E47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42" creationId="{B0497BEB-F867-4B38-ACD4-28877191F712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43" creationId="{EA0AB052-545B-418A-BDCA-94F5B1B468C2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44" creationId="{EB1D262D-EE47-42CD-BFAC-EB7B8AA3860C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45" creationId="{61EE0599-9820-493F-A50A-DD9DC1E9400F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46" creationId="{9626CDC9-A961-4D24-82E4-4FFE60317AF4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47" creationId="{5A5563DE-AD7D-4E38-918D-3C47E88D3C90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48" creationId="{88690CBE-AA7B-43AD-97C5-B4B0594603F3}"/>
          </ac:spMkLst>
        </pc:spChg>
        <pc:spChg chg="add mod">
          <ac:chgData name="FENG, Yicheng" userId="63ae093e-9cad-467c-bb2d-e823331db8b5" providerId="ADAL" clId="{C5EB1113-E297-44CF-AB22-BF357E1DAC9F}" dt="2025-01-14T06:55:53.728" v="516" actId="1076"/>
          <ac:spMkLst>
            <pc:docMk/>
            <pc:sldMk cId="1729902151" sldId="287"/>
            <ac:spMk id="49" creationId="{B784DA10-4EAB-4DC3-AEF5-68E32F499B08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50" creationId="{22236891-0D8E-41D9-8A74-99855881E2AC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51" creationId="{3D6E55C1-A2EB-4F0C-AFBA-51D9E95BB88D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52" creationId="{E92FE10C-0B44-43F7-9979-EDB192EA05C2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53" creationId="{5F0B5415-152B-4799-9812-36EA759F0B26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54" creationId="{5CC90200-4A25-467A-ACA6-0A2590CEA4E1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55" creationId="{576A67B6-D3E7-49A7-BCB9-CF766C6F445A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56" creationId="{7ECD3367-8826-4AD9-BB93-79CA84F7168C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57" creationId="{037689BF-C248-4497-AC96-927F2CE42098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58" creationId="{7ACE4599-881F-49AE-97C9-E0341301F43D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59" creationId="{A7C8A413-15D5-4680-9A0B-C59CCBE94DA2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60" creationId="{BDDEFD4A-280B-4539-AF2B-FD88846C4C81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61" creationId="{6575A854-6A15-4828-8C23-C59F899255E5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62" creationId="{1066E067-0460-4F9B-91F2-E1AC32C187D3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63" creationId="{6E60F802-48A2-4B44-A4B6-2901EDF69E77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64" creationId="{B5A7C90F-0E3B-43E1-B93D-6D9F31A9BBFA}"/>
          </ac:spMkLst>
        </pc:spChg>
        <pc:spChg chg="del">
          <ac:chgData name="FENG, Yicheng" userId="63ae093e-9cad-467c-bb2d-e823331db8b5" providerId="ADAL" clId="{C5EB1113-E297-44CF-AB22-BF357E1DAC9F}" dt="2025-01-14T06:55:33.387" v="511" actId="478"/>
          <ac:spMkLst>
            <pc:docMk/>
            <pc:sldMk cId="1729902151" sldId="287"/>
            <ac:spMk id="65" creationId="{242C7A80-C4AA-4815-AC4C-3E93D22F7341}"/>
          </ac:spMkLst>
        </pc:spChg>
        <pc:spChg chg="add mod">
          <ac:chgData name="FENG, Yicheng" userId="63ae093e-9cad-467c-bb2d-e823331db8b5" providerId="ADAL" clId="{C5EB1113-E297-44CF-AB22-BF357E1DAC9F}" dt="2025-01-14T06:55:53.728" v="516" actId="1076"/>
          <ac:spMkLst>
            <pc:docMk/>
            <pc:sldMk cId="1729902151" sldId="287"/>
            <ac:spMk id="66" creationId="{894643CD-8472-432D-A408-19FCC4A922F6}"/>
          </ac:spMkLst>
        </pc:spChg>
        <pc:spChg chg="add mod">
          <ac:chgData name="FENG, Yicheng" userId="63ae093e-9cad-467c-bb2d-e823331db8b5" providerId="ADAL" clId="{C5EB1113-E297-44CF-AB22-BF357E1DAC9F}" dt="2025-01-14T06:55:53.728" v="516" actId="1076"/>
          <ac:spMkLst>
            <pc:docMk/>
            <pc:sldMk cId="1729902151" sldId="287"/>
            <ac:spMk id="67" creationId="{1294C81E-8DD3-4B24-B6A2-9E172AC18ACB}"/>
          </ac:spMkLst>
        </pc:spChg>
        <pc:spChg chg="add mod">
          <ac:chgData name="FENG, Yicheng" userId="63ae093e-9cad-467c-bb2d-e823331db8b5" providerId="ADAL" clId="{C5EB1113-E297-44CF-AB22-BF357E1DAC9F}" dt="2025-01-14T06:55:53.728" v="516" actId="1076"/>
          <ac:spMkLst>
            <pc:docMk/>
            <pc:sldMk cId="1729902151" sldId="287"/>
            <ac:spMk id="68" creationId="{A83E6211-FE6F-4BC2-9279-501DB073F7D4}"/>
          </ac:spMkLst>
        </pc:spChg>
        <pc:spChg chg="add mod">
          <ac:chgData name="FENG, Yicheng" userId="63ae093e-9cad-467c-bb2d-e823331db8b5" providerId="ADAL" clId="{C5EB1113-E297-44CF-AB22-BF357E1DAC9F}" dt="2025-01-14T06:55:53.728" v="516" actId="1076"/>
          <ac:spMkLst>
            <pc:docMk/>
            <pc:sldMk cId="1729902151" sldId="287"/>
            <ac:spMk id="69" creationId="{0589CC9B-2FAC-40C5-AE4B-E2A07D041A21}"/>
          </ac:spMkLst>
        </pc:spChg>
        <pc:spChg chg="add mod">
          <ac:chgData name="FENG, Yicheng" userId="63ae093e-9cad-467c-bb2d-e823331db8b5" providerId="ADAL" clId="{C5EB1113-E297-44CF-AB22-BF357E1DAC9F}" dt="2025-01-14T06:55:53.728" v="516" actId="1076"/>
          <ac:spMkLst>
            <pc:docMk/>
            <pc:sldMk cId="1729902151" sldId="287"/>
            <ac:spMk id="70" creationId="{855F7553-5C12-4AF6-93CE-579CDDCE9A90}"/>
          </ac:spMkLst>
        </pc:spChg>
        <pc:spChg chg="add mod">
          <ac:chgData name="FENG, Yicheng" userId="63ae093e-9cad-467c-bb2d-e823331db8b5" providerId="ADAL" clId="{C5EB1113-E297-44CF-AB22-BF357E1DAC9F}" dt="2025-01-14T06:55:53.728" v="516" actId="1076"/>
          <ac:spMkLst>
            <pc:docMk/>
            <pc:sldMk cId="1729902151" sldId="287"/>
            <ac:spMk id="71" creationId="{01751F0C-58E5-4F6C-BAFA-C8D6CFAC3FBE}"/>
          </ac:spMkLst>
        </pc:spChg>
        <pc:spChg chg="add mod">
          <ac:chgData name="FENG, Yicheng" userId="63ae093e-9cad-467c-bb2d-e823331db8b5" providerId="ADAL" clId="{C5EB1113-E297-44CF-AB22-BF357E1DAC9F}" dt="2025-01-14T06:55:53.728" v="516" actId="1076"/>
          <ac:spMkLst>
            <pc:docMk/>
            <pc:sldMk cId="1729902151" sldId="287"/>
            <ac:spMk id="72" creationId="{5048673B-FD5E-4AC6-BDFC-7342D119D6F6}"/>
          </ac:spMkLst>
        </pc:spChg>
        <pc:spChg chg="add mod">
          <ac:chgData name="FENG, Yicheng" userId="63ae093e-9cad-467c-bb2d-e823331db8b5" providerId="ADAL" clId="{C5EB1113-E297-44CF-AB22-BF357E1DAC9F}" dt="2025-01-14T06:55:53.728" v="516" actId="1076"/>
          <ac:spMkLst>
            <pc:docMk/>
            <pc:sldMk cId="1729902151" sldId="287"/>
            <ac:spMk id="73" creationId="{A7A49A50-3CA3-4FA5-B08A-C3380D8899DE}"/>
          </ac:spMkLst>
        </pc:spChg>
        <pc:spChg chg="add mod">
          <ac:chgData name="FENG, Yicheng" userId="63ae093e-9cad-467c-bb2d-e823331db8b5" providerId="ADAL" clId="{C5EB1113-E297-44CF-AB22-BF357E1DAC9F}" dt="2025-01-14T06:55:53.728" v="516" actId="1076"/>
          <ac:spMkLst>
            <pc:docMk/>
            <pc:sldMk cId="1729902151" sldId="287"/>
            <ac:spMk id="74" creationId="{D77CC3D0-5ADF-4F8F-A4FF-172DBD3C2AD8}"/>
          </ac:spMkLst>
        </pc:spChg>
        <pc:spChg chg="add mod">
          <ac:chgData name="FENG, Yicheng" userId="63ae093e-9cad-467c-bb2d-e823331db8b5" providerId="ADAL" clId="{C5EB1113-E297-44CF-AB22-BF357E1DAC9F}" dt="2025-01-14T06:55:53.728" v="516" actId="1076"/>
          <ac:spMkLst>
            <pc:docMk/>
            <pc:sldMk cId="1729902151" sldId="287"/>
            <ac:spMk id="75" creationId="{5E6552E1-DE21-473E-B000-FE76B12F5935}"/>
          </ac:spMkLst>
        </pc:spChg>
        <pc:spChg chg="add mod">
          <ac:chgData name="FENG, Yicheng" userId="63ae093e-9cad-467c-bb2d-e823331db8b5" providerId="ADAL" clId="{C5EB1113-E297-44CF-AB22-BF357E1DAC9F}" dt="2025-01-14T06:55:53.728" v="516" actId="1076"/>
          <ac:spMkLst>
            <pc:docMk/>
            <pc:sldMk cId="1729902151" sldId="287"/>
            <ac:spMk id="76" creationId="{32F94719-8F28-4DFF-A14E-982864C855B1}"/>
          </ac:spMkLst>
        </pc:spChg>
        <pc:spChg chg="add mod">
          <ac:chgData name="FENG, Yicheng" userId="63ae093e-9cad-467c-bb2d-e823331db8b5" providerId="ADAL" clId="{C5EB1113-E297-44CF-AB22-BF357E1DAC9F}" dt="2025-01-14T06:55:53.728" v="516" actId="1076"/>
          <ac:spMkLst>
            <pc:docMk/>
            <pc:sldMk cId="1729902151" sldId="287"/>
            <ac:spMk id="77" creationId="{CE17BBD3-09CA-4E6B-8347-B3C285BA6A10}"/>
          </ac:spMkLst>
        </pc:spChg>
        <pc:spChg chg="add mod">
          <ac:chgData name="FENG, Yicheng" userId="63ae093e-9cad-467c-bb2d-e823331db8b5" providerId="ADAL" clId="{C5EB1113-E297-44CF-AB22-BF357E1DAC9F}" dt="2025-01-14T06:55:53.728" v="516" actId="1076"/>
          <ac:spMkLst>
            <pc:docMk/>
            <pc:sldMk cId="1729902151" sldId="287"/>
            <ac:spMk id="78" creationId="{9FBC52DC-90B9-4B97-9011-B26D7EAD8B2E}"/>
          </ac:spMkLst>
        </pc:spChg>
        <pc:spChg chg="add mod">
          <ac:chgData name="FENG, Yicheng" userId="63ae093e-9cad-467c-bb2d-e823331db8b5" providerId="ADAL" clId="{C5EB1113-E297-44CF-AB22-BF357E1DAC9F}" dt="2025-01-14T06:55:53.728" v="516" actId="1076"/>
          <ac:spMkLst>
            <pc:docMk/>
            <pc:sldMk cId="1729902151" sldId="287"/>
            <ac:spMk id="79" creationId="{85CC7AD9-D641-426B-A611-843784356599}"/>
          </ac:spMkLst>
        </pc:spChg>
        <pc:spChg chg="add mod">
          <ac:chgData name="FENG, Yicheng" userId="63ae093e-9cad-467c-bb2d-e823331db8b5" providerId="ADAL" clId="{C5EB1113-E297-44CF-AB22-BF357E1DAC9F}" dt="2025-01-14T06:55:53.728" v="516" actId="1076"/>
          <ac:spMkLst>
            <pc:docMk/>
            <pc:sldMk cId="1729902151" sldId="287"/>
            <ac:spMk id="80" creationId="{08C4E711-3A7B-450E-BA21-AFE77C36DF71}"/>
          </ac:spMkLst>
        </pc:spChg>
        <pc:spChg chg="add mod">
          <ac:chgData name="FENG, Yicheng" userId="63ae093e-9cad-467c-bb2d-e823331db8b5" providerId="ADAL" clId="{C5EB1113-E297-44CF-AB22-BF357E1DAC9F}" dt="2025-01-14T06:55:53.728" v="516" actId="1076"/>
          <ac:spMkLst>
            <pc:docMk/>
            <pc:sldMk cId="1729902151" sldId="287"/>
            <ac:spMk id="81" creationId="{2F07CAF5-4724-46FC-BA4A-6DD2C34C7212}"/>
          </ac:spMkLst>
        </pc:spChg>
        <pc:spChg chg="add mod">
          <ac:chgData name="FENG, Yicheng" userId="63ae093e-9cad-467c-bb2d-e823331db8b5" providerId="ADAL" clId="{C5EB1113-E297-44CF-AB22-BF357E1DAC9F}" dt="2025-01-14T06:55:53.728" v="516" actId="1076"/>
          <ac:spMkLst>
            <pc:docMk/>
            <pc:sldMk cId="1729902151" sldId="287"/>
            <ac:spMk id="82" creationId="{4F08A940-1BE8-4B41-A27D-F3960F52DAAD}"/>
          </ac:spMkLst>
        </pc:spChg>
        <pc:spChg chg="add mod">
          <ac:chgData name="FENG, Yicheng" userId="63ae093e-9cad-467c-bb2d-e823331db8b5" providerId="ADAL" clId="{C5EB1113-E297-44CF-AB22-BF357E1DAC9F}" dt="2025-01-14T06:55:53.728" v="516" actId="1076"/>
          <ac:spMkLst>
            <pc:docMk/>
            <pc:sldMk cId="1729902151" sldId="287"/>
            <ac:spMk id="83" creationId="{028C2B4C-9E72-4C06-99C3-6500F58E37B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3FF167-5468-407F-BF08-399F401F3E28}" type="datetimeFigureOut">
              <a:rPr lang="en-HK" smtClean="0"/>
              <a:t>15/1/2025</a:t>
            </a:fld>
            <a:endParaRPr lang="en-HK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7E5830-6A7B-473E-B69D-2E2616132BA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48189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5830-6A7B-473E-B69D-2E2616132BAF}" type="slidenum">
              <a:rPr lang="en-HK" smtClean="0"/>
              <a:t>1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752240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5830-6A7B-473E-B69D-2E2616132BAF}" type="slidenum">
              <a:rPr lang="en-HK" smtClean="0"/>
              <a:t>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942803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5830-6A7B-473E-B69D-2E2616132BAF}" type="slidenum">
              <a:rPr lang="en-HK" smtClean="0"/>
              <a:t>3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6388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5830-6A7B-473E-B69D-2E2616132BAF}" type="slidenum">
              <a:rPr lang="en-HK" smtClean="0"/>
              <a:t>4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54339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00BF2-E5AC-4DD5-8465-7E367A3CF6CA}" type="slidenum">
              <a:rPr lang="en-HK" smtClean="0"/>
              <a:t>5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056266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00BF2-E5AC-4DD5-8465-7E367A3CF6CA}" type="slidenum">
              <a:rPr lang="en-HK" smtClean="0"/>
              <a:t>6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210012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00BF2-E5AC-4DD5-8465-7E367A3CF6CA}" type="slidenum">
              <a:rPr lang="en-HK" smtClean="0"/>
              <a:t>7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56808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00BF2-E5AC-4DD5-8465-7E367A3CF6CA}" type="slidenum">
              <a:rPr lang="en-HK" smtClean="0"/>
              <a:t>8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389450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00BF2-E5AC-4DD5-8465-7E367A3CF6CA}" type="slidenum">
              <a:rPr lang="en-HK" smtClean="0"/>
              <a:t>9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8983856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HK" dirty="0"/>
              <a:t>The flow starts similarly: the server creates a socket with socket(), binds it to an address with bind(), and begins listening for connections with listen().</a:t>
            </a:r>
          </a:p>
          <a:p>
            <a:endParaRPr lang="en-HK" dirty="0"/>
          </a:p>
          <a:p>
            <a:r>
              <a:rPr lang="en-HK" dirty="0"/>
              <a:t>When a client connects, the accept() call returns a new file descriptor. But instead of processing the client request directly, the server creates a </a:t>
            </a:r>
            <a:r>
              <a:rPr lang="en-HK" b="1" dirty="0"/>
              <a:t>child process</a:t>
            </a:r>
            <a:r>
              <a:rPr lang="en-HK" dirty="0"/>
              <a:t> or </a:t>
            </a:r>
            <a:r>
              <a:rPr lang="en-HK" b="1" dirty="0"/>
              <a:t>thread</a:t>
            </a:r>
            <a:r>
              <a:rPr lang="en-HK" dirty="0"/>
              <a:t> to handle the connection. This can be done using fork() for creating processes or </a:t>
            </a:r>
            <a:r>
              <a:rPr lang="en-HK" dirty="0" err="1"/>
              <a:t>pthread_create</a:t>
            </a:r>
            <a:r>
              <a:rPr lang="en-HK" dirty="0"/>
              <a:t>() for threads.</a:t>
            </a:r>
          </a:p>
          <a:p>
            <a:endParaRPr lang="en-HK" dirty="0"/>
          </a:p>
          <a:p>
            <a:r>
              <a:rPr lang="en-HK" dirty="0"/>
              <a:t>The </a:t>
            </a:r>
            <a:r>
              <a:rPr lang="en-HK" b="1" dirty="0"/>
              <a:t>parent process</a:t>
            </a:r>
            <a:r>
              <a:rPr lang="en-HK" dirty="0"/>
              <a:t> remains in the listening loop, ready to handle additional client connections.</a:t>
            </a:r>
          </a:p>
          <a:p>
            <a:endParaRPr lang="en-HK" dirty="0"/>
          </a:p>
          <a:p>
            <a:r>
              <a:rPr lang="en-HK" dirty="0"/>
              <a:t>This approach enables the server to handle </a:t>
            </a:r>
            <a:r>
              <a:rPr lang="en-HK" b="1" dirty="0"/>
              <a:t>multiple clients concurrently</a:t>
            </a:r>
            <a:r>
              <a:rPr lang="en-HK" dirty="0"/>
              <a:t>, without one client blocking others. It is widely used in real-world servers, and understanding its principles will help you build more scalable applications.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00BF2-E5AC-4DD5-8465-7E367A3CF6CA}" type="slidenum">
              <a:rPr lang="en-HK" smtClean="0"/>
              <a:t>10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602115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00BF2-E5AC-4DD5-8465-7E367A3CF6CA}" type="slidenum">
              <a:rPr lang="en-HK" smtClean="0"/>
              <a:t>11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1056471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5830-6A7B-473E-B69D-2E2616132BAF}" type="slidenum">
              <a:rPr lang="en-HK" smtClean="0"/>
              <a:t>12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6662751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5830-6A7B-473E-B69D-2E2616132BAF}" type="slidenum">
              <a:rPr lang="en-HK" smtClean="0"/>
              <a:t>13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81035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5830-6A7B-473E-B69D-2E2616132BAF}" type="slidenum">
              <a:rPr lang="en-HK" smtClean="0"/>
              <a:t>14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3021610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5830-6A7B-473E-B69D-2E2616132BAF}" type="slidenum">
              <a:rPr lang="en-HK" smtClean="0"/>
              <a:t>15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6911918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5830-6A7B-473E-B69D-2E2616132BAF}" type="slidenum">
              <a:rPr lang="en-HK" smtClean="0"/>
              <a:t>16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4627937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5830-6A7B-473E-B69D-2E2616132BAF}" type="slidenum">
              <a:rPr lang="en-HK" smtClean="0"/>
              <a:t>17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1397314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5830-6A7B-473E-B69D-2E2616132BAF}" type="slidenum">
              <a:rPr lang="en-HK" smtClean="0"/>
              <a:t>18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5853381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5830-6A7B-473E-B69D-2E2616132BAF}" type="slidenum">
              <a:rPr lang="en-HK" smtClean="0"/>
              <a:t>19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1776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5830-6A7B-473E-B69D-2E2616132BAF}" type="slidenum">
              <a:rPr lang="en-HK" smtClean="0"/>
              <a:t>20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9924766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E5830-6A7B-473E-B69D-2E2616132BAF}" type="slidenum">
              <a:rPr lang="en-HK" smtClean="0"/>
              <a:t>21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557349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A81B1-2540-6743-ABB4-0E292A122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AD417-B984-E443-AB4F-C92143CD1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006C3-5569-404A-A00F-D4521490E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9AC1B-9F9B-7C4C-AD2B-75AB83874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20CFE-8FE9-EB4E-A8E1-AE36C51E4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11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D011E-DCDE-C342-A56C-2EAC9B225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8A12E-F58F-7A41-BFC0-F72ABF92C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9EBF6-8755-7E49-B0D7-FB2F3BB9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EA0E9-4BD6-7644-BA8D-7470DF766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0FEFB-6605-6C41-87AB-0F5AA21F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28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64326-D9A3-1A44-8452-04D5A488E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07CA1-149F-4C4E-8D54-13D1A9252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652F9-B0E8-F941-8A14-1BEB86F9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F3F9B-475A-C14C-A0E3-E96F9ED3B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FE635-695A-2C43-855F-CF2C41BD8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29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7B479-481A-0E49-8D52-0BE021ED2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541EA-D1C3-8E4A-B80B-8390B466F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E356B-D1EA-5247-B0F3-0476CB930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A32C0-D4EC-FD47-BD75-CDDACA441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3B967-A303-124B-BA06-4BAEC0497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3EAE9-F2F8-7E42-9BF7-5A60A32A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0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2CE6-C39C-9045-94F8-9B43CA9D2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926E9-9778-2846-B43B-4A7267120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96341-9374-DF4E-B9F6-A94758E38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5E4306-B762-C746-B6F4-16DFD70CB6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04D85-B6B3-0A42-925A-38933F782E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5CA7DE-DF2D-DD4B-8D9A-4B40F820D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E122F-5BD1-454E-A133-FE0AB5CD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03D25-9E17-0044-9543-53299894B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54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D4217-17EF-3B45-93F5-B23C54148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4CDDD4-A221-CE49-9EB3-456758E5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5879A2-4394-CD4B-9263-3DDC707A4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1ECC98-0E91-594B-AC7F-127A4DD39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21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D70CAD-9D94-0544-90C0-985EDEA90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739153-BA93-C64C-B9BC-ECAD24173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EC52B-8EB5-C146-B069-115FF8045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76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B9339-BB2A-AB4C-A011-36281FB8C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B9FD2-C72C-D746-8FEF-4B09D248F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212A7-AD11-0642-87B6-8FC8A5763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EE618-4BEB-D848-A755-D0B3815B6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F7CBA-7A19-1743-9814-DDBE48E60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F1DF5-1759-1846-85A4-293FE9060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22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FE6E1-ED4F-1D4C-B60C-89E3D8EF6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A6747D-0A18-D14E-9E1F-8914CD6118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873C7-5733-564B-AEBA-F2F0FEFC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7B211-4DF6-9442-9953-6292F1875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0981E-2ABE-7048-AC75-D8C84772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66DC9-3D33-FE44-A5E3-A0B734DF5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68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8CAB9-FB2B-C540-B5C7-A162BB5F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B419EE-DACB-ED41-9BC3-137129D6F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4D66E-AA24-0A49-872D-17B77856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B7280-38D0-E542-8CFE-089B78DF0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E1198-80CE-3D48-8EEE-D994007D7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4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F88F6-3858-2147-8565-3ABE064AB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79688-6666-4A47-AB44-B55E2BF0E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EBA88-1DD5-DC4A-AFB4-8B03BBD45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9944A-C4EB-B943-8190-BF118811D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E4696-702A-BD44-9A3C-F8C85C27C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53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3DFB7-9581-4D48-AAE2-C17529315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3503A-E2B1-0944-B035-77EF7A943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9E476-F670-2B47-81DC-675E7D1F7D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5905D-C0C4-D040-B3F5-79CCA23FA4EB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F1A25-0D30-0E4C-A201-3259214DF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2BE1C-D630-6544-8677-F74CB5078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34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pload.wikimedia.org/wikipedia/en/3/32/Graphical_Description_of_Network_Delay.png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55C1B-43BC-8B40-A7BE-D3C3F3D8A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5674"/>
            <a:ext cx="9144000" cy="2387600"/>
          </a:xfrm>
        </p:spPr>
        <p:txBody>
          <a:bodyPr>
            <a:normAutofit/>
          </a:bodyPr>
          <a:lstStyle/>
          <a:p>
            <a:r>
              <a:rPr lang="en-US" sz="6600" b="1" dirty="0"/>
              <a:t>CSCI 4430 - Spring 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AD46B-2981-B54E-B7BD-5B165BCFE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2817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b="1" dirty="0"/>
              <a:t>Tutorial 2</a:t>
            </a:r>
          </a:p>
          <a:p>
            <a:endParaRPr lang="en-US" sz="3600" b="1" dirty="0"/>
          </a:p>
          <a:p>
            <a:pPr algn="r"/>
            <a:r>
              <a:rPr lang="en-US" sz="2000" b="1" dirty="0"/>
              <a:t>Credits to </a:t>
            </a:r>
            <a:r>
              <a:rPr lang="en-US" altLang="zh-CN" sz="2000" b="1" dirty="0" err="1"/>
              <a:t>Umich</a:t>
            </a:r>
            <a:r>
              <a:rPr lang="en-US" altLang="zh-CN" sz="2000" b="1" dirty="0"/>
              <a:t> </a:t>
            </a:r>
            <a:r>
              <a:rPr lang="en-US" sz="2000" b="1" dirty="0"/>
              <a:t>EECS 489 Discussion 2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90C243-66EE-9844-B6C9-297837E8D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9BED88-AA1D-3144-ABB6-9C775BCC2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9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Socket Programming R</a:t>
            </a:r>
            <a:r>
              <a:rPr lang="en-US" altLang="zh-CN" sz="3200" dirty="0"/>
              <a:t>evisiting</a:t>
            </a:r>
            <a:endParaRPr lang="en-US" sz="3200" dirty="0"/>
          </a:p>
          <a:p>
            <a:r>
              <a:rPr lang="en-US" sz="3200" dirty="0"/>
              <a:t>Performance Metrics - Delay</a:t>
            </a:r>
          </a:p>
          <a:p>
            <a:r>
              <a:rPr lang="en-US" sz="3200" dirty="0"/>
              <a:t>Performance Metrics - Throughput</a:t>
            </a:r>
          </a:p>
          <a:p>
            <a:r>
              <a:rPr lang="en-US" altLang="zh-CN" sz="3200" dirty="0"/>
              <a:t>Exercise </a:t>
            </a:r>
            <a:r>
              <a:rPr lang="en-US" sz="3200" dirty="0"/>
              <a:t>1</a:t>
            </a:r>
          </a:p>
          <a:p>
            <a:r>
              <a:rPr lang="en-US" altLang="zh-CN" sz="3200" dirty="0"/>
              <a:t>Exercise 2</a:t>
            </a:r>
            <a:endParaRPr lang="en-US" sz="3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440415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594" y="149951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Due: </a:t>
            </a:r>
            <a:r>
              <a:rPr lang="en-HK" sz="3200" dirty="0">
                <a:solidFill>
                  <a:srgbClr val="FF0000"/>
                </a:solidFill>
              </a:rPr>
              <a:t>11:59:59 p.m., Sat, Jan. 25th</a:t>
            </a:r>
            <a:endParaRPr lang="en-US" sz="3200" dirty="0">
              <a:solidFill>
                <a:srgbClr val="FF0000"/>
              </a:solidFill>
            </a:endParaRPr>
          </a:p>
          <a:p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4148393-6CCB-44FE-80D6-264EBD55C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88" y="2358734"/>
            <a:ext cx="6070917" cy="29262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8500EE3-5D69-464B-86C6-810B4B529F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9111" y="2140242"/>
            <a:ext cx="4828567" cy="390243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6A98220-9D71-40C9-AF25-67464820F0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4632" y="2871239"/>
            <a:ext cx="2300262" cy="95919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1D3F1C2-C0E3-4976-93C2-29E5E2E3EB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1464" y="3911301"/>
            <a:ext cx="1542081" cy="107007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3EC4E7F-4158-448B-991A-F95A510256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7041" y="3299031"/>
            <a:ext cx="1542081" cy="259120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E9A1B174-3DA2-4036-B5CF-D675C31532A0}"/>
              </a:ext>
            </a:extLst>
          </p:cNvPr>
          <p:cNvSpPr/>
          <p:nvPr/>
        </p:nvSpPr>
        <p:spPr>
          <a:xfrm>
            <a:off x="4962059" y="2660191"/>
            <a:ext cx="517947" cy="1841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E4DFA63-AADE-47E2-8269-BD7E2ADF5265}"/>
              </a:ext>
            </a:extLst>
          </p:cNvPr>
          <p:cNvCxnSpPr>
            <a:cxnSpLocks/>
          </p:cNvCxnSpPr>
          <p:nvPr/>
        </p:nvCxnSpPr>
        <p:spPr>
          <a:xfrm>
            <a:off x="5371301" y="2877633"/>
            <a:ext cx="501204" cy="3771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27A2696C-2D8B-46BD-AFAC-D75B5B4E8F4B}"/>
              </a:ext>
            </a:extLst>
          </p:cNvPr>
          <p:cNvSpPr/>
          <p:nvPr/>
        </p:nvSpPr>
        <p:spPr>
          <a:xfrm>
            <a:off x="6975505" y="2121060"/>
            <a:ext cx="851247" cy="1841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B95DF65D-9D66-4C32-80E7-BB27574D98A9}"/>
              </a:ext>
            </a:extLst>
          </p:cNvPr>
          <p:cNvCxnSpPr>
            <a:cxnSpLocks/>
          </p:cNvCxnSpPr>
          <p:nvPr/>
        </p:nvCxnSpPr>
        <p:spPr>
          <a:xfrm>
            <a:off x="7873958" y="2283072"/>
            <a:ext cx="1781594" cy="9716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8240F4E0-BED2-4121-8E96-E0B8B564A9F1}"/>
              </a:ext>
            </a:extLst>
          </p:cNvPr>
          <p:cNvSpPr/>
          <p:nvPr/>
        </p:nvSpPr>
        <p:spPr>
          <a:xfrm>
            <a:off x="4444114" y="2662102"/>
            <a:ext cx="517947" cy="1841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5BDC46D1-A8B6-4691-85CF-3662F3CFE629}"/>
              </a:ext>
            </a:extLst>
          </p:cNvPr>
          <p:cNvCxnSpPr>
            <a:cxnSpLocks/>
          </p:cNvCxnSpPr>
          <p:nvPr/>
        </p:nvCxnSpPr>
        <p:spPr>
          <a:xfrm>
            <a:off x="4744649" y="2877633"/>
            <a:ext cx="382392" cy="12019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847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3331"/>
          </a:xfrm>
        </p:spPr>
        <p:txBody>
          <a:bodyPr/>
          <a:lstStyle/>
          <a:p>
            <a:r>
              <a:rPr lang="en-US" b="1" dirty="0"/>
              <a:t>Assignment 2&amp;3 Group</a:t>
            </a:r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93C4DF01-83FA-4E10-AE51-839B708EA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994" y="1629698"/>
            <a:ext cx="4312754" cy="4177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677AC68-0EBE-43C2-8478-901F8AC41A2A}"/>
              </a:ext>
            </a:extLst>
          </p:cNvPr>
          <p:cNvSpPr txBox="1"/>
          <p:nvPr/>
        </p:nvSpPr>
        <p:spPr>
          <a:xfrm>
            <a:off x="5623627" y="1629698"/>
            <a:ext cx="57656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dirty="0"/>
              <a:t>The </a:t>
            </a:r>
            <a:r>
              <a:rPr lang="en-HK" b="1" dirty="0"/>
              <a:t>deadline for grouping</a:t>
            </a:r>
            <a:r>
              <a:rPr lang="en-HK" dirty="0"/>
              <a:t> is </a:t>
            </a:r>
            <a:r>
              <a:rPr lang="en-HK" b="1" dirty="0">
                <a:solidFill>
                  <a:srgbClr val="C00000"/>
                </a:solidFill>
              </a:rPr>
              <a:t>23:59:59, Jan. 24th 2025, the next Friday</a:t>
            </a:r>
            <a:r>
              <a:rPr lang="en-HK" dirty="0">
                <a:solidFill>
                  <a:srgbClr val="C00000"/>
                </a:solidFill>
              </a:rPr>
              <a:t>.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9F8D6A-27AB-4CF5-A228-373D6BC6290B}"/>
              </a:ext>
            </a:extLst>
          </p:cNvPr>
          <p:cNvSpPr txBox="1"/>
          <p:nvPr/>
        </p:nvSpPr>
        <p:spPr>
          <a:xfrm>
            <a:off x="5630714" y="256239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dirty="0"/>
              <a:t>For </a:t>
            </a:r>
            <a:r>
              <a:rPr lang="en-HK" b="1" dirty="0"/>
              <a:t>assignments 2 and 3</a:t>
            </a:r>
            <a:r>
              <a:rPr lang="en-HK" dirty="0"/>
              <a:t>, you need to form a group of </a:t>
            </a:r>
            <a:r>
              <a:rPr lang="en-HK" b="1" u="sng" dirty="0">
                <a:solidFill>
                  <a:srgbClr val="C00000"/>
                </a:solidFill>
              </a:rPr>
              <a:t>exactly 2 students</a:t>
            </a:r>
            <a:r>
              <a:rPr lang="en-HK" dirty="0"/>
              <a:t> and finish the assignment as a group. We use </a:t>
            </a:r>
            <a:r>
              <a:rPr lang="en-HK" b="1" dirty="0"/>
              <a:t>Blackboard</a:t>
            </a:r>
            <a:r>
              <a:rPr lang="en-HK" dirty="0"/>
              <a:t> as the tool to form groups.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B270DF-DF10-4B5E-88B5-6B10DCCDCF5B}"/>
              </a:ext>
            </a:extLst>
          </p:cNvPr>
          <p:cNvSpPr txBox="1"/>
          <p:nvPr/>
        </p:nvSpPr>
        <p:spPr>
          <a:xfrm>
            <a:off x="5630715" y="3820452"/>
            <a:ext cx="6625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dirty="0"/>
              <a:t>More information, </a:t>
            </a:r>
            <a:r>
              <a:rPr lang="en-HK" dirty="0" err="1"/>
              <a:t>plz</a:t>
            </a:r>
            <a:r>
              <a:rPr lang="en-HK" dirty="0"/>
              <a:t> check Piazza announcement: https://piazza.com/class/m5g5xzrpiad38y/post/21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B1EB643-D283-4C36-9B4E-6C1465440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9951" y="4580401"/>
            <a:ext cx="5741581" cy="96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712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Socket Programming: Complete Flow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11AF92-8AD0-444F-83E3-E11532277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76290" y="1825625"/>
            <a:ext cx="5639420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B591B7-0ED3-894C-A352-8477ED74F3BB}"/>
              </a:ext>
            </a:extLst>
          </p:cNvPr>
          <p:cNvSpPr txBox="1"/>
          <p:nvPr/>
        </p:nvSpPr>
        <p:spPr>
          <a:xfrm>
            <a:off x="1436914" y="3708906"/>
            <a:ext cx="12520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Server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A8685D-FCCD-1D48-84F7-D47520F09B5B}"/>
              </a:ext>
            </a:extLst>
          </p:cNvPr>
          <p:cNvSpPr txBox="1"/>
          <p:nvPr/>
        </p:nvSpPr>
        <p:spPr>
          <a:xfrm>
            <a:off x="9688285" y="3708906"/>
            <a:ext cx="11474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522421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Socket Programming: Client Side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803F26-69FA-F141-8053-17ADFC76B8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4267" y="2193925"/>
            <a:ext cx="1955800" cy="3238500"/>
          </a:xfrm>
          <a:prstGeom prst="rect">
            <a:avLst/>
          </a:prstGeom>
        </p:spPr>
      </p:pic>
      <p:graphicFrame>
        <p:nvGraphicFramePr>
          <p:cNvPr id="25" name="Group 4">
            <a:extLst>
              <a:ext uri="{FF2B5EF4-FFF2-40B4-BE49-F238E27FC236}">
                <a16:creationId xmlns:a16="http://schemas.microsoft.com/office/drawing/2014/main" id="{B790D8A6-3FF2-4898-8C0B-11A5983724CF}"/>
              </a:ext>
            </a:extLst>
          </p:cNvPr>
          <p:cNvGraphicFramePr>
            <a:graphicFrameLocks noGrp="1"/>
          </p:cNvGraphicFramePr>
          <p:nvPr/>
        </p:nvGraphicFramePr>
        <p:xfrm>
          <a:off x="8298873" y="4090988"/>
          <a:ext cx="3505200" cy="237744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Important System calls</a:t>
                      </a:r>
                    </a:p>
                  </a:txBody>
                  <a:tcPr marT="91440" marB="914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Client side</a:t>
                      </a:r>
                    </a:p>
                  </a:txBody>
                  <a:tcPr marT="91440" marB="914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Server side</a:t>
                      </a:r>
                    </a:p>
                  </a:txBody>
                  <a:tcPr marT="9144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新細明體" pitchFamily="18" charset="-120"/>
                        </a:rPr>
                        <a:t>socket()</a:t>
                      </a:r>
                    </a:p>
                  </a:txBody>
                  <a:tcPr marT="91440" marB="914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新細明體" pitchFamily="18" charset="-120"/>
                        </a:rPr>
                        <a:t>bind()*</a:t>
                      </a:r>
                    </a:p>
                  </a:txBody>
                  <a:tcPr marT="91440" marB="914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新細明體" pitchFamily="18" charset="-120"/>
                        </a:rPr>
                        <a:t>bind()</a:t>
                      </a:r>
                    </a:p>
                  </a:txBody>
                  <a:tcPr marT="9144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新細明體" pitchFamily="18" charset="-120"/>
                        </a:rPr>
                        <a:t>connect()</a:t>
                      </a:r>
                    </a:p>
                  </a:txBody>
                  <a:tcPr marT="91440" marB="914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新細明體" pitchFamily="18" charset="-120"/>
                        </a:rPr>
                        <a:t>listen() and accept()</a:t>
                      </a:r>
                    </a:p>
                  </a:txBody>
                  <a:tcPr marT="9144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 Box 23">
            <a:extLst>
              <a:ext uri="{FF2B5EF4-FFF2-40B4-BE49-F238E27FC236}">
                <a16:creationId xmlns:a16="http://schemas.microsoft.com/office/drawing/2014/main" id="{7A54562F-34E2-483C-B5CF-18BB05D38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9473" y="6553200"/>
            <a:ext cx="1624013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200" b="1">
                <a:latin typeface="Consolas" pitchFamily="49" charset="0"/>
              </a:rPr>
              <a:t>* means optional.</a:t>
            </a:r>
          </a:p>
        </p:txBody>
      </p:sp>
      <p:sp>
        <p:nvSpPr>
          <p:cNvPr id="28" name="Text Box 25">
            <a:extLst>
              <a:ext uri="{FF2B5EF4-FFF2-40B4-BE49-F238E27FC236}">
                <a16:creationId xmlns:a16="http://schemas.microsoft.com/office/drawing/2014/main" id="{B349E0B2-B1CC-4E2B-8A05-26F655F0C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273" y="1731963"/>
            <a:ext cx="1196975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socket()</a:t>
            </a:r>
          </a:p>
        </p:txBody>
      </p:sp>
      <p:sp>
        <p:nvSpPr>
          <p:cNvPr id="29" name="Text Box 26">
            <a:extLst>
              <a:ext uri="{FF2B5EF4-FFF2-40B4-BE49-F238E27FC236}">
                <a16:creationId xmlns:a16="http://schemas.microsoft.com/office/drawing/2014/main" id="{5F967E97-62E0-49CC-9B1F-80CF9AFA4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3073" y="1731963"/>
            <a:ext cx="1322388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connect()</a:t>
            </a:r>
          </a:p>
        </p:txBody>
      </p:sp>
      <p:sp>
        <p:nvSpPr>
          <p:cNvPr id="30" name="Text Box 27">
            <a:extLst>
              <a:ext uri="{FF2B5EF4-FFF2-40B4-BE49-F238E27FC236}">
                <a16:creationId xmlns:a16="http://schemas.microsoft.com/office/drawing/2014/main" id="{36394CA4-56E8-4F71-BF9C-8942D3D99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5123" y="1579563"/>
            <a:ext cx="946150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read()</a:t>
            </a:r>
          </a:p>
        </p:txBody>
      </p:sp>
      <p:sp>
        <p:nvSpPr>
          <p:cNvPr id="31" name="Text Box 28">
            <a:extLst>
              <a:ext uri="{FF2B5EF4-FFF2-40B4-BE49-F238E27FC236}">
                <a16:creationId xmlns:a16="http://schemas.microsoft.com/office/drawing/2014/main" id="{4F254A27-E9B8-4605-B129-6E3DCF15A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97523" y="2193925"/>
            <a:ext cx="1071563" cy="37623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write()</a:t>
            </a:r>
          </a:p>
        </p:txBody>
      </p:sp>
      <p:sp>
        <p:nvSpPr>
          <p:cNvPr id="32" name="Line 29">
            <a:extLst>
              <a:ext uri="{FF2B5EF4-FFF2-40B4-BE49-F238E27FC236}">
                <a16:creationId xmlns:a16="http://schemas.microsoft.com/office/drawing/2014/main" id="{EE022D9B-70C9-49F4-867D-EB2F6CE900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0873" y="18986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Box 30">
            <a:extLst>
              <a:ext uri="{FF2B5EF4-FFF2-40B4-BE49-F238E27FC236}">
                <a16:creationId xmlns:a16="http://schemas.microsoft.com/office/drawing/2014/main" id="{5C981432-1053-4886-994D-96FD62A43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0473" y="1731963"/>
            <a:ext cx="946150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bind()</a:t>
            </a:r>
          </a:p>
        </p:txBody>
      </p:sp>
      <p:sp>
        <p:nvSpPr>
          <p:cNvPr id="34" name="Line 31">
            <a:extLst>
              <a:ext uri="{FF2B5EF4-FFF2-40B4-BE49-F238E27FC236}">
                <a16:creationId xmlns:a16="http://schemas.microsoft.com/office/drawing/2014/main" id="{D03A8788-6318-45CC-ABD4-27871781EA3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3473" y="18986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" name="Line 32">
            <a:extLst>
              <a:ext uri="{FF2B5EF4-FFF2-40B4-BE49-F238E27FC236}">
                <a16:creationId xmlns:a16="http://schemas.microsoft.com/office/drawing/2014/main" id="{6BC02E92-741B-4076-9CA5-EE3BF3B45A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37073" y="1746250"/>
            <a:ext cx="838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" name="Line 33">
            <a:extLst>
              <a:ext uri="{FF2B5EF4-FFF2-40B4-BE49-F238E27FC236}">
                <a16:creationId xmlns:a16="http://schemas.microsoft.com/office/drawing/2014/main" id="{02BCE078-78EF-4D78-8F82-5AFC53B73CCD}"/>
              </a:ext>
            </a:extLst>
          </p:cNvPr>
          <p:cNvSpPr>
            <a:spLocks noChangeShapeType="1"/>
          </p:cNvSpPr>
          <p:nvPr/>
        </p:nvSpPr>
        <p:spPr bwMode="auto">
          <a:xfrm>
            <a:off x="9213273" y="197485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Box 34">
            <a:extLst>
              <a:ext uri="{FF2B5EF4-FFF2-40B4-BE49-F238E27FC236}">
                <a16:creationId xmlns:a16="http://schemas.microsoft.com/office/drawing/2014/main" id="{54855DA5-3B7B-400A-85BC-4B77A3CAA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3073" y="2427288"/>
            <a:ext cx="1866900" cy="314325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400" b="1">
                <a:latin typeface="Consolas" pitchFamily="49" charset="0"/>
              </a:rPr>
              <a:t>Client flow chart</a:t>
            </a:r>
          </a:p>
        </p:txBody>
      </p:sp>
      <p:sp>
        <p:nvSpPr>
          <p:cNvPr id="39" name="Text Box 35">
            <a:extLst>
              <a:ext uri="{FF2B5EF4-FFF2-40B4-BE49-F238E27FC236}">
                <a16:creationId xmlns:a16="http://schemas.microsoft.com/office/drawing/2014/main" id="{0BA18B2A-53F2-429B-94D1-4347D91C8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0998" y="3205163"/>
            <a:ext cx="4054475" cy="677862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tIns="91440" bIns="9144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kern="0" dirty="0">
                <a:solidFill>
                  <a:sysClr val="windowText" lastClr="000000"/>
                </a:solidFill>
                <a:latin typeface="Calibri" pitchFamily="34" charset="0"/>
              </a:rPr>
              <a:t>Step (1). </a:t>
            </a:r>
            <a:r>
              <a:rPr kumimoji="0" lang="en-US" altLang="zh-TW" sz="1600" b="1" kern="0" dirty="0">
                <a:solidFill>
                  <a:sysClr val="windowText" lastClr="000000"/>
                </a:solidFill>
                <a:latin typeface="Calibri" pitchFamily="34" charset="0"/>
              </a:rPr>
              <a:t>socket()</a:t>
            </a:r>
            <a:endParaRPr kumimoji="0" lang="en-US" altLang="zh-TW" sz="1600" kern="0" dirty="0">
              <a:solidFill>
                <a:sysClr val="windowText" lastClr="000000"/>
              </a:solidFill>
              <a:latin typeface="Calibri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kern="0" dirty="0">
                <a:solidFill>
                  <a:sysClr val="windowText" lastClr="000000"/>
                </a:solidFill>
                <a:latin typeface="Calibri" pitchFamily="34" charset="0"/>
              </a:rPr>
              <a:t>- Create a socket.</a:t>
            </a:r>
          </a:p>
        </p:txBody>
      </p:sp>
      <p:sp>
        <p:nvSpPr>
          <p:cNvPr id="40" name="Text Box 38">
            <a:extLst>
              <a:ext uri="{FF2B5EF4-FFF2-40B4-BE49-F238E27FC236}">
                <a16:creationId xmlns:a16="http://schemas.microsoft.com/office/drawing/2014/main" id="{4FD705B2-E615-4486-8E51-8D9E89067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6873" y="4029075"/>
            <a:ext cx="4054475" cy="11699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tIns="91440" bIns="9144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kern="0" dirty="0">
                <a:solidFill>
                  <a:sysClr val="windowText" lastClr="000000"/>
                </a:solidFill>
                <a:latin typeface="Calibri" pitchFamily="34" charset="0"/>
              </a:rPr>
              <a:t>Step (2). </a:t>
            </a:r>
            <a:r>
              <a:rPr kumimoji="0" lang="en-US" altLang="zh-TW" sz="1600" b="1" kern="0" dirty="0">
                <a:solidFill>
                  <a:sysClr val="windowText" lastClr="000000"/>
                </a:solidFill>
                <a:latin typeface="Calibri" pitchFamily="34" charset="0"/>
              </a:rPr>
              <a:t>bind() [optional]</a:t>
            </a:r>
            <a:endParaRPr kumimoji="0" lang="en-US" altLang="zh-TW" sz="1600" kern="0" dirty="0">
              <a:solidFill>
                <a:sysClr val="windowText" lastClr="000000"/>
              </a:solidFill>
              <a:latin typeface="Calibri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kern="0" dirty="0">
                <a:solidFill>
                  <a:sysClr val="windowText" lastClr="000000"/>
                </a:solidFill>
                <a:latin typeface="Calibri" pitchFamily="34" charset="0"/>
              </a:rPr>
              <a:t>- Assign the socket a port number.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kern="0" dirty="0">
                <a:solidFill>
                  <a:sysClr val="windowText" lastClr="000000"/>
                </a:solidFill>
                <a:latin typeface="Calibri" pitchFamily="34" charset="0"/>
              </a:rPr>
              <a:t>- Skip this step and will have a random port number assigned.</a:t>
            </a:r>
          </a:p>
        </p:txBody>
      </p:sp>
      <p:sp>
        <p:nvSpPr>
          <p:cNvPr id="41" name="Text Box 39">
            <a:extLst>
              <a:ext uri="{FF2B5EF4-FFF2-40B4-BE49-F238E27FC236}">
                <a16:creationId xmlns:a16="http://schemas.microsoft.com/office/drawing/2014/main" id="{425660A0-F0FC-4EAD-8E96-5425A334D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6873" y="5327650"/>
            <a:ext cx="4054475" cy="923925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tIns="91440" bIns="9144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kern="0" dirty="0">
                <a:solidFill>
                  <a:sysClr val="windowText" lastClr="000000"/>
                </a:solidFill>
                <a:latin typeface="Calibri" pitchFamily="34" charset="0"/>
              </a:rPr>
              <a:t>Step (3). </a:t>
            </a:r>
            <a:r>
              <a:rPr kumimoji="0" lang="en-US" altLang="zh-TW" sz="1600" b="1" kern="0" dirty="0">
                <a:solidFill>
                  <a:sysClr val="windowText" lastClr="000000"/>
                </a:solidFill>
                <a:latin typeface="Calibri" pitchFamily="34" charset="0"/>
              </a:rPr>
              <a:t>connect()</a:t>
            </a:r>
            <a:endParaRPr kumimoji="0" lang="en-US" altLang="zh-TW" sz="1600" kern="0" dirty="0">
              <a:solidFill>
                <a:sysClr val="windowText" lastClr="000000"/>
              </a:solidFill>
              <a:latin typeface="Calibri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kern="0" dirty="0">
                <a:solidFill>
                  <a:sysClr val="windowText" lastClr="000000"/>
                </a:solidFill>
                <a:latin typeface="Calibri" pitchFamily="34" charset="0"/>
              </a:rPr>
              <a:t>- Connect to the remote server.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kern="0" dirty="0">
                <a:solidFill>
                  <a:sysClr val="windowText" lastClr="000000"/>
                </a:solidFill>
                <a:latin typeface="Calibri" pitchFamily="34" charset="0"/>
              </a:rPr>
              <a:t>- It is a blocking system call.</a:t>
            </a:r>
          </a:p>
        </p:txBody>
      </p:sp>
      <p:sp>
        <p:nvSpPr>
          <p:cNvPr id="42" name="Text Box 40">
            <a:extLst>
              <a:ext uri="{FF2B5EF4-FFF2-40B4-BE49-F238E27FC236}">
                <a16:creationId xmlns:a16="http://schemas.microsoft.com/office/drawing/2014/main" id="{B79A84F8-8051-49DE-BB9D-732F6E45B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7473" y="3111500"/>
            <a:ext cx="2500313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b="1" kern="0">
                <a:solidFill>
                  <a:sysClr val="windowText" lastClr="000000"/>
                </a:solidFill>
                <a:latin typeface="Calibri" pitchFamily="34" charset="0"/>
              </a:rPr>
              <a:t>read()</a:t>
            </a:r>
            <a:r>
              <a:rPr kumimoji="0" lang="en-US" altLang="zh-TW" sz="1600" kern="0">
                <a:solidFill>
                  <a:sysClr val="windowText" lastClr="000000"/>
                </a:solidFill>
                <a:latin typeface="Calibri" pitchFamily="34" charset="0"/>
              </a:rPr>
              <a:t> – to receive data.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b="1" kern="0">
                <a:solidFill>
                  <a:sysClr val="windowText" lastClr="000000"/>
                </a:solidFill>
                <a:latin typeface="Calibri" pitchFamily="34" charset="0"/>
              </a:rPr>
              <a:t>write()</a:t>
            </a:r>
            <a:r>
              <a:rPr kumimoji="0" lang="en-US" altLang="zh-TW" sz="1600" kern="0">
                <a:solidFill>
                  <a:sysClr val="windowText" lastClr="000000"/>
                </a:solidFill>
                <a:latin typeface="Calibri" pitchFamily="34" charset="0"/>
              </a:rPr>
              <a:t> – to send data.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b="1" kern="0">
                <a:solidFill>
                  <a:sysClr val="windowText" lastClr="000000"/>
                </a:solidFill>
                <a:latin typeface="Calibri" pitchFamily="34" charset="0"/>
              </a:rPr>
              <a:t>close()</a:t>
            </a:r>
            <a:r>
              <a:rPr kumimoji="0" lang="en-US" altLang="zh-TW" sz="1600" kern="0">
                <a:solidFill>
                  <a:sysClr val="windowText" lastClr="000000"/>
                </a:solidFill>
                <a:latin typeface="Calibri" pitchFamily="34" charset="0"/>
              </a:rPr>
              <a:t> – to close the socket</a:t>
            </a:r>
          </a:p>
        </p:txBody>
      </p:sp>
    </p:spTree>
    <p:extLst>
      <p:ext uri="{BB962C8B-B14F-4D97-AF65-F5344CB8AC3E}">
        <p14:creationId xmlns:p14="http://schemas.microsoft.com/office/powerpoint/2010/main" val="2279024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Socket Programming: Server Side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1F1B7FF-0FBF-3D45-81DD-BA45BC44D7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44919" y="1555113"/>
            <a:ext cx="1863856" cy="4824100"/>
          </a:xfrm>
          <a:prstGeom prst="rect">
            <a:avLst/>
          </a:prstGeom>
        </p:spPr>
      </p:pic>
      <p:graphicFrame>
        <p:nvGraphicFramePr>
          <p:cNvPr id="6" name="Group 4">
            <a:extLst>
              <a:ext uri="{FF2B5EF4-FFF2-40B4-BE49-F238E27FC236}">
                <a16:creationId xmlns:a16="http://schemas.microsoft.com/office/drawing/2014/main" id="{5EE5234C-2895-47D5-BEE5-B6EAF2F4F088}"/>
              </a:ext>
            </a:extLst>
          </p:cNvPr>
          <p:cNvGraphicFramePr>
            <a:graphicFrameLocks noGrp="1"/>
          </p:cNvGraphicFramePr>
          <p:nvPr/>
        </p:nvGraphicFramePr>
        <p:xfrm>
          <a:off x="8548688" y="4102101"/>
          <a:ext cx="3505200" cy="237744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Important System calls</a:t>
                      </a:r>
                    </a:p>
                  </a:txBody>
                  <a:tcPr marT="91440" marB="914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Client side</a:t>
                      </a:r>
                    </a:p>
                  </a:txBody>
                  <a:tcPr marT="91440" marB="914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Server side</a:t>
                      </a:r>
                    </a:p>
                  </a:txBody>
                  <a:tcPr marT="9144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新細明體" pitchFamily="18" charset="-120"/>
                        </a:rPr>
                        <a:t>socket()</a:t>
                      </a:r>
                    </a:p>
                  </a:txBody>
                  <a:tcPr marT="91440" marB="914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新細明體" pitchFamily="18" charset="-120"/>
                        </a:rPr>
                        <a:t>bind()*</a:t>
                      </a:r>
                    </a:p>
                  </a:txBody>
                  <a:tcPr marT="91440" marB="914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新細明體" pitchFamily="18" charset="-120"/>
                        </a:rPr>
                        <a:t>bind()</a:t>
                      </a:r>
                    </a:p>
                  </a:txBody>
                  <a:tcPr marT="9144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新細明體" pitchFamily="18" charset="-120"/>
                        </a:rPr>
                        <a:t>connect()</a:t>
                      </a:r>
                    </a:p>
                  </a:txBody>
                  <a:tcPr marT="91440" marB="914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新細明體" pitchFamily="18" charset="-120"/>
                        </a:rPr>
                        <a:t>listen() and accept()</a:t>
                      </a:r>
                    </a:p>
                  </a:txBody>
                  <a:tcPr marT="9144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Box 25">
            <a:extLst>
              <a:ext uri="{FF2B5EF4-FFF2-40B4-BE49-F238E27FC236}">
                <a16:creationId xmlns:a16="http://schemas.microsoft.com/office/drawing/2014/main" id="{70714A64-A22E-499D-A5F9-BAEE59F85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9088" y="1743076"/>
            <a:ext cx="1196975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latin typeface="Consolas" pitchFamily="49" charset="0"/>
              </a:rPr>
              <a:t>socket()</a:t>
            </a:r>
          </a:p>
        </p:txBody>
      </p:sp>
      <p:sp>
        <p:nvSpPr>
          <p:cNvPr id="9" name="Text Box 26">
            <a:extLst>
              <a:ext uri="{FF2B5EF4-FFF2-40B4-BE49-F238E27FC236}">
                <a16:creationId xmlns:a16="http://schemas.microsoft.com/office/drawing/2014/main" id="{AAB19A18-9873-4911-BFDE-D5B965E36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2888" y="1743076"/>
            <a:ext cx="1196975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listen()</a:t>
            </a:r>
          </a:p>
        </p:txBody>
      </p:sp>
      <p:sp>
        <p:nvSpPr>
          <p:cNvPr id="10" name="Text Box 27">
            <a:extLst>
              <a:ext uri="{FF2B5EF4-FFF2-40B4-BE49-F238E27FC236}">
                <a16:creationId xmlns:a16="http://schemas.microsoft.com/office/drawing/2014/main" id="{CF6365C8-AAD7-4AC0-926D-27E0580F5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99738" y="1762126"/>
            <a:ext cx="946150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read()</a:t>
            </a:r>
          </a:p>
        </p:txBody>
      </p:sp>
      <p:sp>
        <p:nvSpPr>
          <p:cNvPr id="11" name="Text Box 28">
            <a:extLst>
              <a:ext uri="{FF2B5EF4-FFF2-40B4-BE49-F238E27FC236}">
                <a16:creationId xmlns:a16="http://schemas.microsoft.com/office/drawing/2014/main" id="{8E3C78D9-C6DE-4941-94EF-0B59567E2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2138" y="2371726"/>
            <a:ext cx="1071563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write()</a:t>
            </a:r>
          </a:p>
        </p:txBody>
      </p:sp>
      <p:sp>
        <p:nvSpPr>
          <p:cNvPr id="12" name="Line 29">
            <a:extLst>
              <a:ext uri="{FF2B5EF4-FFF2-40B4-BE49-F238E27FC236}">
                <a16:creationId xmlns:a16="http://schemas.microsoft.com/office/drawing/2014/main" id="{0DE6630A-B88D-4468-AE78-131AE81A15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0688" y="19097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Box 30">
            <a:extLst>
              <a:ext uri="{FF2B5EF4-FFF2-40B4-BE49-F238E27FC236}">
                <a16:creationId xmlns:a16="http://schemas.microsoft.com/office/drawing/2014/main" id="{6E1491DA-84FF-46FE-BA55-02D6CCEFA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0288" y="1743076"/>
            <a:ext cx="946150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bind()</a:t>
            </a:r>
          </a:p>
        </p:txBody>
      </p:sp>
      <p:sp>
        <p:nvSpPr>
          <p:cNvPr id="14" name="Line 31">
            <a:extLst>
              <a:ext uri="{FF2B5EF4-FFF2-40B4-BE49-F238E27FC236}">
                <a16:creationId xmlns:a16="http://schemas.microsoft.com/office/drawing/2014/main" id="{74017E5F-A164-46D4-BAF4-B71F5C6CDFF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3288" y="19097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" name="Line 32">
            <a:extLst>
              <a:ext uri="{FF2B5EF4-FFF2-40B4-BE49-F238E27FC236}">
                <a16:creationId xmlns:a16="http://schemas.microsoft.com/office/drawing/2014/main" id="{D4D59AC5-37F2-42FD-86C4-59E687C704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34488" y="1985963"/>
            <a:ext cx="1219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" name="Line 33">
            <a:extLst>
              <a:ext uri="{FF2B5EF4-FFF2-40B4-BE49-F238E27FC236}">
                <a16:creationId xmlns:a16="http://schemas.microsoft.com/office/drawing/2014/main" id="{5EAFD17E-38D0-4DFE-971D-79CE4A8F35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34488" y="2595563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Box 34">
            <a:extLst>
              <a:ext uri="{FF2B5EF4-FFF2-40B4-BE49-F238E27FC236}">
                <a16:creationId xmlns:a16="http://schemas.microsoft.com/office/drawing/2014/main" id="{DC2F8C2D-A59B-4E45-8FA5-FC56637B0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2888" y="2438401"/>
            <a:ext cx="1866900" cy="314325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400" b="1" dirty="0">
                <a:latin typeface="Consolas" pitchFamily="49" charset="0"/>
              </a:rPr>
              <a:t>Server flow chart</a:t>
            </a:r>
          </a:p>
        </p:txBody>
      </p:sp>
      <p:sp>
        <p:nvSpPr>
          <p:cNvPr id="18" name="Text Box 35">
            <a:extLst>
              <a:ext uri="{FF2B5EF4-FFF2-40B4-BE49-F238E27FC236}">
                <a16:creationId xmlns:a16="http://schemas.microsoft.com/office/drawing/2014/main" id="{76BDD808-3BFD-433E-BDE6-FC23921E9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0813" y="3216276"/>
            <a:ext cx="4054475" cy="4381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>
            <a:spAutoFit/>
          </a:bodyPr>
          <a:lstStyle/>
          <a:p>
            <a:r>
              <a:rPr lang="en-US" altLang="zh-TW" sz="1600" dirty="0">
                <a:latin typeface="Calibri" pitchFamily="34" charset="0"/>
              </a:rPr>
              <a:t>Step (1) &amp; Step(2) [ you know them now. ]</a:t>
            </a:r>
          </a:p>
        </p:txBody>
      </p:sp>
      <p:sp>
        <p:nvSpPr>
          <p:cNvPr id="19" name="Rectangle 36">
            <a:extLst>
              <a:ext uri="{FF2B5EF4-FFF2-40B4-BE49-F238E27FC236}">
                <a16:creationId xmlns:a16="http://schemas.microsoft.com/office/drawing/2014/main" id="{E17C543E-AA26-4EE5-B6E2-E51CDE572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688" y="3052763"/>
            <a:ext cx="3505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Text Box 37">
            <a:extLst>
              <a:ext uri="{FF2B5EF4-FFF2-40B4-BE49-F238E27FC236}">
                <a16:creationId xmlns:a16="http://schemas.microsoft.com/office/drawing/2014/main" id="{BE8C8833-AB35-4972-8EB1-3911354DF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688" y="4040188"/>
            <a:ext cx="4054475" cy="9271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>
            <a:spAutoFit/>
          </a:bodyPr>
          <a:lstStyle/>
          <a:p>
            <a:r>
              <a:rPr lang="en-US" altLang="zh-TW" sz="1600">
                <a:latin typeface="Calibri" pitchFamily="34" charset="0"/>
              </a:rPr>
              <a:t>Step (3). </a:t>
            </a:r>
            <a:r>
              <a:rPr lang="en-US" altLang="zh-TW" sz="1600" b="1">
                <a:latin typeface="Calibri" pitchFamily="34" charset="0"/>
              </a:rPr>
              <a:t>listen()</a:t>
            </a:r>
            <a:endParaRPr lang="en-US" altLang="zh-TW" sz="1600">
              <a:latin typeface="Calibri" pitchFamily="34" charset="0"/>
            </a:endParaRPr>
          </a:p>
          <a:p>
            <a:r>
              <a:rPr lang="en-US" altLang="zh-TW" sz="1600">
                <a:latin typeface="Calibri" pitchFamily="34" charset="0"/>
              </a:rPr>
              <a:t>- It sets the port to be listening to incoming connections, for TCP only.</a:t>
            </a:r>
          </a:p>
        </p:txBody>
      </p:sp>
      <p:sp>
        <p:nvSpPr>
          <p:cNvPr id="21" name="Text Box 38">
            <a:extLst>
              <a:ext uri="{FF2B5EF4-FFF2-40B4-BE49-F238E27FC236}">
                <a16:creationId xmlns:a16="http://schemas.microsoft.com/office/drawing/2014/main" id="{B21DE8A7-EBC6-4163-AA06-1C09A09EF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688" y="5338763"/>
            <a:ext cx="4054475" cy="9271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>
            <a:spAutoFit/>
          </a:bodyPr>
          <a:lstStyle/>
          <a:p>
            <a:r>
              <a:rPr lang="en-US" altLang="zh-TW" sz="1600" dirty="0">
                <a:latin typeface="Calibri" pitchFamily="34" charset="0"/>
              </a:rPr>
              <a:t>Step (4). </a:t>
            </a:r>
            <a:r>
              <a:rPr lang="en-US" altLang="zh-TW" sz="1600" b="1" dirty="0">
                <a:latin typeface="Calibri" pitchFamily="34" charset="0"/>
              </a:rPr>
              <a:t>accept()</a:t>
            </a:r>
            <a:endParaRPr lang="en-US" altLang="zh-TW" sz="1600" dirty="0">
              <a:latin typeface="Calibri" pitchFamily="34" charset="0"/>
            </a:endParaRPr>
          </a:p>
          <a:p>
            <a:r>
              <a:rPr lang="en-US" altLang="zh-TW" sz="1600" dirty="0">
                <a:latin typeface="Calibri" pitchFamily="34" charset="0"/>
              </a:rPr>
              <a:t>- Accept incoming connections.</a:t>
            </a:r>
          </a:p>
          <a:p>
            <a:r>
              <a:rPr lang="en-US" altLang="zh-TW" sz="1600" dirty="0">
                <a:latin typeface="Calibri" pitchFamily="34" charset="0"/>
              </a:rPr>
              <a:t>- A blocking system call.</a:t>
            </a:r>
          </a:p>
        </p:txBody>
      </p:sp>
      <p:sp>
        <p:nvSpPr>
          <p:cNvPr id="22" name="Text Box 39">
            <a:extLst>
              <a:ext uri="{FF2B5EF4-FFF2-40B4-BE49-F238E27FC236}">
                <a16:creationId xmlns:a16="http://schemas.microsoft.com/office/drawing/2014/main" id="{D4F89D13-3D02-4B3F-8DD3-7BA63D583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2888" y="2352676"/>
            <a:ext cx="1196975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accept()</a:t>
            </a:r>
          </a:p>
        </p:txBody>
      </p:sp>
      <p:sp>
        <p:nvSpPr>
          <p:cNvPr id="23" name="Text Box 40">
            <a:extLst>
              <a:ext uri="{FF2B5EF4-FFF2-40B4-BE49-F238E27FC236}">
                <a16:creationId xmlns:a16="http://schemas.microsoft.com/office/drawing/2014/main" id="{DCAF029B-4F63-43FF-AECF-8F6DF0248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7288" y="3122613"/>
            <a:ext cx="2490788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600" b="1">
                <a:latin typeface="Calibri" pitchFamily="34" charset="0"/>
              </a:rPr>
              <a:t>read()</a:t>
            </a:r>
            <a:r>
              <a:rPr lang="en-US" altLang="zh-TW" sz="1600">
                <a:latin typeface="Calibri" pitchFamily="34" charset="0"/>
              </a:rPr>
              <a:t> – to receive data.</a:t>
            </a:r>
          </a:p>
          <a:p>
            <a:r>
              <a:rPr lang="en-US" altLang="zh-TW" sz="1600" b="1">
                <a:latin typeface="Calibri" pitchFamily="34" charset="0"/>
              </a:rPr>
              <a:t>write()</a:t>
            </a:r>
            <a:r>
              <a:rPr lang="en-US" altLang="zh-TW" sz="1600">
                <a:latin typeface="Calibri" pitchFamily="34" charset="0"/>
              </a:rPr>
              <a:t> – to send data.</a:t>
            </a:r>
          </a:p>
          <a:p>
            <a:r>
              <a:rPr lang="en-US" altLang="zh-TW" sz="1600" b="1">
                <a:latin typeface="Calibri" pitchFamily="34" charset="0"/>
              </a:rPr>
              <a:t>close()</a:t>
            </a:r>
            <a:r>
              <a:rPr lang="en-US" altLang="zh-TW" sz="1600">
                <a:latin typeface="Calibri" pitchFamily="34" charset="0"/>
              </a:rPr>
              <a:t> – to close the socket</a:t>
            </a:r>
          </a:p>
        </p:txBody>
      </p:sp>
      <p:sp>
        <p:nvSpPr>
          <p:cNvPr id="24" name="Line 41">
            <a:extLst>
              <a:ext uri="{FF2B5EF4-FFF2-40B4-BE49-F238E27FC236}">
                <a16:creationId xmlns:a16="http://schemas.microsoft.com/office/drawing/2014/main" id="{5DCD6942-DE13-4EFB-BEEB-67FAF2ED9264}"/>
              </a:ext>
            </a:extLst>
          </p:cNvPr>
          <p:cNvSpPr>
            <a:spLocks noChangeShapeType="1"/>
          </p:cNvSpPr>
          <p:nvPr/>
        </p:nvSpPr>
        <p:spPr bwMode="auto">
          <a:xfrm>
            <a:off x="8472488" y="213836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Box 42">
            <a:extLst>
              <a:ext uri="{FF2B5EF4-FFF2-40B4-BE49-F238E27FC236}">
                <a16:creationId xmlns:a16="http://schemas.microsoft.com/office/drawing/2014/main" id="{512AC3EE-D825-46FE-82E0-FBAB52551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9288" y="6564313"/>
            <a:ext cx="1624013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200" b="1">
                <a:latin typeface="Consolas" pitchFamily="49" charset="0"/>
              </a:rPr>
              <a:t>* means optional.</a:t>
            </a:r>
          </a:p>
        </p:txBody>
      </p:sp>
    </p:spTree>
    <p:extLst>
      <p:ext uri="{BB962C8B-B14F-4D97-AF65-F5344CB8AC3E}">
        <p14:creationId xmlns:p14="http://schemas.microsoft.com/office/powerpoint/2010/main" val="2648031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Socket Programming: Complete Flow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F6AFE687-0492-4A55-AB34-D24ED6DC8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3775" y="1876426"/>
            <a:ext cx="1196975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latin typeface="Consolas" pitchFamily="49" charset="0"/>
              </a:rPr>
              <a:t>socket()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34CEA3E1-E825-4190-BA28-33FC42C33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7575" y="1876426"/>
            <a:ext cx="1196975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listen()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9EDF3584-74B0-4730-AA57-AAA168C84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775" y="2271713"/>
            <a:ext cx="1219200" cy="6508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read() &amp; write()</a:t>
            </a: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E83C4907-AB29-4059-8561-579811A2BB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375" y="204311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244D6EC8-8247-47DF-AB89-82CCA3504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5" y="1876426"/>
            <a:ext cx="946150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bind()</a:t>
            </a:r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2C0B79DC-7211-46C9-9B05-933BEAB4A18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7975" y="204311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43E296AB-0EEF-4E91-94A8-7EBF3F9648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16775" y="2617788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6BCF302D-B88D-477B-8D98-501931225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7575" y="3709988"/>
            <a:ext cx="1866900" cy="314325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400" b="1" dirty="0">
                <a:latin typeface="Consolas" pitchFamily="49" charset="0"/>
              </a:rPr>
              <a:t>Server flow chart</a:t>
            </a: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17F0FCD2-C122-43FA-A96E-A2EF64DB3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7575" y="2486026"/>
            <a:ext cx="1196975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accept()</a:t>
            </a:r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4D023969-95A2-468A-A3E0-B675ED6570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7175" y="22717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289FA5-0234-4100-9377-F65B26C0F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2195513"/>
            <a:ext cx="990600" cy="304800"/>
          </a:xfrm>
          <a:prstGeom prst="rect">
            <a:avLst/>
          </a:prstGeom>
          <a:solidFill>
            <a:schemeClr val="fol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TW" sz="1400" b="1" dirty="0">
                <a:latin typeface="Consolas" pitchFamily="49" charset="0"/>
              </a:rPr>
              <a:t>Socket FD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D8A21C-1E7E-4D09-B905-8CE711B8C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975" y="2195513"/>
            <a:ext cx="990600" cy="304800"/>
          </a:xfrm>
          <a:prstGeom prst="rect">
            <a:avLst/>
          </a:prstGeom>
          <a:solidFill>
            <a:schemeClr val="fol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TW" sz="1400" b="1">
                <a:latin typeface="Consolas" pitchFamily="49" charset="0"/>
              </a:rPr>
              <a:t>Socket FD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B94EDB-4E65-4E1D-A28A-5B6B4ED81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3775" y="1585913"/>
            <a:ext cx="990600" cy="304800"/>
          </a:xfrm>
          <a:prstGeom prst="rect">
            <a:avLst/>
          </a:prstGeom>
          <a:solidFill>
            <a:schemeClr val="fol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TW" sz="1400" b="1">
                <a:latin typeface="Consolas" pitchFamily="49" charset="0"/>
              </a:rPr>
              <a:t>Socket FD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E2CC8E-EDB7-4393-86A1-74F25FC28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3775" y="2805113"/>
            <a:ext cx="990600" cy="304800"/>
          </a:xfrm>
          <a:prstGeom prst="rect">
            <a:avLst/>
          </a:prstGeom>
          <a:solidFill>
            <a:schemeClr val="fol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TW" sz="1400" b="1">
                <a:latin typeface="Consolas" pitchFamily="49" charset="0"/>
              </a:rPr>
              <a:t>Socket FD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9CEC58-E6BE-4C40-8200-5922040D6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6975" y="2008188"/>
            <a:ext cx="990600" cy="304800"/>
          </a:xfrm>
          <a:prstGeom prst="rect">
            <a:avLst/>
          </a:prstGeom>
          <a:solidFill>
            <a:schemeClr val="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TW" sz="1400" b="1" dirty="0">
                <a:solidFill>
                  <a:schemeClr val="bg1"/>
                </a:solidFill>
                <a:latin typeface="Consolas" pitchFamily="49" charset="0"/>
              </a:rPr>
              <a:t>Accept FD</a:t>
            </a:r>
          </a:p>
        </p:txBody>
      </p:sp>
      <p:sp>
        <p:nvSpPr>
          <p:cNvPr id="24" name="Text Box 23">
            <a:extLst>
              <a:ext uri="{FF2B5EF4-FFF2-40B4-BE49-F238E27FC236}">
                <a16:creationId xmlns:a16="http://schemas.microsoft.com/office/drawing/2014/main" id="{94F98D6C-E4AD-4590-AE5B-B0B3DBE42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9775" y="3373438"/>
            <a:ext cx="1219200" cy="6508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read() &amp; write()</a:t>
            </a:r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670D0AA2-BFA6-4BC7-AE67-50825652B4B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92975" y="2881313"/>
            <a:ext cx="990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BC3896-39BA-478F-BF56-19FA3C557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5975" y="3109913"/>
            <a:ext cx="990600" cy="304800"/>
          </a:xfrm>
          <a:prstGeom prst="rect">
            <a:avLst/>
          </a:prstGeom>
          <a:solidFill>
            <a:schemeClr val="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TW" sz="1400" b="1" dirty="0">
                <a:solidFill>
                  <a:schemeClr val="bg1"/>
                </a:solidFill>
                <a:latin typeface="Consolas" pitchFamily="49" charset="0"/>
              </a:rPr>
              <a:t>Accept FD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04EEB0F-761A-4404-822C-C1CEB3CD1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775" y="2728913"/>
            <a:ext cx="76200" cy="762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C2683EF-7905-4295-8288-A7DF62978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775" y="2881313"/>
            <a:ext cx="76200" cy="762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8A9B143-8954-45B1-B481-3D090FB57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775" y="3033713"/>
            <a:ext cx="76200" cy="762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ext Box 30">
            <a:extLst>
              <a:ext uri="{FF2B5EF4-FFF2-40B4-BE49-F238E27FC236}">
                <a16:creationId xmlns:a16="http://schemas.microsoft.com/office/drawing/2014/main" id="{F0B5B28B-72D4-4E80-87A2-4986B9984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7575" y="4329113"/>
            <a:ext cx="7696200" cy="4302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>
            <a:spAutoFit/>
          </a:bodyPr>
          <a:lstStyle/>
          <a:p>
            <a:r>
              <a:rPr lang="en-US" altLang="zh-TW" sz="1600" dirty="0">
                <a:latin typeface="Calibri" pitchFamily="34" charset="0"/>
              </a:rPr>
              <a:t>An interesting thing about </a:t>
            </a:r>
            <a:r>
              <a:rPr lang="en-US" altLang="zh-TW" sz="1600" b="1" dirty="0">
                <a:latin typeface="Calibri" pitchFamily="34" charset="0"/>
              </a:rPr>
              <a:t>accept()</a:t>
            </a:r>
            <a:r>
              <a:rPr lang="en-US" altLang="zh-TW" sz="1600" dirty="0">
                <a:latin typeface="Calibri" pitchFamily="34" charset="0"/>
              </a:rPr>
              <a:t> is the creation of a </a:t>
            </a:r>
            <a:r>
              <a:rPr lang="en-US" altLang="zh-TW" sz="1600" b="1" dirty="0">
                <a:solidFill>
                  <a:srgbClr val="FF3300"/>
                </a:solidFill>
                <a:latin typeface="Calibri" pitchFamily="34" charset="0"/>
              </a:rPr>
              <a:t>new file descriptor</a:t>
            </a:r>
            <a:r>
              <a:rPr lang="en-US" altLang="zh-TW" sz="1600" dirty="0">
                <a:latin typeface="Calibri" pitchFamily="34" charset="0"/>
              </a:rPr>
              <a:t>!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3BF08CE2-AE43-465C-8504-4E22C3A2F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7575" y="4938713"/>
            <a:ext cx="3733800" cy="14160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>
            <a:spAutoFit/>
          </a:bodyPr>
          <a:lstStyle/>
          <a:p>
            <a:r>
              <a:rPr lang="en-US" altLang="zh-TW" sz="1600" b="1" u="sng" dirty="0">
                <a:latin typeface="Calibri" pitchFamily="34" charset="0"/>
              </a:rPr>
              <a:t>Application layer’s point of view.</a:t>
            </a:r>
          </a:p>
          <a:p>
            <a:endParaRPr lang="en-US" altLang="zh-TW" sz="1600" dirty="0">
              <a:latin typeface="Calibri" pitchFamily="34" charset="0"/>
            </a:endParaRPr>
          </a:p>
          <a:p>
            <a:r>
              <a:rPr lang="en-US" altLang="zh-TW" sz="1600" dirty="0">
                <a:latin typeface="Calibri" pitchFamily="34" charset="0"/>
              </a:rPr>
              <a:t>Good!  It provides each connection a new handler and we can distinguish every connection!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C29ADE9-9816-4B60-9622-82270D1BC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2975" y="2195513"/>
            <a:ext cx="1295400" cy="304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TW" sz="1200" b="1">
                <a:latin typeface="Consolas" pitchFamily="49" charset="0"/>
              </a:rPr>
              <a:t>connection #1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75872B7-6D75-4EF2-A03D-2B66163D8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9575" y="3414713"/>
            <a:ext cx="1295400" cy="304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TW" sz="1200" b="1">
                <a:latin typeface="Consolas" pitchFamily="49" charset="0"/>
              </a:rPr>
              <a:t>connection #n</a:t>
            </a:r>
          </a:p>
        </p:txBody>
      </p:sp>
      <p:sp>
        <p:nvSpPr>
          <p:cNvPr id="35" name="Text Box 34">
            <a:extLst>
              <a:ext uri="{FF2B5EF4-FFF2-40B4-BE49-F238E27FC236}">
                <a16:creationId xmlns:a16="http://schemas.microsoft.com/office/drawing/2014/main" id="{72FED377-0EC2-45E9-8638-AA6034CD5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975" y="4938713"/>
            <a:ext cx="3733800" cy="14160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>
            <a:spAutoFit/>
          </a:bodyPr>
          <a:lstStyle/>
          <a:p>
            <a:r>
              <a:rPr lang="en-US" altLang="zh-TW" sz="1600" b="1" u="sng" dirty="0">
                <a:latin typeface="Calibri" pitchFamily="34" charset="0"/>
              </a:rPr>
              <a:t>Transport layer’s point of view.</a:t>
            </a:r>
          </a:p>
          <a:p>
            <a:endParaRPr lang="en-US" altLang="zh-TW" sz="1600" dirty="0">
              <a:latin typeface="Calibri" pitchFamily="34" charset="0"/>
            </a:endParaRPr>
          </a:p>
          <a:p>
            <a:r>
              <a:rPr lang="en-US" altLang="zh-TW" sz="1600" dirty="0">
                <a:latin typeface="Calibri" pitchFamily="34" charset="0"/>
              </a:rPr>
              <a:t>Well, for TCP, every FD points to </a:t>
            </a:r>
            <a:r>
              <a:rPr lang="en-US" altLang="zh-TW" sz="1600" b="1" dirty="0">
                <a:solidFill>
                  <a:srgbClr val="C00000"/>
                </a:solidFill>
                <a:latin typeface="Calibri" pitchFamily="34" charset="0"/>
              </a:rPr>
              <a:t>a unique TCP control structure</a:t>
            </a:r>
            <a:r>
              <a:rPr lang="en-US" altLang="zh-TW" sz="1600" dirty="0">
                <a:latin typeface="Calibri" pitchFamily="34" charset="0"/>
              </a:rPr>
              <a:t>. It is a necessary for reliable data transfer!</a:t>
            </a:r>
          </a:p>
        </p:txBody>
      </p:sp>
    </p:spTree>
    <p:extLst>
      <p:ext uri="{BB962C8B-B14F-4D97-AF65-F5344CB8AC3E}">
        <p14:creationId xmlns:p14="http://schemas.microsoft.com/office/powerpoint/2010/main" val="2287890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Socket Programming: Complete Flow</a:t>
            </a:r>
          </a:p>
        </p:txBody>
      </p:sp>
      <p:sp>
        <p:nvSpPr>
          <p:cNvPr id="30" name="Slide Number Placeholder 2">
            <a:extLst>
              <a:ext uri="{FF2B5EF4-FFF2-40B4-BE49-F238E27FC236}">
                <a16:creationId xmlns:a16="http://schemas.microsoft.com/office/drawing/2014/main" id="{DEB41D64-1C01-4C1A-9347-D467748297AD}"/>
              </a:ext>
            </a:extLst>
          </p:cNvPr>
          <p:cNvSpPr txBox="1">
            <a:spLocks/>
          </p:cNvSpPr>
          <p:nvPr/>
        </p:nvSpPr>
        <p:spPr bwMode="auto">
          <a:xfrm>
            <a:off x="7827065" y="6813550"/>
            <a:ext cx="2057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2pPr>
            <a:lvl3pPr marL="9144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3pPr>
            <a:lvl4pPr marL="1371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4pPr>
            <a:lvl5pPr marL="18288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9pPr>
          </a:lstStyle>
          <a:p>
            <a:fld id="{2AEB5DB0-1750-46EA-AC7C-282DFECA4821}" type="slidenum">
              <a:rPr lang="en-US" altLang="en-US" smtClean="0"/>
              <a:pPr/>
              <a:t>9</a:t>
            </a:fld>
            <a:endParaRPr lang="en-US" altLang="en-US" dirty="0"/>
          </a:p>
        </p:txBody>
      </p:sp>
      <p:sp>
        <p:nvSpPr>
          <p:cNvPr id="37" name="Text Box 24">
            <a:extLst>
              <a:ext uri="{FF2B5EF4-FFF2-40B4-BE49-F238E27FC236}">
                <a16:creationId xmlns:a16="http://schemas.microsoft.com/office/drawing/2014/main" id="{51B30D0A-CD98-4973-BEB1-35D60C728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1966913"/>
            <a:ext cx="1196975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socket()</a:t>
            </a:r>
          </a:p>
        </p:txBody>
      </p:sp>
      <p:sp>
        <p:nvSpPr>
          <p:cNvPr id="38" name="Text Box 25">
            <a:extLst>
              <a:ext uri="{FF2B5EF4-FFF2-40B4-BE49-F238E27FC236}">
                <a16:creationId xmlns:a16="http://schemas.microsoft.com/office/drawing/2014/main" id="{F4F2D922-2A40-4728-B07F-F97E9499D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0" y="1966913"/>
            <a:ext cx="1196975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listen()</a:t>
            </a:r>
          </a:p>
        </p:txBody>
      </p:sp>
      <p:sp>
        <p:nvSpPr>
          <p:cNvPr id="39" name="Line 28">
            <a:extLst>
              <a:ext uri="{FF2B5EF4-FFF2-40B4-BE49-F238E27FC236}">
                <a16:creationId xmlns:a16="http://schemas.microsoft.com/office/drawing/2014/main" id="{37957464-8D89-40C2-9BE8-080A73E5B7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2300" y="2133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Box 29">
            <a:extLst>
              <a:ext uri="{FF2B5EF4-FFF2-40B4-BE49-F238E27FC236}">
                <a16:creationId xmlns:a16="http://schemas.microsoft.com/office/drawing/2014/main" id="{839DA00A-3817-4C09-A444-EF9F5FF93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1900" y="1966913"/>
            <a:ext cx="946150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bind()</a:t>
            </a:r>
          </a:p>
        </p:txBody>
      </p:sp>
      <p:sp>
        <p:nvSpPr>
          <p:cNvPr id="41" name="Line 30">
            <a:extLst>
              <a:ext uri="{FF2B5EF4-FFF2-40B4-BE49-F238E27FC236}">
                <a16:creationId xmlns:a16="http://schemas.microsoft.com/office/drawing/2014/main" id="{B582D3F4-8994-45DB-A311-DAB3B0927E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4900" y="2133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2" name="Line 32">
            <a:extLst>
              <a:ext uri="{FF2B5EF4-FFF2-40B4-BE49-F238E27FC236}">
                <a16:creationId xmlns:a16="http://schemas.microsoft.com/office/drawing/2014/main" id="{B0497BEB-F867-4B38-ACD4-28877191F712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0500" y="2438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Box 33">
            <a:extLst>
              <a:ext uri="{FF2B5EF4-FFF2-40B4-BE49-F238E27FC236}">
                <a16:creationId xmlns:a16="http://schemas.microsoft.com/office/drawing/2014/main" id="{EA0AB052-545B-418A-BDCA-94F5B1B46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2662238"/>
            <a:ext cx="1866900" cy="314325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400" b="1">
                <a:latin typeface="Consolas" pitchFamily="49" charset="0"/>
              </a:rPr>
              <a:t>Server flow chart</a:t>
            </a:r>
          </a:p>
        </p:txBody>
      </p:sp>
      <p:sp>
        <p:nvSpPr>
          <p:cNvPr id="44" name="Text Box 38">
            <a:extLst>
              <a:ext uri="{FF2B5EF4-FFF2-40B4-BE49-F238E27FC236}">
                <a16:creationId xmlns:a16="http://schemas.microsoft.com/office/drawing/2014/main" id="{EB1D262D-EE47-42CD-BFAC-EB7B8AA38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0" y="1981200"/>
            <a:ext cx="1196975" cy="37623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accept()</a:t>
            </a:r>
          </a:p>
        </p:txBody>
      </p:sp>
      <p:sp>
        <p:nvSpPr>
          <p:cNvPr id="45" name="Text Box 40">
            <a:extLst>
              <a:ext uri="{FF2B5EF4-FFF2-40B4-BE49-F238E27FC236}">
                <a16:creationId xmlns:a16="http://schemas.microsoft.com/office/drawing/2014/main" id="{61EE0599-9820-493F-A50A-DD9DC1E940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0" y="3124200"/>
            <a:ext cx="2952750" cy="376238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Application-layer code</a:t>
            </a:r>
          </a:p>
        </p:txBody>
      </p:sp>
      <p:sp>
        <p:nvSpPr>
          <p:cNvPr id="46" name="Line 41">
            <a:extLst>
              <a:ext uri="{FF2B5EF4-FFF2-40B4-BE49-F238E27FC236}">
                <a16:creationId xmlns:a16="http://schemas.microsoft.com/office/drawing/2014/main" id="{9626CDC9-A961-4D24-82E4-4FFE60317AF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9900" y="2133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" name="Line 42">
            <a:extLst>
              <a:ext uri="{FF2B5EF4-FFF2-40B4-BE49-F238E27FC236}">
                <a16:creationId xmlns:a16="http://schemas.microsoft.com/office/drawing/2014/main" id="{5A5563DE-AD7D-4E38-918D-3C47E88D3C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67700" y="2438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Box 43">
            <a:extLst>
              <a:ext uri="{FF2B5EF4-FFF2-40B4-BE49-F238E27FC236}">
                <a16:creationId xmlns:a16="http://schemas.microsoft.com/office/drawing/2014/main" id="{88690CBE-AA7B-43AD-97C5-B4B059460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0100" y="2438400"/>
            <a:ext cx="1090613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1200" b="1">
                <a:latin typeface="Consolas" pitchFamily="49" charset="0"/>
              </a:rPr>
              <a:t>connection is closed.</a:t>
            </a:r>
          </a:p>
        </p:txBody>
      </p:sp>
      <p:sp>
        <p:nvSpPr>
          <p:cNvPr id="50" name="Text Box 45">
            <a:extLst>
              <a:ext uri="{FF2B5EF4-FFF2-40B4-BE49-F238E27FC236}">
                <a16:creationId xmlns:a16="http://schemas.microsoft.com/office/drawing/2014/main" id="{22236891-0D8E-41D9-8A74-99855881E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5553075"/>
            <a:ext cx="1196975" cy="37623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socket()</a:t>
            </a:r>
          </a:p>
        </p:txBody>
      </p:sp>
      <p:sp>
        <p:nvSpPr>
          <p:cNvPr id="51" name="Text Box 46">
            <a:extLst>
              <a:ext uri="{FF2B5EF4-FFF2-40B4-BE49-F238E27FC236}">
                <a16:creationId xmlns:a16="http://schemas.microsoft.com/office/drawing/2014/main" id="{3D6E55C1-A2EB-4F0C-AFBA-51D9E95BB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2100" y="5553075"/>
            <a:ext cx="1322388" cy="37623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connect()</a:t>
            </a:r>
          </a:p>
        </p:txBody>
      </p:sp>
      <p:sp>
        <p:nvSpPr>
          <p:cNvPr id="52" name="Line 49">
            <a:extLst>
              <a:ext uri="{FF2B5EF4-FFF2-40B4-BE49-F238E27FC236}">
                <a16:creationId xmlns:a16="http://schemas.microsoft.com/office/drawing/2014/main" id="{E92FE10C-0B44-43F7-9979-EDB192EA05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9900" y="57197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Box 50">
            <a:extLst>
              <a:ext uri="{FF2B5EF4-FFF2-40B4-BE49-F238E27FC236}">
                <a16:creationId xmlns:a16="http://schemas.microsoft.com/office/drawing/2014/main" id="{5F0B5415-152B-4799-9812-36EA759F0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500" y="5553075"/>
            <a:ext cx="946150" cy="37623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bind()</a:t>
            </a:r>
          </a:p>
        </p:txBody>
      </p:sp>
      <p:sp>
        <p:nvSpPr>
          <p:cNvPr id="54" name="Line 51">
            <a:extLst>
              <a:ext uri="{FF2B5EF4-FFF2-40B4-BE49-F238E27FC236}">
                <a16:creationId xmlns:a16="http://schemas.microsoft.com/office/drawing/2014/main" id="{5CC90200-4A25-467A-ACA6-0A2590CEA4E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2500" y="57197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5" name="Line 52">
            <a:extLst>
              <a:ext uri="{FF2B5EF4-FFF2-40B4-BE49-F238E27FC236}">
                <a16:creationId xmlns:a16="http://schemas.microsoft.com/office/drawing/2014/main" id="{576A67B6-D3E7-49A7-BCB9-CF766C6F44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91300" y="5029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Box 54">
            <a:extLst>
              <a:ext uri="{FF2B5EF4-FFF2-40B4-BE49-F238E27FC236}">
                <a16:creationId xmlns:a16="http://schemas.microsoft.com/office/drawing/2014/main" id="{7ECD3367-8826-4AD9-BB93-79CA84F71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6091238"/>
            <a:ext cx="1866900" cy="314325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400" b="1">
                <a:latin typeface="Consolas" pitchFamily="49" charset="0"/>
              </a:rPr>
              <a:t>Client flow chart</a:t>
            </a:r>
          </a:p>
        </p:txBody>
      </p:sp>
      <p:sp>
        <p:nvSpPr>
          <p:cNvPr id="57" name="Text Box 55">
            <a:extLst>
              <a:ext uri="{FF2B5EF4-FFF2-40B4-BE49-F238E27FC236}">
                <a16:creationId xmlns:a16="http://schemas.microsoft.com/office/drawing/2014/main" id="{037689BF-C248-4497-AC96-927F2CE42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0" y="4648200"/>
            <a:ext cx="2952750" cy="376238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Application-layer code</a:t>
            </a:r>
          </a:p>
        </p:txBody>
      </p:sp>
      <p:sp>
        <p:nvSpPr>
          <p:cNvPr id="58" name="Line 56">
            <a:extLst>
              <a:ext uri="{FF2B5EF4-FFF2-40B4-BE49-F238E27FC236}">
                <a16:creationId xmlns:a16="http://schemas.microsoft.com/office/drawing/2014/main" id="{7ACE4599-881F-49AE-97C9-E0341301F43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5700" y="5029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Box 58">
            <a:extLst>
              <a:ext uri="{FF2B5EF4-FFF2-40B4-BE49-F238E27FC236}">
                <a16:creationId xmlns:a16="http://schemas.microsoft.com/office/drawing/2014/main" id="{A7C8A413-15D5-4680-9A0B-C59CCBE94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1900" y="5126038"/>
            <a:ext cx="609600" cy="2841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1200" b="1">
                <a:latin typeface="Consolas" pitchFamily="49" charset="0"/>
              </a:rPr>
              <a:t>DONE!</a:t>
            </a:r>
          </a:p>
        </p:txBody>
      </p:sp>
      <p:sp>
        <p:nvSpPr>
          <p:cNvPr id="60" name="Text Box 59">
            <a:extLst>
              <a:ext uri="{FF2B5EF4-FFF2-40B4-BE49-F238E27FC236}">
                <a16:creationId xmlns:a16="http://schemas.microsoft.com/office/drawing/2014/main" id="{BDDEFD4A-280B-4539-AF2B-FD88846C4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300" y="5553075"/>
            <a:ext cx="1071563" cy="37623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close()</a:t>
            </a:r>
          </a:p>
        </p:txBody>
      </p:sp>
      <p:sp>
        <p:nvSpPr>
          <p:cNvPr id="61" name="Text Box 60">
            <a:extLst>
              <a:ext uri="{FF2B5EF4-FFF2-40B4-BE49-F238E27FC236}">
                <a16:creationId xmlns:a16="http://schemas.microsoft.com/office/drawing/2014/main" id="{6575A854-6A15-4828-8C23-C59F89925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0750" y="5553075"/>
            <a:ext cx="946150" cy="37623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exit()</a:t>
            </a:r>
          </a:p>
        </p:txBody>
      </p:sp>
      <p:sp>
        <p:nvSpPr>
          <p:cNvPr id="62" name="Line 61">
            <a:extLst>
              <a:ext uri="{FF2B5EF4-FFF2-40B4-BE49-F238E27FC236}">
                <a16:creationId xmlns:a16="http://schemas.microsoft.com/office/drawing/2014/main" id="{1066E067-0460-4F9B-91F2-E1AC32C187D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15300" y="5791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3" name="AutoShape 62">
            <a:extLst>
              <a:ext uri="{FF2B5EF4-FFF2-40B4-BE49-F238E27FC236}">
                <a16:creationId xmlns:a16="http://schemas.microsoft.com/office/drawing/2014/main" id="{6E60F802-48A2-4B44-A4B6-2901EDF69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3581400"/>
            <a:ext cx="1981200" cy="990600"/>
          </a:xfrm>
          <a:prstGeom prst="upDownArrow">
            <a:avLst>
              <a:gd name="adj1" fmla="val 50000"/>
              <a:gd name="adj2" fmla="val 20000"/>
            </a:avLst>
          </a:prstGeom>
          <a:solidFill>
            <a:srgbClr val="FF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b="1">
                <a:latin typeface="Consolas" pitchFamily="49" charset="0"/>
              </a:rPr>
              <a:t>read()</a:t>
            </a:r>
          </a:p>
          <a:p>
            <a:pPr algn="ctr"/>
            <a:r>
              <a:rPr lang="en-US" altLang="zh-TW" b="1">
                <a:latin typeface="Consolas" pitchFamily="49" charset="0"/>
              </a:rPr>
              <a:t>&amp;</a:t>
            </a:r>
          </a:p>
          <a:p>
            <a:pPr algn="ctr"/>
            <a:r>
              <a:rPr lang="en-US" altLang="zh-TW" b="1">
                <a:latin typeface="Consolas" pitchFamily="49" charset="0"/>
              </a:rPr>
              <a:t>write()</a:t>
            </a:r>
          </a:p>
        </p:txBody>
      </p:sp>
      <p:sp>
        <p:nvSpPr>
          <p:cNvPr id="64" name="AutoShape 64">
            <a:extLst>
              <a:ext uri="{FF2B5EF4-FFF2-40B4-BE49-F238E27FC236}">
                <a16:creationId xmlns:a16="http://schemas.microsoft.com/office/drawing/2014/main" id="{B5A7C90F-0E3B-43E1-B93D-6D9F31A9B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0" y="3636963"/>
            <a:ext cx="2895600" cy="1011237"/>
          </a:xfrm>
          <a:prstGeom prst="flowChartAlternateProcess">
            <a:avLst/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altLang="zh-TW" sz="1600" b="1" u="sng" dirty="0">
                <a:latin typeface="Calibri" pitchFamily="34" charset="0"/>
              </a:rPr>
              <a:t>Limitation: </a:t>
            </a:r>
          </a:p>
          <a:p>
            <a:r>
              <a:rPr lang="en-US" altLang="zh-TW" sz="1600" dirty="0">
                <a:latin typeface="Calibri" pitchFamily="34" charset="0"/>
              </a:rPr>
              <a:t>Only supports a single client!</a:t>
            </a:r>
          </a:p>
        </p:txBody>
      </p:sp>
      <p:sp>
        <p:nvSpPr>
          <p:cNvPr id="65" name="Text Box 65">
            <a:extLst>
              <a:ext uri="{FF2B5EF4-FFF2-40B4-BE49-F238E27FC236}">
                <a16:creationId xmlns:a16="http://schemas.microsoft.com/office/drawing/2014/main" id="{242C7A80-C4AA-4815-AC4C-3E93D22F7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2688" y="2438400"/>
            <a:ext cx="1395412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1200" b="1">
                <a:latin typeface="Consolas" pitchFamily="49" charset="0"/>
              </a:rPr>
              <a:t>New connection arrives</a:t>
            </a:r>
          </a:p>
        </p:txBody>
      </p:sp>
    </p:spTree>
    <p:extLst>
      <p:ext uri="{BB962C8B-B14F-4D97-AF65-F5344CB8AC3E}">
        <p14:creationId xmlns:p14="http://schemas.microsoft.com/office/powerpoint/2010/main" val="103136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Socket Programming: </a:t>
            </a:r>
            <a:r>
              <a:rPr lang="en-US" altLang="zh-TW" b="1" dirty="0"/>
              <a:t>Server Parallelization</a:t>
            </a:r>
            <a:endParaRPr lang="en-US" b="1" dirty="0"/>
          </a:p>
        </p:txBody>
      </p:sp>
      <p:sp>
        <p:nvSpPr>
          <p:cNvPr id="34" name="Text Box 5">
            <a:extLst>
              <a:ext uri="{FF2B5EF4-FFF2-40B4-BE49-F238E27FC236}">
                <a16:creationId xmlns:a16="http://schemas.microsoft.com/office/drawing/2014/main" id="{4AC9FC81-0627-4B71-86BC-7628F1748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8475" y="2124075"/>
            <a:ext cx="1196975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socket()</a:t>
            </a:r>
          </a:p>
        </p:txBody>
      </p:sp>
      <p:sp>
        <p:nvSpPr>
          <p:cNvPr id="35" name="Text Box 6">
            <a:extLst>
              <a:ext uri="{FF2B5EF4-FFF2-40B4-BE49-F238E27FC236}">
                <a16:creationId xmlns:a16="http://schemas.microsoft.com/office/drawing/2014/main" id="{BCFE8564-0D96-4CD2-9BC6-499365BA8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2275" y="2124075"/>
            <a:ext cx="1196975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listen()</a:t>
            </a:r>
          </a:p>
        </p:txBody>
      </p:sp>
      <p:sp>
        <p:nvSpPr>
          <p:cNvPr id="36" name="Line 7">
            <a:extLst>
              <a:ext uri="{FF2B5EF4-FFF2-40B4-BE49-F238E27FC236}">
                <a16:creationId xmlns:a16="http://schemas.microsoft.com/office/drawing/2014/main" id="{E5E71293-3382-4BC4-9CF6-FD4B0F6224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0075" y="2290762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Box 8">
            <a:extLst>
              <a:ext uri="{FF2B5EF4-FFF2-40B4-BE49-F238E27FC236}">
                <a16:creationId xmlns:a16="http://schemas.microsoft.com/office/drawing/2014/main" id="{B784DA10-4EAB-4DC3-AEF5-68E32F499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9675" y="2124075"/>
            <a:ext cx="946150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bind()</a:t>
            </a:r>
          </a:p>
        </p:txBody>
      </p:sp>
      <p:sp>
        <p:nvSpPr>
          <p:cNvPr id="66" name="Line 9">
            <a:extLst>
              <a:ext uri="{FF2B5EF4-FFF2-40B4-BE49-F238E27FC236}">
                <a16:creationId xmlns:a16="http://schemas.microsoft.com/office/drawing/2014/main" id="{894643CD-8472-432D-A408-19FCC4A922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2675" y="2290762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Box 11">
            <a:extLst>
              <a:ext uri="{FF2B5EF4-FFF2-40B4-BE49-F238E27FC236}">
                <a16:creationId xmlns:a16="http://schemas.microsoft.com/office/drawing/2014/main" id="{1294C81E-8DD3-4B24-B6A2-9E172AC18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2819400"/>
            <a:ext cx="1276350" cy="527050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400" b="1">
                <a:latin typeface="Consolas" pitchFamily="49" charset="0"/>
              </a:rPr>
              <a:t>Server main</a:t>
            </a:r>
          </a:p>
          <a:p>
            <a:r>
              <a:rPr lang="en-US" altLang="zh-TW" sz="1400" b="1">
                <a:latin typeface="Consolas" pitchFamily="49" charset="0"/>
              </a:rPr>
              <a:t>flow chart</a:t>
            </a:r>
          </a:p>
        </p:txBody>
      </p:sp>
      <p:sp>
        <p:nvSpPr>
          <p:cNvPr id="68" name="Text Box 12">
            <a:extLst>
              <a:ext uri="{FF2B5EF4-FFF2-40B4-BE49-F238E27FC236}">
                <a16:creationId xmlns:a16="http://schemas.microsoft.com/office/drawing/2014/main" id="{A83E6211-FE6F-4BC2-9279-501DB073F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275" y="2138362"/>
            <a:ext cx="1196975" cy="37623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latin typeface="Consolas" pitchFamily="49" charset="0"/>
              </a:rPr>
              <a:t>accept()</a:t>
            </a:r>
          </a:p>
        </p:txBody>
      </p:sp>
      <p:sp>
        <p:nvSpPr>
          <p:cNvPr id="69" name="Text Box 13">
            <a:extLst>
              <a:ext uri="{FF2B5EF4-FFF2-40B4-BE49-F238E27FC236}">
                <a16:creationId xmlns:a16="http://schemas.microsoft.com/office/drawing/2014/main" id="{0589CC9B-2FAC-40C5-AE4B-E2A07D041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6325" y="4687887"/>
            <a:ext cx="1657350" cy="650875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Application-layer code</a:t>
            </a:r>
          </a:p>
        </p:txBody>
      </p:sp>
      <p:sp>
        <p:nvSpPr>
          <p:cNvPr id="70" name="Line 14">
            <a:extLst>
              <a:ext uri="{FF2B5EF4-FFF2-40B4-BE49-F238E27FC236}">
                <a16:creationId xmlns:a16="http://schemas.microsoft.com/office/drawing/2014/main" id="{855F7553-5C12-4AF6-93CE-579CDDCE9A9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7675" y="2290762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Box 18">
            <a:extLst>
              <a:ext uri="{FF2B5EF4-FFF2-40B4-BE49-F238E27FC236}">
                <a16:creationId xmlns:a16="http://schemas.microsoft.com/office/drawing/2014/main" id="{01751F0C-58E5-4F6C-BAFA-C8D6CFAC3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7875" y="3362325"/>
            <a:ext cx="3917950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b="1" dirty="0">
                <a:latin typeface="Consolas" pitchFamily="49" charset="0"/>
              </a:rPr>
              <a:t>fork() or </a:t>
            </a:r>
            <a:r>
              <a:rPr lang="en-US" altLang="zh-TW" b="1" dirty="0" err="1">
                <a:latin typeface="Consolas" pitchFamily="49" charset="0"/>
              </a:rPr>
              <a:t>pthread_create</a:t>
            </a:r>
            <a:r>
              <a:rPr lang="en-US" altLang="zh-TW" b="1" dirty="0">
                <a:latin typeface="Consolas" pitchFamily="49" charset="0"/>
              </a:rPr>
              <a:t>()</a:t>
            </a:r>
          </a:p>
        </p:txBody>
      </p:sp>
      <p:sp>
        <p:nvSpPr>
          <p:cNvPr id="72" name="Line 21">
            <a:extLst>
              <a:ext uri="{FF2B5EF4-FFF2-40B4-BE49-F238E27FC236}">
                <a16:creationId xmlns:a16="http://schemas.microsoft.com/office/drawing/2014/main" id="{5048673B-FD5E-4AC6-BDFC-7342D119D6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49925" y="5033962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3" name="Text Box 16">
            <a:extLst>
              <a:ext uri="{FF2B5EF4-FFF2-40B4-BE49-F238E27FC236}">
                <a16:creationId xmlns:a16="http://schemas.microsoft.com/office/drawing/2014/main" id="{A7A49A50-3CA3-4FA5-B08A-C3380D889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0913" y="4795837"/>
            <a:ext cx="1090612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1200" b="1">
                <a:latin typeface="Consolas" pitchFamily="49" charset="0"/>
              </a:rPr>
              <a:t>connection is closed.</a:t>
            </a:r>
          </a:p>
        </p:txBody>
      </p:sp>
      <p:sp>
        <p:nvSpPr>
          <p:cNvPr id="74" name="Text Box 23">
            <a:extLst>
              <a:ext uri="{FF2B5EF4-FFF2-40B4-BE49-F238E27FC236}">
                <a16:creationId xmlns:a16="http://schemas.microsoft.com/office/drawing/2014/main" id="{D77CC3D0-5ADF-4F8F-A4FF-172DBD3C2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2525" y="4652962"/>
            <a:ext cx="1949450" cy="6508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exit() or</a:t>
            </a:r>
          </a:p>
          <a:p>
            <a:r>
              <a:rPr lang="en-US" altLang="zh-TW" b="1">
                <a:latin typeface="Consolas" pitchFamily="49" charset="0"/>
              </a:rPr>
              <a:t>pthread_exit()</a:t>
            </a:r>
          </a:p>
        </p:txBody>
      </p:sp>
      <p:sp>
        <p:nvSpPr>
          <p:cNvPr id="75" name="Line 24">
            <a:extLst>
              <a:ext uri="{FF2B5EF4-FFF2-40B4-BE49-F238E27FC236}">
                <a16:creationId xmlns:a16="http://schemas.microsoft.com/office/drawing/2014/main" id="{5E6552E1-DE21-473E-B000-FE76B12F593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6875" y="3814762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6" name="Text Box 25">
            <a:extLst>
              <a:ext uri="{FF2B5EF4-FFF2-40B4-BE49-F238E27FC236}">
                <a16:creationId xmlns:a16="http://schemas.microsoft.com/office/drawing/2014/main" id="{32F94719-8F28-4DFF-A14E-982864C855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75" y="4043362"/>
            <a:ext cx="685800" cy="2841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1200" b="1">
                <a:latin typeface="Consolas" pitchFamily="49" charset="0"/>
              </a:rPr>
              <a:t>child</a:t>
            </a:r>
          </a:p>
        </p:txBody>
      </p:sp>
      <p:sp>
        <p:nvSpPr>
          <p:cNvPr id="77" name="Line 26">
            <a:extLst>
              <a:ext uri="{FF2B5EF4-FFF2-40B4-BE49-F238E27FC236}">
                <a16:creationId xmlns:a16="http://schemas.microsoft.com/office/drawing/2014/main" id="{CE17BBD3-09CA-4E6B-8347-B3C285BA6A1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6875" y="2595562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8" name="Line 27">
            <a:extLst>
              <a:ext uri="{FF2B5EF4-FFF2-40B4-BE49-F238E27FC236}">
                <a16:creationId xmlns:a16="http://schemas.microsoft.com/office/drawing/2014/main" id="{9FBC52DC-90B9-4B97-9011-B26D7EAD8B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26475" y="2290762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9" name="Line 28">
            <a:extLst>
              <a:ext uri="{FF2B5EF4-FFF2-40B4-BE49-F238E27FC236}">
                <a16:creationId xmlns:a16="http://schemas.microsoft.com/office/drawing/2014/main" id="{85CC7AD9-D641-426B-A611-84378435659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07475" y="2290762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80" name="Line 29">
            <a:extLst>
              <a:ext uri="{FF2B5EF4-FFF2-40B4-BE49-F238E27FC236}">
                <a16:creationId xmlns:a16="http://schemas.microsoft.com/office/drawing/2014/main" id="{08C4E711-3A7B-450E-BA21-AFE77C36DF71}"/>
              </a:ext>
            </a:extLst>
          </p:cNvPr>
          <p:cNvSpPr>
            <a:spLocks noChangeShapeType="1"/>
          </p:cNvSpPr>
          <p:nvPr/>
        </p:nvSpPr>
        <p:spPr bwMode="auto">
          <a:xfrm>
            <a:off x="8550275" y="3509962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81" name="Text Box 30">
            <a:extLst>
              <a:ext uri="{FF2B5EF4-FFF2-40B4-BE49-F238E27FC236}">
                <a16:creationId xmlns:a16="http://schemas.microsoft.com/office/drawing/2014/main" id="{2F07CAF5-4724-46FC-BA4A-6DD2C34C7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0275" y="2595562"/>
            <a:ext cx="914400" cy="2841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1200" b="1">
                <a:latin typeface="Consolas" pitchFamily="49" charset="0"/>
              </a:rPr>
              <a:t>parent</a:t>
            </a:r>
          </a:p>
        </p:txBody>
      </p:sp>
      <p:sp>
        <p:nvSpPr>
          <p:cNvPr id="82" name="Text Box 31">
            <a:extLst>
              <a:ext uri="{FF2B5EF4-FFF2-40B4-BE49-F238E27FC236}">
                <a16:creationId xmlns:a16="http://schemas.microsoft.com/office/drawing/2014/main" id="{4F08A940-1BE8-4B41-A27D-F3960F52D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4576762"/>
            <a:ext cx="1600200" cy="739775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1400" b="1">
                <a:latin typeface="Consolas" pitchFamily="49" charset="0"/>
              </a:rPr>
              <a:t>Server client-handler flow chart</a:t>
            </a:r>
          </a:p>
        </p:txBody>
      </p:sp>
      <p:sp>
        <p:nvSpPr>
          <p:cNvPr id="83" name="Text Box 33">
            <a:extLst>
              <a:ext uri="{FF2B5EF4-FFF2-40B4-BE49-F238E27FC236}">
                <a16:creationId xmlns:a16="http://schemas.microsoft.com/office/drawing/2014/main" id="{028C2B4C-9E72-4C06-99C3-6500F58E3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75" y="2671762"/>
            <a:ext cx="1395413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1200" b="1">
                <a:latin typeface="Consolas" pitchFamily="49" charset="0"/>
              </a:rPr>
              <a:t>New connection arrives</a:t>
            </a:r>
          </a:p>
        </p:txBody>
      </p:sp>
    </p:spTree>
    <p:extLst>
      <p:ext uri="{BB962C8B-B14F-4D97-AF65-F5344CB8AC3E}">
        <p14:creationId xmlns:p14="http://schemas.microsoft.com/office/powerpoint/2010/main" val="1729902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736" y="53405"/>
            <a:ext cx="10515600" cy="793935"/>
          </a:xfrm>
        </p:spPr>
        <p:txBody>
          <a:bodyPr/>
          <a:lstStyle/>
          <a:p>
            <a:r>
              <a:rPr lang="en-US" b="1" dirty="0"/>
              <a:t>Socket Programming: C++ D</a:t>
            </a:r>
            <a:r>
              <a:rPr lang="en-US" altLang="zh-CN" b="1" dirty="0"/>
              <a:t>emo</a:t>
            </a:r>
            <a:endParaRPr lang="en-US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64F3D9E-9166-4273-8B03-7022E90DEFDD}"/>
              </a:ext>
            </a:extLst>
          </p:cNvPr>
          <p:cNvSpPr txBox="1"/>
          <p:nvPr/>
        </p:nvSpPr>
        <p:spPr>
          <a:xfrm>
            <a:off x="5799626" y="6461157"/>
            <a:ext cx="63923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200" dirty="0"/>
              <a:t>https://github.com/henryhxu/CSCI4430/tree/2025_spring/tutorial/T01/bgreeves-socket-example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FB4A832-769B-4D5F-9DE0-7FC7B505E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523" y="998472"/>
            <a:ext cx="4241523" cy="562948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BC7BFA0-DA89-4C74-B056-99EE5AAC1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8486" y="1454101"/>
            <a:ext cx="3660898" cy="391337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C2F1D03-6241-4515-AD65-B405F2A8B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3349" y="3009074"/>
            <a:ext cx="3535037" cy="3412039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1CD11CC1-F2C8-4277-B8F0-3B9C4BA3A899}"/>
              </a:ext>
            </a:extLst>
          </p:cNvPr>
          <p:cNvSpPr/>
          <p:nvPr/>
        </p:nvSpPr>
        <p:spPr>
          <a:xfrm>
            <a:off x="1330036" y="5978769"/>
            <a:ext cx="2346747" cy="306932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A19B237F-D1E8-494E-B87B-7831F0F8EDE5}"/>
              </a:ext>
            </a:extLst>
          </p:cNvPr>
          <p:cNvCxnSpPr>
            <a:cxnSpLocks/>
          </p:cNvCxnSpPr>
          <p:nvPr/>
        </p:nvCxnSpPr>
        <p:spPr>
          <a:xfrm flipV="1">
            <a:off x="3606445" y="4623155"/>
            <a:ext cx="709779" cy="1325563"/>
          </a:xfrm>
          <a:prstGeom prst="straightConnector1">
            <a:avLst/>
          </a:prstGeom>
          <a:ln w="127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869F019B-D00F-48D3-9D08-D540CCE69A35}"/>
              </a:ext>
            </a:extLst>
          </p:cNvPr>
          <p:cNvSpPr txBox="1"/>
          <p:nvPr/>
        </p:nvSpPr>
        <p:spPr>
          <a:xfrm>
            <a:off x="3779094" y="1287844"/>
            <a:ext cx="1278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chemeClr val="bg1"/>
                </a:solidFill>
                <a:latin typeface="Calibri" pitchFamily="34" charset="0"/>
              </a:rPr>
              <a:t>Server-side</a:t>
            </a:r>
            <a:endParaRPr lang="en-HK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9C0A796-6341-4329-99D9-38EEA781A9F0}"/>
              </a:ext>
            </a:extLst>
          </p:cNvPr>
          <p:cNvSpPr txBox="1"/>
          <p:nvPr/>
        </p:nvSpPr>
        <p:spPr>
          <a:xfrm>
            <a:off x="6450610" y="3271356"/>
            <a:ext cx="1278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chemeClr val="bg1"/>
                </a:solidFill>
                <a:latin typeface="Calibri" pitchFamily="34" charset="0"/>
              </a:rPr>
              <a:t>Server-side</a:t>
            </a:r>
            <a:endParaRPr lang="en-HK" dirty="0">
              <a:solidFill>
                <a:schemeClr val="bg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D201568-4544-4A40-A3A3-18695576894A}"/>
              </a:ext>
            </a:extLst>
          </p:cNvPr>
          <p:cNvSpPr txBox="1"/>
          <p:nvPr/>
        </p:nvSpPr>
        <p:spPr>
          <a:xfrm>
            <a:off x="10425423" y="4942879"/>
            <a:ext cx="1278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chemeClr val="bg1"/>
                </a:solidFill>
                <a:latin typeface="Calibri" pitchFamily="34" charset="0"/>
              </a:rPr>
              <a:t>Client-side</a:t>
            </a:r>
            <a:endParaRPr lang="en-H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933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Performance Metrics - Delay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Link properties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Transmission delay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Propagation delay</a:t>
            </a:r>
          </a:p>
          <a:p>
            <a:pPr marL="0" indent="0">
              <a:buNone/>
            </a:pPr>
            <a:endParaRPr lang="en-US" sz="32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13EAC27-E08F-47FC-A318-3E4F125289D3}"/>
              </a:ext>
            </a:extLst>
          </p:cNvPr>
          <p:cNvGrpSpPr/>
          <p:nvPr/>
        </p:nvGrpSpPr>
        <p:grpSpPr>
          <a:xfrm>
            <a:off x="4405745" y="2542309"/>
            <a:ext cx="6891759" cy="3425391"/>
            <a:chOff x="6016420" y="2075995"/>
            <a:chExt cx="5976575" cy="302579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F763B62-D650-40E3-9114-5B0B776EAE3F}"/>
                </a:ext>
              </a:extLst>
            </p:cNvPr>
            <p:cNvGrpSpPr/>
            <p:nvPr/>
          </p:nvGrpSpPr>
          <p:grpSpPr>
            <a:xfrm>
              <a:off x="7204375" y="2079313"/>
              <a:ext cx="851584" cy="3022478"/>
              <a:chOff x="8007939" y="1999795"/>
              <a:chExt cx="851584" cy="3022478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B923C554-B0C4-419F-9F14-746DAE6988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30490" y="2369127"/>
                <a:ext cx="0" cy="2653146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7F972B-059F-4447-AF63-20C16818A38A}"/>
                  </a:ext>
                </a:extLst>
              </p:cNvPr>
              <p:cNvSpPr txBox="1"/>
              <p:nvPr/>
            </p:nvSpPr>
            <p:spPr>
              <a:xfrm>
                <a:off x="8007939" y="1999795"/>
                <a:ext cx="851584" cy="353434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/>
                  <a:t>Sender</a:t>
                </a:r>
                <a:endParaRPr lang="en-HK" sz="2000" b="1" dirty="0"/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12AA2FB-31FE-40EF-B8AA-62C4E760D0AF}"/>
                </a:ext>
              </a:extLst>
            </p:cNvPr>
            <p:cNvCxnSpPr/>
            <p:nvPr/>
          </p:nvCxnSpPr>
          <p:spPr>
            <a:xfrm>
              <a:off x="7287502" y="2580264"/>
              <a:ext cx="3262734" cy="0"/>
            </a:xfrm>
            <a:prstGeom prst="line">
              <a:avLst/>
            </a:prstGeom>
            <a:ln w="1270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DE616F1-3B30-41E1-9A2A-B0DD39EF5253}"/>
                </a:ext>
              </a:extLst>
            </p:cNvPr>
            <p:cNvGrpSpPr/>
            <p:nvPr/>
          </p:nvGrpSpPr>
          <p:grpSpPr>
            <a:xfrm>
              <a:off x="9763485" y="2075995"/>
              <a:ext cx="999551" cy="3025796"/>
              <a:chOff x="7938143" y="1996477"/>
              <a:chExt cx="999551" cy="3025796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0E9F338-FFA9-422F-AD24-B7C4ABB069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30490" y="2369127"/>
                <a:ext cx="0" cy="2653146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0B164B1-1E27-435E-818E-D5A3E813E1A1}"/>
                  </a:ext>
                </a:extLst>
              </p:cNvPr>
              <p:cNvSpPr txBox="1"/>
              <p:nvPr/>
            </p:nvSpPr>
            <p:spPr>
              <a:xfrm>
                <a:off x="7938143" y="1996477"/>
                <a:ext cx="999551" cy="35343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/>
                  <a:t>Receiver</a:t>
                </a:r>
                <a:endParaRPr lang="en-HK" sz="2000" b="1" dirty="0"/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71689FA-5487-495C-A6D7-3F8B1058BCF8}"/>
                </a:ext>
              </a:extLst>
            </p:cNvPr>
            <p:cNvCxnSpPr/>
            <p:nvPr/>
          </p:nvCxnSpPr>
          <p:spPr>
            <a:xfrm>
              <a:off x="7626926" y="2580264"/>
              <a:ext cx="2628906" cy="5264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BC2DA02-B551-41D3-ADC5-6E762A567E0B}"/>
                </a:ext>
              </a:extLst>
            </p:cNvPr>
            <p:cNvCxnSpPr/>
            <p:nvPr/>
          </p:nvCxnSpPr>
          <p:spPr>
            <a:xfrm>
              <a:off x="7626926" y="4499119"/>
              <a:ext cx="2628906" cy="52647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ight Brace 20">
              <a:extLst>
                <a:ext uri="{FF2B5EF4-FFF2-40B4-BE49-F238E27FC236}">
                  <a16:creationId xmlns:a16="http://schemas.microsoft.com/office/drawing/2014/main" id="{1F7687EA-E3D3-47DD-844D-31C41471817F}"/>
                </a:ext>
              </a:extLst>
            </p:cNvPr>
            <p:cNvSpPr/>
            <p:nvPr/>
          </p:nvSpPr>
          <p:spPr>
            <a:xfrm>
              <a:off x="10336894" y="2580263"/>
              <a:ext cx="197942" cy="526472"/>
            </a:xfrm>
            <a:prstGeom prst="righ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HK" sz="2000" b="1" dirty="0">
                <a:highlight>
                  <a:srgbClr val="000000"/>
                </a:highlight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329A73E-472F-46A0-AF6F-65609AECBF45}"/>
                </a:ext>
              </a:extLst>
            </p:cNvPr>
            <p:cNvSpPr txBox="1"/>
            <p:nvPr/>
          </p:nvSpPr>
          <p:spPr>
            <a:xfrm>
              <a:off x="10614455" y="2520334"/>
              <a:ext cx="137854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/>
                <a:t>Propagation delay</a:t>
              </a:r>
            </a:p>
          </p:txBody>
        </p:sp>
        <p:sp>
          <p:nvSpPr>
            <p:cNvPr id="24" name="Right Brace 23">
              <a:extLst>
                <a:ext uri="{FF2B5EF4-FFF2-40B4-BE49-F238E27FC236}">
                  <a16:creationId xmlns:a16="http://schemas.microsoft.com/office/drawing/2014/main" id="{F8885BED-7AF8-4E02-94BB-187FBA97E1C0}"/>
                </a:ext>
              </a:extLst>
            </p:cNvPr>
            <p:cNvSpPr/>
            <p:nvPr/>
          </p:nvSpPr>
          <p:spPr>
            <a:xfrm rot="10800000">
              <a:off x="7357161" y="2582410"/>
              <a:ext cx="179843" cy="1918855"/>
            </a:xfrm>
            <a:prstGeom prst="righ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HK" sz="2000" b="1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6C2DB60-63E6-4A7D-A242-92FB87EAE5FE}"/>
                </a:ext>
              </a:extLst>
            </p:cNvPr>
            <p:cNvSpPr txBox="1"/>
            <p:nvPr/>
          </p:nvSpPr>
          <p:spPr>
            <a:xfrm>
              <a:off x="6016420" y="3277497"/>
              <a:ext cx="138372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/>
                <a:t>Transmission delay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3737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Performance Metrics - Delay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Traffic mix and switch internals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Queuing delay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Processing delay (negligible?)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081220-A227-48C1-BD9E-0AC99BAA9538}"/>
              </a:ext>
            </a:extLst>
          </p:cNvPr>
          <p:cNvSpPr txBox="1"/>
          <p:nvPr/>
        </p:nvSpPr>
        <p:spPr>
          <a:xfrm>
            <a:off x="477982" y="6329341"/>
            <a:ext cx="6563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hlinkClick r:id="rId3"/>
              </a:rPr>
              <a:t>[1] Graphical_Description_of_Network_Delay.png (428×233) (wikimedia.org)</a:t>
            </a:r>
            <a:endParaRPr lang="en-HK" sz="1600" dirty="0"/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EEC492E9-D4EE-4DD8-B9DE-58DAD6BF8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4578" y="2673927"/>
            <a:ext cx="5767781" cy="313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230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Performance Metrics - Throughput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Throughput = Data transferred / Transfer time</a:t>
            </a:r>
          </a:p>
          <a:p>
            <a:endParaRPr lang="en-US" sz="3200" dirty="0"/>
          </a:p>
          <a:p>
            <a:r>
              <a:rPr lang="en-US" sz="3200" dirty="0"/>
              <a:t>Transfer time = transmission delay + propagation delay</a:t>
            </a:r>
          </a:p>
        </p:txBody>
      </p:sp>
    </p:spTree>
    <p:extLst>
      <p:ext uri="{BB962C8B-B14F-4D97-AF65-F5344CB8AC3E}">
        <p14:creationId xmlns:p14="http://schemas.microsoft.com/office/powerpoint/2010/main" val="1460982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 dirty="0"/>
              <a:t>- Q1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05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Suppose a 100-Mbps point-to-point link is being set up between Earth and a new lunar colony. </a:t>
            </a:r>
          </a:p>
          <a:p>
            <a:pPr marL="0" indent="0">
              <a:buNone/>
            </a:pPr>
            <a:r>
              <a:rPr lang="en-US" sz="2400" dirty="0"/>
              <a:t>The distance from the moon to Earth is approximately 385,000 km, and data travels over the link at the speed of light = 3∗10^8 m/s.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(a) Calculate the minimum RTT</a:t>
            </a:r>
            <a:r>
              <a:rPr lang="en-US" altLang="zh-CN" sz="2400" dirty="0"/>
              <a:t>(round-trip time)</a:t>
            </a:r>
            <a:r>
              <a:rPr lang="en-US" sz="2400" dirty="0"/>
              <a:t> for the link.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2FCAB-565E-4178-BECE-B014B8B03F74}"/>
              </a:ext>
            </a:extLst>
          </p:cNvPr>
          <p:cNvSpPr txBox="1"/>
          <p:nvPr/>
        </p:nvSpPr>
        <p:spPr>
          <a:xfrm>
            <a:off x="838200" y="4970195"/>
            <a:ext cx="9260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400" dirty="0">
                <a:solidFill>
                  <a:srgbClr val="FF0000"/>
                </a:solidFill>
              </a:rPr>
              <a:t>propagation delay = 385000 km / (3 * 10^5 km/s) = 1.28333s</a:t>
            </a:r>
          </a:p>
          <a:p>
            <a:r>
              <a:rPr lang="en-HK" sz="2400" dirty="0">
                <a:solidFill>
                  <a:srgbClr val="FF0000"/>
                </a:solidFill>
              </a:rPr>
              <a:t>RTT = 2 * propagation delay =  2 * 1.28333 = 2.56666s</a:t>
            </a:r>
          </a:p>
        </p:txBody>
      </p:sp>
    </p:spTree>
    <p:extLst>
      <p:ext uri="{BB962C8B-B14F-4D97-AF65-F5344CB8AC3E}">
        <p14:creationId xmlns:p14="http://schemas.microsoft.com/office/powerpoint/2010/main" val="74610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 dirty="0"/>
              <a:t>- Q1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1439"/>
            <a:ext cx="10515600" cy="27057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Suppose a 100-Mbps point-to-point link is being set up between Earth and a new lunar colony. </a:t>
            </a:r>
          </a:p>
          <a:p>
            <a:pPr marL="0" indent="0">
              <a:buNone/>
            </a:pPr>
            <a:r>
              <a:rPr lang="en-US" sz="2400" dirty="0"/>
              <a:t>The distance from the moon to Earth is approximately 385,000 km, and data travels over the link at the speed of light = 3∗10^8 m/s.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(b) Suppose Mission Control on Earth wishes to download a 25MB (1MB = 10^6B) image from a camera on the lunar base.</a:t>
            </a:r>
            <a:r>
              <a:rPr lang="zh-CN" altLang="en-US" sz="2400" dirty="0"/>
              <a:t> </a:t>
            </a:r>
            <a:r>
              <a:rPr lang="en-US" sz="2400" dirty="0"/>
              <a:t>What is the minimum amount of time that will elapse between when the request for the data goes out and the transfer is finished? Throughput?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2FCAB-565E-4178-BECE-B014B8B03F74}"/>
              </a:ext>
            </a:extLst>
          </p:cNvPr>
          <p:cNvSpPr txBox="1"/>
          <p:nvPr/>
        </p:nvSpPr>
        <p:spPr>
          <a:xfrm>
            <a:off x="790785" y="5157912"/>
            <a:ext cx="109382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transmission delay = 25MB / 100Mbps = 25 * 8 / 100 = 2s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Transfer time = RTT (propagation delay) + transmission delay = 2.5666 + 2 = 4.5666s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Throughput = 25MB * 8 / (2s + 1.28333s) = 60.9 Mbps </a:t>
            </a:r>
          </a:p>
        </p:txBody>
      </p:sp>
    </p:spTree>
    <p:extLst>
      <p:ext uri="{BB962C8B-B14F-4D97-AF65-F5344CB8AC3E}">
        <p14:creationId xmlns:p14="http://schemas.microsoft.com/office/powerpoint/2010/main" val="11664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 dirty="0"/>
              <a:t>- Q1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1439"/>
            <a:ext cx="10515600" cy="27057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Suppose a 100-Mbps point-to-point link is being set up between Earth and a new lunar colony. </a:t>
            </a:r>
          </a:p>
          <a:p>
            <a:pPr marL="0" indent="0">
              <a:buNone/>
            </a:pPr>
            <a:r>
              <a:rPr lang="en-US" sz="2400" dirty="0"/>
              <a:t>The distance from the moon to Earth is approximately 385,000 km, and data travels over the link at the speed of light = 3∗10^8 m/s.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(</a:t>
            </a:r>
            <a:r>
              <a:rPr lang="en-US" altLang="zh-CN" sz="2400" dirty="0"/>
              <a:t>c</a:t>
            </a:r>
            <a:r>
              <a:rPr lang="en-US" sz="2400" dirty="0"/>
              <a:t>) The maximum number of flying bits on the link?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2FCAB-565E-4178-BECE-B014B8B03F74}"/>
              </a:ext>
            </a:extLst>
          </p:cNvPr>
          <p:cNvSpPr txBox="1"/>
          <p:nvPr/>
        </p:nvSpPr>
        <p:spPr>
          <a:xfrm>
            <a:off x="790786" y="4983741"/>
            <a:ext cx="9260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# bits = propagation delay * bandwidth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   = 1.28333s * 100Mbps = 1.28333 * 10^8</a:t>
            </a:r>
            <a:endParaRPr lang="en-HK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36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 dirty="0"/>
              <a:t>- Q2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05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Calculate the latency (from first bit sent to last bit received) for the following: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(a) A 10-Mbps link with a single store-and-forward switch in the path, and a packet size of 5,000 bits. Assume that each section of the link introduces a propagation delay of 10 microseconds, and that the switch begins retransmitting immediately after it has finished receiving the packet.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2FCAB-565E-4178-BECE-B014B8B03F74}"/>
              </a:ext>
            </a:extLst>
          </p:cNvPr>
          <p:cNvSpPr txBox="1"/>
          <p:nvPr/>
        </p:nvSpPr>
        <p:spPr>
          <a:xfrm>
            <a:off x="838200" y="4685185"/>
            <a:ext cx="54563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(5000 b / 10Mbps + 10us) * 2 = 1.02ms</a:t>
            </a:r>
            <a:endParaRPr lang="en-HK" sz="2400" dirty="0">
              <a:solidFill>
                <a:srgbClr val="FF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957FE7-3192-4E2E-8A82-067993A46EB8}"/>
              </a:ext>
            </a:extLst>
          </p:cNvPr>
          <p:cNvSpPr/>
          <p:nvPr/>
        </p:nvSpPr>
        <p:spPr>
          <a:xfrm>
            <a:off x="7012691" y="4617511"/>
            <a:ext cx="495013" cy="2628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14B795-94E8-42ED-A686-292C209FE97A}"/>
              </a:ext>
            </a:extLst>
          </p:cNvPr>
          <p:cNvSpPr/>
          <p:nvPr/>
        </p:nvSpPr>
        <p:spPr>
          <a:xfrm>
            <a:off x="8225857" y="4352175"/>
            <a:ext cx="495013" cy="7940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88E036-D62B-4B5A-8DA9-B91971C4D5AF}"/>
              </a:ext>
            </a:extLst>
          </p:cNvPr>
          <p:cNvSpPr txBox="1"/>
          <p:nvPr/>
        </p:nvSpPr>
        <p:spPr>
          <a:xfrm>
            <a:off x="8092098" y="5184153"/>
            <a:ext cx="1216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switch</a:t>
            </a:r>
            <a:endParaRPr lang="en-HK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690A62-7B81-446B-A37B-DCFB899EE93F}"/>
              </a:ext>
            </a:extLst>
          </p:cNvPr>
          <p:cNvSpPr txBox="1"/>
          <p:nvPr/>
        </p:nvSpPr>
        <p:spPr>
          <a:xfrm>
            <a:off x="6883822" y="5184153"/>
            <a:ext cx="1216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sender</a:t>
            </a:r>
            <a:endParaRPr lang="en-HK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261F6B-DC27-4A26-916A-02483C3E0A65}"/>
              </a:ext>
            </a:extLst>
          </p:cNvPr>
          <p:cNvSpPr/>
          <p:nvPr/>
        </p:nvSpPr>
        <p:spPr>
          <a:xfrm>
            <a:off x="9447040" y="4617511"/>
            <a:ext cx="495013" cy="2628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6CD1DC0-0FB1-495F-8A7D-B4860FF046CE}"/>
              </a:ext>
            </a:extLst>
          </p:cNvPr>
          <p:cNvSpPr txBox="1"/>
          <p:nvPr/>
        </p:nvSpPr>
        <p:spPr>
          <a:xfrm>
            <a:off x="9272031" y="5184153"/>
            <a:ext cx="1013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receiver</a:t>
            </a:r>
            <a:endParaRPr lang="en-HK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7DF12A7-EF3B-42FC-A64F-60AC297AB4C1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7507704" y="4748959"/>
            <a:ext cx="718153" cy="2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D86C3B0-0E09-45B0-B0D8-1A5C568D255D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8720870" y="4748959"/>
            <a:ext cx="726170" cy="2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07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 dirty="0"/>
              <a:t>- Q2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2FCAB-565E-4178-BECE-B014B8B03F74}"/>
              </a:ext>
            </a:extLst>
          </p:cNvPr>
          <p:cNvSpPr txBox="1"/>
          <p:nvPr/>
        </p:nvSpPr>
        <p:spPr>
          <a:xfrm>
            <a:off x="2843107" y="5978892"/>
            <a:ext cx="9260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(5000 b / 10Mbps + 10us) * 2 = 1.02ms</a:t>
            </a:r>
            <a:endParaRPr lang="en-HK" sz="2400" dirty="0">
              <a:solidFill>
                <a:srgbClr val="FF0000"/>
              </a:solidFill>
            </a:endParaRPr>
          </a:p>
        </p:txBody>
      </p:sp>
      <p:pic>
        <p:nvPicPr>
          <p:cNvPr id="22" name="Content Placeholder 21" descr="Diagram&#10;&#10;Description automatically generated">
            <a:extLst>
              <a:ext uri="{FF2B5EF4-FFF2-40B4-BE49-F238E27FC236}">
                <a16:creationId xmlns:a16="http://schemas.microsoft.com/office/drawing/2014/main" id="{DFF2D468-519E-4691-ACEC-0EED62F76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21358" y="1534679"/>
            <a:ext cx="6549283" cy="4351338"/>
          </a:xfrm>
        </p:spPr>
      </p:pic>
    </p:spTree>
    <p:extLst>
      <p:ext uri="{BB962C8B-B14F-4D97-AF65-F5344CB8AC3E}">
        <p14:creationId xmlns:p14="http://schemas.microsoft.com/office/powerpoint/2010/main" val="3882663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 dirty="0"/>
              <a:t>- Q2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05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Calculate the latency (from first bit sent to last bit received) for the following: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(b) A 10-Mbps link with a single cut-off switch in the path, and a packet size of 5,000 bits. Assume that each section of the link introduces a propagation delay of 10 microseconds, and that the switch begins retransmitting immediately after the first 200 bits have been received.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2FCAB-565E-4178-BECE-B014B8B03F74}"/>
              </a:ext>
            </a:extLst>
          </p:cNvPr>
          <p:cNvSpPr txBox="1"/>
          <p:nvPr/>
        </p:nvSpPr>
        <p:spPr>
          <a:xfrm>
            <a:off x="838200" y="4685185"/>
            <a:ext cx="9260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0.51ms + 200b / 10Mbps + 10us = 0.54ms</a:t>
            </a:r>
            <a:endParaRPr lang="en-HK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07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 dirty="0"/>
              <a:t>- Q2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2FCAB-565E-4178-BECE-B014B8B03F74}"/>
              </a:ext>
            </a:extLst>
          </p:cNvPr>
          <p:cNvSpPr txBox="1"/>
          <p:nvPr/>
        </p:nvSpPr>
        <p:spPr>
          <a:xfrm>
            <a:off x="2843107" y="5978892"/>
            <a:ext cx="9260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0.51ms + 200b / 10Mbps + 10us = 0.54ms</a:t>
            </a:r>
            <a:endParaRPr lang="en-HK" sz="2400" dirty="0">
              <a:solidFill>
                <a:srgbClr val="FF0000"/>
              </a:solidFill>
            </a:endParaRPr>
          </a:p>
        </p:txBody>
      </p:sp>
      <p:pic>
        <p:nvPicPr>
          <p:cNvPr id="12" name="Content Placeholder 11" descr="Chart&#10;&#10;Description automatically generated">
            <a:extLst>
              <a:ext uri="{FF2B5EF4-FFF2-40B4-BE49-F238E27FC236}">
                <a16:creationId xmlns:a16="http://schemas.microsoft.com/office/drawing/2014/main" id="{66B09C93-3DD9-4BA2-8D2C-824A872D42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21358" y="1405678"/>
            <a:ext cx="6549283" cy="4351338"/>
          </a:xfrm>
        </p:spPr>
      </p:pic>
    </p:spTree>
    <p:extLst>
      <p:ext uri="{BB962C8B-B14F-4D97-AF65-F5344CB8AC3E}">
        <p14:creationId xmlns:p14="http://schemas.microsoft.com/office/powerpoint/2010/main" val="1261831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D2CAE8-E323-A14E-A62F-188A25405FEA}"/>
              </a:ext>
            </a:extLst>
          </p:cNvPr>
          <p:cNvSpPr/>
          <p:nvPr/>
        </p:nvSpPr>
        <p:spPr>
          <a:xfrm>
            <a:off x="4818211" y="2760582"/>
            <a:ext cx="241867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3216618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3236</TotalTime>
  <Words>1368</Words>
  <Application>Microsoft Office PowerPoint</Application>
  <PresentationFormat>宽屏</PresentationFormat>
  <Paragraphs>223</Paragraphs>
  <Slides>22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Courier New</vt:lpstr>
      <vt:lpstr>Office Theme</vt:lpstr>
      <vt:lpstr>CSCI 4430 - Spring 25</vt:lpstr>
      <vt:lpstr>Outline</vt:lpstr>
      <vt:lpstr>Assignment 1 </vt:lpstr>
      <vt:lpstr>Assignment 2&amp;3 Group</vt:lpstr>
      <vt:lpstr>Socket Programming: Complete Flow</vt:lpstr>
      <vt:lpstr>Socket Programming: Client Side</vt:lpstr>
      <vt:lpstr>Socket Programming: Server Side</vt:lpstr>
      <vt:lpstr>Socket Programming: Complete Flow</vt:lpstr>
      <vt:lpstr>Socket Programming: Complete Flow</vt:lpstr>
      <vt:lpstr>Socket Programming: Server Parallelization</vt:lpstr>
      <vt:lpstr>Socket Programming: C++ Demo</vt:lpstr>
      <vt:lpstr>Performance Metrics - Delay</vt:lpstr>
      <vt:lpstr>Performance Metrics - Delay</vt:lpstr>
      <vt:lpstr>Performance Metrics - Throughput</vt:lpstr>
      <vt:lpstr>Exercise - Q1</vt:lpstr>
      <vt:lpstr>Exercise - Q1</vt:lpstr>
      <vt:lpstr>Exercise - Q1</vt:lpstr>
      <vt:lpstr>Exercise - Q2</vt:lpstr>
      <vt:lpstr>Exercise - Q2</vt:lpstr>
      <vt:lpstr>Exercise - Q2</vt:lpstr>
      <vt:lpstr>Exercise - Q2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4430 - Spring 22</dc:title>
  <dc:creator>SONG, Qingyu</dc:creator>
  <cp:lastModifiedBy>FENG, Yicheng</cp:lastModifiedBy>
  <cp:revision>118</cp:revision>
  <dcterms:created xsi:type="dcterms:W3CDTF">2022-01-09T08:27:06Z</dcterms:created>
  <dcterms:modified xsi:type="dcterms:W3CDTF">2025-01-15T03:22:51Z</dcterms:modified>
</cp:coreProperties>
</file>