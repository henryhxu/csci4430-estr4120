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83" r:id="rId5"/>
    <p:sldId id="261" r:id="rId6"/>
    <p:sldId id="260" r:id="rId7"/>
    <p:sldId id="284" r:id="rId8"/>
    <p:sldId id="286" r:id="rId9"/>
    <p:sldId id="287" r:id="rId10"/>
    <p:sldId id="285" r:id="rId11"/>
    <p:sldId id="259" r:id="rId12"/>
    <p:sldId id="282" r:id="rId13"/>
    <p:sldId id="273" r:id="rId14"/>
    <p:sldId id="274" r:id="rId15"/>
    <p:sldId id="281" r:id="rId16"/>
    <p:sldId id="275" r:id="rId17"/>
    <p:sldId id="277" r:id="rId18"/>
    <p:sldId id="278" r:id="rId19"/>
    <p:sldId id="279" r:id="rId20"/>
    <p:sldId id="280" r:id="rId21"/>
    <p:sldId id="27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65"/>
    <p:restoredTop sz="88843" autoAdjust="0"/>
  </p:normalViewPr>
  <p:slideViewPr>
    <p:cSldViewPr snapToGrid="0" snapToObjects="1">
      <p:cViewPr varScale="1">
        <p:scale>
          <a:sx n="143" d="100"/>
          <a:sy n="143" d="100"/>
        </p:scale>
        <p:origin x="366"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Qingyu Song" userId="O4NG2utMRSC9bShTQouuMd1Uq3x00QhxVtEheGSGOoU=" providerId="None" clId="Web-{1A9491C6-FD31-4FA7-98FA-39E25D0B6578}"/>
    <pc:docChg chg="modSld">
      <pc:chgData name="Qingyu Song" userId="O4NG2utMRSC9bShTQouuMd1Uq3x00QhxVtEheGSGOoU=" providerId="None" clId="Web-{1A9491C6-FD31-4FA7-98FA-39E25D0B6578}" dt="2022-01-09T11:29:04.756" v="11" actId="20577"/>
      <pc:docMkLst>
        <pc:docMk/>
      </pc:docMkLst>
      <pc:sldChg chg="modSp">
        <pc:chgData name="Qingyu Song" userId="O4NG2utMRSC9bShTQouuMd1Uq3x00QhxVtEheGSGOoU=" providerId="None" clId="Web-{1A9491C6-FD31-4FA7-98FA-39E25D0B6578}" dt="2022-01-09T11:29:04.756" v="11" actId="20577"/>
        <pc:sldMkLst>
          <pc:docMk/>
          <pc:sldMk cId="1947847713" sldId="257"/>
        </pc:sldMkLst>
        <pc:spChg chg="mod">
          <ac:chgData name="Qingyu Song" userId="O4NG2utMRSC9bShTQouuMd1Uq3x00QhxVtEheGSGOoU=" providerId="None" clId="Web-{1A9491C6-FD31-4FA7-98FA-39E25D0B6578}" dt="2022-01-09T11:29:04.756" v="11" actId="20577"/>
          <ac:spMkLst>
            <pc:docMk/>
            <pc:sldMk cId="1947847713" sldId="257"/>
            <ac:spMk id="3" creationId="{8F20472D-613F-3748-9CBD-88055CDB4B08}"/>
          </ac:spMkLst>
        </pc:spChg>
      </pc:sldChg>
    </pc:docChg>
  </pc:docChgLst>
  <pc:docChgLst>
    <pc:chgData name="SONG, Qingyu" userId="498998f4-7f18-4549-a740-dcfb6e1e3d22" providerId="ADAL" clId="{0F84402B-494A-D841-9A43-F49E88B6429E}"/>
    <pc:docChg chg="undo redo custSel addSld delSld modSld">
      <pc:chgData name="SONG, Qingyu" userId="498998f4-7f18-4549-a740-dcfb6e1e3d22" providerId="ADAL" clId="{0F84402B-494A-D841-9A43-F49E88B6429E}" dt="2022-01-20T01:06:45.773" v="90"/>
      <pc:docMkLst>
        <pc:docMk/>
      </pc:docMkLst>
      <pc:sldChg chg="addSp">
        <pc:chgData name="SONG, Qingyu" userId="498998f4-7f18-4549-a740-dcfb6e1e3d22" providerId="ADAL" clId="{0F84402B-494A-D841-9A43-F49E88B6429E}" dt="2022-01-19T14:28:08.480" v="0"/>
        <pc:sldMkLst>
          <pc:docMk/>
          <pc:sldMk cId="356419186" sldId="256"/>
        </pc:sldMkLst>
        <pc:picChg chg="add">
          <ac:chgData name="SONG, Qingyu" userId="498998f4-7f18-4549-a740-dcfb6e1e3d22" providerId="ADAL" clId="{0F84402B-494A-D841-9A43-F49E88B6429E}" dt="2022-01-19T14:28:08.480" v="0"/>
          <ac:picMkLst>
            <pc:docMk/>
            <pc:sldMk cId="356419186" sldId="256"/>
            <ac:picMk id="6" creationId="{919BED88-AA1D-3144-ABB6-9C775BCC2765}"/>
          </ac:picMkLst>
        </pc:picChg>
      </pc:sldChg>
      <pc:sldChg chg="modSp mod">
        <pc:chgData name="SONG, Qingyu" userId="498998f4-7f18-4549-a740-dcfb6e1e3d22" providerId="ADAL" clId="{0F84402B-494A-D841-9A43-F49E88B6429E}" dt="2022-01-19T14:28:15.459" v="2" actId="20577"/>
        <pc:sldMkLst>
          <pc:docMk/>
          <pc:sldMk cId="1947847713" sldId="257"/>
        </pc:sldMkLst>
        <pc:spChg chg="mod">
          <ac:chgData name="SONG, Qingyu" userId="498998f4-7f18-4549-a740-dcfb6e1e3d22" providerId="ADAL" clId="{0F84402B-494A-D841-9A43-F49E88B6429E}" dt="2022-01-19T14:28:15.459" v="2" actId="20577"/>
          <ac:spMkLst>
            <pc:docMk/>
            <pc:sldMk cId="1947847713" sldId="257"/>
            <ac:spMk id="3" creationId="{8F20472D-613F-3748-9CBD-88055CDB4B08}"/>
          </ac:spMkLst>
        </pc:spChg>
      </pc:sldChg>
      <pc:sldChg chg="modSp mod">
        <pc:chgData name="SONG, Qingyu" userId="498998f4-7f18-4549-a740-dcfb6e1e3d22" providerId="ADAL" clId="{0F84402B-494A-D841-9A43-F49E88B6429E}" dt="2022-01-19T14:28:33.707" v="8" actId="20577"/>
        <pc:sldMkLst>
          <pc:docMk/>
          <pc:sldMk cId="440415094" sldId="258"/>
        </pc:sldMkLst>
        <pc:spChg chg="mod">
          <ac:chgData name="SONG, Qingyu" userId="498998f4-7f18-4549-a740-dcfb6e1e3d22" providerId="ADAL" clId="{0F84402B-494A-D841-9A43-F49E88B6429E}" dt="2022-01-19T14:28:33.707" v="8" actId="20577"/>
          <ac:spMkLst>
            <pc:docMk/>
            <pc:sldMk cId="440415094" sldId="258"/>
            <ac:spMk id="3" creationId="{8F20472D-613F-3748-9CBD-88055CDB4B08}"/>
          </ac:spMkLst>
        </pc:spChg>
      </pc:sldChg>
      <pc:sldChg chg="modSp mod">
        <pc:chgData name="SONG, Qingyu" userId="498998f4-7f18-4549-a740-dcfb6e1e3d22" providerId="ADAL" clId="{0F84402B-494A-D841-9A43-F49E88B6429E}" dt="2022-01-19T14:52:36.846" v="53" actId="20577"/>
        <pc:sldMkLst>
          <pc:docMk/>
          <pc:sldMk cId="746100141" sldId="274"/>
        </pc:sldMkLst>
        <pc:spChg chg="mod">
          <ac:chgData name="SONG, Qingyu" userId="498998f4-7f18-4549-a740-dcfb6e1e3d22" providerId="ADAL" clId="{0F84402B-494A-D841-9A43-F49E88B6429E}" dt="2022-01-19T14:30:51.589" v="9" actId="20577"/>
          <ac:spMkLst>
            <pc:docMk/>
            <pc:sldMk cId="746100141" sldId="274"/>
            <ac:spMk id="2" creationId="{45C79BA1-37A3-5741-B0A1-E64646E4283C}"/>
          </ac:spMkLst>
        </pc:spChg>
        <pc:spChg chg="mod">
          <ac:chgData name="SONG, Qingyu" userId="498998f4-7f18-4549-a740-dcfb6e1e3d22" providerId="ADAL" clId="{0F84402B-494A-D841-9A43-F49E88B6429E}" dt="2022-01-19T14:52:36.846" v="53" actId="20577"/>
          <ac:spMkLst>
            <pc:docMk/>
            <pc:sldMk cId="746100141" sldId="274"/>
            <ac:spMk id="3" creationId="{8F20472D-613F-3748-9CBD-88055CDB4B08}"/>
          </ac:spMkLst>
        </pc:spChg>
      </pc:sldChg>
      <pc:sldChg chg="modSp mod modAnim">
        <pc:chgData name="SONG, Qingyu" userId="498998f4-7f18-4549-a740-dcfb6e1e3d22" providerId="ADAL" clId="{0F84402B-494A-D841-9A43-F49E88B6429E}" dt="2022-01-19T14:53:09.710" v="57" actId="20577"/>
        <pc:sldMkLst>
          <pc:docMk/>
          <pc:sldMk cId="442365464" sldId="275"/>
        </pc:sldMkLst>
        <pc:spChg chg="mod">
          <ac:chgData name="SONG, Qingyu" userId="498998f4-7f18-4549-a740-dcfb6e1e3d22" providerId="ADAL" clId="{0F84402B-494A-D841-9A43-F49E88B6429E}" dt="2022-01-19T14:30:56.113" v="10"/>
          <ac:spMkLst>
            <pc:docMk/>
            <pc:sldMk cId="442365464" sldId="275"/>
            <ac:spMk id="2" creationId="{45C79BA1-37A3-5741-B0A1-E64646E4283C}"/>
          </ac:spMkLst>
        </pc:spChg>
        <pc:spChg chg="mod">
          <ac:chgData name="SONG, Qingyu" userId="498998f4-7f18-4549-a740-dcfb6e1e3d22" providerId="ADAL" clId="{0F84402B-494A-D841-9A43-F49E88B6429E}" dt="2022-01-19T14:53:09.710" v="57" actId="20577"/>
          <ac:spMkLst>
            <pc:docMk/>
            <pc:sldMk cId="442365464" sldId="275"/>
            <ac:spMk id="3" creationId="{8F20472D-613F-3748-9CBD-88055CDB4B08}"/>
          </ac:spMkLst>
        </pc:spChg>
        <pc:spChg chg="mod">
          <ac:chgData name="SONG, Qingyu" userId="498998f4-7f18-4549-a740-dcfb6e1e3d22" providerId="ADAL" clId="{0F84402B-494A-D841-9A43-F49E88B6429E}" dt="2022-01-19T14:52:30.806" v="49" actId="1036"/>
          <ac:spMkLst>
            <pc:docMk/>
            <pc:sldMk cId="442365464" sldId="275"/>
            <ac:spMk id="7" creationId="{B4F2FCAB-565E-4178-BECE-B014B8B03F74}"/>
          </ac:spMkLst>
        </pc:spChg>
      </pc:sldChg>
      <pc:sldChg chg="modSp del">
        <pc:chgData name="SONG, Qingyu" userId="498998f4-7f18-4549-a740-dcfb6e1e3d22" providerId="ADAL" clId="{0F84402B-494A-D841-9A43-F49E88B6429E}" dt="2022-01-19T14:53:04.928" v="55" actId="2696"/>
        <pc:sldMkLst>
          <pc:docMk/>
          <pc:sldMk cId="3494430642" sldId="276"/>
        </pc:sldMkLst>
        <pc:spChg chg="mod">
          <ac:chgData name="SONG, Qingyu" userId="498998f4-7f18-4549-a740-dcfb6e1e3d22" providerId="ADAL" clId="{0F84402B-494A-D841-9A43-F49E88B6429E}" dt="2022-01-19T14:31:04.578" v="12"/>
          <ac:spMkLst>
            <pc:docMk/>
            <pc:sldMk cId="3494430642" sldId="276"/>
            <ac:spMk id="2" creationId="{45C79BA1-37A3-5741-B0A1-E64646E4283C}"/>
          </ac:spMkLst>
        </pc:spChg>
      </pc:sldChg>
      <pc:sldChg chg="modSp mod">
        <pc:chgData name="SONG, Qingyu" userId="498998f4-7f18-4549-a740-dcfb6e1e3d22" providerId="ADAL" clId="{0F84402B-494A-D841-9A43-F49E88B6429E}" dt="2022-01-20T01:06:31.128" v="89" actId="20577"/>
        <pc:sldMkLst>
          <pc:docMk/>
          <pc:sldMk cId="4278079293" sldId="277"/>
        </pc:sldMkLst>
        <pc:spChg chg="mod">
          <ac:chgData name="SONG, Qingyu" userId="498998f4-7f18-4549-a740-dcfb6e1e3d22" providerId="ADAL" clId="{0F84402B-494A-D841-9A43-F49E88B6429E}" dt="2022-01-19T14:31:06.498" v="13" actId="20577"/>
          <ac:spMkLst>
            <pc:docMk/>
            <pc:sldMk cId="4278079293" sldId="277"/>
            <ac:spMk id="2" creationId="{45C79BA1-37A3-5741-B0A1-E64646E4283C}"/>
          </ac:spMkLst>
        </pc:spChg>
        <pc:spChg chg="mod">
          <ac:chgData name="SONG, Qingyu" userId="498998f4-7f18-4549-a740-dcfb6e1e3d22" providerId="ADAL" clId="{0F84402B-494A-D841-9A43-F49E88B6429E}" dt="2022-01-20T01:06:31.128" v="89" actId="20577"/>
          <ac:spMkLst>
            <pc:docMk/>
            <pc:sldMk cId="4278079293" sldId="277"/>
            <ac:spMk id="3" creationId="{8F20472D-613F-3748-9CBD-88055CDB4B08}"/>
          </ac:spMkLst>
        </pc:spChg>
      </pc:sldChg>
      <pc:sldChg chg="modSp">
        <pc:chgData name="SONG, Qingyu" userId="498998f4-7f18-4549-a740-dcfb6e1e3d22" providerId="ADAL" clId="{0F84402B-494A-D841-9A43-F49E88B6429E}" dt="2022-01-19T14:31:13.089" v="14"/>
        <pc:sldMkLst>
          <pc:docMk/>
          <pc:sldMk cId="3882663473" sldId="278"/>
        </pc:sldMkLst>
        <pc:spChg chg="mod">
          <ac:chgData name="SONG, Qingyu" userId="498998f4-7f18-4549-a740-dcfb6e1e3d22" providerId="ADAL" clId="{0F84402B-494A-D841-9A43-F49E88B6429E}" dt="2022-01-19T14:31:13.089" v="14"/>
          <ac:spMkLst>
            <pc:docMk/>
            <pc:sldMk cId="3882663473" sldId="278"/>
            <ac:spMk id="2" creationId="{45C79BA1-37A3-5741-B0A1-E64646E4283C}"/>
          </ac:spMkLst>
        </pc:spChg>
      </pc:sldChg>
      <pc:sldChg chg="modSp mod">
        <pc:chgData name="SONG, Qingyu" userId="498998f4-7f18-4549-a740-dcfb6e1e3d22" providerId="ADAL" clId="{0F84402B-494A-D841-9A43-F49E88B6429E}" dt="2022-01-20T01:06:45.773" v="90"/>
        <pc:sldMkLst>
          <pc:docMk/>
          <pc:sldMk cId="3927078520" sldId="279"/>
        </pc:sldMkLst>
        <pc:spChg chg="mod">
          <ac:chgData name="SONG, Qingyu" userId="498998f4-7f18-4549-a740-dcfb6e1e3d22" providerId="ADAL" clId="{0F84402B-494A-D841-9A43-F49E88B6429E}" dt="2022-01-19T14:31:16.215" v="15"/>
          <ac:spMkLst>
            <pc:docMk/>
            <pc:sldMk cId="3927078520" sldId="279"/>
            <ac:spMk id="2" creationId="{45C79BA1-37A3-5741-B0A1-E64646E4283C}"/>
          </ac:spMkLst>
        </pc:spChg>
        <pc:spChg chg="mod">
          <ac:chgData name="SONG, Qingyu" userId="498998f4-7f18-4549-a740-dcfb6e1e3d22" providerId="ADAL" clId="{0F84402B-494A-D841-9A43-F49E88B6429E}" dt="2022-01-20T01:06:45.773" v="90"/>
          <ac:spMkLst>
            <pc:docMk/>
            <pc:sldMk cId="3927078520" sldId="279"/>
            <ac:spMk id="3" creationId="{8F20472D-613F-3748-9CBD-88055CDB4B08}"/>
          </ac:spMkLst>
        </pc:spChg>
      </pc:sldChg>
      <pc:sldChg chg="modSp">
        <pc:chgData name="SONG, Qingyu" userId="498998f4-7f18-4549-a740-dcfb6e1e3d22" providerId="ADAL" clId="{0F84402B-494A-D841-9A43-F49E88B6429E}" dt="2022-01-19T14:31:20.046" v="16"/>
        <pc:sldMkLst>
          <pc:docMk/>
          <pc:sldMk cId="1261831385" sldId="280"/>
        </pc:sldMkLst>
        <pc:spChg chg="mod">
          <ac:chgData name="SONG, Qingyu" userId="498998f4-7f18-4549-a740-dcfb6e1e3d22" providerId="ADAL" clId="{0F84402B-494A-D841-9A43-F49E88B6429E}" dt="2022-01-19T14:31:20.046" v="16"/>
          <ac:spMkLst>
            <pc:docMk/>
            <pc:sldMk cId="1261831385" sldId="280"/>
            <ac:spMk id="2" creationId="{45C79BA1-37A3-5741-B0A1-E64646E4283C}"/>
          </ac:spMkLst>
        </pc:spChg>
      </pc:sldChg>
      <pc:sldChg chg="modSp add mod">
        <pc:chgData name="SONG, Qingyu" userId="498998f4-7f18-4549-a740-dcfb6e1e3d22" providerId="ADAL" clId="{0F84402B-494A-D841-9A43-F49E88B6429E}" dt="2022-01-19T14:55:18" v="62" actId="20577"/>
        <pc:sldMkLst>
          <pc:docMk/>
          <pc:sldMk cId="11664182" sldId="281"/>
        </pc:sldMkLst>
        <pc:spChg chg="mod">
          <ac:chgData name="SONG, Qingyu" userId="498998f4-7f18-4549-a740-dcfb6e1e3d22" providerId="ADAL" clId="{0F84402B-494A-D841-9A43-F49E88B6429E}" dt="2022-01-19T14:55:18" v="62" actId="20577"/>
          <ac:spMkLst>
            <pc:docMk/>
            <pc:sldMk cId="11664182" sldId="281"/>
            <ac:spMk id="3" creationId="{8F20472D-613F-3748-9CBD-88055CDB4B08}"/>
          </ac:spMkLst>
        </pc:spChg>
      </pc:sldChg>
    </pc:docChg>
  </pc:docChgLst>
  <pc:docChgLst>
    <pc:chgData name="FENG, Yicheng" userId="63ae093e-9cad-467c-bb2d-e823331db8b5" providerId="ADAL" clId="{C5EB1113-E297-44CF-AB22-BF357E1DAC9F}"/>
    <pc:docChg chg="undo custSel addSld delSld modSld">
      <pc:chgData name="FENG, Yicheng" userId="63ae093e-9cad-467c-bb2d-e823331db8b5" providerId="ADAL" clId="{C5EB1113-E297-44CF-AB22-BF357E1DAC9F}" dt="2025-01-14T07:14:44.667" v="607" actId="1076"/>
      <pc:docMkLst>
        <pc:docMk/>
      </pc:docMkLst>
      <pc:sldChg chg="modSp mod">
        <pc:chgData name="FENG, Yicheng" userId="63ae093e-9cad-467c-bb2d-e823331db8b5" providerId="ADAL" clId="{C5EB1113-E297-44CF-AB22-BF357E1DAC9F}" dt="2025-01-13T08:45:40.306" v="57" actId="20577"/>
        <pc:sldMkLst>
          <pc:docMk/>
          <pc:sldMk cId="356419186" sldId="256"/>
        </pc:sldMkLst>
        <pc:spChg chg="mod">
          <ac:chgData name="FENG, Yicheng" userId="63ae093e-9cad-467c-bb2d-e823331db8b5" providerId="ADAL" clId="{C5EB1113-E297-44CF-AB22-BF357E1DAC9F}" dt="2025-01-13T08:45:40.306" v="57" actId="20577"/>
          <ac:spMkLst>
            <pc:docMk/>
            <pc:sldMk cId="356419186" sldId="256"/>
            <ac:spMk id="2" creationId="{37E55C1B-43BC-8B40-A7BE-D3C3F3D8A40E}"/>
          </ac:spMkLst>
        </pc:spChg>
      </pc:sldChg>
      <pc:sldChg chg="addSp delSp modSp mod">
        <pc:chgData name="FENG, Yicheng" userId="63ae093e-9cad-467c-bb2d-e823331db8b5" providerId="ADAL" clId="{C5EB1113-E297-44CF-AB22-BF357E1DAC9F}" dt="2025-01-14T06:51:07.787" v="496" actId="1035"/>
        <pc:sldMkLst>
          <pc:docMk/>
          <pc:sldMk cId="1947847713" sldId="257"/>
        </pc:sldMkLst>
        <pc:spChg chg="mod">
          <ac:chgData name="FENG, Yicheng" userId="63ae093e-9cad-467c-bb2d-e823331db8b5" providerId="ADAL" clId="{C5EB1113-E297-44CF-AB22-BF357E1DAC9F}" dt="2025-01-14T06:33:13.649" v="367" actId="1036"/>
          <ac:spMkLst>
            <pc:docMk/>
            <pc:sldMk cId="1947847713" sldId="257"/>
            <ac:spMk id="3" creationId="{8F20472D-613F-3748-9CBD-88055CDB4B08}"/>
          </ac:spMkLst>
        </pc:spChg>
        <pc:spChg chg="add mod">
          <ac:chgData name="FENG, Yicheng" userId="63ae093e-9cad-467c-bb2d-e823331db8b5" providerId="ADAL" clId="{C5EB1113-E297-44CF-AB22-BF357E1DAC9F}" dt="2025-01-14T06:42:13.282" v="491" actId="1035"/>
          <ac:spMkLst>
            <pc:docMk/>
            <pc:sldMk cId="1947847713" sldId="257"/>
            <ac:spMk id="18" creationId="{E9A1B174-3DA2-4036-B5CF-D675C31532A0}"/>
          </ac:spMkLst>
        </pc:spChg>
        <pc:spChg chg="add mod">
          <ac:chgData name="FENG, Yicheng" userId="63ae093e-9cad-467c-bb2d-e823331db8b5" providerId="ADAL" clId="{C5EB1113-E297-44CF-AB22-BF357E1DAC9F}" dt="2025-01-14T06:37:37.116" v="459" actId="1038"/>
          <ac:spMkLst>
            <pc:docMk/>
            <pc:sldMk cId="1947847713" sldId="257"/>
            <ac:spMk id="26" creationId="{27A2696C-2D8B-46BD-AFAC-D75B5B4E8F4B}"/>
          </ac:spMkLst>
        </pc:spChg>
        <pc:spChg chg="add mod">
          <ac:chgData name="FENG, Yicheng" userId="63ae093e-9cad-467c-bb2d-e823331db8b5" providerId="ADAL" clId="{C5EB1113-E297-44CF-AB22-BF357E1DAC9F}" dt="2025-01-14T06:42:07.241" v="489" actId="1036"/>
          <ac:spMkLst>
            <pc:docMk/>
            <pc:sldMk cId="1947847713" sldId="257"/>
            <ac:spMk id="29" creationId="{8240F4E0-BED2-4121-8E96-E0B8B564A9F1}"/>
          </ac:spMkLst>
        </pc:spChg>
        <pc:picChg chg="add del mod">
          <ac:chgData name="FENG, Yicheng" userId="63ae093e-9cad-467c-bb2d-e823331db8b5" providerId="ADAL" clId="{C5EB1113-E297-44CF-AB22-BF357E1DAC9F}" dt="2025-01-14T06:32:12.949" v="326" actId="478"/>
          <ac:picMkLst>
            <pc:docMk/>
            <pc:sldMk cId="1947847713" sldId="257"/>
            <ac:picMk id="5" creationId="{3DF0E36D-C798-4D66-8E54-FF6CB89A97EA}"/>
          </ac:picMkLst>
        </pc:picChg>
        <pc:picChg chg="add mod">
          <ac:chgData name="FENG, Yicheng" userId="63ae093e-9cad-467c-bb2d-e823331db8b5" providerId="ADAL" clId="{C5EB1113-E297-44CF-AB22-BF357E1DAC9F}" dt="2025-01-14T06:37:31.039" v="453" actId="1076"/>
          <ac:picMkLst>
            <pc:docMk/>
            <pc:sldMk cId="1947847713" sldId="257"/>
            <ac:picMk id="7" creationId="{94148393-6CCB-44FE-80D6-264EBD55CF7F}"/>
          </ac:picMkLst>
        </pc:picChg>
        <pc:picChg chg="add mod">
          <ac:chgData name="FENG, Yicheng" userId="63ae093e-9cad-467c-bb2d-e823331db8b5" providerId="ADAL" clId="{C5EB1113-E297-44CF-AB22-BF357E1DAC9F}" dt="2025-01-14T06:34:59.135" v="387" actId="1076"/>
          <ac:picMkLst>
            <pc:docMk/>
            <pc:sldMk cId="1947847713" sldId="257"/>
            <ac:picMk id="9" creationId="{18500EE3-5D69-464B-86C6-810B4B529FB6}"/>
          </ac:picMkLst>
        </pc:picChg>
        <pc:picChg chg="add mod">
          <ac:chgData name="FENG, Yicheng" userId="63ae093e-9cad-467c-bb2d-e823331db8b5" providerId="ADAL" clId="{C5EB1113-E297-44CF-AB22-BF357E1DAC9F}" dt="2025-01-14T06:51:07.787" v="496" actId="1035"/>
          <ac:picMkLst>
            <pc:docMk/>
            <pc:sldMk cId="1947847713" sldId="257"/>
            <ac:picMk id="11" creationId="{E6A98220-9D71-40C9-AF25-67464820F084}"/>
          </ac:picMkLst>
        </pc:picChg>
        <pc:picChg chg="add del mod">
          <ac:chgData name="FENG, Yicheng" userId="63ae093e-9cad-467c-bb2d-e823331db8b5" providerId="ADAL" clId="{C5EB1113-E297-44CF-AB22-BF357E1DAC9F}" dt="2025-01-14T06:35:55.879" v="401" actId="478"/>
          <ac:picMkLst>
            <pc:docMk/>
            <pc:sldMk cId="1947847713" sldId="257"/>
            <ac:picMk id="13" creationId="{B0F77E0A-D2E1-4523-B496-3BC4456753C5}"/>
          </ac:picMkLst>
        </pc:picChg>
        <pc:picChg chg="add mod">
          <ac:chgData name="FENG, Yicheng" userId="63ae093e-9cad-467c-bb2d-e823331db8b5" providerId="ADAL" clId="{C5EB1113-E297-44CF-AB22-BF357E1DAC9F}" dt="2025-01-14T06:41:41.898" v="463" actId="1076"/>
          <ac:picMkLst>
            <pc:docMk/>
            <pc:sldMk cId="1947847713" sldId="257"/>
            <ac:picMk id="15" creationId="{F1D3F1C2-C0E3-4976-93C2-29E5E2E3EBB9}"/>
          </ac:picMkLst>
        </pc:picChg>
        <pc:picChg chg="add mod">
          <ac:chgData name="FENG, Yicheng" userId="63ae093e-9cad-467c-bb2d-e823331db8b5" providerId="ADAL" clId="{C5EB1113-E297-44CF-AB22-BF357E1DAC9F}" dt="2025-01-14T06:37:25.733" v="449" actId="1038"/>
          <ac:picMkLst>
            <pc:docMk/>
            <pc:sldMk cId="1947847713" sldId="257"/>
            <ac:picMk id="17" creationId="{C3EC4E7F-4158-448B-991A-F95A510256D9}"/>
          </ac:picMkLst>
        </pc:picChg>
        <pc:cxnChg chg="add mod">
          <ac:chgData name="FENG, Yicheng" userId="63ae093e-9cad-467c-bb2d-e823331db8b5" providerId="ADAL" clId="{C5EB1113-E297-44CF-AB22-BF357E1DAC9F}" dt="2025-01-14T06:41:57.313" v="477" actId="1076"/>
          <ac:cxnSpMkLst>
            <pc:docMk/>
            <pc:sldMk cId="1947847713" sldId="257"/>
            <ac:cxnSpMk id="20" creationId="{8E4DFA63-AADE-47E2-8269-BD7E2ADF5265}"/>
          </ac:cxnSpMkLst>
        </pc:cxnChg>
        <pc:cxnChg chg="add mod">
          <ac:chgData name="FENG, Yicheng" userId="63ae093e-9cad-467c-bb2d-e823331db8b5" providerId="ADAL" clId="{C5EB1113-E297-44CF-AB22-BF357E1DAC9F}" dt="2025-01-14T06:37:42.884" v="462" actId="14100"/>
          <ac:cxnSpMkLst>
            <pc:docMk/>
            <pc:sldMk cId="1947847713" sldId="257"/>
            <ac:cxnSpMk id="27" creationId="{B95DF65D-9D66-4C32-80E7-BB27574D98A9}"/>
          </ac:cxnSpMkLst>
        </pc:cxnChg>
        <pc:cxnChg chg="add mod">
          <ac:chgData name="FENG, Yicheng" userId="63ae093e-9cad-467c-bb2d-e823331db8b5" providerId="ADAL" clId="{C5EB1113-E297-44CF-AB22-BF357E1DAC9F}" dt="2025-01-14T06:42:20.643" v="495" actId="14100"/>
          <ac:cxnSpMkLst>
            <pc:docMk/>
            <pc:sldMk cId="1947847713" sldId="257"/>
            <ac:cxnSpMk id="30" creationId="{5BDC46D1-A8B6-4691-85CF-3662F3CFE629}"/>
          </ac:cxnSpMkLst>
        </pc:cxnChg>
      </pc:sldChg>
      <pc:sldChg chg="modSp mod">
        <pc:chgData name="FENG, Yicheng" userId="63ae093e-9cad-467c-bb2d-e823331db8b5" providerId="ADAL" clId="{C5EB1113-E297-44CF-AB22-BF357E1DAC9F}" dt="2025-01-13T08:51:54.821" v="138" actId="20577"/>
        <pc:sldMkLst>
          <pc:docMk/>
          <pc:sldMk cId="440415094" sldId="258"/>
        </pc:sldMkLst>
        <pc:spChg chg="mod">
          <ac:chgData name="FENG, Yicheng" userId="63ae093e-9cad-467c-bb2d-e823331db8b5" providerId="ADAL" clId="{C5EB1113-E297-44CF-AB22-BF357E1DAC9F}" dt="2025-01-13T08:51:54.821" v="138" actId="20577"/>
          <ac:spMkLst>
            <pc:docMk/>
            <pc:sldMk cId="440415094" sldId="258"/>
            <ac:spMk id="3" creationId="{8F20472D-613F-3748-9CBD-88055CDB4B08}"/>
          </ac:spMkLst>
        </pc:spChg>
      </pc:sldChg>
      <pc:sldChg chg="add">
        <pc:chgData name="FENG, Yicheng" userId="63ae093e-9cad-467c-bb2d-e823331db8b5" providerId="ADAL" clId="{C5EB1113-E297-44CF-AB22-BF357E1DAC9F}" dt="2025-01-13T08:46:59.149" v="58"/>
        <pc:sldMkLst>
          <pc:docMk/>
          <pc:sldMk cId="2648031906" sldId="260"/>
        </pc:sldMkLst>
      </pc:sldChg>
      <pc:sldChg chg="add">
        <pc:chgData name="FENG, Yicheng" userId="63ae093e-9cad-467c-bb2d-e823331db8b5" providerId="ADAL" clId="{C5EB1113-E297-44CF-AB22-BF357E1DAC9F}" dt="2025-01-13T08:46:59.149" v="58"/>
        <pc:sldMkLst>
          <pc:docMk/>
          <pc:sldMk cId="2279024797" sldId="261"/>
        </pc:sldMkLst>
      </pc:sldChg>
      <pc:sldChg chg="add del">
        <pc:chgData name="FENG, Yicheng" userId="63ae093e-9cad-467c-bb2d-e823331db8b5" providerId="ADAL" clId="{C5EB1113-E297-44CF-AB22-BF357E1DAC9F}" dt="2025-01-14T06:51:39.506" v="497" actId="47"/>
        <pc:sldMkLst>
          <pc:docMk/>
          <pc:sldMk cId="2946419580" sldId="262"/>
        </pc:sldMkLst>
      </pc:sldChg>
      <pc:sldChg chg="modSp mod">
        <pc:chgData name="FENG, Yicheng" userId="63ae093e-9cad-467c-bb2d-e823331db8b5" providerId="ADAL" clId="{C5EB1113-E297-44CF-AB22-BF357E1DAC9F}" dt="2025-01-14T07:14:44.667" v="607" actId="1076"/>
        <pc:sldMkLst>
          <pc:docMk/>
          <pc:sldMk cId="3216618933" sldId="272"/>
        </pc:sldMkLst>
        <pc:spChg chg="mod">
          <ac:chgData name="FENG, Yicheng" userId="63ae093e-9cad-467c-bb2d-e823331db8b5" providerId="ADAL" clId="{C5EB1113-E297-44CF-AB22-BF357E1DAC9F}" dt="2025-01-14T07:14:44.667" v="607" actId="1076"/>
          <ac:spMkLst>
            <pc:docMk/>
            <pc:sldMk cId="3216618933" sldId="272"/>
            <ac:spMk id="4" creationId="{A8D2CAE8-E323-A14E-A62F-188A25405FEA}"/>
          </ac:spMkLst>
        </pc:spChg>
      </pc:sldChg>
      <pc:sldChg chg="add">
        <pc:chgData name="FENG, Yicheng" userId="63ae093e-9cad-467c-bb2d-e823331db8b5" providerId="ADAL" clId="{C5EB1113-E297-44CF-AB22-BF357E1DAC9F}" dt="2025-01-13T08:46:59.149" v="58"/>
        <pc:sldMkLst>
          <pc:docMk/>
          <pc:sldMk cId="522421455" sldId="283"/>
        </pc:sldMkLst>
      </pc:sldChg>
      <pc:sldChg chg="add">
        <pc:chgData name="FENG, Yicheng" userId="63ae093e-9cad-467c-bb2d-e823331db8b5" providerId="ADAL" clId="{C5EB1113-E297-44CF-AB22-BF357E1DAC9F}" dt="2025-01-13T08:46:59.149" v="58"/>
        <pc:sldMkLst>
          <pc:docMk/>
          <pc:sldMk cId="2287890620" sldId="284"/>
        </pc:sldMkLst>
      </pc:sldChg>
      <pc:sldChg chg="addSp delSp modSp add mod">
        <pc:chgData name="FENG, Yicheng" userId="63ae093e-9cad-467c-bb2d-e823331db8b5" providerId="ADAL" clId="{C5EB1113-E297-44CF-AB22-BF357E1DAC9F}" dt="2025-01-14T06:59:18.208" v="594" actId="1037"/>
        <pc:sldMkLst>
          <pc:docMk/>
          <pc:sldMk cId="3133933957" sldId="285"/>
        </pc:sldMkLst>
        <pc:spChg chg="mod">
          <ac:chgData name="FENG, Yicheng" userId="63ae093e-9cad-467c-bb2d-e823331db8b5" providerId="ADAL" clId="{C5EB1113-E297-44CF-AB22-BF357E1DAC9F}" dt="2025-01-14T06:58:58.903" v="568" actId="1035"/>
          <ac:spMkLst>
            <pc:docMk/>
            <pc:sldMk cId="3133933957" sldId="285"/>
            <ac:spMk id="2" creationId="{45C79BA1-37A3-5741-B0A1-E64646E4283C}"/>
          </ac:spMkLst>
        </pc:spChg>
        <pc:spChg chg="del">
          <ac:chgData name="FENG, Yicheng" userId="63ae093e-9cad-467c-bb2d-e823331db8b5" providerId="ADAL" clId="{C5EB1113-E297-44CF-AB22-BF357E1DAC9F}" dt="2025-01-13T08:47:18.731" v="66" actId="478"/>
          <ac:spMkLst>
            <pc:docMk/>
            <pc:sldMk cId="3133933957" sldId="285"/>
            <ac:spMk id="5" creationId="{99B591B7-0ED3-894C-A352-8477ED74F3BB}"/>
          </ac:spMkLst>
        </pc:spChg>
        <pc:spChg chg="del">
          <ac:chgData name="FENG, Yicheng" userId="63ae093e-9cad-467c-bb2d-e823331db8b5" providerId="ADAL" clId="{C5EB1113-E297-44CF-AB22-BF357E1DAC9F}" dt="2025-01-13T08:47:19.659" v="67" actId="478"/>
          <ac:spMkLst>
            <pc:docMk/>
            <pc:sldMk cId="3133933957" sldId="285"/>
            <ac:spMk id="6" creationId="{95A8685D-FCCD-1D48-84F7-D47520F09B5B}"/>
          </ac:spMkLst>
        </pc:spChg>
        <pc:spChg chg="add del mod">
          <ac:chgData name="FENG, Yicheng" userId="63ae093e-9cad-467c-bb2d-e823331db8b5" providerId="ADAL" clId="{C5EB1113-E297-44CF-AB22-BF357E1DAC9F}" dt="2025-01-13T08:47:17.395" v="65" actId="478"/>
          <ac:spMkLst>
            <pc:docMk/>
            <pc:sldMk cId="3133933957" sldId="285"/>
            <ac:spMk id="7" creationId="{63F71D88-BA45-46FC-A8E0-5B4D108A3712}"/>
          </ac:spMkLst>
        </pc:spChg>
        <pc:spChg chg="add mod">
          <ac:chgData name="FENG, Yicheng" userId="63ae093e-9cad-467c-bb2d-e823331db8b5" providerId="ADAL" clId="{C5EB1113-E297-44CF-AB22-BF357E1DAC9F}" dt="2025-01-13T09:00:45.857" v="226" actId="1076"/>
          <ac:spMkLst>
            <pc:docMk/>
            <pc:sldMk cId="3133933957" sldId="285"/>
            <ac:spMk id="9" creationId="{B64F3D9E-9166-4273-8B03-7022E90DEFDD}"/>
          </ac:spMkLst>
        </pc:spChg>
        <pc:spChg chg="add mod">
          <ac:chgData name="FENG, Yicheng" userId="63ae093e-9cad-467c-bb2d-e823331db8b5" providerId="ADAL" clId="{C5EB1113-E297-44CF-AB22-BF357E1DAC9F}" dt="2025-01-13T09:04:26.490" v="268" actId="208"/>
          <ac:spMkLst>
            <pc:docMk/>
            <pc:sldMk cId="3133933957" sldId="285"/>
            <ac:spMk id="18" creationId="{1CD11CC1-F2C8-4277-B8F0-3B9C4BA3A899}"/>
          </ac:spMkLst>
        </pc:spChg>
        <pc:spChg chg="add mod">
          <ac:chgData name="FENG, Yicheng" userId="63ae093e-9cad-467c-bb2d-e823331db8b5" providerId="ADAL" clId="{C5EB1113-E297-44CF-AB22-BF357E1DAC9F}" dt="2025-01-13T09:05:24.770" v="293" actId="1076"/>
          <ac:spMkLst>
            <pc:docMk/>
            <pc:sldMk cId="3133933957" sldId="285"/>
            <ac:spMk id="25" creationId="{869F019B-D00F-48D3-9D08-D540CCE69A35}"/>
          </ac:spMkLst>
        </pc:spChg>
        <pc:spChg chg="add mod">
          <ac:chgData name="FENG, Yicheng" userId="63ae093e-9cad-467c-bb2d-e823331db8b5" providerId="ADAL" clId="{C5EB1113-E297-44CF-AB22-BF357E1DAC9F}" dt="2025-01-14T06:59:13.169" v="587" actId="1036"/>
          <ac:spMkLst>
            <pc:docMk/>
            <pc:sldMk cId="3133933957" sldId="285"/>
            <ac:spMk id="26" creationId="{E9C0A796-6341-4329-99D9-38EEA781A9F0}"/>
          </ac:spMkLst>
        </pc:spChg>
        <pc:spChg chg="add mod">
          <ac:chgData name="FENG, Yicheng" userId="63ae093e-9cad-467c-bb2d-e823331db8b5" providerId="ADAL" clId="{C5EB1113-E297-44CF-AB22-BF357E1DAC9F}" dt="2025-01-14T06:59:18.208" v="594" actId="1037"/>
          <ac:spMkLst>
            <pc:docMk/>
            <pc:sldMk cId="3133933957" sldId="285"/>
            <ac:spMk id="27" creationId="{9D201568-4544-4A40-A3A3-18695576894A}"/>
          </ac:spMkLst>
        </pc:spChg>
        <pc:picChg chg="del">
          <ac:chgData name="FENG, Yicheng" userId="63ae093e-9cad-467c-bb2d-e823331db8b5" providerId="ADAL" clId="{C5EB1113-E297-44CF-AB22-BF357E1DAC9F}" dt="2025-01-13T08:47:15.350" v="63" actId="478"/>
          <ac:picMkLst>
            <pc:docMk/>
            <pc:sldMk cId="3133933957" sldId="285"/>
            <ac:picMk id="4" creationId="{8D11AF92-8AD0-444F-83E3-E11532277980}"/>
          </ac:picMkLst>
        </pc:picChg>
        <pc:picChg chg="add del mod">
          <ac:chgData name="FENG, Yicheng" userId="63ae093e-9cad-467c-bb2d-e823331db8b5" providerId="ADAL" clId="{C5EB1113-E297-44CF-AB22-BF357E1DAC9F}" dt="2025-01-13T08:59:06.712" v="197" actId="478"/>
          <ac:picMkLst>
            <pc:docMk/>
            <pc:sldMk cId="3133933957" sldId="285"/>
            <ac:picMk id="11" creationId="{215A6781-F826-4949-9D45-CC031711F825}"/>
          </ac:picMkLst>
        </pc:picChg>
        <pc:picChg chg="add mod">
          <ac:chgData name="FENG, Yicheng" userId="63ae093e-9cad-467c-bb2d-e823331db8b5" providerId="ADAL" clId="{C5EB1113-E297-44CF-AB22-BF357E1DAC9F}" dt="2025-01-13T09:01:25.738" v="250" actId="1035"/>
          <ac:picMkLst>
            <pc:docMk/>
            <pc:sldMk cId="3133933957" sldId="285"/>
            <ac:picMk id="13" creationId="{3FB4A832-769B-4D5F-9DE0-7FC7B505E624}"/>
          </ac:picMkLst>
        </pc:picChg>
        <pc:picChg chg="add mod">
          <ac:chgData name="FENG, Yicheng" userId="63ae093e-9cad-467c-bb2d-e823331db8b5" providerId="ADAL" clId="{C5EB1113-E297-44CF-AB22-BF357E1DAC9F}" dt="2025-01-13T09:07:21.919" v="319" actId="1035"/>
          <ac:picMkLst>
            <pc:docMk/>
            <pc:sldMk cId="3133933957" sldId="285"/>
            <ac:picMk id="15" creationId="{CBC7BFA0-DA89-4C74-B056-99EE5AAC14EE}"/>
          </ac:picMkLst>
        </pc:picChg>
        <pc:picChg chg="add mod">
          <ac:chgData name="FENG, Yicheng" userId="63ae093e-9cad-467c-bb2d-e823331db8b5" providerId="ADAL" clId="{C5EB1113-E297-44CF-AB22-BF357E1DAC9F}" dt="2025-01-14T06:59:10.976" v="574" actId="1035"/>
          <ac:picMkLst>
            <pc:docMk/>
            <pc:sldMk cId="3133933957" sldId="285"/>
            <ac:picMk id="17" creationId="{AC2F1D03-6241-4515-AD65-B405F2A8BB59}"/>
          </ac:picMkLst>
        </pc:picChg>
        <pc:cxnChg chg="add mod">
          <ac:chgData name="FENG, Yicheng" userId="63ae093e-9cad-467c-bb2d-e823331db8b5" providerId="ADAL" clId="{C5EB1113-E297-44CF-AB22-BF357E1DAC9F}" dt="2025-01-13T09:05:48.256" v="309" actId="1582"/>
          <ac:cxnSpMkLst>
            <pc:docMk/>
            <pc:sldMk cId="3133933957" sldId="285"/>
            <ac:cxnSpMk id="20" creationId="{A19B237F-D1E8-494E-B87B-7831F0F8EDE5}"/>
          </ac:cxnSpMkLst>
        </pc:cxnChg>
      </pc:sldChg>
      <pc:sldChg chg="addSp delSp modSp add mod modAnim">
        <pc:chgData name="FENG, Yicheng" userId="63ae093e-9cad-467c-bb2d-e823331db8b5" providerId="ADAL" clId="{C5EB1113-E297-44CF-AB22-BF357E1DAC9F}" dt="2025-01-14T06:54:57.745" v="503" actId="478"/>
        <pc:sldMkLst>
          <pc:docMk/>
          <pc:sldMk cId="103136704" sldId="286"/>
        </pc:sldMkLst>
        <pc:spChg chg="del">
          <ac:chgData name="FENG, Yicheng" userId="63ae093e-9cad-467c-bb2d-e823331db8b5" providerId="ADAL" clId="{C5EB1113-E297-44CF-AB22-BF357E1DAC9F}" dt="2025-01-14T06:54:46.188" v="499" actId="478"/>
          <ac:spMkLst>
            <pc:docMk/>
            <pc:sldMk cId="103136704" sldId="286"/>
            <ac:spMk id="9" creationId="{F6AFE687-0492-4A55-AB34-D24ED6DC8C22}"/>
          </ac:spMkLst>
        </pc:spChg>
        <pc:spChg chg="del">
          <ac:chgData name="FENG, Yicheng" userId="63ae093e-9cad-467c-bb2d-e823331db8b5" providerId="ADAL" clId="{C5EB1113-E297-44CF-AB22-BF357E1DAC9F}" dt="2025-01-14T06:54:46.188" v="499" actId="478"/>
          <ac:spMkLst>
            <pc:docMk/>
            <pc:sldMk cId="103136704" sldId="286"/>
            <ac:spMk id="10" creationId="{34CEA3E1-E825-4190-BA28-33FC42C33F18}"/>
          </ac:spMkLst>
        </pc:spChg>
        <pc:spChg chg="del">
          <ac:chgData name="FENG, Yicheng" userId="63ae093e-9cad-467c-bb2d-e823331db8b5" providerId="ADAL" clId="{C5EB1113-E297-44CF-AB22-BF357E1DAC9F}" dt="2025-01-14T06:54:46.188" v="499" actId="478"/>
          <ac:spMkLst>
            <pc:docMk/>
            <pc:sldMk cId="103136704" sldId="286"/>
            <ac:spMk id="11" creationId="{9EDF3584-74B0-4730-AA57-AAA168C844E0}"/>
          </ac:spMkLst>
        </pc:spChg>
        <pc:spChg chg="del">
          <ac:chgData name="FENG, Yicheng" userId="63ae093e-9cad-467c-bb2d-e823331db8b5" providerId="ADAL" clId="{C5EB1113-E297-44CF-AB22-BF357E1DAC9F}" dt="2025-01-14T06:54:46.188" v="499" actId="478"/>
          <ac:spMkLst>
            <pc:docMk/>
            <pc:sldMk cId="103136704" sldId="286"/>
            <ac:spMk id="12" creationId="{E83C4907-AB29-4059-8561-579811A2BBEB}"/>
          </ac:spMkLst>
        </pc:spChg>
        <pc:spChg chg="del">
          <ac:chgData name="FENG, Yicheng" userId="63ae093e-9cad-467c-bb2d-e823331db8b5" providerId="ADAL" clId="{C5EB1113-E297-44CF-AB22-BF357E1DAC9F}" dt="2025-01-14T06:54:46.188" v="499" actId="478"/>
          <ac:spMkLst>
            <pc:docMk/>
            <pc:sldMk cId="103136704" sldId="286"/>
            <ac:spMk id="13" creationId="{244D6EC8-8247-47DF-AB89-82CCA3504F2F}"/>
          </ac:spMkLst>
        </pc:spChg>
        <pc:spChg chg="del">
          <ac:chgData name="FENG, Yicheng" userId="63ae093e-9cad-467c-bb2d-e823331db8b5" providerId="ADAL" clId="{C5EB1113-E297-44CF-AB22-BF357E1DAC9F}" dt="2025-01-14T06:54:46.188" v="499" actId="478"/>
          <ac:spMkLst>
            <pc:docMk/>
            <pc:sldMk cId="103136704" sldId="286"/>
            <ac:spMk id="14" creationId="{2C0B79DC-7211-46C9-9B05-933BEAB4A187}"/>
          </ac:spMkLst>
        </pc:spChg>
        <pc:spChg chg="del">
          <ac:chgData name="FENG, Yicheng" userId="63ae093e-9cad-467c-bb2d-e823331db8b5" providerId="ADAL" clId="{C5EB1113-E297-44CF-AB22-BF357E1DAC9F}" dt="2025-01-14T06:54:46.188" v="499" actId="478"/>
          <ac:spMkLst>
            <pc:docMk/>
            <pc:sldMk cId="103136704" sldId="286"/>
            <ac:spMk id="15" creationId="{43E296AB-0EEF-4E91-94A8-7EBF3F9648E3}"/>
          </ac:spMkLst>
        </pc:spChg>
        <pc:spChg chg="del">
          <ac:chgData name="FENG, Yicheng" userId="63ae093e-9cad-467c-bb2d-e823331db8b5" providerId="ADAL" clId="{C5EB1113-E297-44CF-AB22-BF357E1DAC9F}" dt="2025-01-14T06:54:46.188" v="499" actId="478"/>
          <ac:spMkLst>
            <pc:docMk/>
            <pc:sldMk cId="103136704" sldId="286"/>
            <ac:spMk id="16" creationId="{6BCF302D-B88D-477B-8D98-501931225764}"/>
          </ac:spMkLst>
        </pc:spChg>
        <pc:spChg chg="del">
          <ac:chgData name="FENG, Yicheng" userId="63ae093e-9cad-467c-bb2d-e823331db8b5" providerId="ADAL" clId="{C5EB1113-E297-44CF-AB22-BF357E1DAC9F}" dt="2025-01-14T06:54:46.188" v="499" actId="478"/>
          <ac:spMkLst>
            <pc:docMk/>
            <pc:sldMk cId="103136704" sldId="286"/>
            <ac:spMk id="17" creationId="{17F0FCD2-C122-43FA-A96E-A2EF64DB3C05}"/>
          </ac:spMkLst>
        </pc:spChg>
        <pc:spChg chg="del">
          <ac:chgData name="FENG, Yicheng" userId="63ae093e-9cad-467c-bb2d-e823331db8b5" providerId="ADAL" clId="{C5EB1113-E297-44CF-AB22-BF357E1DAC9F}" dt="2025-01-14T06:54:46.188" v="499" actId="478"/>
          <ac:spMkLst>
            <pc:docMk/>
            <pc:sldMk cId="103136704" sldId="286"/>
            <ac:spMk id="18" creationId="{4D023969-95A2-468A-A3E0-B675ED6570BA}"/>
          </ac:spMkLst>
        </pc:spChg>
        <pc:spChg chg="del">
          <ac:chgData name="FENG, Yicheng" userId="63ae093e-9cad-467c-bb2d-e823331db8b5" providerId="ADAL" clId="{C5EB1113-E297-44CF-AB22-BF357E1DAC9F}" dt="2025-01-14T06:54:46.188" v="499" actId="478"/>
          <ac:spMkLst>
            <pc:docMk/>
            <pc:sldMk cId="103136704" sldId="286"/>
            <ac:spMk id="19" creationId="{D4289FA5-0234-4100-9377-F65B26C0F808}"/>
          </ac:spMkLst>
        </pc:spChg>
        <pc:spChg chg="del">
          <ac:chgData name="FENG, Yicheng" userId="63ae093e-9cad-467c-bb2d-e823331db8b5" providerId="ADAL" clId="{C5EB1113-E297-44CF-AB22-BF357E1DAC9F}" dt="2025-01-14T06:54:46.188" v="499" actId="478"/>
          <ac:spMkLst>
            <pc:docMk/>
            <pc:sldMk cId="103136704" sldId="286"/>
            <ac:spMk id="20" creationId="{7FD8A21C-1E7E-4D09-B905-8CE711B8C75A}"/>
          </ac:spMkLst>
        </pc:spChg>
        <pc:spChg chg="del">
          <ac:chgData name="FENG, Yicheng" userId="63ae093e-9cad-467c-bb2d-e823331db8b5" providerId="ADAL" clId="{C5EB1113-E297-44CF-AB22-BF357E1DAC9F}" dt="2025-01-14T06:54:46.188" v="499" actId="478"/>
          <ac:spMkLst>
            <pc:docMk/>
            <pc:sldMk cId="103136704" sldId="286"/>
            <ac:spMk id="21" creationId="{D2B94EDB-4E65-4E1D-A28A-5B6B4ED81935}"/>
          </ac:spMkLst>
        </pc:spChg>
        <pc:spChg chg="del">
          <ac:chgData name="FENG, Yicheng" userId="63ae093e-9cad-467c-bb2d-e823331db8b5" providerId="ADAL" clId="{C5EB1113-E297-44CF-AB22-BF357E1DAC9F}" dt="2025-01-14T06:54:46.188" v="499" actId="478"/>
          <ac:spMkLst>
            <pc:docMk/>
            <pc:sldMk cId="103136704" sldId="286"/>
            <ac:spMk id="22" creationId="{49E2CC8E-EDB7-4393-86A1-74F25FC28D6D}"/>
          </ac:spMkLst>
        </pc:spChg>
        <pc:spChg chg="del">
          <ac:chgData name="FENG, Yicheng" userId="63ae093e-9cad-467c-bb2d-e823331db8b5" providerId="ADAL" clId="{C5EB1113-E297-44CF-AB22-BF357E1DAC9F}" dt="2025-01-14T06:54:46.188" v="499" actId="478"/>
          <ac:spMkLst>
            <pc:docMk/>
            <pc:sldMk cId="103136704" sldId="286"/>
            <ac:spMk id="23" creationId="{1C9CEC58-E6BE-4C40-8200-5922040D68EC}"/>
          </ac:spMkLst>
        </pc:spChg>
        <pc:spChg chg="del">
          <ac:chgData name="FENG, Yicheng" userId="63ae093e-9cad-467c-bb2d-e823331db8b5" providerId="ADAL" clId="{C5EB1113-E297-44CF-AB22-BF357E1DAC9F}" dt="2025-01-14T06:54:46.188" v="499" actId="478"/>
          <ac:spMkLst>
            <pc:docMk/>
            <pc:sldMk cId="103136704" sldId="286"/>
            <ac:spMk id="24" creationId="{94F98D6C-E4AD-4590-AE5B-B0B3DBE42A12}"/>
          </ac:spMkLst>
        </pc:spChg>
        <pc:spChg chg="del">
          <ac:chgData name="FENG, Yicheng" userId="63ae093e-9cad-467c-bb2d-e823331db8b5" providerId="ADAL" clId="{C5EB1113-E297-44CF-AB22-BF357E1DAC9F}" dt="2025-01-14T06:54:46.188" v="499" actId="478"/>
          <ac:spMkLst>
            <pc:docMk/>
            <pc:sldMk cId="103136704" sldId="286"/>
            <ac:spMk id="25" creationId="{670D0AA2-BFA6-4BC7-AE67-50825652B4B7}"/>
          </ac:spMkLst>
        </pc:spChg>
        <pc:spChg chg="del">
          <ac:chgData name="FENG, Yicheng" userId="63ae093e-9cad-467c-bb2d-e823331db8b5" providerId="ADAL" clId="{C5EB1113-E297-44CF-AB22-BF357E1DAC9F}" dt="2025-01-14T06:54:46.188" v="499" actId="478"/>
          <ac:spMkLst>
            <pc:docMk/>
            <pc:sldMk cId="103136704" sldId="286"/>
            <ac:spMk id="26" creationId="{60BC3896-39BA-478F-BF56-19FA3C55759C}"/>
          </ac:spMkLst>
        </pc:spChg>
        <pc:spChg chg="del">
          <ac:chgData name="FENG, Yicheng" userId="63ae093e-9cad-467c-bb2d-e823331db8b5" providerId="ADAL" clId="{C5EB1113-E297-44CF-AB22-BF357E1DAC9F}" dt="2025-01-14T06:54:46.188" v="499" actId="478"/>
          <ac:spMkLst>
            <pc:docMk/>
            <pc:sldMk cId="103136704" sldId="286"/>
            <ac:spMk id="27" creationId="{D04EEB0F-761A-4404-822C-C1CEB3CD10F8}"/>
          </ac:spMkLst>
        </pc:spChg>
        <pc:spChg chg="del">
          <ac:chgData name="FENG, Yicheng" userId="63ae093e-9cad-467c-bb2d-e823331db8b5" providerId="ADAL" clId="{C5EB1113-E297-44CF-AB22-BF357E1DAC9F}" dt="2025-01-14T06:54:46.188" v="499" actId="478"/>
          <ac:spMkLst>
            <pc:docMk/>
            <pc:sldMk cId="103136704" sldId="286"/>
            <ac:spMk id="28" creationId="{5C2683EF-7905-4295-8288-A7DF6297853F}"/>
          </ac:spMkLst>
        </pc:spChg>
        <pc:spChg chg="del">
          <ac:chgData name="FENG, Yicheng" userId="63ae093e-9cad-467c-bb2d-e823331db8b5" providerId="ADAL" clId="{C5EB1113-E297-44CF-AB22-BF357E1DAC9F}" dt="2025-01-14T06:54:46.188" v="499" actId="478"/>
          <ac:spMkLst>
            <pc:docMk/>
            <pc:sldMk cId="103136704" sldId="286"/>
            <ac:spMk id="29" creationId="{38A9B143-8954-45B1-B481-3D090FB57874}"/>
          </ac:spMkLst>
        </pc:spChg>
        <pc:spChg chg="add mod">
          <ac:chgData name="FENG, Yicheng" userId="63ae093e-9cad-467c-bb2d-e823331db8b5" providerId="ADAL" clId="{C5EB1113-E297-44CF-AB22-BF357E1DAC9F}" dt="2025-01-14T06:54:56.054" v="501" actId="1076"/>
          <ac:spMkLst>
            <pc:docMk/>
            <pc:sldMk cId="103136704" sldId="286"/>
            <ac:spMk id="30" creationId="{DEB41D64-1C01-4C1A-9347-D467748297AD}"/>
          </ac:spMkLst>
        </pc:spChg>
        <pc:spChg chg="del">
          <ac:chgData name="FENG, Yicheng" userId="63ae093e-9cad-467c-bb2d-e823331db8b5" providerId="ADAL" clId="{C5EB1113-E297-44CF-AB22-BF357E1DAC9F}" dt="2025-01-14T06:54:46.188" v="499" actId="478"/>
          <ac:spMkLst>
            <pc:docMk/>
            <pc:sldMk cId="103136704" sldId="286"/>
            <ac:spMk id="31" creationId="{F0B5B28B-72D4-4E80-87A2-4986B9984663}"/>
          </ac:spMkLst>
        </pc:spChg>
        <pc:spChg chg="del">
          <ac:chgData name="FENG, Yicheng" userId="63ae093e-9cad-467c-bb2d-e823331db8b5" providerId="ADAL" clId="{C5EB1113-E297-44CF-AB22-BF357E1DAC9F}" dt="2025-01-14T06:54:46.188" v="499" actId="478"/>
          <ac:spMkLst>
            <pc:docMk/>
            <pc:sldMk cId="103136704" sldId="286"/>
            <ac:spMk id="32" creationId="{3BF08CE2-AE43-465C-8504-4E22C3A2FA9C}"/>
          </ac:spMkLst>
        </pc:spChg>
        <pc:spChg chg="del">
          <ac:chgData name="FENG, Yicheng" userId="63ae093e-9cad-467c-bb2d-e823331db8b5" providerId="ADAL" clId="{C5EB1113-E297-44CF-AB22-BF357E1DAC9F}" dt="2025-01-14T06:54:46.188" v="499" actId="478"/>
          <ac:spMkLst>
            <pc:docMk/>
            <pc:sldMk cId="103136704" sldId="286"/>
            <ac:spMk id="33" creationId="{5C29ADE9-9816-4B60-9622-82270D1BC9A0}"/>
          </ac:spMkLst>
        </pc:spChg>
        <pc:spChg chg="del">
          <ac:chgData name="FENG, Yicheng" userId="63ae093e-9cad-467c-bb2d-e823331db8b5" providerId="ADAL" clId="{C5EB1113-E297-44CF-AB22-BF357E1DAC9F}" dt="2025-01-14T06:54:46.188" v="499" actId="478"/>
          <ac:spMkLst>
            <pc:docMk/>
            <pc:sldMk cId="103136704" sldId="286"/>
            <ac:spMk id="34" creationId="{F75872B7-6D75-4EF2-A03D-2B66163D87F5}"/>
          </ac:spMkLst>
        </pc:spChg>
        <pc:spChg chg="del">
          <ac:chgData name="FENG, Yicheng" userId="63ae093e-9cad-467c-bb2d-e823331db8b5" providerId="ADAL" clId="{C5EB1113-E297-44CF-AB22-BF357E1DAC9F}" dt="2025-01-14T06:54:46.188" v="499" actId="478"/>
          <ac:spMkLst>
            <pc:docMk/>
            <pc:sldMk cId="103136704" sldId="286"/>
            <ac:spMk id="35" creationId="{72FED377-0EC2-45E9-8638-AA6034CD5CB5}"/>
          </ac:spMkLst>
        </pc:spChg>
        <pc:spChg chg="add del mod">
          <ac:chgData name="FENG, Yicheng" userId="63ae093e-9cad-467c-bb2d-e823331db8b5" providerId="ADAL" clId="{C5EB1113-E297-44CF-AB22-BF357E1DAC9F}" dt="2025-01-14T06:54:57.209" v="502" actId="478"/>
          <ac:spMkLst>
            <pc:docMk/>
            <pc:sldMk cId="103136704" sldId="286"/>
            <ac:spMk id="36" creationId="{6377667F-32D9-460A-A574-9C489C4C9A05}"/>
          </ac:spMkLst>
        </pc:spChg>
        <pc:spChg chg="add mod">
          <ac:chgData name="FENG, Yicheng" userId="63ae093e-9cad-467c-bb2d-e823331db8b5" providerId="ADAL" clId="{C5EB1113-E297-44CF-AB22-BF357E1DAC9F}" dt="2025-01-14T06:54:56.054" v="501" actId="1076"/>
          <ac:spMkLst>
            <pc:docMk/>
            <pc:sldMk cId="103136704" sldId="286"/>
            <ac:spMk id="37" creationId="{51B30D0A-CD98-4973-BEB1-35D60C72837D}"/>
          </ac:spMkLst>
        </pc:spChg>
        <pc:spChg chg="add mod">
          <ac:chgData name="FENG, Yicheng" userId="63ae093e-9cad-467c-bb2d-e823331db8b5" providerId="ADAL" clId="{C5EB1113-E297-44CF-AB22-BF357E1DAC9F}" dt="2025-01-14T06:54:56.054" v="501" actId="1076"/>
          <ac:spMkLst>
            <pc:docMk/>
            <pc:sldMk cId="103136704" sldId="286"/>
            <ac:spMk id="38" creationId="{F4F2D922-2A40-4728-B07F-F97E9499DA4F}"/>
          </ac:spMkLst>
        </pc:spChg>
        <pc:spChg chg="add mod">
          <ac:chgData name="FENG, Yicheng" userId="63ae093e-9cad-467c-bb2d-e823331db8b5" providerId="ADAL" clId="{C5EB1113-E297-44CF-AB22-BF357E1DAC9F}" dt="2025-01-14T06:54:56.054" v="501" actId="1076"/>
          <ac:spMkLst>
            <pc:docMk/>
            <pc:sldMk cId="103136704" sldId="286"/>
            <ac:spMk id="39" creationId="{37957464-8D89-40C2-9BE8-080A73E5B7F3}"/>
          </ac:spMkLst>
        </pc:spChg>
        <pc:spChg chg="add mod">
          <ac:chgData name="FENG, Yicheng" userId="63ae093e-9cad-467c-bb2d-e823331db8b5" providerId="ADAL" clId="{C5EB1113-E297-44CF-AB22-BF357E1DAC9F}" dt="2025-01-14T06:54:56.054" v="501" actId="1076"/>
          <ac:spMkLst>
            <pc:docMk/>
            <pc:sldMk cId="103136704" sldId="286"/>
            <ac:spMk id="40" creationId="{839DA00A-3817-4C09-A444-EF9F5FF935F9}"/>
          </ac:spMkLst>
        </pc:spChg>
        <pc:spChg chg="add mod">
          <ac:chgData name="FENG, Yicheng" userId="63ae093e-9cad-467c-bb2d-e823331db8b5" providerId="ADAL" clId="{C5EB1113-E297-44CF-AB22-BF357E1DAC9F}" dt="2025-01-14T06:54:56.054" v="501" actId="1076"/>
          <ac:spMkLst>
            <pc:docMk/>
            <pc:sldMk cId="103136704" sldId="286"/>
            <ac:spMk id="41" creationId="{B582D3F4-8994-45DB-A311-DAB3B0927E47}"/>
          </ac:spMkLst>
        </pc:spChg>
        <pc:spChg chg="add mod">
          <ac:chgData name="FENG, Yicheng" userId="63ae093e-9cad-467c-bb2d-e823331db8b5" providerId="ADAL" clId="{C5EB1113-E297-44CF-AB22-BF357E1DAC9F}" dt="2025-01-14T06:54:56.054" v="501" actId="1076"/>
          <ac:spMkLst>
            <pc:docMk/>
            <pc:sldMk cId="103136704" sldId="286"/>
            <ac:spMk id="42" creationId="{B0497BEB-F867-4B38-ACD4-28877191F712}"/>
          </ac:spMkLst>
        </pc:spChg>
        <pc:spChg chg="add mod">
          <ac:chgData name="FENG, Yicheng" userId="63ae093e-9cad-467c-bb2d-e823331db8b5" providerId="ADAL" clId="{C5EB1113-E297-44CF-AB22-BF357E1DAC9F}" dt="2025-01-14T06:54:56.054" v="501" actId="1076"/>
          <ac:spMkLst>
            <pc:docMk/>
            <pc:sldMk cId="103136704" sldId="286"/>
            <ac:spMk id="43" creationId="{EA0AB052-545B-418A-BDCA-94F5B1B468C2}"/>
          </ac:spMkLst>
        </pc:spChg>
        <pc:spChg chg="add mod">
          <ac:chgData name="FENG, Yicheng" userId="63ae093e-9cad-467c-bb2d-e823331db8b5" providerId="ADAL" clId="{C5EB1113-E297-44CF-AB22-BF357E1DAC9F}" dt="2025-01-14T06:54:56.054" v="501" actId="1076"/>
          <ac:spMkLst>
            <pc:docMk/>
            <pc:sldMk cId="103136704" sldId="286"/>
            <ac:spMk id="44" creationId="{EB1D262D-EE47-42CD-BFAC-EB7B8AA3860C}"/>
          </ac:spMkLst>
        </pc:spChg>
        <pc:spChg chg="add mod">
          <ac:chgData name="FENG, Yicheng" userId="63ae093e-9cad-467c-bb2d-e823331db8b5" providerId="ADAL" clId="{C5EB1113-E297-44CF-AB22-BF357E1DAC9F}" dt="2025-01-14T06:54:56.054" v="501" actId="1076"/>
          <ac:spMkLst>
            <pc:docMk/>
            <pc:sldMk cId="103136704" sldId="286"/>
            <ac:spMk id="45" creationId="{61EE0599-9820-493F-A50A-DD9DC1E9400F}"/>
          </ac:spMkLst>
        </pc:spChg>
        <pc:spChg chg="add mod">
          <ac:chgData name="FENG, Yicheng" userId="63ae093e-9cad-467c-bb2d-e823331db8b5" providerId="ADAL" clId="{C5EB1113-E297-44CF-AB22-BF357E1DAC9F}" dt="2025-01-14T06:54:56.054" v="501" actId="1076"/>
          <ac:spMkLst>
            <pc:docMk/>
            <pc:sldMk cId="103136704" sldId="286"/>
            <ac:spMk id="46" creationId="{9626CDC9-A961-4D24-82E4-4FFE60317AF4}"/>
          </ac:spMkLst>
        </pc:spChg>
        <pc:spChg chg="add mod">
          <ac:chgData name="FENG, Yicheng" userId="63ae093e-9cad-467c-bb2d-e823331db8b5" providerId="ADAL" clId="{C5EB1113-E297-44CF-AB22-BF357E1DAC9F}" dt="2025-01-14T06:54:56.054" v="501" actId="1076"/>
          <ac:spMkLst>
            <pc:docMk/>
            <pc:sldMk cId="103136704" sldId="286"/>
            <ac:spMk id="47" creationId="{5A5563DE-AD7D-4E38-918D-3C47E88D3C90}"/>
          </ac:spMkLst>
        </pc:spChg>
        <pc:spChg chg="add mod">
          <ac:chgData name="FENG, Yicheng" userId="63ae093e-9cad-467c-bb2d-e823331db8b5" providerId="ADAL" clId="{C5EB1113-E297-44CF-AB22-BF357E1DAC9F}" dt="2025-01-14T06:54:56.054" v="501" actId="1076"/>
          <ac:spMkLst>
            <pc:docMk/>
            <pc:sldMk cId="103136704" sldId="286"/>
            <ac:spMk id="48" creationId="{88690CBE-AA7B-43AD-97C5-B4B0594603F3}"/>
          </ac:spMkLst>
        </pc:spChg>
        <pc:spChg chg="add del mod">
          <ac:chgData name="FENG, Yicheng" userId="63ae093e-9cad-467c-bb2d-e823331db8b5" providerId="ADAL" clId="{C5EB1113-E297-44CF-AB22-BF357E1DAC9F}" dt="2025-01-14T06:54:57.745" v="503" actId="478"/>
          <ac:spMkLst>
            <pc:docMk/>
            <pc:sldMk cId="103136704" sldId="286"/>
            <ac:spMk id="49" creationId="{28220339-049A-4186-999B-8433DC8597C2}"/>
          </ac:spMkLst>
        </pc:spChg>
        <pc:spChg chg="add mod">
          <ac:chgData name="FENG, Yicheng" userId="63ae093e-9cad-467c-bb2d-e823331db8b5" providerId="ADAL" clId="{C5EB1113-E297-44CF-AB22-BF357E1DAC9F}" dt="2025-01-14T06:54:56.054" v="501" actId="1076"/>
          <ac:spMkLst>
            <pc:docMk/>
            <pc:sldMk cId="103136704" sldId="286"/>
            <ac:spMk id="50" creationId="{22236891-0D8E-41D9-8A74-99855881E2AC}"/>
          </ac:spMkLst>
        </pc:spChg>
        <pc:spChg chg="add mod">
          <ac:chgData name="FENG, Yicheng" userId="63ae093e-9cad-467c-bb2d-e823331db8b5" providerId="ADAL" clId="{C5EB1113-E297-44CF-AB22-BF357E1DAC9F}" dt="2025-01-14T06:54:56.054" v="501" actId="1076"/>
          <ac:spMkLst>
            <pc:docMk/>
            <pc:sldMk cId="103136704" sldId="286"/>
            <ac:spMk id="51" creationId="{3D6E55C1-A2EB-4F0C-AFBA-51D9E95BB88D}"/>
          </ac:spMkLst>
        </pc:spChg>
        <pc:spChg chg="add mod">
          <ac:chgData name="FENG, Yicheng" userId="63ae093e-9cad-467c-bb2d-e823331db8b5" providerId="ADAL" clId="{C5EB1113-E297-44CF-AB22-BF357E1DAC9F}" dt="2025-01-14T06:54:56.054" v="501" actId="1076"/>
          <ac:spMkLst>
            <pc:docMk/>
            <pc:sldMk cId="103136704" sldId="286"/>
            <ac:spMk id="52" creationId="{E92FE10C-0B44-43F7-9979-EDB192EA05C2}"/>
          </ac:spMkLst>
        </pc:spChg>
        <pc:spChg chg="add mod">
          <ac:chgData name="FENG, Yicheng" userId="63ae093e-9cad-467c-bb2d-e823331db8b5" providerId="ADAL" clId="{C5EB1113-E297-44CF-AB22-BF357E1DAC9F}" dt="2025-01-14T06:54:56.054" v="501" actId="1076"/>
          <ac:spMkLst>
            <pc:docMk/>
            <pc:sldMk cId="103136704" sldId="286"/>
            <ac:spMk id="53" creationId="{5F0B5415-152B-4799-9812-36EA759F0B26}"/>
          </ac:spMkLst>
        </pc:spChg>
        <pc:spChg chg="add mod">
          <ac:chgData name="FENG, Yicheng" userId="63ae093e-9cad-467c-bb2d-e823331db8b5" providerId="ADAL" clId="{C5EB1113-E297-44CF-AB22-BF357E1DAC9F}" dt="2025-01-14T06:54:56.054" v="501" actId="1076"/>
          <ac:spMkLst>
            <pc:docMk/>
            <pc:sldMk cId="103136704" sldId="286"/>
            <ac:spMk id="54" creationId="{5CC90200-4A25-467A-ACA6-0A2590CEA4E1}"/>
          </ac:spMkLst>
        </pc:spChg>
        <pc:spChg chg="add mod">
          <ac:chgData name="FENG, Yicheng" userId="63ae093e-9cad-467c-bb2d-e823331db8b5" providerId="ADAL" clId="{C5EB1113-E297-44CF-AB22-BF357E1DAC9F}" dt="2025-01-14T06:54:56.054" v="501" actId="1076"/>
          <ac:spMkLst>
            <pc:docMk/>
            <pc:sldMk cId="103136704" sldId="286"/>
            <ac:spMk id="55" creationId="{576A67B6-D3E7-49A7-BCB9-CF766C6F445A}"/>
          </ac:spMkLst>
        </pc:spChg>
        <pc:spChg chg="add mod">
          <ac:chgData name="FENG, Yicheng" userId="63ae093e-9cad-467c-bb2d-e823331db8b5" providerId="ADAL" clId="{C5EB1113-E297-44CF-AB22-BF357E1DAC9F}" dt="2025-01-14T06:54:56.054" v="501" actId="1076"/>
          <ac:spMkLst>
            <pc:docMk/>
            <pc:sldMk cId="103136704" sldId="286"/>
            <ac:spMk id="56" creationId="{7ECD3367-8826-4AD9-BB93-79CA84F7168C}"/>
          </ac:spMkLst>
        </pc:spChg>
        <pc:spChg chg="add mod">
          <ac:chgData name="FENG, Yicheng" userId="63ae093e-9cad-467c-bb2d-e823331db8b5" providerId="ADAL" clId="{C5EB1113-E297-44CF-AB22-BF357E1DAC9F}" dt="2025-01-14T06:54:56.054" v="501" actId="1076"/>
          <ac:spMkLst>
            <pc:docMk/>
            <pc:sldMk cId="103136704" sldId="286"/>
            <ac:spMk id="57" creationId="{037689BF-C248-4497-AC96-927F2CE42098}"/>
          </ac:spMkLst>
        </pc:spChg>
        <pc:spChg chg="add mod">
          <ac:chgData name="FENG, Yicheng" userId="63ae093e-9cad-467c-bb2d-e823331db8b5" providerId="ADAL" clId="{C5EB1113-E297-44CF-AB22-BF357E1DAC9F}" dt="2025-01-14T06:54:56.054" v="501" actId="1076"/>
          <ac:spMkLst>
            <pc:docMk/>
            <pc:sldMk cId="103136704" sldId="286"/>
            <ac:spMk id="58" creationId="{7ACE4599-881F-49AE-97C9-E0341301F43D}"/>
          </ac:spMkLst>
        </pc:spChg>
        <pc:spChg chg="add mod">
          <ac:chgData name="FENG, Yicheng" userId="63ae093e-9cad-467c-bb2d-e823331db8b5" providerId="ADAL" clId="{C5EB1113-E297-44CF-AB22-BF357E1DAC9F}" dt="2025-01-14T06:54:56.054" v="501" actId="1076"/>
          <ac:spMkLst>
            <pc:docMk/>
            <pc:sldMk cId="103136704" sldId="286"/>
            <ac:spMk id="59" creationId="{A7C8A413-15D5-4680-9A0B-C59CCBE94DA2}"/>
          </ac:spMkLst>
        </pc:spChg>
        <pc:spChg chg="add mod">
          <ac:chgData name="FENG, Yicheng" userId="63ae093e-9cad-467c-bb2d-e823331db8b5" providerId="ADAL" clId="{C5EB1113-E297-44CF-AB22-BF357E1DAC9F}" dt="2025-01-14T06:54:56.054" v="501" actId="1076"/>
          <ac:spMkLst>
            <pc:docMk/>
            <pc:sldMk cId="103136704" sldId="286"/>
            <ac:spMk id="60" creationId="{BDDEFD4A-280B-4539-AF2B-FD88846C4C81}"/>
          </ac:spMkLst>
        </pc:spChg>
        <pc:spChg chg="add mod">
          <ac:chgData name="FENG, Yicheng" userId="63ae093e-9cad-467c-bb2d-e823331db8b5" providerId="ADAL" clId="{C5EB1113-E297-44CF-AB22-BF357E1DAC9F}" dt="2025-01-14T06:54:56.054" v="501" actId="1076"/>
          <ac:spMkLst>
            <pc:docMk/>
            <pc:sldMk cId="103136704" sldId="286"/>
            <ac:spMk id="61" creationId="{6575A854-6A15-4828-8C23-C59F899255E5}"/>
          </ac:spMkLst>
        </pc:spChg>
        <pc:spChg chg="add mod">
          <ac:chgData name="FENG, Yicheng" userId="63ae093e-9cad-467c-bb2d-e823331db8b5" providerId="ADAL" clId="{C5EB1113-E297-44CF-AB22-BF357E1DAC9F}" dt="2025-01-14T06:54:56.054" v="501" actId="1076"/>
          <ac:spMkLst>
            <pc:docMk/>
            <pc:sldMk cId="103136704" sldId="286"/>
            <ac:spMk id="62" creationId="{1066E067-0460-4F9B-91F2-E1AC32C187D3}"/>
          </ac:spMkLst>
        </pc:spChg>
        <pc:spChg chg="add mod">
          <ac:chgData name="FENG, Yicheng" userId="63ae093e-9cad-467c-bb2d-e823331db8b5" providerId="ADAL" clId="{C5EB1113-E297-44CF-AB22-BF357E1DAC9F}" dt="2025-01-14T06:54:56.054" v="501" actId="1076"/>
          <ac:spMkLst>
            <pc:docMk/>
            <pc:sldMk cId="103136704" sldId="286"/>
            <ac:spMk id="63" creationId="{6E60F802-48A2-4B44-A4B6-2901EDF69E77}"/>
          </ac:spMkLst>
        </pc:spChg>
        <pc:spChg chg="add mod">
          <ac:chgData name="FENG, Yicheng" userId="63ae093e-9cad-467c-bb2d-e823331db8b5" providerId="ADAL" clId="{C5EB1113-E297-44CF-AB22-BF357E1DAC9F}" dt="2025-01-14T06:54:56.054" v="501" actId="1076"/>
          <ac:spMkLst>
            <pc:docMk/>
            <pc:sldMk cId="103136704" sldId="286"/>
            <ac:spMk id="64" creationId="{B5A7C90F-0E3B-43E1-B93D-6D9F31A9BBFA}"/>
          </ac:spMkLst>
        </pc:spChg>
        <pc:spChg chg="add mod">
          <ac:chgData name="FENG, Yicheng" userId="63ae093e-9cad-467c-bb2d-e823331db8b5" providerId="ADAL" clId="{C5EB1113-E297-44CF-AB22-BF357E1DAC9F}" dt="2025-01-14T06:54:56.054" v="501" actId="1076"/>
          <ac:spMkLst>
            <pc:docMk/>
            <pc:sldMk cId="103136704" sldId="286"/>
            <ac:spMk id="65" creationId="{242C7A80-C4AA-4815-AC4C-3E93D22F7341}"/>
          </ac:spMkLst>
        </pc:spChg>
      </pc:sldChg>
      <pc:sldChg chg="addSp delSp modSp add mod delAnim">
        <pc:chgData name="FENG, Yicheng" userId="63ae093e-9cad-467c-bb2d-e823331db8b5" providerId="ADAL" clId="{C5EB1113-E297-44CF-AB22-BF357E1DAC9F}" dt="2025-01-14T06:55:53.728" v="516" actId="1076"/>
        <pc:sldMkLst>
          <pc:docMk/>
          <pc:sldMk cId="1729902151" sldId="287"/>
        </pc:sldMkLst>
        <pc:spChg chg="mod">
          <ac:chgData name="FENG, Yicheng" userId="63ae093e-9cad-467c-bb2d-e823331db8b5" providerId="ADAL" clId="{C5EB1113-E297-44CF-AB22-BF357E1DAC9F}" dt="2025-01-14T06:55:30.026" v="510" actId="20577"/>
          <ac:spMkLst>
            <pc:docMk/>
            <pc:sldMk cId="1729902151" sldId="287"/>
            <ac:spMk id="2" creationId="{45C79BA1-37A3-5741-B0A1-E64646E4283C}"/>
          </ac:spMkLst>
        </pc:spChg>
        <pc:spChg chg="del">
          <ac:chgData name="FENG, Yicheng" userId="63ae093e-9cad-467c-bb2d-e823331db8b5" providerId="ADAL" clId="{C5EB1113-E297-44CF-AB22-BF357E1DAC9F}" dt="2025-01-14T06:55:33.387" v="511" actId="478"/>
          <ac:spMkLst>
            <pc:docMk/>
            <pc:sldMk cId="1729902151" sldId="287"/>
            <ac:spMk id="30" creationId="{DEB41D64-1C01-4C1A-9347-D467748297AD}"/>
          </ac:spMkLst>
        </pc:spChg>
        <pc:spChg chg="add del mod">
          <ac:chgData name="FENG, Yicheng" userId="63ae093e-9cad-467c-bb2d-e823331db8b5" providerId="ADAL" clId="{C5EB1113-E297-44CF-AB22-BF357E1DAC9F}" dt="2025-01-14T06:55:45.505" v="515" actId="478"/>
          <ac:spMkLst>
            <pc:docMk/>
            <pc:sldMk cId="1729902151" sldId="287"/>
            <ac:spMk id="32" creationId="{654B53B1-8FFF-4D53-BDFF-26238B2ABFD9}"/>
          </ac:spMkLst>
        </pc:spChg>
        <pc:spChg chg="add del mod">
          <ac:chgData name="FENG, Yicheng" userId="63ae093e-9cad-467c-bb2d-e823331db8b5" providerId="ADAL" clId="{C5EB1113-E297-44CF-AB22-BF357E1DAC9F}" dt="2025-01-14T06:55:44.979" v="514" actId="478"/>
          <ac:spMkLst>
            <pc:docMk/>
            <pc:sldMk cId="1729902151" sldId="287"/>
            <ac:spMk id="33" creationId="{784AD871-7680-4CB6-80C8-08DD0582FB6E}"/>
          </ac:spMkLst>
        </pc:spChg>
        <pc:spChg chg="add mod">
          <ac:chgData name="FENG, Yicheng" userId="63ae093e-9cad-467c-bb2d-e823331db8b5" providerId="ADAL" clId="{C5EB1113-E297-44CF-AB22-BF357E1DAC9F}" dt="2025-01-14T06:55:53.728" v="516" actId="1076"/>
          <ac:spMkLst>
            <pc:docMk/>
            <pc:sldMk cId="1729902151" sldId="287"/>
            <ac:spMk id="34" creationId="{4AC9FC81-0627-4B71-86BC-7628F1748238}"/>
          </ac:spMkLst>
        </pc:spChg>
        <pc:spChg chg="add mod">
          <ac:chgData name="FENG, Yicheng" userId="63ae093e-9cad-467c-bb2d-e823331db8b5" providerId="ADAL" clId="{C5EB1113-E297-44CF-AB22-BF357E1DAC9F}" dt="2025-01-14T06:55:53.728" v="516" actId="1076"/>
          <ac:spMkLst>
            <pc:docMk/>
            <pc:sldMk cId="1729902151" sldId="287"/>
            <ac:spMk id="35" creationId="{BCFE8564-0D96-4CD2-9BC6-499365BA818F}"/>
          </ac:spMkLst>
        </pc:spChg>
        <pc:spChg chg="add mod">
          <ac:chgData name="FENG, Yicheng" userId="63ae093e-9cad-467c-bb2d-e823331db8b5" providerId="ADAL" clId="{C5EB1113-E297-44CF-AB22-BF357E1DAC9F}" dt="2025-01-14T06:55:53.728" v="516" actId="1076"/>
          <ac:spMkLst>
            <pc:docMk/>
            <pc:sldMk cId="1729902151" sldId="287"/>
            <ac:spMk id="36" creationId="{E5E71293-3382-4BC4-9CF6-FD4B0F62240D}"/>
          </ac:spMkLst>
        </pc:spChg>
        <pc:spChg chg="del">
          <ac:chgData name="FENG, Yicheng" userId="63ae093e-9cad-467c-bb2d-e823331db8b5" providerId="ADAL" clId="{C5EB1113-E297-44CF-AB22-BF357E1DAC9F}" dt="2025-01-14T06:55:33.387" v="511" actId="478"/>
          <ac:spMkLst>
            <pc:docMk/>
            <pc:sldMk cId="1729902151" sldId="287"/>
            <ac:spMk id="37" creationId="{51B30D0A-CD98-4973-BEB1-35D60C72837D}"/>
          </ac:spMkLst>
        </pc:spChg>
        <pc:spChg chg="del">
          <ac:chgData name="FENG, Yicheng" userId="63ae093e-9cad-467c-bb2d-e823331db8b5" providerId="ADAL" clId="{C5EB1113-E297-44CF-AB22-BF357E1DAC9F}" dt="2025-01-14T06:55:33.387" v="511" actId="478"/>
          <ac:spMkLst>
            <pc:docMk/>
            <pc:sldMk cId="1729902151" sldId="287"/>
            <ac:spMk id="38" creationId="{F4F2D922-2A40-4728-B07F-F97E9499DA4F}"/>
          </ac:spMkLst>
        </pc:spChg>
        <pc:spChg chg="del">
          <ac:chgData name="FENG, Yicheng" userId="63ae093e-9cad-467c-bb2d-e823331db8b5" providerId="ADAL" clId="{C5EB1113-E297-44CF-AB22-BF357E1DAC9F}" dt="2025-01-14T06:55:33.387" v="511" actId="478"/>
          <ac:spMkLst>
            <pc:docMk/>
            <pc:sldMk cId="1729902151" sldId="287"/>
            <ac:spMk id="39" creationId="{37957464-8D89-40C2-9BE8-080A73E5B7F3}"/>
          </ac:spMkLst>
        </pc:spChg>
        <pc:spChg chg="del">
          <ac:chgData name="FENG, Yicheng" userId="63ae093e-9cad-467c-bb2d-e823331db8b5" providerId="ADAL" clId="{C5EB1113-E297-44CF-AB22-BF357E1DAC9F}" dt="2025-01-14T06:55:33.387" v="511" actId="478"/>
          <ac:spMkLst>
            <pc:docMk/>
            <pc:sldMk cId="1729902151" sldId="287"/>
            <ac:spMk id="40" creationId="{839DA00A-3817-4C09-A444-EF9F5FF935F9}"/>
          </ac:spMkLst>
        </pc:spChg>
        <pc:spChg chg="del">
          <ac:chgData name="FENG, Yicheng" userId="63ae093e-9cad-467c-bb2d-e823331db8b5" providerId="ADAL" clId="{C5EB1113-E297-44CF-AB22-BF357E1DAC9F}" dt="2025-01-14T06:55:33.387" v="511" actId="478"/>
          <ac:spMkLst>
            <pc:docMk/>
            <pc:sldMk cId="1729902151" sldId="287"/>
            <ac:spMk id="41" creationId="{B582D3F4-8994-45DB-A311-DAB3B0927E47}"/>
          </ac:spMkLst>
        </pc:spChg>
        <pc:spChg chg="del">
          <ac:chgData name="FENG, Yicheng" userId="63ae093e-9cad-467c-bb2d-e823331db8b5" providerId="ADAL" clId="{C5EB1113-E297-44CF-AB22-BF357E1DAC9F}" dt="2025-01-14T06:55:33.387" v="511" actId="478"/>
          <ac:spMkLst>
            <pc:docMk/>
            <pc:sldMk cId="1729902151" sldId="287"/>
            <ac:spMk id="42" creationId="{B0497BEB-F867-4B38-ACD4-28877191F712}"/>
          </ac:spMkLst>
        </pc:spChg>
        <pc:spChg chg="del">
          <ac:chgData name="FENG, Yicheng" userId="63ae093e-9cad-467c-bb2d-e823331db8b5" providerId="ADAL" clId="{C5EB1113-E297-44CF-AB22-BF357E1DAC9F}" dt="2025-01-14T06:55:33.387" v="511" actId="478"/>
          <ac:spMkLst>
            <pc:docMk/>
            <pc:sldMk cId="1729902151" sldId="287"/>
            <ac:spMk id="43" creationId="{EA0AB052-545B-418A-BDCA-94F5B1B468C2}"/>
          </ac:spMkLst>
        </pc:spChg>
        <pc:spChg chg="del">
          <ac:chgData name="FENG, Yicheng" userId="63ae093e-9cad-467c-bb2d-e823331db8b5" providerId="ADAL" clId="{C5EB1113-E297-44CF-AB22-BF357E1DAC9F}" dt="2025-01-14T06:55:33.387" v="511" actId="478"/>
          <ac:spMkLst>
            <pc:docMk/>
            <pc:sldMk cId="1729902151" sldId="287"/>
            <ac:spMk id="44" creationId="{EB1D262D-EE47-42CD-BFAC-EB7B8AA3860C}"/>
          </ac:spMkLst>
        </pc:spChg>
        <pc:spChg chg="del">
          <ac:chgData name="FENG, Yicheng" userId="63ae093e-9cad-467c-bb2d-e823331db8b5" providerId="ADAL" clId="{C5EB1113-E297-44CF-AB22-BF357E1DAC9F}" dt="2025-01-14T06:55:33.387" v="511" actId="478"/>
          <ac:spMkLst>
            <pc:docMk/>
            <pc:sldMk cId="1729902151" sldId="287"/>
            <ac:spMk id="45" creationId="{61EE0599-9820-493F-A50A-DD9DC1E9400F}"/>
          </ac:spMkLst>
        </pc:spChg>
        <pc:spChg chg="del">
          <ac:chgData name="FENG, Yicheng" userId="63ae093e-9cad-467c-bb2d-e823331db8b5" providerId="ADAL" clId="{C5EB1113-E297-44CF-AB22-BF357E1DAC9F}" dt="2025-01-14T06:55:33.387" v="511" actId="478"/>
          <ac:spMkLst>
            <pc:docMk/>
            <pc:sldMk cId="1729902151" sldId="287"/>
            <ac:spMk id="46" creationId="{9626CDC9-A961-4D24-82E4-4FFE60317AF4}"/>
          </ac:spMkLst>
        </pc:spChg>
        <pc:spChg chg="del">
          <ac:chgData name="FENG, Yicheng" userId="63ae093e-9cad-467c-bb2d-e823331db8b5" providerId="ADAL" clId="{C5EB1113-E297-44CF-AB22-BF357E1DAC9F}" dt="2025-01-14T06:55:33.387" v="511" actId="478"/>
          <ac:spMkLst>
            <pc:docMk/>
            <pc:sldMk cId="1729902151" sldId="287"/>
            <ac:spMk id="47" creationId="{5A5563DE-AD7D-4E38-918D-3C47E88D3C90}"/>
          </ac:spMkLst>
        </pc:spChg>
        <pc:spChg chg="del">
          <ac:chgData name="FENG, Yicheng" userId="63ae093e-9cad-467c-bb2d-e823331db8b5" providerId="ADAL" clId="{C5EB1113-E297-44CF-AB22-BF357E1DAC9F}" dt="2025-01-14T06:55:33.387" v="511" actId="478"/>
          <ac:spMkLst>
            <pc:docMk/>
            <pc:sldMk cId="1729902151" sldId="287"/>
            <ac:spMk id="48" creationId="{88690CBE-AA7B-43AD-97C5-B4B0594603F3}"/>
          </ac:spMkLst>
        </pc:spChg>
        <pc:spChg chg="add mod">
          <ac:chgData name="FENG, Yicheng" userId="63ae093e-9cad-467c-bb2d-e823331db8b5" providerId="ADAL" clId="{C5EB1113-E297-44CF-AB22-BF357E1DAC9F}" dt="2025-01-14T06:55:53.728" v="516" actId="1076"/>
          <ac:spMkLst>
            <pc:docMk/>
            <pc:sldMk cId="1729902151" sldId="287"/>
            <ac:spMk id="49" creationId="{B784DA10-4EAB-4DC3-AEF5-68E32F499B08}"/>
          </ac:spMkLst>
        </pc:spChg>
        <pc:spChg chg="del">
          <ac:chgData name="FENG, Yicheng" userId="63ae093e-9cad-467c-bb2d-e823331db8b5" providerId="ADAL" clId="{C5EB1113-E297-44CF-AB22-BF357E1DAC9F}" dt="2025-01-14T06:55:33.387" v="511" actId="478"/>
          <ac:spMkLst>
            <pc:docMk/>
            <pc:sldMk cId="1729902151" sldId="287"/>
            <ac:spMk id="50" creationId="{22236891-0D8E-41D9-8A74-99855881E2AC}"/>
          </ac:spMkLst>
        </pc:spChg>
        <pc:spChg chg="del">
          <ac:chgData name="FENG, Yicheng" userId="63ae093e-9cad-467c-bb2d-e823331db8b5" providerId="ADAL" clId="{C5EB1113-E297-44CF-AB22-BF357E1DAC9F}" dt="2025-01-14T06:55:33.387" v="511" actId="478"/>
          <ac:spMkLst>
            <pc:docMk/>
            <pc:sldMk cId="1729902151" sldId="287"/>
            <ac:spMk id="51" creationId="{3D6E55C1-A2EB-4F0C-AFBA-51D9E95BB88D}"/>
          </ac:spMkLst>
        </pc:spChg>
        <pc:spChg chg="del">
          <ac:chgData name="FENG, Yicheng" userId="63ae093e-9cad-467c-bb2d-e823331db8b5" providerId="ADAL" clId="{C5EB1113-E297-44CF-AB22-BF357E1DAC9F}" dt="2025-01-14T06:55:33.387" v="511" actId="478"/>
          <ac:spMkLst>
            <pc:docMk/>
            <pc:sldMk cId="1729902151" sldId="287"/>
            <ac:spMk id="52" creationId="{E92FE10C-0B44-43F7-9979-EDB192EA05C2}"/>
          </ac:spMkLst>
        </pc:spChg>
        <pc:spChg chg="del">
          <ac:chgData name="FENG, Yicheng" userId="63ae093e-9cad-467c-bb2d-e823331db8b5" providerId="ADAL" clId="{C5EB1113-E297-44CF-AB22-BF357E1DAC9F}" dt="2025-01-14T06:55:33.387" v="511" actId="478"/>
          <ac:spMkLst>
            <pc:docMk/>
            <pc:sldMk cId="1729902151" sldId="287"/>
            <ac:spMk id="53" creationId="{5F0B5415-152B-4799-9812-36EA759F0B26}"/>
          </ac:spMkLst>
        </pc:spChg>
        <pc:spChg chg="del">
          <ac:chgData name="FENG, Yicheng" userId="63ae093e-9cad-467c-bb2d-e823331db8b5" providerId="ADAL" clId="{C5EB1113-E297-44CF-AB22-BF357E1DAC9F}" dt="2025-01-14T06:55:33.387" v="511" actId="478"/>
          <ac:spMkLst>
            <pc:docMk/>
            <pc:sldMk cId="1729902151" sldId="287"/>
            <ac:spMk id="54" creationId="{5CC90200-4A25-467A-ACA6-0A2590CEA4E1}"/>
          </ac:spMkLst>
        </pc:spChg>
        <pc:spChg chg="del">
          <ac:chgData name="FENG, Yicheng" userId="63ae093e-9cad-467c-bb2d-e823331db8b5" providerId="ADAL" clId="{C5EB1113-E297-44CF-AB22-BF357E1DAC9F}" dt="2025-01-14T06:55:33.387" v="511" actId="478"/>
          <ac:spMkLst>
            <pc:docMk/>
            <pc:sldMk cId="1729902151" sldId="287"/>
            <ac:spMk id="55" creationId="{576A67B6-D3E7-49A7-BCB9-CF766C6F445A}"/>
          </ac:spMkLst>
        </pc:spChg>
        <pc:spChg chg="del">
          <ac:chgData name="FENG, Yicheng" userId="63ae093e-9cad-467c-bb2d-e823331db8b5" providerId="ADAL" clId="{C5EB1113-E297-44CF-AB22-BF357E1DAC9F}" dt="2025-01-14T06:55:33.387" v="511" actId="478"/>
          <ac:spMkLst>
            <pc:docMk/>
            <pc:sldMk cId="1729902151" sldId="287"/>
            <ac:spMk id="56" creationId="{7ECD3367-8826-4AD9-BB93-79CA84F7168C}"/>
          </ac:spMkLst>
        </pc:spChg>
        <pc:spChg chg="del">
          <ac:chgData name="FENG, Yicheng" userId="63ae093e-9cad-467c-bb2d-e823331db8b5" providerId="ADAL" clId="{C5EB1113-E297-44CF-AB22-BF357E1DAC9F}" dt="2025-01-14T06:55:33.387" v="511" actId="478"/>
          <ac:spMkLst>
            <pc:docMk/>
            <pc:sldMk cId="1729902151" sldId="287"/>
            <ac:spMk id="57" creationId="{037689BF-C248-4497-AC96-927F2CE42098}"/>
          </ac:spMkLst>
        </pc:spChg>
        <pc:spChg chg="del">
          <ac:chgData name="FENG, Yicheng" userId="63ae093e-9cad-467c-bb2d-e823331db8b5" providerId="ADAL" clId="{C5EB1113-E297-44CF-AB22-BF357E1DAC9F}" dt="2025-01-14T06:55:33.387" v="511" actId="478"/>
          <ac:spMkLst>
            <pc:docMk/>
            <pc:sldMk cId="1729902151" sldId="287"/>
            <ac:spMk id="58" creationId="{7ACE4599-881F-49AE-97C9-E0341301F43D}"/>
          </ac:spMkLst>
        </pc:spChg>
        <pc:spChg chg="del">
          <ac:chgData name="FENG, Yicheng" userId="63ae093e-9cad-467c-bb2d-e823331db8b5" providerId="ADAL" clId="{C5EB1113-E297-44CF-AB22-BF357E1DAC9F}" dt="2025-01-14T06:55:33.387" v="511" actId="478"/>
          <ac:spMkLst>
            <pc:docMk/>
            <pc:sldMk cId="1729902151" sldId="287"/>
            <ac:spMk id="59" creationId="{A7C8A413-15D5-4680-9A0B-C59CCBE94DA2}"/>
          </ac:spMkLst>
        </pc:spChg>
        <pc:spChg chg="del">
          <ac:chgData name="FENG, Yicheng" userId="63ae093e-9cad-467c-bb2d-e823331db8b5" providerId="ADAL" clId="{C5EB1113-E297-44CF-AB22-BF357E1DAC9F}" dt="2025-01-14T06:55:33.387" v="511" actId="478"/>
          <ac:spMkLst>
            <pc:docMk/>
            <pc:sldMk cId="1729902151" sldId="287"/>
            <ac:spMk id="60" creationId="{BDDEFD4A-280B-4539-AF2B-FD88846C4C81}"/>
          </ac:spMkLst>
        </pc:spChg>
        <pc:spChg chg="del">
          <ac:chgData name="FENG, Yicheng" userId="63ae093e-9cad-467c-bb2d-e823331db8b5" providerId="ADAL" clId="{C5EB1113-E297-44CF-AB22-BF357E1DAC9F}" dt="2025-01-14T06:55:33.387" v="511" actId="478"/>
          <ac:spMkLst>
            <pc:docMk/>
            <pc:sldMk cId="1729902151" sldId="287"/>
            <ac:spMk id="61" creationId="{6575A854-6A15-4828-8C23-C59F899255E5}"/>
          </ac:spMkLst>
        </pc:spChg>
        <pc:spChg chg="del">
          <ac:chgData name="FENG, Yicheng" userId="63ae093e-9cad-467c-bb2d-e823331db8b5" providerId="ADAL" clId="{C5EB1113-E297-44CF-AB22-BF357E1DAC9F}" dt="2025-01-14T06:55:33.387" v="511" actId="478"/>
          <ac:spMkLst>
            <pc:docMk/>
            <pc:sldMk cId="1729902151" sldId="287"/>
            <ac:spMk id="62" creationId="{1066E067-0460-4F9B-91F2-E1AC32C187D3}"/>
          </ac:spMkLst>
        </pc:spChg>
        <pc:spChg chg="del">
          <ac:chgData name="FENG, Yicheng" userId="63ae093e-9cad-467c-bb2d-e823331db8b5" providerId="ADAL" clId="{C5EB1113-E297-44CF-AB22-BF357E1DAC9F}" dt="2025-01-14T06:55:33.387" v="511" actId="478"/>
          <ac:spMkLst>
            <pc:docMk/>
            <pc:sldMk cId="1729902151" sldId="287"/>
            <ac:spMk id="63" creationId="{6E60F802-48A2-4B44-A4B6-2901EDF69E77}"/>
          </ac:spMkLst>
        </pc:spChg>
        <pc:spChg chg="del">
          <ac:chgData name="FENG, Yicheng" userId="63ae093e-9cad-467c-bb2d-e823331db8b5" providerId="ADAL" clId="{C5EB1113-E297-44CF-AB22-BF357E1DAC9F}" dt="2025-01-14T06:55:33.387" v="511" actId="478"/>
          <ac:spMkLst>
            <pc:docMk/>
            <pc:sldMk cId="1729902151" sldId="287"/>
            <ac:spMk id="64" creationId="{B5A7C90F-0E3B-43E1-B93D-6D9F31A9BBFA}"/>
          </ac:spMkLst>
        </pc:spChg>
        <pc:spChg chg="del">
          <ac:chgData name="FENG, Yicheng" userId="63ae093e-9cad-467c-bb2d-e823331db8b5" providerId="ADAL" clId="{C5EB1113-E297-44CF-AB22-BF357E1DAC9F}" dt="2025-01-14T06:55:33.387" v="511" actId="478"/>
          <ac:spMkLst>
            <pc:docMk/>
            <pc:sldMk cId="1729902151" sldId="287"/>
            <ac:spMk id="65" creationId="{242C7A80-C4AA-4815-AC4C-3E93D22F7341}"/>
          </ac:spMkLst>
        </pc:spChg>
        <pc:spChg chg="add mod">
          <ac:chgData name="FENG, Yicheng" userId="63ae093e-9cad-467c-bb2d-e823331db8b5" providerId="ADAL" clId="{C5EB1113-E297-44CF-AB22-BF357E1DAC9F}" dt="2025-01-14T06:55:53.728" v="516" actId="1076"/>
          <ac:spMkLst>
            <pc:docMk/>
            <pc:sldMk cId="1729902151" sldId="287"/>
            <ac:spMk id="66" creationId="{894643CD-8472-432D-A408-19FCC4A922F6}"/>
          </ac:spMkLst>
        </pc:spChg>
        <pc:spChg chg="add mod">
          <ac:chgData name="FENG, Yicheng" userId="63ae093e-9cad-467c-bb2d-e823331db8b5" providerId="ADAL" clId="{C5EB1113-E297-44CF-AB22-BF357E1DAC9F}" dt="2025-01-14T06:55:53.728" v="516" actId="1076"/>
          <ac:spMkLst>
            <pc:docMk/>
            <pc:sldMk cId="1729902151" sldId="287"/>
            <ac:spMk id="67" creationId="{1294C81E-8DD3-4B24-B6A2-9E172AC18ACB}"/>
          </ac:spMkLst>
        </pc:spChg>
        <pc:spChg chg="add mod">
          <ac:chgData name="FENG, Yicheng" userId="63ae093e-9cad-467c-bb2d-e823331db8b5" providerId="ADAL" clId="{C5EB1113-E297-44CF-AB22-BF357E1DAC9F}" dt="2025-01-14T06:55:53.728" v="516" actId="1076"/>
          <ac:spMkLst>
            <pc:docMk/>
            <pc:sldMk cId="1729902151" sldId="287"/>
            <ac:spMk id="68" creationId="{A83E6211-FE6F-4BC2-9279-501DB073F7D4}"/>
          </ac:spMkLst>
        </pc:spChg>
        <pc:spChg chg="add mod">
          <ac:chgData name="FENG, Yicheng" userId="63ae093e-9cad-467c-bb2d-e823331db8b5" providerId="ADAL" clId="{C5EB1113-E297-44CF-AB22-BF357E1DAC9F}" dt="2025-01-14T06:55:53.728" v="516" actId="1076"/>
          <ac:spMkLst>
            <pc:docMk/>
            <pc:sldMk cId="1729902151" sldId="287"/>
            <ac:spMk id="69" creationId="{0589CC9B-2FAC-40C5-AE4B-E2A07D041A21}"/>
          </ac:spMkLst>
        </pc:spChg>
        <pc:spChg chg="add mod">
          <ac:chgData name="FENG, Yicheng" userId="63ae093e-9cad-467c-bb2d-e823331db8b5" providerId="ADAL" clId="{C5EB1113-E297-44CF-AB22-BF357E1DAC9F}" dt="2025-01-14T06:55:53.728" v="516" actId="1076"/>
          <ac:spMkLst>
            <pc:docMk/>
            <pc:sldMk cId="1729902151" sldId="287"/>
            <ac:spMk id="70" creationId="{855F7553-5C12-4AF6-93CE-579CDDCE9A90}"/>
          </ac:spMkLst>
        </pc:spChg>
        <pc:spChg chg="add mod">
          <ac:chgData name="FENG, Yicheng" userId="63ae093e-9cad-467c-bb2d-e823331db8b5" providerId="ADAL" clId="{C5EB1113-E297-44CF-AB22-BF357E1DAC9F}" dt="2025-01-14T06:55:53.728" v="516" actId="1076"/>
          <ac:spMkLst>
            <pc:docMk/>
            <pc:sldMk cId="1729902151" sldId="287"/>
            <ac:spMk id="71" creationId="{01751F0C-58E5-4F6C-BAFA-C8D6CFAC3FBE}"/>
          </ac:spMkLst>
        </pc:spChg>
        <pc:spChg chg="add mod">
          <ac:chgData name="FENG, Yicheng" userId="63ae093e-9cad-467c-bb2d-e823331db8b5" providerId="ADAL" clId="{C5EB1113-E297-44CF-AB22-BF357E1DAC9F}" dt="2025-01-14T06:55:53.728" v="516" actId="1076"/>
          <ac:spMkLst>
            <pc:docMk/>
            <pc:sldMk cId="1729902151" sldId="287"/>
            <ac:spMk id="72" creationId="{5048673B-FD5E-4AC6-BDFC-7342D119D6F6}"/>
          </ac:spMkLst>
        </pc:spChg>
        <pc:spChg chg="add mod">
          <ac:chgData name="FENG, Yicheng" userId="63ae093e-9cad-467c-bb2d-e823331db8b5" providerId="ADAL" clId="{C5EB1113-E297-44CF-AB22-BF357E1DAC9F}" dt="2025-01-14T06:55:53.728" v="516" actId="1076"/>
          <ac:spMkLst>
            <pc:docMk/>
            <pc:sldMk cId="1729902151" sldId="287"/>
            <ac:spMk id="73" creationId="{A7A49A50-3CA3-4FA5-B08A-C3380D8899DE}"/>
          </ac:spMkLst>
        </pc:spChg>
        <pc:spChg chg="add mod">
          <ac:chgData name="FENG, Yicheng" userId="63ae093e-9cad-467c-bb2d-e823331db8b5" providerId="ADAL" clId="{C5EB1113-E297-44CF-AB22-BF357E1DAC9F}" dt="2025-01-14T06:55:53.728" v="516" actId="1076"/>
          <ac:spMkLst>
            <pc:docMk/>
            <pc:sldMk cId="1729902151" sldId="287"/>
            <ac:spMk id="74" creationId="{D77CC3D0-5ADF-4F8F-A4FF-172DBD3C2AD8}"/>
          </ac:spMkLst>
        </pc:spChg>
        <pc:spChg chg="add mod">
          <ac:chgData name="FENG, Yicheng" userId="63ae093e-9cad-467c-bb2d-e823331db8b5" providerId="ADAL" clId="{C5EB1113-E297-44CF-AB22-BF357E1DAC9F}" dt="2025-01-14T06:55:53.728" v="516" actId="1076"/>
          <ac:spMkLst>
            <pc:docMk/>
            <pc:sldMk cId="1729902151" sldId="287"/>
            <ac:spMk id="75" creationId="{5E6552E1-DE21-473E-B000-FE76B12F5935}"/>
          </ac:spMkLst>
        </pc:spChg>
        <pc:spChg chg="add mod">
          <ac:chgData name="FENG, Yicheng" userId="63ae093e-9cad-467c-bb2d-e823331db8b5" providerId="ADAL" clId="{C5EB1113-E297-44CF-AB22-BF357E1DAC9F}" dt="2025-01-14T06:55:53.728" v="516" actId="1076"/>
          <ac:spMkLst>
            <pc:docMk/>
            <pc:sldMk cId="1729902151" sldId="287"/>
            <ac:spMk id="76" creationId="{32F94719-8F28-4DFF-A14E-982864C855B1}"/>
          </ac:spMkLst>
        </pc:spChg>
        <pc:spChg chg="add mod">
          <ac:chgData name="FENG, Yicheng" userId="63ae093e-9cad-467c-bb2d-e823331db8b5" providerId="ADAL" clId="{C5EB1113-E297-44CF-AB22-BF357E1DAC9F}" dt="2025-01-14T06:55:53.728" v="516" actId="1076"/>
          <ac:spMkLst>
            <pc:docMk/>
            <pc:sldMk cId="1729902151" sldId="287"/>
            <ac:spMk id="77" creationId="{CE17BBD3-09CA-4E6B-8347-B3C285BA6A10}"/>
          </ac:spMkLst>
        </pc:spChg>
        <pc:spChg chg="add mod">
          <ac:chgData name="FENG, Yicheng" userId="63ae093e-9cad-467c-bb2d-e823331db8b5" providerId="ADAL" clId="{C5EB1113-E297-44CF-AB22-BF357E1DAC9F}" dt="2025-01-14T06:55:53.728" v="516" actId="1076"/>
          <ac:spMkLst>
            <pc:docMk/>
            <pc:sldMk cId="1729902151" sldId="287"/>
            <ac:spMk id="78" creationId="{9FBC52DC-90B9-4B97-9011-B26D7EAD8B2E}"/>
          </ac:spMkLst>
        </pc:spChg>
        <pc:spChg chg="add mod">
          <ac:chgData name="FENG, Yicheng" userId="63ae093e-9cad-467c-bb2d-e823331db8b5" providerId="ADAL" clId="{C5EB1113-E297-44CF-AB22-BF357E1DAC9F}" dt="2025-01-14T06:55:53.728" v="516" actId="1076"/>
          <ac:spMkLst>
            <pc:docMk/>
            <pc:sldMk cId="1729902151" sldId="287"/>
            <ac:spMk id="79" creationId="{85CC7AD9-D641-426B-A611-843784356599}"/>
          </ac:spMkLst>
        </pc:spChg>
        <pc:spChg chg="add mod">
          <ac:chgData name="FENG, Yicheng" userId="63ae093e-9cad-467c-bb2d-e823331db8b5" providerId="ADAL" clId="{C5EB1113-E297-44CF-AB22-BF357E1DAC9F}" dt="2025-01-14T06:55:53.728" v="516" actId="1076"/>
          <ac:spMkLst>
            <pc:docMk/>
            <pc:sldMk cId="1729902151" sldId="287"/>
            <ac:spMk id="80" creationId="{08C4E711-3A7B-450E-BA21-AFE77C36DF71}"/>
          </ac:spMkLst>
        </pc:spChg>
        <pc:spChg chg="add mod">
          <ac:chgData name="FENG, Yicheng" userId="63ae093e-9cad-467c-bb2d-e823331db8b5" providerId="ADAL" clId="{C5EB1113-E297-44CF-AB22-BF357E1DAC9F}" dt="2025-01-14T06:55:53.728" v="516" actId="1076"/>
          <ac:spMkLst>
            <pc:docMk/>
            <pc:sldMk cId="1729902151" sldId="287"/>
            <ac:spMk id="81" creationId="{2F07CAF5-4724-46FC-BA4A-6DD2C34C7212}"/>
          </ac:spMkLst>
        </pc:spChg>
        <pc:spChg chg="add mod">
          <ac:chgData name="FENG, Yicheng" userId="63ae093e-9cad-467c-bb2d-e823331db8b5" providerId="ADAL" clId="{C5EB1113-E297-44CF-AB22-BF357E1DAC9F}" dt="2025-01-14T06:55:53.728" v="516" actId="1076"/>
          <ac:spMkLst>
            <pc:docMk/>
            <pc:sldMk cId="1729902151" sldId="287"/>
            <ac:spMk id="82" creationId="{4F08A940-1BE8-4B41-A27D-F3960F52DAAD}"/>
          </ac:spMkLst>
        </pc:spChg>
        <pc:spChg chg="add mod">
          <ac:chgData name="FENG, Yicheng" userId="63ae093e-9cad-467c-bb2d-e823331db8b5" providerId="ADAL" clId="{C5EB1113-E297-44CF-AB22-BF357E1DAC9F}" dt="2025-01-14T06:55:53.728" v="516" actId="1076"/>
          <ac:spMkLst>
            <pc:docMk/>
            <pc:sldMk cId="1729902151" sldId="287"/>
            <ac:spMk id="83" creationId="{028C2B4C-9E72-4C06-99C3-6500F58E37B6}"/>
          </ac:spMkLst>
        </pc:spChg>
      </pc:sldChg>
    </pc:docChg>
  </pc:docChgLst>
  <pc:docChgLst>
    <pc:chgData name="SONG, Qingyu" userId="498998f4-7f18-4549-a740-dcfb6e1e3d22" providerId="ADAL" clId="{A2A67607-707D-9A4B-B498-57C0CB8C6AF6}"/>
    <pc:docChg chg="undo custSel addSld delSld modSld">
      <pc:chgData name="SONG, Qingyu" userId="498998f4-7f18-4549-a740-dcfb6e1e3d22" providerId="ADAL" clId="{A2A67607-707D-9A4B-B498-57C0CB8C6AF6}" dt="2022-01-09T09:39:47.453" v="739" actId="20577"/>
      <pc:docMkLst>
        <pc:docMk/>
      </pc:docMkLst>
      <pc:sldChg chg="modSp mod">
        <pc:chgData name="SONG, Qingyu" userId="498998f4-7f18-4549-a740-dcfb6e1e3d22" providerId="ADAL" clId="{A2A67607-707D-9A4B-B498-57C0CB8C6AF6}" dt="2022-01-09T08:43:56.456" v="166" actId="27636"/>
        <pc:sldMkLst>
          <pc:docMk/>
          <pc:sldMk cId="356419186" sldId="256"/>
        </pc:sldMkLst>
        <pc:spChg chg="mod">
          <ac:chgData name="SONG, Qingyu" userId="498998f4-7f18-4549-a740-dcfb6e1e3d22" providerId="ADAL" clId="{A2A67607-707D-9A4B-B498-57C0CB8C6AF6}" dt="2022-01-09T08:43:56.456" v="166" actId="27636"/>
          <ac:spMkLst>
            <pc:docMk/>
            <pc:sldMk cId="356419186" sldId="256"/>
            <ac:spMk id="3" creationId="{6CEAD46B-2981-B54E-B7BD-5B165BCFE3E7}"/>
          </ac:spMkLst>
        </pc:spChg>
      </pc:sldChg>
      <pc:sldChg chg="modSp mod">
        <pc:chgData name="SONG, Qingyu" userId="498998f4-7f18-4549-a740-dcfb6e1e3d22" providerId="ADAL" clId="{A2A67607-707D-9A4B-B498-57C0CB8C6AF6}" dt="2022-01-09T09:39:47.453" v="739" actId="20577"/>
        <pc:sldMkLst>
          <pc:docMk/>
          <pc:sldMk cId="1947847713" sldId="257"/>
        </pc:sldMkLst>
        <pc:spChg chg="mod">
          <ac:chgData name="SONG, Qingyu" userId="498998f4-7f18-4549-a740-dcfb6e1e3d22" providerId="ADAL" clId="{A2A67607-707D-9A4B-B498-57C0CB8C6AF6}" dt="2022-01-09T08:44:45.239" v="171" actId="20577"/>
          <ac:spMkLst>
            <pc:docMk/>
            <pc:sldMk cId="1947847713" sldId="257"/>
            <ac:spMk id="2" creationId="{45C79BA1-37A3-5741-B0A1-E64646E4283C}"/>
          </ac:spMkLst>
        </pc:spChg>
        <pc:spChg chg="mod">
          <ac:chgData name="SONG, Qingyu" userId="498998f4-7f18-4549-a740-dcfb6e1e3d22" providerId="ADAL" clId="{A2A67607-707D-9A4B-B498-57C0CB8C6AF6}" dt="2022-01-09T09:39:47.453" v="739" actId="20577"/>
          <ac:spMkLst>
            <pc:docMk/>
            <pc:sldMk cId="1947847713" sldId="257"/>
            <ac:spMk id="3" creationId="{8F20472D-613F-3748-9CBD-88055CDB4B08}"/>
          </ac:spMkLst>
        </pc:spChg>
      </pc:sldChg>
      <pc:sldChg chg="modSp add mod">
        <pc:chgData name="SONG, Qingyu" userId="498998f4-7f18-4549-a740-dcfb6e1e3d22" providerId="ADAL" clId="{A2A67607-707D-9A4B-B498-57C0CB8C6AF6}" dt="2022-01-09T08:45:17.052" v="215" actId="20577"/>
        <pc:sldMkLst>
          <pc:docMk/>
          <pc:sldMk cId="440415094" sldId="258"/>
        </pc:sldMkLst>
        <pc:spChg chg="mod">
          <ac:chgData name="SONG, Qingyu" userId="498998f4-7f18-4549-a740-dcfb6e1e3d22" providerId="ADAL" clId="{A2A67607-707D-9A4B-B498-57C0CB8C6AF6}" dt="2022-01-09T08:45:00.824" v="186" actId="20577"/>
          <ac:spMkLst>
            <pc:docMk/>
            <pc:sldMk cId="440415094" sldId="258"/>
            <ac:spMk id="2" creationId="{45C79BA1-37A3-5741-B0A1-E64646E4283C}"/>
          </ac:spMkLst>
        </pc:spChg>
        <pc:spChg chg="mod">
          <ac:chgData name="SONG, Qingyu" userId="498998f4-7f18-4549-a740-dcfb6e1e3d22" providerId="ADAL" clId="{A2A67607-707D-9A4B-B498-57C0CB8C6AF6}" dt="2022-01-09T08:45:17.052" v="215" actId="20577"/>
          <ac:spMkLst>
            <pc:docMk/>
            <pc:sldMk cId="440415094" sldId="258"/>
            <ac:spMk id="3" creationId="{8F20472D-613F-3748-9CBD-88055CDB4B08}"/>
          </ac:spMkLst>
        </pc:spChg>
      </pc:sldChg>
      <pc:sldChg chg="new del">
        <pc:chgData name="SONG, Qingyu" userId="498998f4-7f18-4549-a740-dcfb6e1e3d22" providerId="ADAL" clId="{A2A67607-707D-9A4B-B498-57C0CB8C6AF6}" dt="2022-01-09T08:44:50.281" v="173" actId="680"/>
        <pc:sldMkLst>
          <pc:docMk/>
          <pc:sldMk cId="1741813886" sldId="258"/>
        </pc:sldMkLst>
      </pc:sldChg>
      <pc:sldChg chg="modSp add mod">
        <pc:chgData name="SONG, Qingyu" userId="498998f4-7f18-4549-a740-dcfb6e1e3d22" providerId="ADAL" clId="{A2A67607-707D-9A4B-B498-57C0CB8C6AF6}" dt="2022-01-09T08:46:18.147" v="243" actId="123"/>
        <pc:sldMkLst>
          <pc:docMk/>
          <pc:sldMk cId="1573737923" sldId="259"/>
        </pc:sldMkLst>
        <pc:spChg chg="mod">
          <ac:chgData name="SONG, Qingyu" userId="498998f4-7f18-4549-a740-dcfb6e1e3d22" providerId="ADAL" clId="{A2A67607-707D-9A4B-B498-57C0CB8C6AF6}" dt="2022-01-09T08:45:34.361" v="219"/>
          <ac:spMkLst>
            <pc:docMk/>
            <pc:sldMk cId="1573737923" sldId="259"/>
            <ac:spMk id="2" creationId="{45C79BA1-37A3-5741-B0A1-E64646E4283C}"/>
          </ac:spMkLst>
        </pc:spChg>
        <pc:spChg chg="mod">
          <ac:chgData name="SONG, Qingyu" userId="498998f4-7f18-4549-a740-dcfb6e1e3d22" providerId="ADAL" clId="{A2A67607-707D-9A4B-B498-57C0CB8C6AF6}" dt="2022-01-09T08:46:18.147" v="243" actId="123"/>
          <ac:spMkLst>
            <pc:docMk/>
            <pc:sldMk cId="1573737923" sldId="259"/>
            <ac:spMk id="3" creationId="{8F20472D-613F-3748-9CBD-88055CDB4B08}"/>
          </ac:spMkLst>
        </pc:spChg>
      </pc:sldChg>
      <pc:sldChg chg="add del">
        <pc:chgData name="SONG, Qingyu" userId="498998f4-7f18-4549-a740-dcfb6e1e3d22" providerId="ADAL" clId="{A2A67607-707D-9A4B-B498-57C0CB8C6AF6}" dt="2022-01-09T08:45:26.162" v="217"/>
        <pc:sldMkLst>
          <pc:docMk/>
          <pc:sldMk cId="2702226723" sldId="259"/>
        </pc:sldMkLst>
      </pc:sldChg>
      <pc:sldChg chg="addSp delSp modSp add mod">
        <pc:chgData name="SONG, Qingyu" userId="498998f4-7f18-4549-a740-dcfb6e1e3d22" providerId="ADAL" clId="{A2A67607-707D-9A4B-B498-57C0CB8C6AF6}" dt="2022-01-09T08:48:11.318" v="252" actId="1076"/>
        <pc:sldMkLst>
          <pc:docMk/>
          <pc:sldMk cId="2648031906" sldId="260"/>
        </pc:sldMkLst>
        <pc:spChg chg="mod">
          <ac:chgData name="SONG, Qingyu" userId="498998f4-7f18-4549-a740-dcfb6e1e3d22" providerId="ADAL" clId="{A2A67607-707D-9A4B-B498-57C0CB8C6AF6}" dt="2022-01-09T08:47:00.476" v="248"/>
          <ac:spMkLst>
            <pc:docMk/>
            <pc:sldMk cId="2648031906" sldId="260"/>
            <ac:spMk id="2" creationId="{45C79BA1-37A3-5741-B0A1-E64646E4283C}"/>
          </ac:spMkLst>
        </pc:spChg>
        <pc:spChg chg="del mod">
          <ac:chgData name="SONG, Qingyu" userId="498998f4-7f18-4549-a740-dcfb6e1e3d22" providerId="ADAL" clId="{A2A67607-707D-9A4B-B498-57C0CB8C6AF6}" dt="2022-01-09T08:48:01.560" v="250"/>
          <ac:spMkLst>
            <pc:docMk/>
            <pc:sldMk cId="2648031906" sldId="260"/>
            <ac:spMk id="3" creationId="{8F20472D-613F-3748-9CBD-88055CDB4B08}"/>
          </ac:spMkLst>
        </pc:spChg>
        <pc:picChg chg="add mod">
          <ac:chgData name="SONG, Qingyu" userId="498998f4-7f18-4549-a740-dcfb6e1e3d22" providerId="ADAL" clId="{A2A67607-707D-9A4B-B498-57C0CB8C6AF6}" dt="2022-01-09T08:48:11.318" v="252" actId="1076"/>
          <ac:picMkLst>
            <pc:docMk/>
            <pc:sldMk cId="2648031906" sldId="260"/>
            <ac:picMk id="4" creationId="{E1F1B7FF-0FBF-3D45-81DD-BA45BC44D742}"/>
          </ac:picMkLst>
        </pc:picChg>
      </pc:sldChg>
      <pc:sldChg chg="addSp delSp modSp add mod">
        <pc:chgData name="SONG, Qingyu" userId="498998f4-7f18-4549-a740-dcfb6e1e3d22" providerId="ADAL" clId="{A2A67607-707D-9A4B-B498-57C0CB8C6AF6}" dt="2022-01-09T08:48:40.756" v="255"/>
        <pc:sldMkLst>
          <pc:docMk/>
          <pc:sldMk cId="2279024797" sldId="261"/>
        </pc:sldMkLst>
        <pc:spChg chg="mod">
          <ac:chgData name="SONG, Qingyu" userId="498998f4-7f18-4549-a740-dcfb6e1e3d22" providerId="ADAL" clId="{A2A67607-707D-9A4B-B498-57C0CB8C6AF6}" dt="2022-01-09T08:48:28.653" v="253"/>
          <ac:spMkLst>
            <pc:docMk/>
            <pc:sldMk cId="2279024797" sldId="261"/>
            <ac:spMk id="2" creationId="{45C79BA1-37A3-5741-B0A1-E64646E4283C}"/>
          </ac:spMkLst>
        </pc:spChg>
        <pc:spChg chg="del mod">
          <ac:chgData name="SONG, Qingyu" userId="498998f4-7f18-4549-a740-dcfb6e1e3d22" providerId="ADAL" clId="{A2A67607-707D-9A4B-B498-57C0CB8C6AF6}" dt="2022-01-09T08:48:40.756" v="255"/>
          <ac:spMkLst>
            <pc:docMk/>
            <pc:sldMk cId="2279024797" sldId="261"/>
            <ac:spMk id="3" creationId="{8F20472D-613F-3748-9CBD-88055CDB4B08}"/>
          </ac:spMkLst>
        </pc:spChg>
        <pc:picChg chg="add mod">
          <ac:chgData name="SONG, Qingyu" userId="498998f4-7f18-4549-a740-dcfb6e1e3d22" providerId="ADAL" clId="{A2A67607-707D-9A4B-B498-57C0CB8C6AF6}" dt="2022-01-09T08:48:40.756" v="255"/>
          <ac:picMkLst>
            <pc:docMk/>
            <pc:sldMk cId="2279024797" sldId="261"/>
            <ac:picMk id="4" creationId="{E0803F26-69FA-F141-8053-17ADFC76B873}"/>
          </ac:picMkLst>
        </pc:picChg>
      </pc:sldChg>
      <pc:sldChg chg="addSp delSp modSp add mod">
        <pc:chgData name="SONG, Qingyu" userId="498998f4-7f18-4549-a740-dcfb6e1e3d22" providerId="ADAL" clId="{A2A67607-707D-9A4B-B498-57C0CB8C6AF6}" dt="2022-01-09T08:52:22.570" v="367"/>
        <pc:sldMkLst>
          <pc:docMk/>
          <pc:sldMk cId="2946419580" sldId="262"/>
        </pc:sldMkLst>
        <pc:spChg chg="mod">
          <ac:chgData name="SONG, Qingyu" userId="498998f4-7f18-4549-a740-dcfb6e1e3d22" providerId="ADAL" clId="{A2A67607-707D-9A4B-B498-57C0CB8C6AF6}" dt="2022-01-09T08:52:22.570" v="367"/>
          <ac:spMkLst>
            <pc:docMk/>
            <pc:sldMk cId="2946419580" sldId="262"/>
            <ac:spMk id="2" creationId="{45C79BA1-37A3-5741-B0A1-E64646E4283C}"/>
          </ac:spMkLst>
        </pc:spChg>
        <pc:spChg chg="del mod">
          <ac:chgData name="SONG, Qingyu" userId="498998f4-7f18-4549-a740-dcfb6e1e3d22" providerId="ADAL" clId="{A2A67607-707D-9A4B-B498-57C0CB8C6AF6}" dt="2022-01-09T08:49:04.320" v="257"/>
          <ac:spMkLst>
            <pc:docMk/>
            <pc:sldMk cId="2946419580" sldId="262"/>
            <ac:spMk id="3" creationId="{8F20472D-613F-3748-9CBD-88055CDB4B08}"/>
          </ac:spMkLst>
        </pc:spChg>
        <pc:spChg chg="add mod">
          <ac:chgData name="SONG, Qingyu" userId="498998f4-7f18-4549-a740-dcfb6e1e3d22" providerId="ADAL" clId="{A2A67607-707D-9A4B-B498-57C0CB8C6AF6}" dt="2022-01-09T08:49:30.001" v="288" actId="1076"/>
          <ac:spMkLst>
            <pc:docMk/>
            <pc:sldMk cId="2946419580" sldId="262"/>
            <ac:spMk id="5" creationId="{99B591B7-0ED3-894C-A352-8477ED74F3BB}"/>
          </ac:spMkLst>
        </pc:spChg>
        <pc:spChg chg="add mod">
          <ac:chgData name="SONG, Qingyu" userId="498998f4-7f18-4549-a740-dcfb6e1e3d22" providerId="ADAL" clId="{A2A67607-707D-9A4B-B498-57C0CB8C6AF6}" dt="2022-01-09T08:49:34.916" v="289" actId="1076"/>
          <ac:spMkLst>
            <pc:docMk/>
            <pc:sldMk cId="2946419580" sldId="262"/>
            <ac:spMk id="6" creationId="{95A8685D-FCCD-1D48-84F7-D47520F09B5B}"/>
          </ac:spMkLst>
        </pc:spChg>
        <pc:picChg chg="add mod">
          <ac:chgData name="SONG, Qingyu" userId="498998f4-7f18-4549-a740-dcfb6e1e3d22" providerId="ADAL" clId="{A2A67607-707D-9A4B-B498-57C0CB8C6AF6}" dt="2022-01-09T08:49:04.320" v="257"/>
          <ac:picMkLst>
            <pc:docMk/>
            <pc:sldMk cId="2946419580" sldId="262"/>
            <ac:picMk id="4" creationId="{8D11AF92-8AD0-444F-83E3-E11532277980}"/>
          </ac:picMkLst>
        </pc:picChg>
      </pc:sldChg>
      <pc:sldChg chg="addSp modSp add mod">
        <pc:chgData name="SONG, Qingyu" userId="498998f4-7f18-4549-a740-dcfb6e1e3d22" providerId="ADAL" clId="{A2A67607-707D-9A4B-B498-57C0CB8C6AF6}" dt="2022-01-09T09:02:56.402" v="628" actId="1076"/>
        <pc:sldMkLst>
          <pc:docMk/>
          <pc:sldMk cId="2477746496" sldId="263"/>
        </pc:sldMkLst>
        <pc:spChg chg="mod">
          <ac:chgData name="SONG, Qingyu" userId="498998f4-7f18-4549-a740-dcfb6e1e3d22" providerId="ADAL" clId="{A2A67607-707D-9A4B-B498-57C0CB8C6AF6}" dt="2022-01-09T08:57:23.226" v="476" actId="20577"/>
          <ac:spMkLst>
            <pc:docMk/>
            <pc:sldMk cId="2477746496" sldId="263"/>
            <ac:spMk id="2" creationId="{45C79BA1-37A3-5741-B0A1-E64646E4283C}"/>
          </ac:spMkLst>
        </pc:spChg>
        <pc:spChg chg="mod">
          <ac:chgData name="SONG, Qingyu" userId="498998f4-7f18-4549-a740-dcfb6e1e3d22" providerId="ADAL" clId="{A2A67607-707D-9A4B-B498-57C0CB8C6AF6}" dt="2022-01-09T09:00:36.805" v="554" actId="14100"/>
          <ac:spMkLst>
            <pc:docMk/>
            <pc:sldMk cId="2477746496" sldId="263"/>
            <ac:spMk id="3" creationId="{8F20472D-613F-3748-9CBD-88055CDB4B08}"/>
          </ac:spMkLst>
        </pc:spChg>
        <pc:spChg chg="add mod">
          <ac:chgData name="SONG, Qingyu" userId="498998f4-7f18-4549-a740-dcfb6e1e3d22" providerId="ADAL" clId="{A2A67607-707D-9A4B-B498-57C0CB8C6AF6}" dt="2022-01-09T09:00:42.462" v="558" actId="403"/>
          <ac:spMkLst>
            <pc:docMk/>
            <pc:sldMk cId="2477746496" sldId="263"/>
            <ac:spMk id="5" creationId="{D0C166B3-D1B0-6A4E-9334-36DA412495C4}"/>
          </ac:spMkLst>
        </pc:spChg>
        <pc:picChg chg="add mod">
          <ac:chgData name="SONG, Qingyu" userId="498998f4-7f18-4549-a740-dcfb6e1e3d22" providerId="ADAL" clId="{A2A67607-707D-9A4B-B498-57C0CB8C6AF6}" dt="2022-01-09T09:02:56.402" v="628" actId="1076"/>
          <ac:picMkLst>
            <pc:docMk/>
            <pc:sldMk cId="2477746496" sldId="263"/>
            <ac:picMk id="4" creationId="{89B148E8-50D7-4542-A495-2257CE9D6A0C}"/>
          </ac:picMkLst>
        </pc:picChg>
      </pc:sldChg>
      <pc:sldChg chg="addSp delSp modSp add mod">
        <pc:chgData name="SONG, Qingyu" userId="498998f4-7f18-4549-a740-dcfb6e1e3d22" providerId="ADAL" clId="{A2A67607-707D-9A4B-B498-57C0CB8C6AF6}" dt="2022-01-09T09:00:55.037" v="585" actId="1036"/>
        <pc:sldMkLst>
          <pc:docMk/>
          <pc:sldMk cId="3355003134" sldId="264"/>
        </pc:sldMkLst>
        <pc:spChg chg="mod">
          <ac:chgData name="SONG, Qingyu" userId="498998f4-7f18-4549-a740-dcfb6e1e3d22" providerId="ADAL" clId="{A2A67607-707D-9A4B-B498-57C0CB8C6AF6}" dt="2022-01-09T08:52:41.807" v="379"/>
          <ac:spMkLst>
            <pc:docMk/>
            <pc:sldMk cId="3355003134" sldId="264"/>
            <ac:spMk id="2" creationId="{45C79BA1-37A3-5741-B0A1-E64646E4283C}"/>
          </ac:spMkLst>
        </pc:spChg>
        <pc:spChg chg="mod">
          <ac:chgData name="SONG, Qingyu" userId="498998f4-7f18-4549-a740-dcfb6e1e3d22" providerId="ADAL" clId="{A2A67607-707D-9A4B-B498-57C0CB8C6AF6}" dt="2022-01-09T08:59:52.346" v="535" actId="14100"/>
          <ac:spMkLst>
            <pc:docMk/>
            <pc:sldMk cId="3355003134" sldId="264"/>
            <ac:spMk id="3" creationId="{8F20472D-613F-3748-9CBD-88055CDB4B08}"/>
          </ac:spMkLst>
        </pc:spChg>
        <pc:spChg chg="add mod">
          <ac:chgData name="SONG, Qingyu" userId="498998f4-7f18-4549-a740-dcfb6e1e3d22" providerId="ADAL" clId="{A2A67607-707D-9A4B-B498-57C0CB8C6AF6}" dt="2022-01-09T09:00:50.651" v="567" actId="1036"/>
          <ac:spMkLst>
            <pc:docMk/>
            <pc:sldMk cId="3355003134" sldId="264"/>
            <ac:spMk id="6" creationId="{8B586356-C565-9B40-BF75-839DA7B53FCB}"/>
          </ac:spMkLst>
        </pc:spChg>
        <pc:picChg chg="del">
          <ac:chgData name="SONG, Qingyu" userId="498998f4-7f18-4549-a740-dcfb6e1e3d22" providerId="ADAL" clId="{A2A67607-707D-9A4B-B498-57C0CB8C6AF6}" dt="2022-01-09T08:53:07.781" v="381" actId="478"/>
          <ac:picMkLst>
            <pc:docMk/>
            <pc:sldMk cId="3355003134" sldId="264"/>
            <ac:picMk id="4" creationId="{89B148E8-50D7-4542-A495-2257CE9D6A0C}"/>
          </ac:picMkLst>
        </pc:picChg>
        <pc:picChg chg="add mod">
          <ac:chgData name="SONG, Qingyu" userId="498998f4-7f18-4549-a740-dcfb6e1e3d22" providerId="ADAL" clId="{A2A67607-707D-9A4B-B498-57C0CB8C6AF6}" dt="2022-01-09T09:00:55.037" v="585" actId="1036"/>
          <ac:picMkLst>
            <pc:docMk/>
            <pc:sldMk cId="3355003134" sldId="264"/>
            <ac:picMk id="5" creationId="{273285BD-3165-3D46-A0CB-9A06242E6EF4}"/>
          </ac:picMkLst>
        </pc:picChg>
      </pc:sldChg>
      <pc:sldChg chg="addSp delSp modSp add mod">
        <pc:chgData name="SONG, Qingyu" userId="498998f4-7f18-4549-a740-dcfb6e1e3d22" providerId="ADAL" clId="{A2A67607-707D-9A4B-B498-57C0CB8C6AF6}" dt="2022-01-09T09:01:01.172" v="602" actId="1036"/>
        <pc:sldMkLst>
          <pc:docMk/>
          <pc:sldMk cId="3781525919" sldId="265"/>
        </pc:sldMkLst>
        <pc:spChg chg="mod">
          <ac:chgData name="SONG, Qingyu" userId="498998f4-7f18-4549-a740-dcfb6e1e3d22" providerId="ADAL" clId="{A2A67607-707D-9A4B-B498-57C0CB8C6AF6}" dt="2022-01-09T08:56:55.874" v="468"/>
          <ac:spMkLst>
            <pc:docMk/>
            <pc:sldMk cId="3781525919" sldId="265"/>
            <ac:spMk id="2" creationId="{45C79BA1-37A3-5741-B0A1-E64646E4283C}"/>
          </ac:spMkLst>
        </pc:spChg>
        <pc:spChg chg="mod">
          <ac:chgData name="SONG, Qingyu" userId="498998f4-7f18-4549-a740-dcfb6e1e3d22" providerId="ADAL" clId="{A2A67607-707D-9A4B-B498-57C0CB8C6AF6}" dt="2022-01-09T09:00:13.333" v="541" actId="14100"/>
          <ac:spMkLst>
            <pc:docMk/>
            <pc:sldMk cId="3781525919" sldId="265"/>
            <ac:spMk id="3" creationId="{8F20472D-613F-3748-9CBD-88055CDB4B08}"/>
          </ac:spMkLst>
        </pc:spChg>
        <pc:spChg chg="add mod">
          <ac:chgData name="SONG, Qingyu" userId="498998f4-7f18-4549-a740-dcfb6e1e3d22" providerId="ADAL" clId="{A2A67607-707D-9A4B-B498-57C0CB8C6AF6}" dt="2022-01-09T09:00:24.761" v="547" actId="404"/>
          <ac:spMkLst>
            <pc:docMk/>
            <pc:sldMk cId="3781525919" sldId="265"/>
            <ac:spMk id="6" creationId="{3B692967-652C-AB4A-9FFE-F0D2464A2DD4}"/>
          </ac:spMkLst>
        </pc:spChg>
        <pc:picChg chg="del">
          <ac:chgData name="SONG, Qingyu" userId="498998f4-7f18-4549-a740-dcfb6e1e3d22" providerId="ADAL" clId="{A2A67607-707D-9A4B-B498-57C0CB8C6AF6}" dt="2022-01-09T08:55:10.406" v="439" actId="478"/>
          <ac:picMkLst>
            <pc:docMk/>
            <pc:sldMk cId="3781525919" sldId="265"/>
            <ac:picMk id="4" creationId="{89B148E8-50D7-4542-A495-2257CE9D6A0C}"/>
          </ac:picMkLst>
        </pc:picChg>
        <pc:picChg chg="add mod">
          <ac:chgData name="SONG, Qingyu" userId="498998f4-7f18-4549-a740-dcfb6e1e3d22" providerId="ADAL" clId="{A2A67607-707D-9A4B-B498-57C0CB8C6AF6}" dt="2022-01-09T09:01:01.172" v="602" actId="1036"/>
          <ac:picMkLst>
            <pc:docMk/>
            <pc:sldMk cId="3781525919" sldId="265"/>
            <ac:picMk id="5" creationId="{C3480844-4AD9-7945-A207-E3FE35124D43}"/>
          </ac:picMkLst>
        </pc:picChg>
      </pc:sldChg>
      <pc:sldChg chg="add del">
        <pc:chgData name="SONG, Qingyu" userId="498998f4-7f18-4549-a740-dcfb6e1e3d22" providerId="ADAL" clId="{A2A67607-707D-9A4B-B498-57C0CB8C6AF6}" dt="2022-01-09T08:56:47.408" v="466" actId="2696"/>
        <pc:sldMkLst>
          <pc:docMk/>
          <pc:sldMk cId="1610562717" sldId="266"/>
        </pc:sldMkLst>
      </pc:sldChg>
      <pc:sldChg chg="addSp delSp modSp add mod">
        <pc:chgData name="SONG, Qingyu" userId="498998f4-7f18-4549-a740-dcfb6e1e3d22" providerId="ADAL" clId="{A2A67607-707D-9A4B-B498-57C0CB8C6AF6}" dt="2022-01-09T09:01:29.138" v="610" actId="1076"/>
        <pc:sldMkLst>
          <pc:docMk/>
          <pc:sldMk cId="3863058764" sldId="266"/>
        </pc:sldMkLst>
        <pc:spChg chg="mod">
          <ac:chgData name="SONG, Qingyu" userId="498998f4-7f18-4549-a740-dcfb6e1e3d22" providerId="ADAL" clId="{A2A67607-707D-9A4B-B498-57C0CB8C6AF6}" dt="2022-01-09T08:57:52.495" v="484" actId="20577"/>
          <ac:spMkLst>
            <pc:docMk/>
            <pc:sldMk cId="3863058764" sldId="266"/>
            <ac:spMk id="2" creationId="{45C79BA1-37A3-5741-B0A1-E64646E4283C}"/>
          </ac:spMkLst>
        </pc:spChg>
        <pc:spChg chg="mod">
          <ac:chgData name="SONG, Qingyu" userId="498998f4-7f18-4549-a740-dcfb6e1e3d22" providerId="ADAL" clId="{A2A67607-707D-9A4B-B498-57C0CB8C6AF6}" dt="2022-01-09T09:01:24.526" v="609" actId="14100"/>
          <ac:spMkLst>
            <pc:docMk/>
            <pc:sldMk cId="3863058764" sldId="266"/>
            <ac:spMk id="3" creationId="{8F20472D-613F-3748-9CBD-88055CDB4B08}"/>
          </ac:spMkLst>
        </pc:spChg>
        <pc:spChg chg="add mod">
          <ac:chgData name="SONG, Qingyu" userId="498998f4-7f18-4549-a740-dcfb6e1e3d22" providerId="ADAL" clId="{A2A67607-707D-9A4B-B498-57C0CB8C6AF6}" dt="2022-01-09T09:01:29.138" v="610" actId="1076"/>
          <ac:spMkLst>
            <pc:docMk/>
            <pc:sldMk cId="3863058764" sldId="266"/>
            <ac:spMk id="6" creationId="{065A69BD-EADE-DA43-8E5A-0F49CD1E94FF}"/>
          </ac:spMkLst>
        </pc:spChg>
        <pc:picChg chg="add mod">
          <ac:chgData name="SONG, Qingyu" userId="498998f4-7f18-4549-a740-dcfb6e1e3d22" providerId="ADAL" clId="{A2A67607-707D-9A4B-B498-57C0CB8C6AF6}" dt="2022-01-09T09:01:20.609" v="608" actId="1076"/>
          <ac:picMkLst>
            <pc:docMk/>
            <pc:sldMk cId="3863058764" sldId="266"/>
            <ac:picMk id="4" creationId="{A1D5C397-6034-9D41-9BB4-A827A6FAA1BD}"/>
          </ac:picMkLst>
        </pc:picChg>
        <pc:picChg chg="add del">
          <ac:chgData name="SONG, Qingyu" userId="498998f4-7f18-4549-a740-dcfb6e1e3d22" providerId="ADAL" clId="{A2A67607-707D-9A4B-B498-57C0CB8C6AF6}" dt="2022-01-09T08:59:15.791" v="520" actId="478"/>
          <ac:picMkLst>
            <pc:docMk/>
            <pc:sldMk cId="3863058764" sldId="266"/>
            <ac:picMk id="5" creationId="{C3480844-4AD9-7945-A207-E3FE35124D43}"/>
          </ac:picMkLst>
        </pc:picChg>
      </pc:sldChg>
      <pc:sldChg chg="add del">
        <pc:chgData name="SONG, Qingyu" userId="498998f4-7f18-4549-a740-dcfb6e1e3d22" providerId="ADAL" clId="{A2A67607-707D-9A4B-B498-57C0CB8C6AF6}" dt="2022-01-09T08:56:47.926" v="467" actId="2696"/>
        <pc:sldMkLst>
          <pc:docMk/>
          <pc:sldMk cId="2034820447" sldId="267"/>
        </pc:sldMkLst>
      </pc:sldChg>
      <pc:sldChg chg="addSp delSp modSp add mod">
        <pc:chgData name="SONG, Qingyu" userId="498998f4-7f18-4549-a740-dcfb6e1e3d22" providerId="ADAL" clId="{A2A67607-707D-9A4B-B498-57C0CB8C6AF6}" dt="2022-01-09T09:03:51.796" v="655" actId="1037"/>
        <pc:sldMkLst>
          <pc:docMk/>
          <pc:sldMk cId="4271156151" sldId="267"/>
        </pc:sldMkLst>
        <pc:spChg chg="mod">
          <ac:chgData name="SONG, Qingyu" userId="498998f4-7f18-4549-a740-dcfb6e1e3d22" providerId="ADAL" clId="{A2A67607-707D-9A4B-B498-57C0CB8C6AF6}" dt="2022-01-09T09:02:05.389" v="619" actId="20577"/>
          <ac:spMkLst>
            <pc:docMk/>
            <pc:sldMk cId="4271156151" sldId="267"/>
            <ac:spMk id="2" creationId="{45C79BA1-37A3-5741-B0A1-E64646E4283C}"/>
          </ac:spMkLst>
        </pc:spChg>
        <pc:spChg chg="mod">
          <ac:chgData name="SONG, Qingyu" userId="498998f4-7f18-4549-a740-dcfb6e1e3d22" providerId="ADAL" clId="{A2A67607-707D-9A4B-B498-57C0CB8C6AF6}" dt="2022-01-09T09:02:19.743" v="620"/>
          <ac:spMkLst>
            <pc:docMk/>
            <pc:sldMk cId="4271156151" sldId="267"/>
            <ac:spMk id="3" creationId="{8F20472D-613F-3748-9CBD-88055CDB4B08}"/>
          </ac:spMkLst>
        </pc:spChg>
        <pc:spChg chg="mod">
          <ac:chgData name="SONG, Qingyu" userId="498998f4-7f18-4549-a740-dcfb6e1e3d22" providerId="ADAL" clId="{A2A67607-707D-9A4B-B498-57C0CB8C6AF6}" dt="2022-01-09T09:02:29.871" v="622" actId="20577"/>
          <ac:spMkLst>
            <pc:docMk/>
            <pc:sldMk cId="4271156151" sldId="267"/>
            <ac:spMk id="6" creationId="{065A69BD-EADE-DA43-8E5A-0F49CD1E94FF}"/>
          </ac:spMkLst>
        </pc:spChg>
        <pc:picChg chg="del">
          <ac:chgData name="SONG, Qingyu" userId="498998f4-7f18-4549-a740-dcfb6e1e3d22" providerId="ADAL" clId="{A2A67607-707D-9A4B-B498-57C0CB8C6AF6}" dt="2022-01-09T09:02:39.138" v="623" actId="478"/>
          <ac:picMkLst>
            <pc:docMk/>
            <pc:sldMk cId="4271156151" sldId="267"/>
            <ac:picMk id="4" creationId="{A1D5C397-6034-9D41-9BB4-A827A6FAA1BD}"/>
          </ac:picMkLst>
        </pc:picChg>
        <pc:picChg chg="add mod">
          <ac:chgData name="SONG, Qingyu" userId="498998f4-7f18-4549-a740-dcfb6e1e3d22" providerId="ADAL" clId="{A2A67607-707D-9A4B-B498-57C0CB8C6AF6}" dt="2022-01-09T09:03:51.796" v="655" actId="1037"/>
          <ac:picMkLst>
            <pc:docMk/>
            <pc:sldMk cId="4271156151" sldId="267"/>
            <ac:picMk id="5" creationId="{20B8ECFB-DBDD-7147-A6FE-FB32D105F141}"/>
          </ac:picMkLst>
        </pc:picChg>
      </pc:sldChg>
      <pc:sldChg chg="addSp delSp modSp add mod">
        <pc:chgData name="SONG, Qingyu" userId="498998f4-7f18-4549-a740-dcfb6e1e3d22" providerId="ADAL" clId="{A2A67607-707D-9A4B-B498-57C0CB8C6AF6}" dt="2022-01-09T09:04:30.224" v="673" actId="1076"/>
        <pc:sldMkLst>
          <pc:docMk/>
          <pc:sldMk cId="3168600580" sldId="268"/>
        </pc:sldMkLst>
        <pc:spChg chg="mod">
          <ac:chgData name="SONG, Qingyu" userId="498998f4-7f18-4549-a740-dcfb6e1e3d22" providerId="ADAL" clId="{A2A67607-707D-9A4B-B498-57C0CB8C6AF6}" dt="2022-01-09T09:04:04.507" v="667" actId="20577"/>
          <ac:spMkLst>
            <pc:docMk/>
            <pc:sldMk cId="3168600580" sldId="268"/>
            <ac:spMk id="2" creationId="{45C79BA1-37A3-5741-B0A1-E64646E4283C}"/>
          </ac:spMkLst>
        </pc:spChg>
        <pc:spChg chg="mod">
          <ac:chgData name="SONG, Qingyu" userId="498998f4-7f18-4549-a740-dcfb6e1e3d22" providerId="ADAL" clId="{A2A67607-707D-9A4B-B498-57C0CB8C6AF6}" dt="2022-01-09T09:04:09.928" v="668"/>
          <ac:spMkLst>
            <pc:docMk/>
            <pc:sldMk cId="3168600580" sldId="268"/>
            <ac:spMk id="3" creationId="{8F20472D-613F-3748-9CBD-88055CDB4B08}"/>
          </ac:spMkLst>
        </pc:spChg>
        <pc:spChg chg="mod">
          <ac:chgData name="SONG, Qingyu" userId="498998f4-7f18-4549-a740-dcfb6e1e3d22" providerId="ADAL" clId="{A2A67607-707D-9A4B-B498-57C0CB8C6AF6}" dt="2022-01-09T09:04:14.145" v="669"/>
          <ac:spMkLst>
            <pc:docMk/>
            <pc:sldMk cId="3168600580" sldId="268"/>
            <ac:spMk id="6" creationId="{065A69BD-EADE-DA43-8E5A-0F49CD1E94FF}"/>
          </ac:spMkLst>
        </pc:spChg>
        <pc:picChg chg="add mod">
          <ac:chgData name="SONG, Qingyu" userId="498998f4-7f18-4549-a740-dcfb6e1e3d22" providerId="ADAL" clId="{A2A67607-707D-9A4B-B498-57C0CB8C6AF6}" dt="2022-01-09T09:04:30.224" v="673" actId="1076"/>
          <ac:picMkLst>
            <pc:docMk/>
            <pc:sldMk cId="3168600580" sldId="268"/>
            <ac:picMk id="4" creationId="{E04675FE-F79E-C645-8EAA-C00F491721EB}"/>
          </ac:picMkLst>
        </pc:picChg>
        <pc:picChg chg="del">
          <ac:chgData name="SONG, Qingyu" userId="498998f4-7f18-4549-a740-dcfb6e1e3d22" providerId="ADAL" clId="{A2A67607-707D-9A4B-B498-57C0CB8C6AF6}" dt="2022-01-09T09:03:55.689" v="656" actId="478"/>
          <ac:picMkLst>
            <pc:docMk/>
            <pc:sldMk cId="3168600580" sldId="268"/>
            <ac:picMk id="5" creationId="{20B8ECFB-DBDD-7147-A6FE-FB32D105F141}"/>
          </ac:picMkLst>
        </pc:picChg>
      </pc:sldChg>
      <pc:sldChg chg="addSp delSp modSp add mod">
        <pc:chgData name="SONG, Qingyu" userId="498998f4-7f18-4549-a740-dcfb6e1e3d22" providerId="ADAL" clId="{A2A67607-707D-9A4B-B498-57C0CB8C6AF6}" dt="2022-01-09T09:05:24.298" v="694" actId="1076"/>
        <pc:sldMkLst>
          <pc:docMk/>
          <pc:sldMk cId="1589765134" sldId="269"/>
        </pc:sldMkLst>
        <pc:spChg chg="mod">
          <ac:chgData name="SONG, Qingyu" userId="498998f4-7f18-4549-a740-dcfb6e1e3d22" providerId="ADAL" clId="{A2A67607-707D-9A4B-B498-57C0CB8C6AF6}" dt="2022-01-09T09:04:45.920" v="676"/>
          <ac:spMkLst>
            <pc:docMk/>
            <pc:sldMk cId="1589765134" sldId="269"/>
            <ac:spMk id="2" creationId="{45C79BA1-37A3-5741-B0A1-E64646E4283C}"/>
          </ac:spMkLst>
        </pc:spChg>
        <pc:spChg chg="mod">
          <ac:chgData name="SONG, Qingyu" userId="498998f4-7f18-4549-a740-dcfb6e1e3d22" providerId="ADAL" clId="{A2A67607-707D-9A4B-B498-57C0CB8C6AF6}" dt="2022-01-09T09:04:55.810" v="687" actId="20577"/>
          <ac:spMkLst>
            <pc:docMk/>
            <pc:sldMk cId="1589765134" sldId="269"/>
            <ac:spMk id="3" creationId="{8F20472D-613F-3748-9CBD-88055CDB4B08}"/>
          </ac:spMkLst>
        </pc:spChg>
        <pc:spChg chg="mod">
          <ac:chgData name="SONG, Qingyu" userId="498998f4-7f18-4549-a740-dcfb6e1e3d22" providerId="ADAL" clId="{A2A67607-707D-9A4B-B498-57C0CB8C6AF6}" dt="2022-01-09T09:05:09.254" v="690"/>
          <ac:spMkLst>
            <pc:docMk/>
            <pc:sldMk cId="1589765134" sldId="269"/>
            <ac:spMk id="6" creationId="{065A69BD-EADE-DA43-8E5A-0F49CD1E94FF}"/>
          </ac:spMkLst>
        </pc:spChg>
        <pc:picChg chg="del">
          <ac:chgData name="SONG, Qingyu" userId="498998f4-7f18-4549-a740-dcfb6e1e3d22" providerId="ADAL" clId="{A2A67607-707D-9A4B-B498-57C0CB8C6AF6}" dt="2022-01-09T09:05:18.814" v="691" actId="478"/>
          <ac:picMkLst>
            <pc:docMk/>
            <pc:sldMk cId="1589765134" sldId="269"/>
            <ac:picMk id="4" creationId="{E04675FE-F79E-C645-8EAA-C00F491721EB}"/>
          </ac:picMkLst>
        </pc:picChg>
        <pc:picChg chg="add mod">
          <ac:chgData name="SONG, Qingyu" userId="498998f4-7f18-4549-a740-dcfb6e1e3d22" providerId="ADAL" clId="{A2A67607-707D-9A4B-B498-57C0CB8C6AF6}" dt="2022-01-09T09:05:24.298" v="694" actId="1076"/>
          <ac:picMkLst>
            <pc:docMk/>
            <pc:sldMk cId="1589765134" sldId="269"/>
            <ac:picMk id="5" creationId="{7827AB7E-88BC-F041-A7B3-C9FD27A79BE9}"/>
          </ac:picMkLst>
        </pc:picChg>
      </pc:sldChg>
      <pc:sldChg chg="delSp modSp add mod">
        <pc:chgData name="SONG, Qingyu" userId="498998f4-7f18-4549-a740-dcfb6e1e3d22" providerId="ADAL" clId="{A2A67607-707D-9A4B-B498-57C0CB8C6AF6}" dt="2022-01-09T09:17:41.699" v="736"/>
        <pc:sldMkLst>
          <pc:docMk/>
          <pc:sldMk cId="1871005255" sldId="270"/>
        </pc:sldMkLst>
        <pc:spChg chg="mod">
          <ac:chgData name="SONG, Qingyu" userId="498998f4-7f18-4549-a740-dcfb6e1e3d22" providerId="ADAL" clId="{A2A67607-707D-9A4B-B498-57C0CB8C6AF6}" dt="2022-01-09T09:05:37.022" v="695"/>
          <ac:spMkLst>
            <pc:docMk/>
            <pc:sldMk cId="1871005255" sldId="270"/>
            <ac:spMk id="2" creationId="{45C79BA1-37A3-5741-B0A1-E64646E4283C}"/>
          </ac:spMkLst>
        </pc:spChg>
        <pc:spChg chg="mod">
          <ac:chgData name="SONG, Qingyu" userId="498998f4-7f18-4549-a740-dcfb6e1e3d22" providerId="ADAL" clId="{A2A67607-707D-9A4B-B498-57C0CB8C6AF6}" dt="2022-01-09T09:17:41.699" v="736"/>
          <ac:spMkLst>
            <pc:docMk/>
            <pc:sldMk cId="1871005255" sldId="270"/>
            <ac:spMk id="3" creationId="{8F20472D-613F-3748-9CBD-88055CDB4B08}"/>
          </ac:spMkLst>
        </pc:spChg>
        <pc:spChg chg="del mod">
          <ac:chgData name="SONG, Qingyu" userId="498998f4-7f18-4549-a740-dcfb6e1e3d22" providerId="ADAL" clId="{A2A67607-707D-9A4B-B498-57C0CB8C6AF6}" dt="2022-01-09T09:07:05.309" v="699" actId="478"/>
          <ac:spMkLst>
            <pc:docMk/>
            <pc:sldMk cId="1871005255" sldId="270"/>
            <ac:spMk id="6" creationId="{065A69BD-EADE-DA43-8E5A-0F49CD1E94FF}"/>
          </ac:spMkLst>
        </pc:spChg>
        <pc:picChg chg="del">
          <ac:chgData name="SONG, Qingyu" userId="498998f4-7f18-4549-a740-dcfb6e1e3d22" providerId="ADAL" clId="{A2A67607-707D-9A4B-B498-57C0CB8C6AF6}" dt="2022-01-09T09:07:02.226" v="697" actId="478"/>
          <ac:picMkLst>
            <pc:docMk/>
            <pc:sldMk cId="1871005255" sldId="270"/>
            <ac:picMk id="4" creationId="{E04675FE-F79E-C645-8EAA-C00F491721EB}"/>
          </ac:picMkLst>
        </pc:picChg>
      </pc:sldChg>
      <pc:sldChg chg="modSp add mod">
        <pc:chgData name="SONG, Qingyu" userId="498998f4-7f18-4549-a740-dcfb6e1e3d22" providerId="ADAL" clId="{A2A67607-707D-9A4B-B498-57C0CB8C6AF6}" dt="2022-01-09T09:10:29.220" v="720" actId="403"/>
        <pc:sldMkLst>
          <pc:docMk/>
          <pc:sldMk cId="616564471" sldId="271"/>
        </pc:sldMkLst>
        <pc:spChg chg="mod">
          <ac:chgData name="SONG, Qingyu" userId="498998f4-7f18-4549-a740-dcfb6e1e3d22" providerId="ADAL" clId="{A2A67607-707D-9A4B-B498-57C0CB8C6AF6}" dt="2022-01-09T09:08:29.862" v="701"/>
          <ac:spMkLst>
            <pc:docMk/>
            <pc:sldMk cId="616564471" sldId="271"/>
            <ac:spMk id="2" creationId="{45C79BA1-37A3-5741-B0A1-E64646E4283C}"/>
          </ac:spMkLst>
        </pc:spChg>
        <pc:spChg chg="mod">
          <ac:chgData name="SONG, Qingyu" userId="498998f4-7f18-4549-a740-dcfb6e1e3d22" providerId="ADAL" clId="{A2A67607-707D-9A4B-B498-57C0CB8C6AF6}" dt="2022-01-09T09:10:29.220" v="720" actId="403"/>
          <ac:spMkLst>
            <pc:docMk/>
            <pc:sldMk cId="616564471" sldId="271"/>
            <ac:spMk id="3" creationId="{8F20472D-613F-3748-9CBD-88055CDB4B08}"/>
          </ac:spMkLst>
        </pc:spChg>
      </pc:sldChg>
      <pc:sldChg chg="addSp delSp modSp new mod">
        <pc:chgData name="SONG, Qingyu" userId="498998f4-7f18-4549-a740-dcfb6e1e3d22" providerId="ADAL" clId="{A2A67607-707D-9A4B-B498-57C0CB8C6AF6}" dt="2022-01-09T09:11:07.645" v="730" actId="1076"/>
        <pc:sldMkLst>
          <pc:docMk/>
          <pc:sldMk cId="3216618933" sldId="272"/>
        </pc:sldMkLst>
        <pc:spChg chg="del">
          <ac:chgData name="SONG, Qingyu" userId="498998f4-7f18-4549-a740-dcfb6e1e3d22" providerId="ADAL" clId="{A2A67607-707D-9A4B-B498-57C0CB8C6AF6}" dt="2022-01-09T09:10:47.797" v="722" actId="478"/>
          <ac:spMkLst>
            <pc:docMk/>
            <pc:sldMk cId="3216618933" sldId="272"/>
            <ac:spMk id="2" creationId="{900EDBAF-B262-2241-AC45-A243A09C313B}"/>
          </ac:spMkLst>
        </pc:spChg>
        <pc:spChg chg="del">
          <ac:chgData name="SONG, Qingyu" userId="498998f4-7f18-4549-a740-dcfb6e1e3d22" providerId="ADAL" clId="{A2A67607-707D-9A4B-B498-57C0CB8C6AF6}" dt="2022-01-09T09:10:50.341" v="723" actId="478"/>
          <ac:spMkLst>
            <pc:docMk/>
            <pc:sldMk cId="3216618933" sldId="272"/>
            <ac:spMk id="3" creationId="{CE685DE1-EC4A-014A-BCA4-FAC5A190BA84}"/>
          </ac:spMkLst>
        </pc:spChg>
        <pc:spChg chg="add mod">
          <ac:chgData name="SONG, Qingyu" userId="498998f4-7f18-4549-a740-dcfb6e1e3d22" providerId="ADAL" clId="{A2A67607-707D-9A4B-B498-57C0CB8C6AF6}" dt="2022-01-09T09:11:07.645" v="730" actId="1076"/>
          <ac:spMkLst>
            <pc:docMk/>
            <pc:sldMk cId="3216618933" sldId="272"/>
            <ac:spMk id="4" creationId="{A8D2CAE8-E323-A14E-A62F-188A25405FE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HK"/>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3FF167-5468-407F-BF08-399F401F3E28}" type="datetimeFigureOut">
              <a:rPr lang="en-HK" smtClean="0"/>
              <a:t>13/1/2025</a:t>
            </a:fld>
            <a:endParaRPr lang="en-HK"/>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HK"/>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HK"/>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HK"/>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7E5830-6A7B-473E-B69D-2E2616132BAF}" type="slidenum">
              <a:rPr lang="en-HK" smtClean="0"/>
              <a:t>‹#›</a:t>
            </a:fld>
            <a:endParaRPr lang="en-HK"/>
          </a:p>
        </p:txBody>
      </p:sp>
    </p:spTree>
    <p:extLst>
      <p:ext uri="{BB962C8B-B14F-4D97-AF65-F5344CB8AC3E}">
        <p14:creationId xmlns:p14="http://schemas.microsoft.com/office/powerpoint/2010/main" val="1448189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HK" dirty="0"/>
              <a:t>Here, we provide an overview of the complete workflow in socket programming.</a:t>
            </a:r>
          </a:p>
          <a:p>
            <a:endParaRPr lang="en-HK" dirty="0"/>
          </a:p>
          <a:p>
            <a:r>
              <a:rPr lang="en-HK" dirty="0"/>
              <a:t>At a high level, the process involves two roles: the server and the client. The server prepares to accept incoming connections by creating a socket, setting it up for communication, and waiting for clients to connect. </a:t>
            </a:r>
          </a:p>
          <a:p>
            <a:endParaRPr lang="en-HK" dirty="0"/>
          </a:p>
          <a:p>
            <a:r>
              <a:rPr lang="en-HK" dirty="0"/>
              <a:t>Meanwhile, the client initiates communication by creating its own socket and connecting to the server. Once the connection is established, data can be exchanged between the two, and the connection is eventually closed.</a:t>
            </a:r>
          </a:p>
          <a:p>
            <a:endParaRPr lang="en-HK" dirty="0"/>
          </a:p>
        </p:txBody>
      </p:sp>
      <p:sp>
        <p:nvSpPr>
          <p:cNvPr id="4" name="灯片编号占位符 3"/>
          <p:cNvSpPr>
            <a:spLocks noGrp="1"/>
          </p:cNvSpPr>
          <p:nvPr>
            <p:ph type="sldNum" sz="quarter" idx="5"/>
          </p:nvPr>
        </p:nvSpPr>
        <p:spPr/>
        <p:txBody>
          <a:bodyPr/>
          <a:lstStyle/>
          <a:p>
            <a:fld id="{E1500BF2-E5AC-4DD5-8465-7E367A3CF6CA}" type="slidenum">
              <a:rPr lang="en-HK" smtClean="0"/>
              <a:t>4</a:t>
            </a:fld>
            <a:endParaRPr lang="en-HK"/>
          </a:p>
        </p:txBody>
      </p:sp>
    </p:spTree>
    <p:extLst>
      <p:ext uri="{BB962C8B-B14F-4D97-AF65-F5344CB8AC3E}">
        <p14:creationId xmlns:p14="http://schemas.microsoft.com/office/powerpoint/2010/main" val="1056266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HK" dirty="0"/>
              <a:t>Let’s take a detailed look at the client-side flow of socket programming.</a:t>
            </a:r>
          </a:p>
          <a:p>
            <a:endParaRPr lang="en-HK" dirty="0"/>
          </a:p>
          <a:p>
            <a:pPr>
              <a:buFont typeface="Arial" panose="020B0604020202020204" pitchFamily="34" charset="0"/>
              <a:buChar char="•"/>
            </a:pPr>
            <a:r>
              <a:rPr lang="en-HK" b="1" dirty="0"/>
              <a:t>Step 1:</a:t>
            </a:r>
            <a:r>
              <a:rPr lang="en-HK" dirty="0"/>
              <a:t> 'socket()' - This function creates the socket.</a:t>
            </a:r>
          </a:p>
          <a:p>
            <a:pPr>
              <a:buFont typeface="Arial" panose="020B0604020202020204" pitchFamily="34" charset="0"/>
              <a:buChar char="•"/>
            </a:pPr>
            <a:r>
              <a:rPr lang="en-HK" b="1" dirty="0"/>
              <a:t>Step 2:</a:t>
            </a:r>
            <a:r>
              <a:rPr lang="en-HK" dirty="0"/>
              <a:t> 'bind()' - This step is optional. If you want to assign a specific port number, you use 'bind()'. If you skip it, a random port will be assigned.</a:t>
            </a:r>
          </a:p>
          <a:p>
            <a:pPr>
              <a:buFont typeface="Arial" panose="020B0604020202020204" pitchFamily="34" charset="0"/>
              <a:buChar char="•"/>
            </a:pPr>
            <a:r>
              <a:rPr lang="en-HK" b="1" dirty="0"/>
              <a:t>Step 3:</a:t>
            </a:r>
            <a:r>
              <a:rPr lang="en-HK" dirty="0"/>
              <a:t> 'connect()' - This establishes the connection to the server. It is a blocking system call, meaning it will wait until the connection is established before continuing.</a:t>
            </a:r>
          </a:p>
          <a:p>
            <a:pPr>
              <a:buFont typeface="Arial" panose="020B0604020202020204" pitchFamily="34" charset="0"/>
              <a:buChar char="•"/>
            </a:pPr>
            <a:endParaRPr lang="en-HK" dirty="0"/>
          </a:p>
          <a:p>
            <a:r>
              <a:rPr lang="en-HK" dirty="0"/>
              <a:t>Once connected, the client can use 'read()' to receive data, 'write()' to send data, and 'close()' to terminate the connection.</a:t>
            </a:r>
          </a:p>
          <a:p>
            <a:endParaRPr lang="en-HK" dirty="0"/>
          </a:p>
        </p:txBody>
      </p:sp>
      <p:sp>
        <p:nvSpPr>
          <p:cNvPr id="4" name="灯片编号占位符 3"/>
          <p:cNvSpPr>
            <a:spLocks noGrp="1"/>
          </p:cNvSpPr>
          <p:nvPr>
            <p:ph type="sldNum" sz="quarter" idx="5"/>
          </p:nvPr>
        </p:nvSpPr>
        <p:spPr/>
        <p:txBody>
          <a:bodyPr/>
          <a:lstStyle/>
          <a:p>
            <a:fld id="{E1500BF2-E5AC-4DD5-8465-7E367A3CF6CA}" type="slidenum">
              <a:rPr lang="en-HK" smtClean="0"/>
              <a:t>5</a:t>
            </a:fld>
            <a:endParaRPr lang="en-HK"/>
          </a:p>
        </p:txBody>
      </p:sp>
    </p:spTree>
    <p:extLst>
      <p:ext uri="{BB962C8B-B14F-4D97-AF65-F5344CB8AC3E}">
        <p14:creationId xmlns:p14="http://schemas.microsoft.com/office/powerpoint/2010/main" val="22100127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HK" dirty="0"/>
              <a:t>Next, we’ll go over the server-side flow.</a:t>
            </a:r>
          </a:p>
          <a:p>
            <a:endParaRPr lang="en-HK" dirty="0"/>
          </a:p>
          <a:p>
            <a:pPr>
              <a:buFont typeface="Arial" panose="020B0604020202020204" pitchFamily="34" charset="0"/>
              <a:buChar char="•"/>
            </a:pPr>
            <a:r>
              <a:rPr lang="en-HK" b="1" dirty="0"/>
              <a:t>Step 1 &amp; Step 2:</a:t>
            </a:r>
            <a:r>
              <a:rPr lang="en-HK" dirty="0"/>
              <a:t> The server first creates a socket with 'socket()', and optionally, binds it to a port with 'bind()'.</a:t>
            </a:r>
          </a:p>
          <a:p>
            <a:pPr>
              <a:buFont typeface="Arial" panose="020B0604020202020204" pitchFamily="34" charset="0"/>
              <a:buChar char="•"/>
            </a:pPr>
            <a:r>
              <a:rPr lang="en-HK" b="1" dirty="0"/>
              <a:t>Step 3:</a:t>
            </a:r>
            <a:r>
              <a:rPr lang="en-HK" dirty="0"/>
              <a:t> 'listen()' - This step sets the server to listen for incoming connections. It's important for TCP connections as it prepares the server to accept client connections.</a:t>
            </a:r>
          </a:p>
          <a:p>
            <a:pPr>
              <a:buFont typeface="Arial" panose="020B0604020202020204" pitchFamily="34" charset="0"/>
              <a:buChar char="•"/>
            </a:pPr>
            <a:r>
              <a:rPr lang="en-HK" b="1" dirty="0"/>
              <a:t>Step 4:</a:t>
            </a:r>
            <a:r>
              <a:rPr lang="en-HK" dirty="0"/>
              <a:t> 'accept()' - This function is a blocking call that waits for a client to connect. Once a connection is made, it returns a new socket descriptor for communication with that client.</a:t>
            </a:r>
          </a:p>
          <a:p>
            <a:pPr>
              <a:buFont typeface="Arial" panose="020B0604020202020204" pitchFamily="34" charset="0"/>
              <a:buChar char="•"/>
            </a:pPr>
            <a:endParaRPr lang="en-HK" dirty="0"/>
          </a:p>
          <a:p>
            <a:r>
              <a:rPr lang="en-HK" dirty="0"/>
              <a:t>Once connected, the server can use 'read()' to receive data, 'write()' to send data, and 'close()' to close the connection once the communication is done.</a:t>
            </a:r>
          </a:p>
          <a:p>
            <a:endParaRPr lang="en-HK" dirty="0"/>
          </a:p>
          <a:p>
            <a:r>
              <a:rPr lang="en-HK" dirty="0"/>
              <a:t>This flow ensures the server is ready to handle multiple connections in a networked environment.</a:t>
            </a:r>
          </a:p>
          <a:p>
            <a:endParaRPr lang="en-HK" dirty="0"/>
          </a:p>
        </p:txBody>
      </p:sp>
      <p:sp>
        <p:nvSpPr>
          <p:cNvPr id="4" name="灯片编号占位符 3"/>
          <p:cNvSpPr>
            <a:spLocks noGrp="1"/>
          </p:cNvSpPr>
          <p:nvPr>
            <p:ph type="sldNum" sz="quarter" idx="5"/>
          </p:nvPr>
        </p:nvSpPr>
        <p:spPr/>
        <p:txBody>
          <a:bodyPr/>
          <a:lstStyle/>
          <a:p>
            <a:fld id="{E1500BF2-E5AC-4DD5-8465-7E367A3CF6CA}" type="slidenum">
              <a:rPr lang="en-HK" smtClean="0"/>
              <a:t>6</a:t>
            </a:fld>
            <a:endParaRPr lang="en-HK"/>
          </a:p>
        </p:txBody>
      </p:sp>
    </p:spTree>
    <p:extLst>
      <p:ext uri="{BB962C8B-B14F-4D97-AF65-F5344CB8AC3E}">
        <p14:creationId xmlns:p14="http://schemas.microsoft.com/office/powerpoint/2010/main" val="568085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HK" dirty="0"/>
              <a:t>By the way, let’s take a closer look at the role of the accept() function on the server side. </a:t>
            </a:r>
          </a:p>
          <a:p>
            <a:endParaRPr lang="en-HK" dirty="0"/>
          </a:p>
          <a:p>
            <a:r>
              <a:rPr lang="en-HK" dirty="0"/>
              <a:t>When the server accepts a connection from a client, it creates a new file descriptor specifically for that connection. This mechanism allows the server to distinguish and manage multiple connections independently, which is crucial for handling concurrent clients effectively.</a:t>
            </a:r>
          </a:p>
          <a:p>
            <a:endParaRPr lang="en-HK" dirty="0"/>
          </a:p>
          <a:p>
            <a:r>
              <a:rPr lang="en-HK" dirty="0"/>
              <a:t>From the application layer’s perspective, this design is highly practical, as it provides each connection with a unique handler. At the transport layer, this new file descriptor corresponds to a unique TCP control structure, ensuring reliable data transfer for each connection.</a:t>
            </a:r>
          </a:p>
        </p:txBody>
      </p:sp>
      <p:sp>
        <p:nvSpPr>
          <p:cNvPr id="4" name="灯片编号占位符 3"/>
          <p:cNvSpPr>
            <a:spLocks noGrp="1"/>
          </p:cNvSpPr>
          <p:nvPr>
            <p:ph type="sldNum" sz="quarter" idx="5"/>
          </p:nvPr>
        </p:nvSpPr>
        <p:spPr/>
        <p:txBody>
          <a:bodyPr/>
          <a:lstStyle/>
          <a:p>
            <a:fld id="{E1500BF2-E5AC-4DD5-8465-7E367A3CF6CA}" type="slidenum">
              <a:rPr lang="en-HK" smtClean="0"/>
              <a:t>7</a:t>
            </a:fld>
            <a:endParaRPr lang="en-HK"/>
          </a:p>
        </p:txBody>
      </p:sp>
    </p:spTree>
    <p:extLst>
      <p:ext uri="{BB962C8B-B14F-4D97-AF65-F5344CB8AC3E}">
        <p14:creationId xmlns:p14="http://schemas.microsoft.com/office/powerpoint/2010/main" val="33894503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HK" dirty="0"/>
              <a:t>By the way, let’s take a closer look at the role of the accept() function on the server side. </a:t>
            </a:r>
          </a:p>
          <a:p>
            <a:endParaRPr lang="en-HK" dirty="0"/>
          </a:p>
          <a:p>
            <a:r>
              <a:rPr lang="en-HK" dirty="0"/>
              <a:t>When the server accepts a connection from a client, it creates a new file descriptor specifically for that connection. This mechanism allows the server to distinguish and manage multiple connections independently, which is crucial for handling concurrent clients effectively.</a:t>
            </a:r>
          </a:p>
          <a:p>
            <a:endParaRPr lang="en-HK" dirty="0"/>
          </a:p>
          <a:p>
            <a:r>
              <a:rPr lang="en-HK" dirty="0"/>
              <a:t>From the application layer’s perspective, this design is highly practical, as it provides each connection with a unique handler. At the transport layer, this new file descriptor corresponds to a unique TCP control structure, ensuring reliable data transfer for each connection.</a:t>
            </a:r>
          </a:p>
        </p:txBody>
      </p:sp>
      <p:sp>
        <p:nvSpPr>
          <p:cNvPr id="4" name="灯片编号占位符 3"/>
          <p:cNvSpPr>
            <a:spLocks noGrp="1"/>
          </p:cNvSpPr>
          <p:nvPr>
            <p:ph type="sldNum" sz="quarter" idx="5"/>
          </p:nvPr>
        </p:nvSpPr>
        <p:spPr/>
        <p:txBody>
          <a:bodyPr/>
          <a:lstStyle/>
          <a:p>
            <a:fld id="{E1500BF2-E5AC-4DD5-8465-7E367A3CF6CA}" type="slidenum">
              <a:rPr lang="en-HK" smtClean="0"/>
              <a:t>8</a:t>
            </a:fld>
            <a:endParaRPr lang="en-HK"/>
          </a:p>
        </p:txBody>
      </p:sp>
    </p:spTree>
    <p:extLst>
      <p:ext uri="{BB962C8B-B14F-4D97-AF65-F5344CB8AC3E}">
        <p14:creationId xmlns:p14="http://schemas.microsoft.com/office/powerpoint/2010/main" val="18983856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HK" dirty="0"/>
              <a:t>By the way, let’s take a closer look at the role of the accept() function on the server side. </a:t>
            </a:r>
          </a:p>
          <a:p>
            <a:endParaRPr lang="en-HK" dirty="0"/>
          </a:p>
          <a:p>
            <a:r>
              <a:rPr lang="en-HK" dirty="0"/>
              <a:t>When the server accepts a connection from a client, it creates a new file descriptor specifically for that connection. This mechanism allows the server to distinguish and manage multiple connections independently, which is crucial for handling concurrent clients effectively.</a:t>
            </a:r>
          </a:p>
          <a:p>
            <a:endParaRPr lang="en-HK" dirty="0"/>
          </a:p>
          <a:p>
            <a:r>
              <a:rPr lang="en-HK" dirty="0"/>
              <a:t>From the application layer’s perspective, this design is highly practical, as it provides each connection with a unique handler. At the transport layer, this new file descriptor corresponds to a unique TCP control structure, ensuring reliable data transfer for each connection.</a:t>
            </a:r>
          </a:p>
        </p:txBody>
      </p:sp>
      <p:sp>
        <p:nvSpPr>
          <p:cNvPr id="4" name="灯片编号占位符 3"/>
          <p:cNvSpPr>
            <a:spLocks noGrp="1"/>
          </p:cNvSpPr>
          <p:nvPr>
            <p:ph type="sldNum" sz="quarter" idx="5"/>
          </p:nvPr>
        </p:nvSpPr>
        <p:spPr/>
        <p:txBody>
          <a:bodyPr/>
          <a:lstStyle/>
          <a:p>
            <a:fld id="{E1500BF2-E5AC-4DD5-8465-7E367A3CF6CA}" type="slidenum">
              <a:rPr lang="en-HK" smtClean="0"/>
              <a:t>9</a:t>
            </a:fld>
            <a:endParaRPr lang="en-HK"/>
          </a:p>
        </p:txBody>
      </p:sp>
    </p:spTree>
    <p:extLst>
      <p:ext uri="{BB962C8B-B14F-4D97-AF65-F5344CB8AC3E}">
        <p14:creationId xmlns:p14="http://schemas.microsoft.com/office/powerpoint/2010/main" val="160211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HK" dirty="0"/>
              <a:t>Let’s briefly revisit the socket programming workflow.</a:t>
            </a:r>
          </a:p>
          <a:p>
            <a:endParaRPr lang="en-HK" dirty="0"/>
          </a:p>
          <a:p>
            <a:r>
              <a:rPr lang="en-HK" dirty="0"/>
              <a:t>On the server side, the key steps are creating a socket, listening for connections, accepting a client, exchanging data, and closing the connection. For the client, it involves creating a socket, connecting to the server, communicating, and then closing the connection.</a:t>
            </a:r>
          </a:p>
          <a:p>
            <a:endParaRPr lang="en-HK" dirty="0"/>
          </a:p>
          <a:p>
            <a:r>
              <a:rPr lang="en-HK" dirty="0"/>
              <a:t>A key takeaway is that the server uses 'accept()' to handle each client independently, enabling it to manage multiple connections effectively.</a:t>
            </a:r>
          </a:p>
          <a:p>
            <a:endParaRPr lang="en-HK" dirty="0"/>
          </a:p>
        </p:txBody>
      </p:sp>
      <p:sp>
        <p:nvSpPr>
          <p:cNvPr id="4" name="灯片编号占位符 3"/>
          <p:cNvSpPr>
            <a:spLocks noGrp="1"/>
          </p:cNvSpPr>
          <p:nvPr>
            <p:ph type="sldNum" sz="quarter" idx="5"/>
          </p:nvPr>
        </p:nvSpPr>
        <p:spPr/>
        <p:txBody>
          <a:bodyPr/>
          <a:lstStyle/>
          <a:p>
            <a:fld id="{E1500BF2-E5AC-4DD5-8465-7E367A3CF6CA}" type="slidenum">
              <a:rPr lang="en-HK" smtClean="0"/>
              <a:t>10</a:t>
            </a:fld>
            <a:endParaRPr lang="en-HK"/>
          </a:p>
        </p:txBody>
      </p:sp>
    </p:spTree>
    <p:extLst>
      <p:ext uri="{BB962C8B-B14F-4D97-AF65-F5344CB8AC3E}">
        <p14:creationId xmlns:p14="http://schemas.microsoft.com/office/powerpoint/2010/main" val="21056471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A81B1-2540-6743-ABB4-0E292A122BE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A15AD417-B984-E443-AB4F-C92143CD1BA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46006C3-5569-404A-A00F-D4521490E5C3}"/>
              </a:ext>
            </a:extLst>
          </p:cNvPr>
          <p:cNvSpPr>
            <a:spLocks noGrp="1"/>
          </p:cNvSpPr>
          <p:nvPr>
            <p:ph type="dt" sz="half" idx="10"/>
          </p:nvPr>
        </p:nvSpPr>
        <p:spPr/>
        <p:txBody>
          <a:bodyPr/>
          <a:lstStyle/>
          <a:p>
            <a:fld id="{2425905D-C0C4-D040-B3F5-79CCA23FA4EB}" type="datetimeFigureOut">
              <a:rPr lang="en-US" smtClean="0"/>
              <a:t>1/13/2025</a:t>
            </a:fld>
            <a:endParaRPr lang="en-US"/>
          </a:p>
        </p:txBody>
      </p:sp>
      <p:sp>
        <p:nvSpPr>
          <p:cNvPr id="5" name="Footer Placeholder 4">
            <a:extLst>
              <a:ext uri="{FF2B5EF4-FFF2-40B4-BE49-F238E27FC236}">
                <a16:creationId xmlns:a16="http://schemas.microsoft.com/office/drawing/2014/main" id="{0219AC1B-9F9B-7C4C-AD2B-75AB838743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C20CFE-8FE9-EB4E-A8E1-AE36C51E4888}"/>
              </a:ext>
            </a:extLst>
          </p:cNvPr>
          <p:cNvSpPr>
            <a:spLocks noGrp="1"/>
          </p:cNvSpPr>
          <p:nvPr>
            <p:ph type="sldNum" sz="quarter" idx="12"/>
          </p:nvPr>
        </p:nvSpPr>
        <p:spPr/>
        <p:txBody>
          <a:bodyPr/>
          <a:lstStyle/>
          <a:p>
            <a:fld id="{E775FB78-5F16-864A-B0AF-52552E8F5DF6}" type="slidenum">
              <a:rPr lang="en-US" smtClean="0"/>
              <a:t>‹#›</a:t>
            </a:fld>
            <a:endParaRPr lang="en-US"/>
          </a:p>
        </p:txBody>
      </p:sp>
    </p:spTree>
    <p:extLst>
      <p:ext uri="{BB962C8B-B14F-4D97-AF65-F5344CB8AC3E}">
        <p14:creationId xmlns:p14="http://schemas.microsoft.com/office/powerpoint/2010/main" val="77411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D011E-DCDE-C342-A56C-2EAC9B225B88}"/>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498A12E-F58F-7A41-BFC0-F72ABF92C8F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59EBF6-8755-7E49-B0D7-FB2F3BB92CFA}"/>
              </a:ext>
            </a:extLst>
          </p:cNvPr>
          <p:cNvSpPr>
            <a:spLocks noGrp="1"/>
          </p:cNvSpPr>
          <p:nvPr>
            <p:ph type="dt" sz="half" idx="10"/>
          </p:nvPr>
        </p:nvSpPr>
        <p:spPr/>
        <p:txBody>
          <a:bodyPr/>
          <a:lstStyle/>
          <a:p>
            <a:fld id="{2425905D-C0C4-D040-B3F5-79CCA23FA4EB}" type="datetimeFigureOut">
              <a:rPr lang="en-US" smtClean="0"/>
              <a:t>1/13/2025</a:t>
            </a:fld>
            <a:endParaRPr lang="en-US"/>
          </a:p>
        </p:txBody>
      </p:sp>
      <p:sp>
        <p:nvSpPr>
          <p:cNvPr id="5" name="Footer Placeholder 4">
            <a:extLst>
              <a:ext uri="{FF2B5EF4-FFF2-40B4-BE49-F238E27FC236}">
                <a16:creationId xmlns:a16="http://schemas.microsoft.com/office/drawing/2014/main" id="{CAFEA0E9-4BD6-7644-BA8D-7470DF7661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40FEFB-6605-6C41-87AB-0F5AA21FDECA}"/>
              </a:ext>
            </a:extLst>
          </p:cNvPr>
          <p:cNvSpPr>
            <a:spLocks noGrp="1"/>
          </p:cNvSpPr>
          <p:nvPr>
            <p:ph type="sldNum" sz="quarter" idx="12"/>
          </p:nvPr>
        </p:nvSpPr>
        <p:spPr/>
        <p:txBody>
          <a:bodyPr/>
          <a:lstStyle/>
          <a:p>
            <a:fld id="{E775FB78-5F16-864A-B0AF-52552E8F5DF6}" type="slidenum">
              <a:rPr lang="en-US" smtClean="0"/>
              <a:t>‹#›</a:t>
            </a:fld>
            <a:endParaRPr lang="en-US"/>
          </a:p>
        </p:txBody>
      </p:sp>
    </p:spTree>
    <p:extLst>
      <p:ext uri="{BB962C8B-B14F-4D97-AF65-F5344CB8AC3E}">
        <p14:creationId xmlns:p14="http://schemas.microsoft.com/office/powerpoint/2010/main" val="29191281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64326-D9A3-1A44-8452-04D5A488E20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EA07CA1-149F-4C4E-8D54-13D1A925271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D652F9-B0E8-F941-8A14-1BEB86F97E8B}"/>
              </a:ext>
            </a:extLst>
          </p:cNvPr>
          <p:cNvSpPr>
            <a:spLocks noGrp="1"/>
          </p:cNvSpPr>
          <p:nvPr>
            <p:ph type="dt" sz="half" idx="10"/>
          </p:nvPr>
        </p:nvSpPr>
        <p:spPr/>
        <p:txBody>
          <a:bodyPr/>
          <a:lstStyle/>
          <a:p>
            <a:fld id="{2425905D-C0C4-D040-B3F5-79CCA23FA4EB}" type="datetimeFigureOut">
              <a:rPr lang="en-US" smtClean="0"/>
              <a:t>1/13/2025</a:t>
            </a:fld>
            <a:endParaRPr lang="en-US"/>
          </a:p>
        </p:txBody>
      </p:sp>
      <p:sp>
        <p:nvSpPr>
          <p:cNvPr id="5" name="Footer Placeholder 4">
            <a:extLst>
              <a:ext uri="{FF2B5EF4-FFF2-40B4-BE49-F238E27FC236}">
                <a16:creationId xmlns:a16="http://schemas.microsoft.com/office/drawing/2014/main" id="{618F3F9B-475A-C14C-A0E3-E96F9ED3BD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CFE635-695A-2C43-855F-CF2C41BD89A8}"/>
              </a:ext>
            </a:extLst>
          </p:cNvPr>
          <p:cNvSpPr>
            <a:spLocks noGrp="1"/>
          </p:cNvSpPr>
          <p:nvPr>
            <p:ph type="sldNum" sz="quarter" idx="12"/>
          </p:nvPr>
        </p:nvSpPr>
        <p:spPr/>
        <p:txBody>
          <a:bodyPr/>
          <a:lstStyle/>
          <a:p>
            <a:fld id="{E775FB78-5F16-864A-B0AF-52552E8F5DF6}" type="slidenum">
              <a:rPr lang="en-US" smtClean="0"/>
              <a:t>‹#›</a:t>
            </a:fld>
            <a:endParaRPr lang="en-US"/>
          </a:p>
        </p:txBody>
      </p:sp>
    </p:spTree>
    <p:extLst>
      <p:ext uri="{BB962C8B-B14F-4D97-AF65-F5344CB8AC3E}">
        <p14:creationId xmlns:p14="http://schemas.microsoft.com/office/powerpoint/2010/main" val="10513299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7B479-481A-0E49-8D52-0BE021ED29F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BC541EA-D1C3-8E4A-B80B-8390B466F6E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40AE356B-D1EA-5247-B0F3-0476CB9307B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3E9A32C0-D4EC-FD47-BD75-CDDACA44198C}"/>
              </a:ext>
            </a:extLst>
          </p:cNvPr>
          <p:cNvSpPr>
            <a:spLocks noGrp="1"/>
          </p:cNvSpPr>
          <p:nvPr>
            <p:ph type="dt" sz="half" idx="10"/>
          </p:nvPr>
        </p:nvSpPr>
        <p:spPr/>
        <p:txBody>
          <a:bodyPr/>
          <a:lstStyle/>
          <a:p>
            <a:fld id="{2425905D-C0C4-D040-B3F5-79CCA23FA4EB}" type="datetimeFigureOut">
              <a:rPr lang="en-US" smtClean="0"/>
              <a:t>1/13/2025</a:t>
            </a:fld>
            <a:endParaRPr lang="en-US"/>
          </a:p>
        </p:txBody>
      </p:sp>
      <p:sp>
        <p:nvSpPr>
          <p:cNvPr id="6" name="Footer Placeholder 5">
            <a:extLst>
              <a:ext uri="{FF2B5EF4-FFF2-40B4-BE49-F238E27FC236}">
                <a16:creationId xmlns:a16="http://schemas.microsoft.com/office/drawing/2014/main" id="{D343B967-A303-124B-BA06-4BAEC0497F0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93EAE9-F2F8-7E42-9BF7-5A60A32A39F6}"/>
              </a:ext>
            </a:extLst>
          </p:cNvPr>
          <p:cNvSpPr>
            <a:spLocks noGrp="1"/>
          </p:cNvSpPr>
          <p:nvPr>
            <p:ph type="sldNum" sz="quarter" idx="12"/>
          </p:nvPr>
        </p:nvSpPr>
        <p:spPr/>
        <p:txBody>
          <a:bodyPr/>
          <a:lstStyle/>
          <a:p>
            <a:fld id="{E775FB78-5F16-864A-B0AF-52552E8F5DF6}" type="slidenum">
              <a:rPr lang="en-US" smtClean="0"/>
              <a:t>‹#›</a:t>
            </a:fld>
            <a:endParaRPr lang="en-US"/>
          </a:p>
        </p:txBody>
      </p:sp>
    </p:spTree>
    <p:extLst>
      <p:ext uri="{BB962C8B-B14F-4D97-AF65-F5344CB8AC3E}">
        <p14:creationId xmlns:p14="http://schemas.microsoft.com/office/powerpoint/2010/main" val="686504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C2CE6-C39C-9045-94F8-9B43CA9D2415}"/>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CF926E9-9778-2846-B43B-4A7267120C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A996341-9374-DF4E-B9F6-A94758E38AA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1D5E4306-B762-C746-B6F4-16DFD70CB64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A704D85-B6B3-0A42-925A-38933F782EEF}"/>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575CA7DE-DF2D-DD4B-8D9A-4B40F820DC8D}"/>
              </a:ext>
            </a:extLst>
          </p:cNvPr>
          <p:cNvSpPr>
            <a:spLocks noGrp="1"/>
          </p:cNvSpPr>
          <p:nvPr>
            <p:ph type="dt" sz="half" idx="10"/>
          </p:nvPr>
        </p:nvSpPr>
        <p:spPr/>
        <p:txBody>
          <a:bodyPr/>
          <a:lstStyle/>
          <a:p>
            <a:fld id="{2425905D-C0C4-D040-B3F5-79CCA23FA4EB}" type="datetimeFigureOut">
              <a:rPr lang="en-US" smtClean="0"/>
              <a:t>1/13/2025</a:t>
            </a:fld>
            <a:endParaRPr lang="en-US"/>
          </a:p>
        </p:txBody>
      </p:sp>
      <p:sp>
        <p:nvSpPr>
          <p:cNvPr id="8" name="Footer Placeholder 7">
            <a:extLst>
              <a:ext uri="{FF2B5EF4-FFF2-40B4-BE49-F238E27FC236}">
                <a16:creationId xmlns:a16="http://schemas.microsoft.com/office/drawing/2014/main" id="{CD6E122F-5BD1-454E-A133-FE0AB5CD2D5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5903D25-9E17-0044-9543-53299894B8B6}"/>
              </a:ext>
            </a:extLst>
          </p:cNvPr>
          <p:cNvSpPr>
            <a:spLocks noGrp="1"/>
          </p:cNvSpPr>
          <p:nvPr>
            <p:ph type="sldNum" sz="quarter" idx="12"/>
          </p:nvPr>
        </p:nvSpPr>
        <p:spPr/>
        <p:txBody>
          <a:bodyPr/>
          <a:lstStyle/>
          <a:p>
            <a:fld id="{E775FB78-5F16-864A-B0AF-52552E8F5DF6}" type="slidenum">
              <a:rPr lang="en-US" smtClean="0"/>
              <a:t>‹#›</a:t>
            </a:fld>
            <a:endParaRPr lang="en-US"/>
          </a:p>
        </p:txBody>
      </p:sp>
    </p:spTree>
    <p:extLst>
      <p:ext uri="{BB962C8B-B14F-4D97-AF65-F5344CB8AC3E}">
        <p14:creationId xmlns:p14="http://schemas.microsoft.com/office/powerpoint/2010/main" val="7312543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D4217-17EF-3B45-93F5-B23C54148CC5}"/>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D4CDDD4-A221-CE49-9EB3-456758E56F0F}"/>
              </a:ext>
            </a:extLst>
          </p:cNvPr>
          <p:cNvSpPr>
            <a:spLocks noGrp="1"/>
          </p:cNvSpPr>
          <p:nvPr>
            <p:ph type="dt" sz="half" idx="10"/>
          </p:nvPr>
        </p:nvSpPr>
        <p:spPr/>
        <p:txBody>
          <a:bodyPr/>
          <a:lstStyle/>
          <a:p>
            <a:fld id="{2425905D-C0C4-D040-B3F5-79CCA23FA4EB}" type="datetimeFigureOut">
              <a:rPr lang="en-US" smtClean="0"/>
              <a:t>1/13/2025</a:t>
            </a:fld>
            <a:endParaRPr lang="en-US"/>
          </a:p>
        </p:txBody>
      </p:sp>
      <p:sp>
        <p:nvSpPr>
          <p:cNvPr id="4" name="Footer Placeholder 3">
            <a:extLst>
              <a:ext uri="{FF2B5EF4-FFF2-40B4-BE49-F238E27FC236}">
                <a16:creationId xmlns:a16="http://schemas.microsoft.com/office/drawing/2014/main" id="{265879A2-4394-CD4B-9263-3DDC707A455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1ECC98-0E91-594B-AC7F-127A4DD39884}"/>
              </a:ext>
            </a:extLst>
          </p:cNvPr>
          <p:cNvSpPr>
            <a:spLocks noGrp="1"/>
          </p:cNvSpPr>
          <p:nvPr>
            <p:ph type="sldNum" sz="quarter" idx="12"/>
          </p:nvPr>
        </p:nvSpPr>
        <p:spPr/>
        <p:txBody>
          <a:bodyPr/>
          <a:lstStyle/>
          <a:p>
            <a:fld id="{E775FB78-5F16-864A-B0AF-52552E8F5DF6}" type="slidenum">
              <a:rPr lang="en-US" smtClean="0"/>
              <a:t>‹#›</a:t>
            </a:fld>
            <a:endParaRPr lang="en-US"/>
          </a:p>
        </p:txBody>
      </p:sp>
    </p:spTree>
    <p:extLst>
      <p:ext uri="{BB962C8B-B14F-4D97-AF65-F5344CB8AC3E}">
        <p14:creationId xmlns:p14="http://schemas.microsoft.com/office/powerpoint/2010/main" val="11200218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1D70CAD-9D94-0544-90C0-985EDEA907DE}"/>
              </a:ext>
            </a:extLst>
          </p:cNvPr>
          <p:cNvSpPr>
            <a:spLocks noGrp="1"/>
          </p:cNvSpPr>
          <p:nvPr>
            <p:ph type="dt" sz="half" idx="10"/>
          </p:nvPr>
        </p:nvSpPr>
        <p:spPr/>
        <p:txBody>
          <a:bodyPr/>
          <a:lstStyle/>
          <a:p>
            <a:fld id="{2425905D-C0C4-D040-B3F5-79CCA23FA4EB}" type="datetimeFigureOut">
              <a:rPr lang="en-US" smtClean="0"/>
              <a:t>1/13/2025</a:t>
            </a:fld>
            <a:endParaRPr lang="en-US"/>
          </a:p>
        </p:txBody>
      </p:sp>
      <p:sp>
        <p:nvSpPr>
          <p:cNvPr id="3" name="Footer Placeholder 2">
            <a:extLst>
              <a:ext uri="{FF2B5EF4-FFF2-40B4-BE49-F238E27FC236}">
                <a16:creationId xmlns:a16="http://schemas.microsoft.com/office/drawing/2014/main" id="{2C739153-BA93-C64C-B9BC-ECAD2417370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02EC52B-8EB5-C146-B069-115FF804548C}"/>
              </a:ext>
            </a:extLst>
          </p:cNvPr>
          <p:cNvSpPr>
            <a:spLocks noGrp="1"/>
          </p:cNvSpPr>
          <p:nvPr>
            <p:ph type="sldNum" sz="quarter" idx="12"/>
          </p:nvPr>
        </p:nvSpPr>
        <p:spPr/>
        <p:txBody>
          <a:bodyPr/>
          <a:lstStyle/>
          <a:p>
            <a:fld id="{E775FB78-5F16-864A-B0AF-52552E8F5DF6}" type="slidenum">
              <a:rPr lang="en-US" smtClean="0"/>
              <a:t>‹#›</a:t>
            </a:fld>
            <a:endParaRPr lang="en-US"/>
          </a:p>
        </p:txBody>
      </p:sp>
    </p:spTree>
    <p:extLst>
      <p:ext uri="{BB962C8B-B14F-4D97-AF65-F5344CB8AC3E}">
        <p14:creationId xmlns:p14="http://schemas.microsoft.com/office/powerpoint/2010/main" val="27568761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FB9339-BB2A-AB4C-A011-36281FB8C23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89BB9FD2-C72C-D746-8FEF-4B09D248F9B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514212A7-AD11-0642-87B6-8FC8A57634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1FEE618-4BEB-D848-A755-D0B3815B6939}"/>
              </a:ext>
            </a:extLst>
          </p:cNvPr>
          <p:cNvSpPr>
            <a:spLocks noGrp="1"/>
          </p:cNvSpPr>
          <p:nvPr>
            <p:ph type="dt" sz="half" idx="10"/>
          </p:nvPr>
        </p:nvSpPr>
        <p:spPr/>
        <p:txBody>
          <a:bodyPr/>
          <a:lstStyle/>
          <a:p>
            <a:fld id="{2425905D-C0C4-D040-B3F5-79CCA23FA4EB}" type="datetimeFigureOut">
              <a:rPr lang="en-US" smtClean="0"/>
              <a:t>1/13/2025</a:t>
            </a:fld>
            <a:endParaRPr lang="en-US"/>
          </a:p>
        </p:txBody>
      </p:sp>
      <p:sp>
        <p:nvSpPr>
          <p:cNvPr id="6" name="Footer Placeholder 5">
            <a:extLst>
              <a:ext uri="{FF2B5EF4-FFF2-40B4-BE49-F238E27FC236}">
                <a16:creationId xmlns:a16="http://schemas.microsoft.com/office/drawing/2014/main" id="{949F7CBA-7A19-1743-9814-DDBE48E60A1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1CF1DF5-1759-1846-85A4-293FE9060589}"/>
              </a:ext>
            </a:extLst>
          </p:cNvPr>
          <p:cNvSpPr>
            <a:spLocks noGrp="1"/>
          </p:cNvSpPr>
          <p:nvPr>
            <p:ph type="sldNum" sz="quarter" idx="12"/>
          </p:nvPr>
        </p:nvSpPr>
        <p:spPr/>
        <p:txBody>
          <a:bodyPr/>
          <a:lstStyle/>
          <a:p>
            <a:fld id="{E775FB78-5F16-864A-B0AF-52552E8F5DF6}" type="slidenum">
              <a:rPr lang="en-US" smtClean="0"/>
              <a:t>‹#›</a:t>
            </a:fld>
            <a:endParaRPr lang="en-US"/>
          </a:p>
        </p:txBody>
      </p:sp>
    </p:spTree>
    <p:extLst>
      <p:ext uri="{BB962C8B-B14F-4D97-AF65-F5344CB8AC3E}">
        <p14:creationId xmlns:p14="http://schemas.microsoft.com/office/powerpoint/2010/main" val="37416225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FE6E1-ED4F-1D4C-B60C-89E3D8EF6C1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70A6747D-0A18-D14E-9E1F-8914CD61187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99873C7-5733-564B-AEBA-F2F0FEFCC9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CB7B211-4DF6-9442-9953-6292F1875738}"/>
              </a:ext>
            </a:extLst>
          </p:cNvPr>
          <p:cNvSpPr>
            <a:spLocks noGrp="1"/>
          </p:cNvSpPr>
          <p:nvPr>
            <p:ph type="dt" sz="half" idx="10"/>
          </p:nvPr>
        </p:nvSpPr>
        <p:spPr/>
        <p:txBody>
          <a:bodyPr/>
          <a:lstStyle/>
          <a:p>
            <a:fld id="{2425905D-C0C4-D040-B3F5-79CCA23FA4EB}" type="datetimeFigureOut">
              <a:rPr lang="en-US" smtClean="0"/>
              <a:t>1/13/2025</a:t>
            </a:fld>
            <a:endParaRPr lang="en-US"/>
          </a:p>
        </p:txBody>
      </p:sp>
      <p:sp>
        <p:nvSpPr>
          <p:cNvPr id="6" name="Footer Placeholder 5">
            <a:extLst>
              <a:ext uri="{FF2B5EF4-FFF2-40B4-BE49-F238E27FC236}">
                <a16:creationId xmlns:a16="http://schemas.microsoft.com/office/drawing/2014/main" id="{30D0981E-2ABE-7048-AC75-D8C8477246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B466DC9-3D33-FE44-A5E3-A0B734DF51B0}"/>
              </a:ext>
            </a:extLst>
          </p:cNvPr>
          <p:cNvSpPr>
            <a:spLocks noGrp="1"/>
          </p:cNvSpPr>
          <p:nvPr>
            <p:ph type="sldNum" sz="quarter" idx="12"/>
          </p:nvPr>
        </p:nvSpPr>
        <p:spPr/>
        <p:txBody>
          <a:bodyPr/>
          <a:lstStyle/>
          <a:p>
            <a:fld id="{E775FB78-5F16-864A-B0AF-52552E8F5DF6}" type="slidenum">
              <a:rPr lang="en-US" smtClean="0"/>
              <a:t>‹#›</a:t>
            </a:fld>
            <a:endParaRPr lang="en-US"/>
          </a:p>
        </p:txBody>
      </p:sp>
    </p:spTree>
    <p:extLst>
      <p:ext uri="{BB962C8B-B14F-4D97-AF65-F5344CB8AC3E}">
        <p14:creationId xmlns:p14="http://schemas.microsoft.com/office/powerpoint/2010/main" val="32139687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8CAB9-FB2B-C540-B5C7-A162BB5F2706}"/>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5B419EE-DACB-ED41-9BC3-137129D6FE4D}"/>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CF4D66E-AA24-0A49-872D-17B778563EAC}"/>
              </a:ext>
            </a:extLst>
          </p:cNvPr>
          <p:cNvSpPr>
            <a:spLocks noGrp="1"/>
          </p:cNvSpPr>
          <p:nvPr>
            <p:ph type="dt" sz="half" idx="10"/>
          </p:nvPr>
        </p:nvSpPr>
        <p:spPr/>
        <p:txBody>
          <a:bodyPr/>
          <a:lstStyle/>
          <a:p>
            <a:fld id="{2425905D-C0C4-D040-B3F5-79CCA23FA4EB}" type="datetimeFigureOut">
              <a:rPr lang="en-US" smtClean="0"/>
              <a:t>1/13/2025</a:t>
            </a:fld>
            <a:endParaRPr lang="en-US"/>
          </a:p>
        </p:txBody>
      </p:sp>
      <p:sp>
        <p:nvSpPr>
          <p:cNvPr id="5" name="Footer Placeholder 4">
            <a:extLst>
              <a:ext uri="{FF2B5EF4-FFF2-40B4-BE49-F238E27FC236}">
                <a16:creationId xmlns:a16="http://schemas.microsoft.com/office/drawing/2014/main" id="{7C8B7280-38D0-E542-8CFE-089B78DF08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BE1198-80CE-3D48-8EEE-D994007D700C}"/>
              </a:ext>
            </a:extLst>
          </p:cNvPr>
          <p:cNvSpPr>
            <a:spLocks noGrp="1"/>
          </p:cNvSpPr>
          <p:nvPr>
            <p:ph type="sldNum" sz="quarter" idx="12"/>
          </p:nvPr>
        </p:nvSpPr>
        <p:spPr/>
        <p:txBody>
          <a:bodyPr/>
          <a:lstStyle/>
          <a:p>
            <a:fld id="{E775FB78-5F16-864A-B0AF-52552E8F5DF6}" type="slidenum">
              <a:rPr lang="en-US" smtClean="0"/>
              <a:t>‹#›</a:t>
            </a:fld>
            <a:endParaRPr lang="en-US"/>
          </a:p>
        </p:txBody>
      </p:sp>
    </p:spTree>
    <p:extLst>
      <p:ext uri="{BB962C8B-B14F-4D97-AF65-F5344CB8AC3E}">
        <p14:creationId xmlns:p14="http://schemas.microsoft.com/office/powerpoint/2010/main" val="8970468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AF88F6-3858-2147-8565-3ABE064ABAE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43579688-6666-4A47-AB44-B55E2BF0EBB3}"/>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3CEBA88-1DD5-DC4A-AFB4-8B03BBD45A8A}"/>
              </a:ext>
            </a:extLst>
          </p:cNvPr>
          <p:cNvSpPr>
            <a:spLocks noGrp="1"/>
          </p:cNvSpPr>
          <p:nvPr>
            <p:ph type="dt" sz="half" idx="10"/>
          </p:nvPr>
        </p:nvSpPr>
        <p:spPr/>
        <p:txBody>
          <a:bodyPr/>
          <a:lstStyle/>
          <a:p>
            <a:fld id="{2425905D-C0C4-D040-B3F5-79CCA23FA4EB}" type="datetimeFigureOut">
              <a:rPr lang="en-US" smtClean="0"/>
              <a:t>1/13/2025</a:t>
            </a:fld>
            <a:endParaRPr lang="en-US"/>
          </a:p>
        </p:txBody>
      </p:sp>
      <p:sp>
        <p:nvSpPr>
          <p:cNvPr id="5" name="Footer Placeholder 4">
            <a:extLst>
              <a:ext uri="{FF2B5EF4-FFF2-40B4-BE49-F238E27FC236}">
                <a16:creationId xmlns:a16="http://schemas.microsoft.com/office/drawing/2014/main" id="{7DD9944A-C4EB-B943-8190-BF118811DF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4E4696-702A-BD44-9A3C-F8C85C27C80D}"/>
              </a:ext>
            </a:extLst>
          </p:cNvPr>
          <p:cNvSpPr>
            <a:spLocks noGrp="1"/>
          </p:cNvSpPr>
          <p:nvPr>
            <p:ph type="sldNum" sz="quarter" idx="12"/>
          </p:nvPr>
        </p:nvSpPr>
        <p:spPr/>
        <p:txBody>
          <a:bodyPr/>
          <a:lstStyle/>
          <a:p>
            <a:fld id="{E775FB78-5F16-864A-B0AF-52552E8F5DF6}" type="slidenum">
              <a:rPr lang="en-US" smtClean="0"/>
              <a:t>‹#›</a:t>
            </a:fld>
            <a:endParaRPr lang="en-US"/>
          </a:p>
        </p:txBody>
      </p:sp>
    </p:spTree>
    <p:extLst>
      <p:ext uri="{BB962C8B-B14F-4D97-AF65-F5344CB8AC3E}">
        <p14:creationId xmlns:p14="http://schemas.microsoft.com/office/powerpoint/2010/main" val="3360653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73DFB7-9581-4D48-AAE2-C17529315D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EC3503A-E2B1-0944-B035-77EF7A9439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89E476-F670-2B47-81DC-675E7D1F7D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425905D-C0C4-D040-B3F5-79CCA23FA4EB}" type="datetimeFigureOut">
              <a:rPr lang="en-US" smtClean="0"/>
              <a:t>1/13/2025</a:t>
            </a:fld>
            <a:endParaRPr lang="en-US"/>
          </a:p>
        </p:txBody>
      </p:sp>
      <p:sp>
        <p:nvSpPr>
          <p:cNvPr id="5" name="Footer Placeholder 4">
            <a:extLst>
              <a:ext uri="{FF2B5EF4-FFF2-40B4-BE49-F238E27FC236}">
                <a16:creationId xmlns:a16="http://schemas.microsoft.com/office/drawing/2014/main" id="{471F1A25-0D30-0E4C-A201-3259214DFAC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292BE1C-D630-6544-8677-F74CB5078C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75FB78-5F16-864A-B0AF-52552E8F5DF6}" type="slidenum">
              <a:rPr lang="en-US" smtClean="0"/>
              <a:t>‹#›</a:t>
            </a:fld>
            <a:endParaRPr lang="en-US"/>
          </a:p>
        </p:txBody>
      </p:sp>
    </p:spTree>
    <p:extLst>
      <p:ext uri="{BB962C8B-B14F-4D97-AF65-F5344CB8AC3E}">
        <p14:creationId xmlns:p14="http://schemas.microsoft.com/office/powerpoint/2010/main" val="27000349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upload.wikimedia.org/wikipedia/en/3/32/Graphical_Description_of_Network_Delay.pn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55C1B-43BC-8B40-A7BE-D3C3F3D8A40E}"/>
              </a:ext>
            </a:extLst>
          </p:cNvPr>
          <p:cNvSpPr>
            <a:spLocks noGrp="1"/>
          </p:cNvSpPr>
          <p:nvPr>
            <p:ph type="ctrTitle"/>
          </p:nvPr>
        </p:nvSpPr>
        <p:spPr>
          <a:xfrm>
            <a:off x="1524000" y="705674"/>
            <a:ext cx="9144000" cy="2387600"/>
          </a:xfrm>
        </p:spPr>
        <p:txBody>
          <a:bodyPr>
            <a:normAutofit/>
          </a:bodyPr>
          <a:lstStyle/>
          <a:p>
            <a:r>
              <a:rPr lang="en-US" sz="6600" b="1" dirty="0"/>
              <a:t>CSCI 4430 - Spring 25</a:t>
            </a:r>
          </a:p>
        </p:txBody>
      </p:sp>
      <p:sp>
        <p:nvSpPr>
          <p:cNvPr id="3" name="Subtitle 2">
            <a:extLst>
              <a:ext uri="{FF2B5EF4-FFF2-40B4-BE49-F238E27FC236}">
                <a16:creationId xmlns:a16="http://schemas.microsoft.com/office/drawing/2014/main" id="{6CEAD46B-2981-B54E-B7BD-5B165BCFE3E7}"/>
              </a:ext>
            </a:extLst>
          </p:cNvPr>
          <p:cNvSpPr>
            <a:spLocks noGrp="1"/>
          </p:cNvSpPr>
          <p:nvPr>
            <p:ph type="subTitle" idx="1"/>
          </p:nvPr>
        </p:nvSpPr>
        <p:spPr>
          <a:xfrm>
            <a:off x="1524000" y="4342817"/>
            <a:ext cx="9144000" cy="1655762"/>
          </a:xfrm>
        </p:spPr>
        <p:txBody>
          <a:bodyPr>
            <a:normAutofit/>
          </a:bodyPr>
          <a:lstStyle/>
          <a:p>
            <a:r>
              <a:rPr lang="en-US" sz="3600" b="1" dirty="0"/>
              <a:t>Tutorial 2</a:t>
            </a:r>
          </a:p>
          <a:p>
            <a:endParaRPr lang="en-US" sz="3600" b="1" dirty="0"/>
          </a:p>
          <a:p>
            <a:pPr algn="r"/>
            <a:r>
              <a:rPr lang="en-US" sz="2000" b="1" dirty="0"/>
              <a:t>Credits to </a:t>
            </a:r>
            <a:r>
              <a:rPr lang="en-US" altLang="zh-CN" sz="2000" b="1" dirty="0" err="1"/>
              <a:t>Umich</a:t>
            </a:r>
            <a:r>
              <a:rPr lang="en-US" altLang="zh-CN" sz="2000" b="1" dirty="0"/>
              <a:t> </a:t>
            </a:r>
            <a:r>
              <a:rPr lang="en-US" sz="2000" b="1" dirty="0"/>
              <a:t>EECS 489 Discussion 2</a:t>
            </a:r>
            <a:endParaRPr lang="en-US" sz="3200" b="1" dirty="0"/>
          </a:p>
        </p:txBody>
      </p:sp>
      <p:pic>
        <p:nvPicPr>
          <p:cNvPr id="5" name="Picture 4">
            <a:extLst>
              <a:ext uri="{FF2B5EF4-FFF2-40B4-BE49-F238E27FC236}">
                <a16:creationId xmlns:a16="http://schemas.microsoft.com/office/drawing/2014/main" id="{4D90C243-66EE-9844-B6C9-297837E8D758}"/>
              </a:ext>
            </a:extLst>
          </p:cNvPr>
          <p:cNvPicPr>
            <a:picLocks noChangeAspect="1"/>
          </p:cNvPicPr>
          <p:nvPr/>
        </p:nvPicPr>
        <p:blipFill>
          <a:blip r:embed="rId2"/>
          <a:stretch>
            <a:fillRect/>
          </a:stretch>
        </p:blipFill>
        <p:spPr>
          <a:xfrm>
            <a:off x="1270000" y="1270000"/>
            <a:ext cx="63500" cy="76200"/>
          </a:xfrm>
          <a:prstGeom prst="rect">
            <a:avLst/>
          </a:prstGeom>
        </p:spPr>
      </p:pic>
      <p:pic>
        <p:nvPicPr>
          <p:cNvPr id="6" name="Picture 5">
            <a:extLst>
              <a:ext uri="{FF2B5EF4-FFF2-40B4-BE49-F238E27FC236}">
                <a16:creationId xmlns:a16="http://schemas.microsoft.com/office/drawing/2014/main" id="{919BED88-AA1D-3144-ABB6-9C775BCC2765}"/>
              </a:ext>
            </a:extLst>
          </p:cNvPr>
          <p:cNvPicPr>
            <a:picLocks noChangeAspect="1"/>
          </p:cNvPicPr>
          <p:nvPr/>
        </p:nvPicPr>
        <p:blipFill>
          <a:blip r:embed="rId2"/>
          <a:stretch>
            <a:fillRect/>
          </a:stretch>
        </p:blipFill>
        <p:spPr>
          <a:xfrm>
            <a:off x="1270000" y="1270000"/>
            <a:ext cx="63500" cy="76200"/>
          </a:xfrm>
          <a:prstGeom prst="rect">
            <a:avLst/>
          </a:prstGeom>
        </p:spPr>
      </p:pic>
    </p:spTree>
    <p:extLst>
      <p:ext uri="{BB962C8B-B14F-4D97-AF65-F5344CB8AC3E}">
        <p14:creationId xmlns:p14="http://schemas.microsoft.com/office/powerpoint/2010/main" val="3564191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b="1" dirty="0"/>
              <a:t>Assignment 1 </a:t>
            </a:r>
          </a:p>
        </p:txBody>
      </p:sp>
      <p:sp>
        <p:nvSpPr>
          <p:cNvPr id="3" name="Content Placeholder 2">
            <a:extLst>
              <a:ext uri="{FF2B5EF4-FFF2-40B4-BE49-F238E27FC236}">
                <a16:creationId xmlns:a16="http://schemas.microsoft.com/office/drawing/2014/main" id="{8F20472D-613F-3748-9CBD-88055CDB4B08}"/>
              </a:ext>
            </a:extLst>
          </p:cNvPr>
          <p:cNvSpPr>
            <a:spLocks noGrp="1"/>
          </p:cNvSpPr>
          <p:nvPr>
            <p:ph idx="1"/>
          </p:nvPr>
        </p:nvSpPr>
        <p:spPr>
          <a:xfrm>
            <a:off x="844594" y="1499511"/>
            <a:ext cx="10515600" cy="4351338"/>
          </a:xfrm>
        </p:spPr>
        <p:txBody>
          <a:bodyPr vert="horz" lIns="91440" tIns="45720" rIns="91440" bIns="45720" rtlCol="0" anchor="t">
            <a:normAutofit/>
          </a:bodyPr>
          <a:lstStyle/>
          <a:p>
            <a:r>
              <a:rPr lang="en-US" sz="3200" dirty="0">
                <a:solidFill>
                  <a:srgbClr val="FF0000"/>
                </a:solidFill>
              </a:rPr>
              <a:t>Due: </a:t>
            </a:r>
            <a:r>
              <a:rPr lang="en-HK" sz="3200" dirty="0">
                <a:solidFill>
                  <a:srgbClr val="FF0000"/>
                </a:solidFill>
              </a:rPr>
              <a:t>11:59:59 p.m., Sat, Jan. 25th</a:t>
            </a:r>
            <a:endParaRPr lang="en-US" sz="3200" dirty="0">
              <a:solidFill>
                <a:srgbClr val="FF0000"/>
              </a:solidFill>
            </a:endParaRPr>
          </a:p>
          <a:p>
            <a:endParaRPr lang="en-US" sz="3200" dirty="0">
              <a:solidFill>
                <a:srgbClr val="FF0000"/>
              </a:solidFill>
            </a:endParaRPr>
          </a:p>
        </p:txBody>
      </p:sp>
      <p:pic>
        <p:nvPicPr>
          <p:cNvPr id="7" name="图片 6">
            <a:extLst>
              <a:ext uri="{FF2B5EF4-FFF2-40B4-BE49-F238E27FC236}">
                <a16:creationId xmlns:a16="http://schemas.microsoft.com/office/drawing/2014/main" id="{94148393-6CCB-44FE-80D6-264EBD55CF7F}"/>
              </a:ext>
            </a:extLst>
          </p:cNvPr>
          <p:cNvPicPr>
            <a:picLocks noChangeAspect="1"/>
          </p:cNvPicPr>
          <p:nvPr/>
        </p:nvPicPr>
        <p:blipFill>
          <a:blip r:embed="rId2"/>
          <a:stretch>
            <a:fillRect/>
          </a:stretch>
        </p:blipFill>
        <p:spPr>
          <a:xfrm>
            <a:off x="850988" y="2358734"/>
            <a:ext cx="6070917" cy="2926201"/>
          </a:xfrm>
          <a:prstGeom prst="rect">
            <a:avLst/>
          </a:prstGeom>
        </p:spPr>
      </p:pic>
      <p:pic>
        <p:nvPicPr>
          <p:cNvPr id="9" name="图片 8">
            <a:extLst>
              <a:ext uri="{FF2B5EF4-FFF2-40B4-BE49-F238E27FC236}">
                <a16:creationId xmlns:a16="http://schemas.microsoft.com/office/drawing/2014/main" id="{18500EE3-5D69-464B-86C6-810B4B529FB6}"/>
              </a:ext>
            </a:extLst>
          </p:cNvPr>
          <p:cNvPicPr>
            <a:picLocks noChangeAspect="1"/>
          </p:cNvPicPr>
          <p:nvPr/>
        </p:nvPicPr>
        <p:blipFill>
          <a:blip r:embed="rId3"/>
          <a:stretch>
            <a:fillRect/>
          </a:stretch>
        </p:blipFill>
        <p:spPr>
          <a:xfrm>
            <a:off x="6969111" y="2140242"/>
            <a:ext cx="4828567" cy="3902439"/>
          </a:xfrm>
          <a:prstGeom prst="rect">
            <a:avLst/>
          </a:prstGeom>
        </p:spPr>
      </p:pic>
      <p:pic>
        <p:nvPicPr>
          <p:cNvPr id="11" name="图片 10">
            <a:extLst>
              <a:ext uri="{FF2B5EF4-FFF2-40B4-BE49-F238E27FC236}">
                <a16:creationId xmlns:a16="http://schemas.microsoft.com/office/drawing/2014/main" id="{E6A98220-9D71-40C9-AF25-67464820F084}"/>
              </a:ext>
            </a:extLst>
          </p:cNvPr>
          <p:cNvPicPr>
            <a:picLocks noChangeAspect="1"/>
          </p:cNvPicPr>
          <p:nvPr/>
        </p:nvPicPr>
        <p:blipFill>
          <a:blip r:embed="rId4"/>
          <a:stretch>
            <a:fillRect/>
          </a:stretch>
        </p:blipFill>
        <p:spPr>
          <a:xfrm>
            <a:off x="9584632" y="2871239"/>
            <a:ext cx="2300262" cy="959194"/>
          </a:xfrm>
          <a:prstGeom prst="rect">
            <a:avLst/>
          </a:prstGeom>
        </p:spPr>
      </p:pic>
      <p:pic>
        <p:nvPicPr>
          <p:cNvPr id="15" name="图片 14">
            <a:extLst>
              <a:ext uri="{FF2B5EF4-FFF2-40B4-BE49-F238E27FC236}">
                <a16:creationId xmlns:a16="http://schemas.microsoft.com/office/drawing/2014/main" id="{F1D3F1C2-C0E3-4976-93C2-29E5E2E3EBB9}"/>
              </a:ext>
            </a:extLst>
          </p:cNvPr>
          <p:cNvPicPr>
            <a:picLocks noChangeAspect="1"/>
          </p:cNvPicPr>
          <p:nvPr/>
        </p:nvPicPr>
        <p:blipFill>
          <a:blip r:embed="rId5"/>
          <a:stretch>
            <a:fillRect/>
          </a:stretch>
        </p:blipFill>
        <p:spPr>
          <a:xfrm>
            <a:off x="5101464" y="3911301"/>
            <a:ext cx="1542081" cy="1070075"/>
          </a:xfrm>
          <a:prstGeom prst="rect">
            <a:avLst/>
          </a:prstGeom>
        </p:spPr>
      </p:pic>
      <p:pic>
        <p:nvPicPr>
          <p:cNvPr id="17" name="图片 16">
            <a:extLst>
              <a:ext uri="{FF2B5EF4-FFF2-40B4-BE49-F238E27FC236}">
                <a16:creationId xmlns:a16="http://schemas.microsoft.com/office/drawing/2014/main" id="{C3EC4E7F-4158-448B-991A-F95A510256D9}"/>
              </a:ext>
            </a:extLst>
          </p:cNvPr>
          <p:cNvPicPr>
            <a:picLocks noChangeAspect="1"/>
          </p:cNvPicPr>
          <p:nvPr/>
        </p:nvPicPr>
        <p:blipFill>
          <a:blip r:embed="rId6"/>
          <a:stretch>
            <a:fillRect/>
          </a:stretch>
        </p:blipFill>
        <p:spPr>
          <a:xfrm>
            <a:off x="5127041" y="3299031"/>
            <a:ext cx="1542081" cy="259120"/>
          </a:xfrm>
          <a:prstGeom prst="rect">
            <a:avLst/>
          </a:prstGeom>
        </p:spPr>
      </p:pic>
      <p:sp>
        <p:nvSpPr>
          <p:cNvPr id="18" name="矩形 17">
            <a:extLst>
              <a:ext uri="{FF2B5EF4-FFF2-40B4-BE49-F238E27FC236}">
                <a16:creationId xmlns:a16="http://schemas.microsoft.com/office/drawing/2014/main" id="{E9A1B174-3DA2-4036-B5CF-D675C31532A0}"/>
              </a:ext>
            </a:extLst>
          </p:cNvPr>
          <p:cNvSpPr/>
          <p:nvPr/>
        </p:nvSpPr>
        <p:spPr>
          <a:xfrm>
            <a:off x="4962059" y="2660191"/>
            <a:ext cx="517947" cy="1841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HK"/>
          </a:p>
        </p:txBody>
      </p:sp>
      <p:cxnSp>
        <p:nvCxnSpPr>
          <p:cNvPr id="20" name="直接箭头连接符 19">
            <a:extLst>
              <a:ext uri="{FF2B5EF4-FFF2-40B4-BE49-F238E27FC236}">
                <a16:creationId xmlns:a16="http://schemas.microsoft.com/office/drawing/2014/main" id="{8E4DFA63-AADE-47E2-8269-BD7E2ADF5265}"/>
              </a:ext>
            </a:extLst>
          </p:cNvPr>
          <p:cNvCxnSpPr>
            <a:cxnSpLocks/>
          </p:cNvCxnSpPr>
          <p:nvPr/>
        </p:nvCxnSpPr>
        <p:spPr>
          <a:xfrm>
            <a:off x="5371301" y="2877633"/>
            <a:ext cx="501204" cy="37711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27A2696C-2D8B-46BD-AFAC-D75B5B4E8F4B}"/>
              </a:ext>
            </a:extLst>
          </p:cNvPr>
          <p:cNvSpPr/>
          <p:nvPr/>
        </p:nvSpPr>
        <p:spPr>
          <a:xfrm>
            <a:off x="6975505" y="2121060"/>
            <a:ext cx="851247" cy="1841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HK"/>
          </a:p>
        </p:txBody>
      </p:sp>
      <p:cxnSp>
        <p:nvCxnSpPr>
          <p:cNvPr id="27" name="直接箭头连接符 26">
            <a:extLst>
              <a:ext uri="{FF2B5EF4-FFF2-40B4-BE49-F238E27FC236}">
                <a16:creationId xmlns:a16="http://schemas.microsoft.com/office/drawing/2014/main" id="{B95DF65D-9D66-4C32-80E7-BB27574D98A9}"/>
              </a:ext>
            </a:extLst>
          </p:cNvPr>
          <p:cNvCxnSpPr>
            <a:cxnSpLocks/>
          </p:cNvCxnSpPr>
          <p:nvPr/>
        </p:nvCxnSpPr>
        <p:spPr>
          <a:xfrm>
            <a:off x="7873958" y="2283072"/>
            <a:ext cx="1781594" cy="9716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矩形 28">
            <a:extLst>
              <a:ext uri="{FF2B5EF4-FFF2-40B4-BE49-F238E27FC236}">
                <a16:creationId xmlns:a16="http://schemas.microsoft.com/office/drawing/2014/main" id="{8240F4E0-BED2-4121-8E96-E0B8B564A9F1}"/>
              </a:ext>
            </a:extLst>
          </p:cNvPr>
          <p:cNvSpPr/>
          <p:nvPr/>
        </p:nvSpPr>
        <p:spPr>
          <a:xfrm>
            <a:off x="4444114" y="2662102"/>
            <a:ext cx="517947" cy="1841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HK"/>
          </a:p>
        </p:txBody>
      </p:sp>
      <p:cxnSp>
        <p:nvCxnSpPr>
          <p:cNvPr id="30" name="直接箭头连接符 29">
            <a:extLst>
              <a:ext uri="{FF2B5EF4-FFF2-40B4-BE49-F238E27FC236}">
                <a16:creationId xmlns:a16="http://schemas.microsoft.com/office/drawing/2014/main" id="{5BDC46D1-A8B6-4691-85CF-3662F3CFE629}"/>
              </a:ext>
            </a:extLst>
          </p:cNvPr>
          <p:cNvCxnSpPr>
            <a:cxnSpLocks/>
          </p:cNvCxnSpPr>
          <p:nvPr/>
        </p:nvCxnSpPr>
        <p:spPr>
          <a:xfrm>
            <a:off x="4744649" y="2877633"/>
            <a:ext cx="382392" cy="120199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78477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F20472D-613F-3748-9CBD-88055CDB4B08}"/>
              </a:ext>
            </a:extLst>
          </p:cNvPr>
          <p:cNvSpPr>
            <a:spLocks noGrp="1"/>
          </p:cNvSpPr>
          <p:nvPr>
            <p:ph idx="1"/>
          </p:nvPr>
        </p:nvSpPr>
        <p:spPr/>
        <p:txBody>
          <a:bodyPr>
            <a:normAutofit/>
          </a:bodyPr>
          <a:lstStyle/>
          <a:p>
            <a:r>
              <a:rPr lang="en-US" sz="3200" dirty="0"/>
              <a:t>Socket Programming R</a:t>
            </a:r>
            <a:r>
              <a:rPr lang="en-US" altLang="zh-CN" sz="3200" dirty="0"/>
              <a:t>evisiting</a:t>
            </a:r>
            <a:endParaRPr lang="en-US" sz="3200" dirty="0"/>
          </a:p>
          <a:p>
            <a:r>
              <a:rPr lang="en-US" sz="3200" dirty="0"/>
              <a:t>Performance Metrics - Delay</a:t>
            </a:r>
          </a:p>
          <a:p>
            <a:r>
              <a:rPr lang="en-US" sz="3200" dirty="0"/>
              <a:t>Performance Metrics - Throughput</a:t>
            </a:r>
          </a:p>
          <a:p>
            <a:r>
              <a:rPr lang="en-US" altLang="zh-CN" sz="3200" dirty="0"/>
              <a:t>Exercise </a:t>
            </a:r>
            <a:r>
              <a:rPr lang="en-US" sz="3200" dirty="0"/>
              <a:t>1</a:t>
            </a:r>
          </a:p>
          <a:p>
            <a:r>
              <a:rPr lang="en-US" altLang="zh-CN" sz="3200" dirty="0"/>
              <a:t>Exercise 2</a:t>
            </a:r>
            <a:endParaRPr lang="en-US" sz="3200" dirty="0"/>
          </a:p>
        </p:txBody>
      </p:sp>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b="1" dirty="0"/>
              <a:t>Outline</a:t>
            </a:r>
          </a:p>
        </p:txBody>
      </p:sp>
    </p:spTree>
    <p:extLst>
      <p:ext uri="{BB962C8B-B14F-4D97-AF65-F5344CB8AC3E}">
        <p14:creationId xmlns:p14="http://schemas.microsoft.com/office/powerpoint/2010/main" val="440415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b="1" dirty="0"/>
              <a:t>Socket Programming: Complete Flow</a:t>
            </a:r>
          </a:p>
        </p:txBody>
      </p:sp>
      <p:pic>
        <p:nvPicPr>
          <p:cNvPr id="4" name="Content Placeholder 3">
            <a:extLst>
              <a:ext uri="{FF2B5EF4-FFF2-40B4-BE49-F238E27FC236}">
                <a16:creationId xmlns:a16="http://schemas.microsoft.com/office/drawing/2014/main" id="{8D11AF92-8AD0-444F-83E3-E11532277980}"/>
              </a:ext>
            </a:extLst>
          </p:cNvPr>
          <p:cNvPicPr>
            <a:picLocks noGrp="1" noChangeAspect="1"/>
          </p:cNvPicPr>
          <p:nvPr>
            <p:ph idx="1"/>
          </p:nvPr>
        </p:nvPicPr>
        <p:blipFill>
          <a:blip r:embed="rId3"/>
          <a:stretch>
            <a:fillRect/>
          </a:stretch>
        </p:blipFill>
        <p:spPr>
          <a:xfrm>
            <a:off x="3276290" y="1825625"/>
            <a:ext cx="5639420" cy="4351338"/>
          </a:xfrm>
          <a:prstGeom prst="rect">
            <a:avLst/>
          </a:prstGeom>
        </p:spPr>
      </p:pic>
      <p:sp>
        <p:nvSpPr>
          <p:cNvPr id="5" name="TextBox 4">
            <a:extLst>
              <a:ext uri="{FF2B5EF4-FFF2-40B4-BE49-F238E27FC236}">
                <a16:creationId xmlns:a16="http://schemas.microsoft.com/office/drawing/2014/main" id="{99B591B7-0ED3-894C-A352-8477ED74F3BB}"/>
              </a:ext>
            </a:extLst>
          </p:cNvPr>
          <p:cNvSpPr txBox="1"/>
          <p:nvPr/>
        </p:nvSpPr>
        <p:spPr>
          <a:xfrm>
            <a:off x="1436914" y="3708906"/>
            <a:ext cx="1252009" cy="584775"/>
          </a:xfrm>
          <a:prstGeom prst="rect">
            <a:avLst/>
          </a:prstGeom>
          <a:noFill/>
        </p:spPr>
        <p:txBody>
          <a:bodyPr wrap="none" rtlCol="0">
            <a:spAutoFit/>
          </a:bodyPr>
          <a:lstStyle/>
          <a:p>
            <a:r>
              <a:rPr lang="en-US" sz="3200" dirty="0"/>
              <a:t>Server</a:t>
            </a:r>
          </a:p>
        </p:txBody>
      </p:sp>
      <p:sp>
        <p:nvSpPr>
          <p:cNvPr id="6" name="TextBox 5">
            <a:extLst>
              <a:ext uri="{FF2B5EF4-FFF2-40B4-BE49-F238E27FC236}">
                <a16:creationId xmlns:a16="http://schemas.microsoft.com/office/drawing/2014/main" id="{95A8685D-FCCD-1D48-84F7-D47520F09B5B}"/>
              </a:ext>
            </a:extLst>
          </p:cNvPr>
          <p:cNvSpPr txBox="1"/>
          <p:nvPr/>
        </p:nvSpPr>
        <p:spPr>
          <a:xfrm>
            <a:off x="9688285" y="3708906"/>
            <a:ext cx="1147494" cy="584775"/>
          </a:xfrm>
          <a:prstGeom prst="rect">
            <a:avLst/>
          </a:prstGeom>
          <a:noFill/>
        </p:spPr>
        <p:txBody>
          <a:bodyPr wrap="none" rtlCol="0">
            <a:spAutoFit/>
          </a:bodyPr>
          <a:lstStyle/>
          <a:p>
            <a:r>
              <a:rPr lang="en-US" sz="3200" dirty="0"/>
              <a:t>Client</a:t>
            </a:r>
          </a:p>
        </p:txBody>
      </p:sp>
    </p:spTree>
    <p:extLst>
      <p:ext uri="{BB962C8B-B14F-4D97-AF65-F5344CB8AC3E}">
        <p14:creationId xmlns:p14="http://schemas.microsoft.com/office/powerpoint/2010/main" val="5224214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b="1" dirty="0"/>
              <a:t>Socket Programming: Client Side</a:t>
            </a:r>
          </a:p>
        </p:txBody>
      </p:sp>
      <p:pic>
        <p:nvPicPr>
          <p:cNvPr id="4" name="Content Placeholder 3">
            <a:extLst>
              <a:ext uri="{FF2B5EF4-FFF2-40B4-BE49-F238E27FC236}">
                <a16:creationId xmlns:a16="http://schemas.microsoft.com/office/drawing/2014/main" id="{E0803F26-69FA-F141-8053-17ADFC76B873}"/>
              </a:ext>
            </a:extLst>
          </p:cNvPr>
          <p:cNvPicPr>
            <a:picLocks noGrp="1" noChangeAspect="1"/>
          </p:cNvPicPr>
          <p:nvPr>
            <p:ph idx="1"/>
          </p:nvPr>
        </p:nvPicPr>
        <p:blipFill>
          <a:blip r:embed="rId3"/>
          <a:stretch>
            <a:fillRect/>
          </a:stretch>
        </p:blipFill>
        <p:spPr>
          <a:xfrm>
            <a:off x="654267" y="2193925"/>
            <a:ext cx="1955800" cy="3238500"/>
          </a:xfrm>
          <a:prstGeom prst="rect">
            <a:avLst/>
          </a:prstGeom>
        </p:spPr>
      </p:pic>
      <p:graphicFrame>
        <p:nvGraphicFramePr>
          <p:cNvPr id="25" name="Group 4">
            <a:extLst>
              <a:ext uri="{FF2B5EF4-FFF2-40B4-BE49-F238E27FC236}">
                <a16:creationId xmlns:a16="http://schemas.microsoft.com/office/drawing/2014/main" id="{B790D8A6-3FF2-4898-8C0B-11A5983724CF}"/>
              </a:ext>
            </a:extLst>
          </p:cNvPr>
          <p:cNvGraphicFramePr>
            <a:graphicFrameLocks noGrp="1"/>
          </p:cNvGraphicFramePr>
          <p:nvPr/>
        </p:nvGraphicFramePr>
        <p:xfrm>
          <a:off x="8298873" y="4090988"/>
          <a:ext cx="3505200" cy="2377440"/>
        </p:xfrm>
        <a:graphic>
          <a:graphicData uri="http://schemas.openxmlformats.org/drawingml/2006/table">
            <a:tbl>
              <a:tblPr/>
              <a:tblGrid>
                <a:gridCol w="17526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tblGrid>
              <a:tr h="320675">
                <a:tc gridSpan="2">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dirty="0">
                          <a:ln>
                            <a:noFill/>
                          </a:ln>
                          <a:solidFill>
                            <a:schemeClr val="tx1"/>
                          </a:solidFill>
                          <a:effectLst/>
                          <a:latin typeface="Calibri" pitchFamily="34" charset="0"/>
                          <a:ea typeface="新細明體" pitchFamily="18" charset="-120"/>
                        </a:rPr>
                        <a:t>Important System calls</a:t>
                      </a:r>
                    </a:p>
                  </a:txBody>
                  <a:tcPr marT="91440" marB="9144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hMerge="1">
                  <a:txBody>
                    <a:bodyPr/>
                    <a:lstStyle/>
                    <a:p>
                      <a:endParaRPr lang="en-US"/>
                    </a:p>
                  </a:txBody>
                  <a:tcPr/>
                </a:tc>
                <a:extLst>
                  <a:ext uri="{0D108BD9-81ED-4DB2-BD59-A6C34878D82A}">
                    <a16:rowId xmlns:a16="http://schemas.microsoft.com/office/drawing/2014/main" val="10000"/>
                  </a:ext>
                </a:extLst>
              </a:tr>
              <a:tr h="31908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dirty="0">
                          <a:ln>
                            <a:noFill/>
                          </a:ln>
                          <a:solidFill>
                            <a:schemeClr val="tx1"/>
                          </a:solidFill>
                          <a:effectLst/>
                          <a:latin typeface="Calibri" pitchFamily="34" charset="0"/>
                          <a:ea typeface="新細明體" pitchFamily="18" charset="-120"/>
                        </a:rPr>
                        <a:t>Client side</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dirty="0">
                          <a:ln>
                            <a:noFill/>
                          </a:ln>
                          <a:solidFill>
                            <a:schemeClr val="tx1"/>
                          </a:solidFill>
                          <a:effectLst/>
                          <a:latin typeface="Calibri" pitchFamily="34" charset="0"/>
                          <a:ea typeface="新細明體" pitchFamily="18" charset="-120"/>
                        </a:rPr>
                        <a:t>Server side</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320675">
                <a:tc gridSpan="2">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socket()</a:t>
                      </a:r>
                    </a:p>
                  </a:txBody>
                  <a:tcPr marT="91440" marB="9144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hMerge="1">
                  <a:txBody>
                    <a:bodyPr/>
                    <a:lstStyle/>
                    <a:p>
                      <a:endParaRPr lang="en-US"/>
                    </a:p>
                  </a:txBody>
                  <a:tcPr/>
                </a:tc>
                <a:extLst>
                  <a:ext uri="{0D108BD9-81ED-4DB2-BD59-A6C34878D82A}">
                    <a16:rowId xmlns:a16="http://schemas.microsoft.com/office/drawing/2014/main" val="10002"/>
                  </a:ext>
                </a:extLst>
              </a:tr>
              <a:tr h="3206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bind()*</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bind()</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3206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connect()</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dirty="0">
                          <a:ln>
                            <a:noFill/>
                          </a:ln>
                          <a:solidFill>
                            <a:schemeClr val="tx1"/>
                          </a:solidFill>
                          <a:effectLst/>
                          <a:latin typeface="Consolas" pitchFamily="49" charset="0"/>
                          <a:ea typeface="新細明體" pitchFamily="18" charset="-120"/>
                        </a:rPr>
                        <a:t>listen() and accept()</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4"/>
                  </a:ext>
                </a:extLst>
              </a:tr>
            </a:tbl>
          </a:graphicData>
        </a:graphic>
      </p:graphicFrame>
      <p:sp>
        <p:nvSpPr>
          <p:cNvPr id="26" name="Text Box 23">
            <a:extLst>
              <a:ext uri="{FF2B5EF4-FFF2-40B4-BE49-F238E27FC236}">
                <a16:creationId xmlns:a16="http://schemas.microsoft.com/office/drawing/2014/main" id="{7A54562F-34E2-483C-B5CF-18BB05D38594}"/>
              </a:ext>
            </a:extLst>
          </p:cNvPr>
          <p:cNvSpPr txBox="1">
            <a:spLocks noChangeArrowheads="1"/>
          </p:cNvSpPr>
          <p:nvPr/>
        </p:nvSpPr>
        <p:spPr bwMode="auto">
          <a:xfrm>
            <a:off x="9289473" y="6553200"/>
            <a:ext cx="1624013" cy="284163"/>
          </a:xfrm>
          <a:prstGeom prst="rect">
            <a:avLst/>
          </a:prstGeom>
          <a:noFill/>
          <a:ln w="9525">
            <a:solidFill>
              <a:schemeClr val="tx1"/>
            </a:solidFill>
            <a:miter lim="800000"/>
            <a:headEnd/>
            <a:tailEnd/>
          </a:ln>
        </p:spPr>
        <p:txBody>
          <a:bodyPr wrap="none">
            <a:spAutoFit/>
          </a:bodyPr>
          <a:lstStyle/>
          <a:p>
            <a:r>
              <a:rPr lang="en-US" altLang="zh-TW" sz="1200" b="1">
                <a:latin typeface="Consolas" pitchFamily="49" charset="0"/>
              </a:rPr>
              <a:t>* means optional.</a:t>
            </a:r>
          </a:p>
        </p:txBody>
      </p:sp>
      <p:sp>
        <p:nvSpPr>
          <p:cNvPr id="28" name="Text Box 25">
            <a:extLst>
              <a:ext uri="{FF2B5EF4-FFF2-40B4-BE49-F238E27FC236}">
                <a16:creationId xmlns:a16="http://schemas.microsoft.com/office/drawing/2014/main" id="{B349E0B2-B1CC-4E2B-8A05-26F655F0CC74}"/>
              </a:ext>
            </a:extLst>
          </p:cNvPr>
          <p:cNvSpPr txBox="1">
            <a:spLocks noChangeArrowheads="1"/>
          </p:cNvSpPr>
          <p:nvPr/>
        </p:nvSpPr>
        <p:spPr bwMode="auto">
          <a:xfrm>
            <a:off x="3879273" y="173196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socket()</a:t>
            </a:r>
          </a:p>
        </p:txBody>
      </p:sp>
      <p:sp>
        <p:nvSpPr>
          <p:cNvPr id="29" name="Text Box 26">
            <a:extLst>
              <a:ext uri="{FF2B5EF4-FFF2-40B4-BE49-F238E27FC236}">
                <a16:creationId xmlns:a16="http://schemas.microsoft.com/office/drawing/2014/main" id="{5F967E97-62E0-49CC-9B1F-80CF9AFA4616}"/>
              </a:ext>
            </a:extLst>
          </p:cNvPr>
          <p:cNvSpPr txBox="1">
            <a:spLocks noChangeArrowheads="1"/>
          </p:cNvSpPr>
          <p:nvPr/>
        </p:nvSpPr>
        <p:spPr bwMode="auto">
          <a:xfrm>
            <a:off x="7613073" y="1731963"/>
            <a:ext cx="1322388"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connect()</a:t>
            </a:r>
          </a:p>
        </p:txBody>
      </p:sp>
      <p:sp>
        <p:nvSpPr>
          <p:cNvPr id="30" name="Text Box 27">
            <a:extLst>
              <a:ext uri="{FF2B5EF4-FFF2-40B4-BE49-F238E27FC236}">
                <a16:creationId xmlns:a16="http://schemas.microsoft.com/office/drawing/2014/main" id="{36394CA4-56E8-4F71-BF9C-8942D3D99C29}"/>
              </a:ext>
            </a:extLst>
          </p:cNvPr>
          <p:cNvSpPr txBox="1">
            <a:spLocks noChangeArrowheads="1"/>
          </p:cNvSpPr>
          <p:nvPr/>
        </p:nvSpPr>
        <p:spPr bwMode="auto">
          <a:xfrm>
            <a:off x="10045123" y="1579563"/>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read()</a:t>
            </a:r>
          </a:p>
        </p:txBody>
      </p:sp>
      <p:sp>
        <p:nvSpPr>
          <p:cNvPr id="31" name="Text Box 28">
            <a:extLst>
              <a:ext uri="{FF2B5EF4-FFF2-40B4-BE49-F238E27FC236}">
                <a16:creationId xmlns:a16="http://schemas.microsoft.com/office/drawing/2014/main" id="{4F254A27-E9B8-4605-B129-6E3DCF15A37B}"/>
              </a:ext>
            </a:extLst>
          </p:cNvPr>
          <p:cNvSpPr txBox="1">
            <a:spLocks noChangeArrowheads="1"/>
          </p:cNvSpPr>
          <p:nvPr/>
        </p:nvSpPr>
        <p:spPr bwMode="auto">
          <a:xfrm>
            <a:off x="10197523" y="2193925"/>
            <a:ext cx="1071563"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write()</a:t>
            </a:r>
          </a:p>
        </p:txBody>
      </p:sp>
      <p:sp>
        <p:nvSpPr>
          <p:cNvPr id="32" name="Line 29">
            <a:extLst>
              <a:ext uri="{FF2B5EF4-FFF2-40B4-BE49-F238E27FC236}">
                <a16:creationId xmlns:a16="http://schemas.microsoft.com/office/drawing/2014/main" id="{EE022D9B-70C9-49F4-867D-EB2F6CE90012}"/>
              </a:ext>
            </a:extLst>
          </p:cNvPr>
          <p:cNvSpPr>
            <a:spLocks noChangeShapeType="1"/>
          </p:cNvSpPr>
          <p:nvPr/>
        </p:nvSpPr>
        <p:spPr bwMode="auto">
          <a:xfrm>
            <a:off x="5250873" y="1898650"/>
            <a:ext cx="457200" cy="0"/>
          </a:xfrm>
          <a:prstGeom prst="line">
            <a:avLst/>
          </a:prstGeom>
          <a:noFill/>
          <a:ln w="9525">
            <a:solidFill>
              <a:schemeClr val="tx1"/>
            </a:solidFill>
            <a:round/>
            <a:headEnd/>
            <a:tailEnd type="triangle" w="med" len="med"/>
          </a:ln>
        </p:spPr>
        <p:txBody>
          <a:bodyPr/>
          <a:lstStyle/>
          <a:p>
            <a:endParaRPr lang="en-US"/>
          </a:p>
        </p:txBody>
      </p:sp>
      <p:sp>
        <p:nvSpPr>
          <p:cNvPr id="33" name="Text Box 30">
            <a:extLst>
              <a:ext uri="{FF2B5EF4-FFF2-40B4-BE49-F238E27FC236}">
                <a16:creationId xmlns:a16="http://schemas.microsoft.com/office/drawing/2014/main" id="{5C981432-1053-4886-994D-96FD62A43136}"/>
              </a:ext>
            </a:extLst>
          </p:cNvPr>
          <p:cNvSpPr txBox="1">
            <a:spLocks noChangeArrowheads="1"/>
          </p:cNvSpPr>
          <p:nvPr/>
        </p:nvSpPr>
        <p:spPr bwMode="auto">
          <a:xfrm>
            <a:off x="5860473" y="1731963"/>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34" name="Line 31">
            <a:extLst>
              <a:ext uri="{FF2B5EF4-FFF2-40B4-BE49-F238E27FC236}">
                <a16:creationId xmlns:a16="http://schemas.microsoft.com/office/drawing/2014/main" id="{D03A8788-6318-45CC-ABD4-27871781EA33}"/>
              </a:ext>
            </a:extLst>
          </p:cNvPr>
          <p:cNvSpPr>
            <a:spLocks noChangeShapeType="1"/>
          </p:cNvSpPr>
          <p:nvPr/>
        </p:nvSpPr>
        <p:spPr bwMode="auto">
          <a:xfrm>
            <a:off x="7003473" y="1898650"/>
            <a:ext cx="457200" cy="0"/>
          </a:xfrm>
          <a:prstGeom prst="line">
            <a:avLst/>
          </a:prstGeom>
          <a:noFill/>
          <a:ln w="9525">
            <a:solidFill>
              <a:schemeClr val="tx1"/>
            </a:solidFill>
            <a:round/>
            <a:headEnd/>
            <a:tailEnd type="triangle" w="med" len="med"/>
          </a:ln>
        </p:spPr>
        <p:txBody>
          <a:bodyPr/>
          <a:lstStyle/>
          <a:p>
            <a:endParaRPr lang="en-US"/>
          </a:p>
        </p:txBody>
      </p:sp>
      <p:sp>
        <p:nvSpPr>
          <p:cNvPr id="35" name="Line 32">
            <a:extLst>
              <a:ext uri="{FF2B5EF4-FFF2-40B4-BE49-F238E27FC236}">
                <a16:creationId xmlns:a16="http://schemas.microsoft.com/office/drawing/2014/main" id="{6BC02E92-741B-4076-9CA5-EE3BF3B45AF2}"/>
              </a:ext>
            </a:extLst>
          </p:cNvPr>
          <p:cNvSpPr>
            <a:spLocks noChangeShapeType="1"/>
          </p:cNvSpPr>
          <p:nvPr/>
        </p:nvSpPr>
        <p:spPr bwMode="auto">
          <a:xfrm flipV="1">
            <a:off x="9137073" y="1746250"/>
            <a:ext cx="838200" cy="152400"/>
          </a:xfrm>
          <a:prstGeom prst="line">
            <a:avLst/>
          </a:prstGeom>
          <a:noFill/>
          <a:ln w="9525">
            <a:solidFill>
              <a:schemeClr val="tx1"/>
            </a:solidFill>
            <a:round/>
            <a:headEnd/>
            <a:tailEnd type="triangle" w="med" len="med"/>
          </a:ln>
        </p:spPr>
        <p:txBody>
          <a:bodyPr/>
          <a:lstStyle/>
          <a:p>
            <a:endParaRPr lang="en-US"/>
          </a:p>
        </p:txBody>
      </p:sp>
      <p:sp>
        <p:nvSpPr>
          <p:cNvPr id="36" name="Line 33">
            <a:extLst>
              <a:ext uri="{FF2B5EF4-FFF2-40B4-BE49-F238E27FC236}">
                <a16:creationId xmlns:a16="http://schemas.microsoft.com/office/drawing/2014/main" id="{02BCE078-78EF-4D78-8F82-5AFC53B73CCD}"/>
              </a:ext>
            </a:extLst>
          </p:cNvPr>
          <p:cNvSpPr>
            <a:spLocks noChangeShapeType="1"/>
          </p:cNvSpPr>
          <p:nvPr/>
        </p:nvSpPr>
        <p:spPr bwMode="auto">
          <a:xfrm>
            <a:off x="9213273" y="1974850"/>
            <a:ext cx="914400" cy="381000"/>
          </a:xfrm>
          <a:prstGeom prst="line">
            <a:avLst/>
          </a:prstGeom>
          <a:noFill/>
          <a:ln w="9525">
            <a:solidFill>
              <a:schemeClr val="tx1"/>
            </a:solidFill>
            <a:round/>
            <a:headEnd/>
            <a:tailEnd type="triangle" w="med" len="med"/>
          </a:ln>
        </p:spPr>
        <p:txBody>
          <a:bodyPr/>
          <a:lstStyle/>
          <a:p>
            <a:endParaRPr lang="en-US"/>
          </a:p>
        </p:txBody>
      </p:sp>
      <p:sp>
        <p:nvSpPr>
          <p:cNvPr id="37" name="Text Box 34">
            <a:extLst>
              <a:ext uri="{FF2B5EF4-FFF2-40B4-BE49-F238E27FC236}">
                <a16:creationId xmlns:a16="http://schemas.microsoft.com/office/drawing/2014/main" id="{54855DA5-3B7B-400A-85BC-4B77A3CAA497}"/>
              </a:ext>
            </a:extLst>
          </p:cNvPr>
          <p:cNvSpPr txBox="1">
            <a:spLocks noChangeArrowheads="1"/>
          </p:cNvSpPr>
          <p:nvPr/>
        </p:nvSpPr>
        <p:spPr bwMode="auto">
          <a:xfrm>
            <a:off x="3803073" y="2427288"/>
            <a:ext cx="1866900" cy="314325"/>
          </a:xfrm>
          <a:prstGeom prst="rect">
            <a:avLst/>
          </a:prstGeom>
          <a:solidFill>
            <a:schemeClr val="bg1"/>
          </a:solidFill>
          <a:ln w="9525">
            <a:solidFill>
              <a:srgbClr val="FF3300"/>
            </a:solidFill>
            <a:miter lim="800000"/>
            <a:headEnd/>
            <a:tailEnd/>
          </a:ln>
        </p:spPr>
        <p:txBody>
          <a:bodyPr wrap="none">
            <a:spAutoFit/>
          </a:bodyPr>
          <a:lstStyle/>
          <a:p>
            <a:r>
              <a:rPr lang="en-US" altLang="zh-TW" sz="1400" b="1">
                <a:latin typeface="Consolas" pitchFamily="49" charset="0"/>
              </a:rPr>
              <a:t>Client flow chart</a:t>
            </a:r>
          </a:p>
        </p:txBody>
      </p:sp>
      <p:sp>
        <p:nvSpPr>
          <p:cNvPr id="39" name="Text Box 35">
            <a:extLst>
              <a:ext uri="{FF2B5EF4-FFF2-40B4-BE49-F238E27FC236}">
                <a16:creationId xmlns:a16="http://schemas.microsoft.com/office/drawing/2014/main" id="{0BA18B2A-53F2-429B-94D1-4347D91C8727}"/>
              </a:ext>
            </a:extLst>
          </p:cNvPr>
          <p:cNvSpPr txBox="1">
            <a:spLocks noChangeArrowheads="1"/>
          </p:cNvSpPr>
          <p:nvPr/>
        </p:nvSpPr>
        <p:spPr bwMode="auto">
          <a:xfrm>
            <a:off x="3710998" y="3205163"/>
            <a:ext cx="4054475" cy="677862"/>
          </a:xfrm>
          <a:prstGeom prst="rect">
            <a:avLst/>
          </a:prstGeom>
          <a:solidFill>
            <a:schemeClr val="bg1"/>
          </a:solidFill>
          <a:ln w="9525">
            <a:solidFill>
              <a:srgbClr val="000000"/>
            </a:solidFill>
            <a:miter lim="800000"/>
            <a:headEnd/>
            <a:tailEnd/>
          </a:ln>
          <a:effectLst/>
        </p:spPr>
        <p:txBody>
          <a:bodyPr tIns="91440" bIns="91440">
            <a:spAutoFit/>
          </a:bodyPr>
          <a:lstStyle/>
          <a:p>
            <a:pPr fontAlgn="auto">
              <a:spcBef>
                <a:spcPts val="0"/>
              </a:spcBef>
              <a:spcAft>
                <a:spcPts val="0"/>
              </a:spcAft>
              <a:defRPr/>
            </a:pPr>
            <a:r>
              <a:rPr kumimoji="0" lang="en-US" altLang="zh-TW" sz="1600" kern="0" dirty="0">
                <a:solidFill>
                  <a:sysClr val="windowText" lastClr="000000"/>
                </a:solidFill>
                <a:latin typeface="Calibri" pitchFamily="34" charset="0"/>
              </a:rPr>
              <a:t>Step (1). </a:t>
            </a:r>
            <a:r>
              <a:rPr kumimoji="0" lang="en-US" altLang="zh-TW" sz="1600" b="1" kern="0" dirty="0">
                <a:solidFill>
                  <a:sysClr val="windowText" lastClr="000000"/>
                </a:solidFill>
                <a:latin typeface="Calibri" pitchFamily="34" charset="0"/>
              </a:rPr>
              <a:t>socket()</a:t>
            </a:r>
            <a:endParaRPr kumimoji="0" lang="en-US" altLang="zh-TW" sz="1600" kern="0" dirty="0">
              <a:solidFill>
                <a:sysClr val="windowText" lastClr="000000"/>
              </a:solidFill>
              <a:latin typeface="Calibri" pitchFamily="34" charset="0"/>
            </a:endParaRPr>
          </a:p>
          <a:p>
            <a:pPr fontAlgn="auto">
              <a:spcBef>
                <a:spcPts val="0"/>
              </a:spcBef>
              <a:spcAft>
                <a:spcPts val="0"/>
              </a:spcAft>
              <a:defRPr/>
            </a:pPr>
            <a:r>
              <a:rPr kumimoji="0" lang="en-US" altLang="zh-TW" sz="1600" kern="0" dirty="0">
                <a:solidFill>
                  <a:sysClr val="windowText" lastClr="000000"/>
                </a:solidFill>
                <a:latin typeface="Calibri" pitchFamily="34" charset="0"/>
              </a:rPr>
              <a:t>- Create a socket.</a:t>
            </a:r>
          </a:p>
        </p:txBody>
      </p:sp>
      <p:sp>
        <p:nvSpPr>
          <p:cNvPr id="40" name="Text Box 38">
            <a:extLst>
              <a:ext uri="{FF2B5EF4-FFF2-40B4-BE49-F238E27FC236}">
                <a16:creationId xmlns:a16="http://schemas.microsoft.com/office/drawing/2014/main" id="{4FD705B2-E615-4486-8E51-8D9E89067FCE}"/>
              </a:ext>
            </a:extLst>
          </p:cNvPr>
          <p:cNvSpPr txBox="1">
            <a:spLocks noChangeArrowheads="1"/>
          </p:cNvSpPr>
          <p:nvPr/>
        </p:nvSpPr>
        <p:spPr bwMode="auto">
          <a:xfrm>
            <a:off x="3726873" y="4029075"/>
            <a:ext cx="4054475" cy="1169988"/>
          </a:xfrm>
          <a:prstGeom prst="rect">
            <a:avLst/>
          </a:prstGeom>
          <a:solidFill>
            <a:schemeClr val="bg1"/>
          </a:solidFill>
          <a:ln w="9525">
            <a:solidFill>
              <a:srgbClr val="000000"/>
            </a:solidFill>
            <a:miter lim="800000"/>
            <a:headEnd/>
            <a:tailEnd/>
          </a:ln>
          <a:effectLst/>
        </p:spPr>
        <p:txBody>
          <a:bodyPr tIns="91440" bIns="91440">
            <a:spAutoFit/>
          </a:bodyPr>
          <a:lstStyle/>
          <a:p>
            <a:pPr fontAlgn="auto">
              <a:spcBef>
                <a:spcPts val="0"/>
              </a:spcBef>
              <a:spcAft>
                <a:spcPts val="0"/>
              </a:spcAft>
              <a:defRPr/>
            </a:pPr>
            <a:r>
              <a:rPr kumimoji="0" lang="en-US" altLang="zh-TW" sz="1600" kern="0" dirty="0">
                <a:solidFill>
                  <a:sysClr val="windowText" lastClr="000000"/>
                </a:solidFill>
                <a:latin typeface="Calibri" pitchFamily="34" charset="0"/>
              </a:rPr>
              <a:t>Step (2). </a:t>
            </a:r>
            <a:r>
              <a:rPr kumimoji="0" lang="en-US" altLang="zh-TW" sz="1600" b="1" kern="0" dirty="0">
                <a:solidFill>
                  <a:sysClr val="windowText" lastClr="000000"/>
                </a:solidFill>
                <a:latin typeface="Calibri" pitchFamily="34" charset="0"/>
              </a:rPr>
              <a:t>bind() [optional]</a:t>
            </a:r>
            <a:endParaRPr kumimoji="0" lang="en-US" altLang="zh-TW" sz="1600" kern="0" dirty="0">
              <a:solidFill>
                <a:sysClr val="windowText" lastClr="000000"/>
              </a:solidFill>
              <a:latin typeface="Calibri" pitchFamily="34" charset="0"/>
            </a:endParaRPr>
          </a:p>
          <a:p>
            <a:pPr fontAlgn="auto">
              <a:spcBef>
                <a:spcPts val="0"/>
              </a:spcBef>
              <a:spcAft>
                <a:spcPts val="0"/>
              </a:spcAft>
              <a:defRPr/>
            </a:pPr>
            <a:r>
              <a:rPr kumimoji="0" lang="en-US" altLang="zh-TW" sz="1600" kern="0" dirty="0">
                <a:solidFill>
                  <a:sysClr val="windowText" lastClr="000000"/>
                </a:solidFill>
                <a:latin typeface="Calibri" pitchFamily="34" charset="0"/>
              </a:rPr>
              <a:t>- Assign the socket a port number.</a:t>
            </a:r>
          </a:p>
          <a:p>
            <a:pPr fontAlgn="auto">
              <a:spcBef>
                <a:spcPts val="0"/>
              </a:spcBef>
              <a:spcAft>
                <a:spcPts val="0"/>
              </a:spcAft>
              <a:defRPr/>
            </a:pPr>
            <a:r>
              <a:rPr kumimoji="0" lang="en-US" altLang="zh-TW" sz="1600" kern="0" dirty="0">
                <a:solidFill>
                  <a:sysClr val="windowText" lastClr="000000"/>
                </a:solidFill>
                <a:latin typeface="Calibri" pitchFamily="34" charset="0"/>
              </a:rPr>
              <a:t>- Skip this step and will have a random port number assigned.</a:t>
            </a:r>
          </a:p>
        </p:txBody>
      </p:sp>
      <p:sp>
        <p:nvSpPr>
          <p:cNvPr id="41" name="Text Box 39">
            <a:extLst>
              <a:ext uri="{FF2B5EF4-FFF2-40B4-BE49-F238E27FC236}">
                <a16:creationId xmlns:a16="http://schemas.microsoft.com/office/drawing/2014/main" id="{425660A0-F0FC-4EAD-8E96-5425A334D0A0}"/>
              </a:ext>
            </a:extLst>
          </p:cNvPr>
          <p:cNvSpPr txBox="1">
            <a:spLocks noChangeArrowheads="1"/>
          </p:cNvSpPr>
          <p:nvPr/>
        </p:nvSpPr>
        <p:spPr bwMode="auto">
          <a:xfrm>
            <a:off x="3726873" y="5327650"/>
            <a:ext cx="4054475" cy="923925"/>
          </a:xfrm>
          <a:prstGeom prst="rect">
            <a:avLst/>
          </a:prstGeom>
          <a:solidFill>
            <a:schemeClr val="bg1"/>
          </a:solidFill>
          <a:ln w="9525">
            <a:solidFill>
              <a:srgbClr val="000000"/>
            </a:solidFill>
            <a:miter lim="800000"/>
            <a:headEnd/>
            <a:tailEnd/>
          </a:ln>
          <a:effectLst/>
        </p:spPr>
        <p:txBody>
          <a:bodyPr tIns="91440" bIns="91440">
            <a:spAutoFit/>
          </a:bodyPr>
          <a:lstStyle/>
          <a:p>
            <a:pPr fontAlgn="auto">
              <a:spcBef>
                <a:spcPts val="0"/>
              </a:spcBef>
              <a:spcAft>
                <a:spcPts val="0"/>
              </a:spcAft>
              <a:defRPr/>
            </a:pPr>
            <a:r>
              <a:rPr kumimoji="0" lang="en-US" altLang="zh-TW" sz="1600" kern="0" dirty="0">
                <a:solidFill>
                  <a:sysClr val="windowText" lastClr="000000"/>
                </a:solidFill>
                <a:latin typeface="Calibri" pitchFamily="34" charset="0"/>
              </a:rPr>
              <a:t>Step (3). </a:t>
            </a:r>
            <a:r>
              <a:rPr kumimoji="0" lang="en-US" altLang="zh-TW" sz="1600" b="1" kern="0" dirty="0">
                <a:solidFill>
                  <a:sysClr val="windowText" lastClr="000000"/>
                </a:solidFill>
                <a:latin typeface="Calibri" pitchFamily="34" charset="0"/>
              </a:rPr>
              <a:t>connect()</a:t>
            </a:r>
            <a:endParaRPr kumimoji="0" lang="en-US" altLang="zh-TW" sz="1600" kern="0" dirty="0">
              <a:solidFill>
                <a:sysClr val="windowText" lastClr="000000"/>
              </a:solidFill>
              <a:latin typeface="Calibri" pitchFamily="34" charset="0"/>
            </a:endParaRPr>
          </a:p>
          <a:p>
            <a:pPr fontAlgn="auto">
              <a:spcBef>
                <a:spcPts val="0"/>
              </a:spcBef>
              <a:spcAft>
                <a:spcPts val="0"/>
              </a:spcAft>
              <a:defRPr/>
            </a:pPr>
            <a:r>
              <a:rPr kumimoji="0" lang="en-US" altLang="zh-TW" sz="1600" kern="0" dirty="0">
                <a:solidFill>
                  <a:sysClr val="windowText" lastClr="000000"/>
                </a:solidFill>
                <a:latin typeface="Calibri" pitchFamily="34" charset="0"/>
              </a:rPr>
              <a:t>- Connect to the remote server.</a:t>
            </a:r>
          </a:p>
          <a:p>
            <a:pPr fontAlgn="auto">
              <a:spcBef>
                <a:spcPts val="0"/>
              </a:spcBef>
              <a:spcAft>
                <a:spcPts val="0"/>
              </a:spcAft>
              <a:defRPr/>
            </a:pPr>
            <a:r>
              <a:rPr kumimoji="0" lang="en-US" altLang="zh-TW" sz="1600" kern="0" dirty="0">
                <a:solidFill>
                  <a:sysClr val="windowText" lastClr="000000"/>
                </a:solidFill>
                <a:latin typeface="Calibri" pitchFamily="34" charset="0"/>
              </a:rPr>
              <a:t>- It is a blocking system call.</a:t>
            </a:r>
          </a:p>
        </p:txBody>
      </p:sp>
      <p:sp>
        <p:nvSpPr>
          <p:cNvPr id="42" name="Text Box 40">
            <a:extLst>
              <a:ext uri="{FF2B5EF4-FFF2-40B4-BE49-F238E27FC236}">
                <a16:creationId xmlns:a16="http://schemas.microsoft.com/office/drawing/2014/main" id="{B79A84F8-8051-49DE-BB9D-732F6E45B1CB}"/>
              </a:ext>
            </a:extLst>
          </p:cNvPr>
          <p:cNvSpPr txBox="1">
            <a:spLocks noChangeArrowheads="1"/>
          </p:cNvSpPr>
          <p:nvPr/>
        </p:nvSpPr>
        <p:spPr bwMode="auto">
          <a:xfrm>
            <a:off x="8527473" y="3111500"/>
            <a:ext cx="2500313" cy="830263"/>
          </a:xfrm>
          <a:prstGeom prst="rect">
            <a:avLst/>
          </a:prstGeom>
          <a:noFill/>
          <a:ln w="9525">
            <a:noFill/>
            <a:miter lim="800000"/>
            <a:headEnd/>
            <a:tailEnd/>
          </a:ln>
          <a:effectLst/>
        </p:spPr>
        <p:txBody>
          <a:bodyPr wrap="none">
            <a:spAutoFit/>
          </a:bodyPr>
          <a:lstStyle/>
          <a:p>
            <a:pPr fontAlgn="auto">
              <a:spcBef>
                <a:spcPts val="0"/>
              </a:spcBef>
              <a:spcAft>
                <a:spcPts val="0"/>
              </a:spcAft>
              <a:defRPr/>
            </a:pPr>
            <a:r>
              <a:rPr kumimoji="0" lang="en-US" altLang="zh-TW" sz="1600" b="1" kern="0">
                <a:solidFill>
                  <a:sysClr val="windowText" lastClr="000000"/>
                </a:solidFill>
                <a:latin typeface="Calibri" pitchFamily="34" charset="0"/>
              </a:rPr>
              <a:t>read()</a:t>
            </a:r>
            <a:r>
              <a:rPr kumimoji="0" lang="en-US" altLang="zh-TW" sz="1600" kern="0">
                <a:solidFill>
                  <a:sysClr val="windowText" lastClr="000000"/>
                </a:solidFill>
                <a:latin typeface="Calibri" pitchFamily="34" charset="0"/>
              </a:rPr>
              <a:t> – to receive data.</a:t>
            </a:r>
          </a:p>
          <a:p>
            <a:pPr fontAlgn="auto">
              <a:spcBef>
                <a:spcPts val="0"/>
              </a:spcBef>
              <a:spcAft>
                <a:spcPts val="0"/>
              </a:spcAft>
              <a:defRPr/>
            </a:pPr>
            <a:r>
              <a:rPr kumimoji="0" lang="en-US" altLang="zh-TW" sz="1600" b="1" kern="0">
                <a:solidFill>
                  <a:sysClr val="windowText" lastClr="000000"/>
                </a:solidFill>
                <a:latin typeface="Calibri" pitchFamily="34" charset="0"/>
              </a:rPr>
              <a:t>write()</a:t>
            </a:r>
            <a:r>
              <a:rPr kumimoji="0" lang="en-US" altLang="zh-TW" sz="1600" kern="0">
                <a:solidFill>
                  <a:sysClr val="windowText" lastClr="000000"/>
                </a:solidFill>
                <a:latin typeface="Calibri" pitchFamily="34" charset="0"/>
              </a:rPr>
              <a:t> – to send data.</a:t>
            </a:r>
          </a:p>
          <a:p>
            <a:pPr fontAlgn="auto">
              <a:spcBef>
                <a:spcPts val="0"/>
              </a:spcBef>
              <a:spcAft>
                <a:spcPts val="0"/>
              </a:spcAft>
              <a:defRPr/>
            </a:pPr>
            <a:r>
              <a:rPr kumimoji="0" lang="en-US" altLang="zh-TW" sz="1600" b="1" kern="0">
                <a:solidFill>
                  <a:sysClr val="windowText" lastClr="000000"/>
                </a:solidFill>
                <a:latin typeface="Calibri" pitchFamily="34" charset="0"/>
              </a:rPr>
              <a:t>close()</a:t>
            </a:r>
            <a:r>
              <a:rPr kumimoji="0" lang="en-US" altLang="zh-TW" sz="1600" kern="0">
                <a:solidFill>
                  <a:sysClr val="windowText" lastClr="000000"/>
                </a:solidFill>
                <a:latin typeface="Calibri" pitchFamily="34" charset="0"/>
              </a:rPr>
              <a:t> – to close the socket</a:t>
            </a:r>
          </a:p>
        </p:txBody>
      </p:sp>
    </p:spTree>
    <p:extLst>
      <p:ext uri="{BB962C8B-B14F-4D97-AF65-F5344CB8AC3E}">
        <p14:creationId xmlns:p14="http://schemas.microsoft.com/office/powerpoint/2010/main" val="22790247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b="1" dirty="0"/>
              <a:t>Socket Programming: Server Side</a:t>
            </a:r>
          </a:p>
        </p:txBody>
      </p:sp>
      <p:pic>
        <p:nvPicPr>
          <p:cNvPr id="4" name="Content Placeholder 3">
            <a:extLst>
              <a:ext uri="{FF2B5EF4-FFF2-40B4-BE49-F238E27FC236}">
                <a16:creationId xmlns:a16="http://schemas.microsoft.com/office/drawing/2014/main" id="{E1F1B7FF-0FBF-3D45-81DD-BA45BC44D742}"/>
              </a:ext>
            </a:extLst>
          </p:cNvPr>
          <p:cNvPicPr>
            <a:picLocks noGrp="1" noChangeAspect="1"/>
          </p:cNvPicPr>
          <p:nvPr>
            <p:ph idx="1"/>
          </p:nvPr>
        </p:nvPicPr>
        <p:blipFill>
          <a:blip r:embed="rId3"/>
          <a:stretch>
            <a:fillRect/>
          </a:stretch>
        </p:blipFill>
        <p:spPr>
          <a:xfrm>
            <a:off x="744919" y="1555113"/>
            <a:ext cx="1863856" cy="4824100"/>
          </a:xfrm>
          <a:prstGeom prst="rect">
            <a:avLst/>
          </a:prstGeom>
        </p:spPr>
      </p:pic>
      <p:graphicFrame>
        <p:nvGraphicFramePr>
          <p:cNvPr id="6" name="Group 4">
            <a:extLst>
              <a:ext uri="{FF2B5EF4-FFF2-40B4-BE49-F238E27FC236}">
                <a16:creationId xmlns:a16="http://schemas.microsoft.com/office/drawing/2014/main" id="{5EE5234C-2895-47D5-BEE5-B6EAF2F4F088}"/>
              </a:ext>
            </a:extLst>
          </p:cNvPr>
          <p:cNvGraphicFramePr>
            <a:graphicFrameLocks noGrp="1"/>
          </p:cNvGraphicFramePr>
          <p:nvPr/>
        </p:nvGraphicFramePr>
        <p:xfrm>
          <a:off x="8548688" y="4102101"/>
          <a:ext cx="3505200" cy="2377440"/>
        </p:xfrm>
        <a:graphic>
          <a:graphicData uri="http://schemas.openxmlformats.org/drawingml/2006/table">
            <a:tbl>
              <a:tblPr/>
              <a:tblGrid>
                <a:gridCol w="17526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tblGrid>
              <a:tr h="320675">
                <a:tc gridSpan="2">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dirty="0">
                          <a:ln>
                            <a:noFill/>
                          </a:ln>
                          <a:solidFill>
                            <a:schemeClr val="tx1"/>
                          </a:solidFill>
                          <a:effectLst/>
                          <a:latin typeface="Calibri" pitchFamily="34" charset="0"/>
                          <a:ea typeface="新細明體" pitchFamily="18" charset="-120"/>
                        </a:rPr>
                        <a:t>Important System calls</a:t>
                      </a:r>
                    </a:p>
                  </a:txBody>
                  <a:tcPr marT="91440" marB="9144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hMerge="1">
                  <a:txBody>
                    <a:bodyPr/>
                    <a:lstStyle/>
                    <a:p>
                      <a:endParaRPr lang="en-US"/>
                    </a:p>
                  </a:txBody>
                  <a:tcPr/>
                </a:tc>
                <a:extLst>
                  <a:ext uri="{0D108BD9-81ED-4DB2-BD59-A6C34878D82A}">
                    <a16:rowId xmlns:a16="http://schemas.microsoft.com/office/drawing/2014/main" val="10000"/>
                  </a:ext>
                </a:extLst>
              </a:tr>
              <a:tr h="31908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alibri" pitchFamily="34" charset="0"/>
                          <a:ea typeface="新細明體" pitchFamily="18" charset="-120"/>
                        </a:rPr>
                        <a:t>Client side</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dirty="0">
                          <a:ln>
                            <a:noFill/>
                          </a:ln>
                          <a:solidFill>
                            <a:schemeClr val="tx1"/>
                          </a:solidFill>
                          <a:effectLst/>
                          <a:latin typeface="Calibri" pitchFamily="34" charset="0"/>
                          <a:ea typeface="新細明體" pitchFamily="18" charset="-120"/>
                        </a:rPr>
                        <a:t>Server side</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r h="320675">
                <a:tc gridSpan="2">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socket()</a:t>
                      </a:r>
                    </a:p>
                  </a:txBody>
                  <a:tcPr marT="91440" marB="9144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hMerge="1">
                  <a:txBody>
                    <a:bodyPr/>
                    <a:lstStyle/>
                    <a:p>
                      <a:endParaRPr lang="en-US"/>
                    </a:p>
                  </a:txBody>
                  <a:tcPr/>
                </a:tc>
                <a:extLst>
                  <a:ext uri="{0D108BD9-81ED-4DB2-BD59-A6C34878D82A}">
                    <a16:rowId xmlns:a16="http://schemas.microsoft.com/office/drawing/2014/main" val="10002"/>
                  </a:ext>
                </a:extLst>
              </a:tr>
              <a:tr h="3206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bind()*</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bind()</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3"/>
                  </a:ext>
                </a:extLst>
              </a:tr>
              <a:tr h="3206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connect()</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dirty="0">
                          <a:ln>
                            <a:noFill/>
                          </a:ln>
                          <a:solidFill>
                            <a:schemeClr val="tx1"/>
                          </a:solidFill>
                          <a:effectLst/>
                          <a:latin typeface="Consolas" pitchFamily="49" charset="0"/>
                          <a:ea typeface="新細明體" pitchFamily="18" charset="-120"/>
                        </a:rPr>
                        <a:t>listen() and accept()</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4"/>
                  </a:ext>
                </a:extLst>
              </a:tr>
            </a:tbl>
          </a:graphicData>
        </a:graphic>
      </p:graphicFrame>
      <p:sp>
        <p:nvSpPr>
          <p:cNvPr id="8" name="Text Box 25">
            <a:extLst>
              <a:ext uri="{FF2B5EF4-FFF2-40B4-BE49-F238E27FC236}">
                <a16:creationId xmlns:a16="http://schemas.microsoft.com/office/drawing/2014/main" id="{70714A64-A22E-499D-A5F9-BAEE59F850BF}"/>
              </a:ext>
            </a:extLst>
          </p:cNvPr>
          <p:cNvSpPr txBox="1">
            <a:spLocks noChangeArrowheads="1"/>
          </p:cNvSpPr>
          <p:nvPr/>
        </p:nvSpPr>
        <p:spPr bwMode="auto">
          <a:xfrm>
            <a:off x="4129088" y="1743076"/>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dirty="0">
                <a:latin typeface="Consolas" pitchFamily="49" charset="0"/>
              </a:rPr>
              <a:t>socket()</a:t>
            </a:r>
          </a:p>
        </p:txBody>
      </p:sp>
      <p:sp>
        <p:nvSpPr>
          <p:cNvPr id="9" name="Text Box 26">
            <a:extLst>
              <a:ext uri="{FF2B5EF4-FFF2-40B4-BE49-F238E27FC236}">
                <a16:creationId xmlns:a16="http://schemas.microsoft.com/office/drawing/2014/main" id="{AAB19A18-9873-4911-BFDE-D5B965E362FC}"/>
              </a:ext>
            </a:extLst>
          </p:cNvPr>
          <p:cNvSpPr txBox="1">
            <a:spLocks noChangeArrowheads="1"/>
          </p:cNvSpPr>
          <p:nvPr/>
        </p:nvSpPr>
        <p:spPr bwMode="auto">
          <a:xfrm>
            <a:off x="7862888" y="1743076"/>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listen()</a:t>
            </a:r>
          </a:p>
        </p:txBody>
      </p:sp>
      <p:sp>
        <p:nvSpPr>
          <p:cNvPr id="10" name="Text Box 27">
            <a:extLst>
              <a:ext uri="{FF2B5EF4-FFF2-40B4-BE49-F238E27FC236}">
                <a16:creationId xmlns:a16="http://schemas.microsoft.com/office/drawing/2014/main" id="{CF6365C8-AAD7-4AC0-926D-27E0580F5FDD}"/>
              </a:ext>
            </a:extLst>
          </p:cNvPr>
          <p:cNvSpPr txBox="1">
            <a:spLocks noChangeArrowheads="1"/>
          </p:cNvSpPr>
          <p:nvPr/>
        </p:nvSpPr>
        <p:spPr bwMode="auto">
          <a:xfrm>
            <a:off x="10599738" y="1762126"/>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read()</a:t>
            </a:r>
          </a:p>
        </p:txBody>
      </p:sp>
      <p:sp>
        <p:nvSpPr>
          <p:cNvPr id="11" name="Text Box 28">
            <a:extLst>
              <a:ext uri="{FF2B5EF4-FFF2-40B4-BE49-F238E27FC236}">
                <a16:creationId xmlns:a16="http://schemas.microsoft.com/office/drawing/2014/main" id="{8E3C78D9-C6DE-4941-94EF-0B59567E29D9}"/>
              </a:ext>
            </a:extLst>
          </p:cNvPr>
          <p:cNvSpPr txBox="1">
            <a:spLocks noChangeArrowheads="1"/>
          </p:cNvSpPr>
          <p:nvPr/>
        </p:nvSpPr>
        <p:spPr bwMode="auto">
          <a:xfrm>
            <a:off x="10752138" y="2371726"/>
            <a:ext cx="1071563"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write()</a:t>
            </a:r>
          </a:p>
        </p:txBody>
      </p:sp>
      <p:sp>
        <p:nvSpPr>
          <p:cNvPr id="12" name="Line 29">
            <a:extLst>
              <a:ext uri="{FF2B5EF4-FFF2-40B4-BE49-F238E27FC236}">
                <a16:creationId xmlns:a16="http://schemas.microsoft.com/office/drawing/2014/main" id="{0DE6630A-B88D-4468-AE78-131AE81A15AB}"/>
              </a:ext>
            </a:extLst>
          </p:cNvPr>
          <p:cNvSpPr>
            <a:spLocks noChangeShapeType="1"/>
          </p:cNvSpPr>
          <p:nvPr/>
        </p:nvSpPr>
        <p:spPr bwMode="auto">
          <a:xfrm>
            <a:off x="5500688" y="1909763"/>
            <a:ext cx="457200" cy="0"/>
          </a:xfrm>
          <a:prstGeom prst="line">
            <a:avLst/>
          </a:prstGeom>
          <a:noFill/>
          <a:ln w="9525">
            <a:solidFill>
              <a:schemeClr val="tx1"/>
            </a:solidFill>
            <a:round/>
            <a:headEnd/>
            <a:tailEnd type="triangle" w="med" len="med"/>
          </a:ln>
        </p:spPr>
        <p:txBody>
          <a:bodyPr/>
          <a:lstStyle/>
          <a:p>
            <a:endParaRPr lang="en-US"/>
          </a:p>
        </p:txBody>
      </p:sp>
      <p:sp>
        <p:nvSpPr>
          <p:cNvPr id="13" name="Text Box 30">
            <a:extLst>
              <a:ext uri="{FF2B5EF4-FFF2-40B4-BE49-F238E27FC236}">
                <a16:creationId xmlns:a16="http://schemas.microsoft.com/office/drawing/2014/main" id="{6E1491DA-84FF-46FE-BA55-02D6CCEFAE98}"/>
              </a:ext>
            </a:extLst>
          </p:cNvPr>
          <p:cNvSpPr txBox="1">
            <a:spLocks noChangeArrowheads="1"/>
          </p:cNvSpPr>
          <p:nvPr/>
        </p:nvSpPr>
        <p:spPr bwMode="auto">
          <a:xfrm>
            <a:off x="6110288" y="1743076"/>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14" name="Line 31">
            <a:extLst>
              <a:ext uri="{FF2B5EF4-FFF2-40B4-BE49-F238E27FC236}">
                <a16:creationId xmlns:a16="http://schemas.microsoft.com/office/drawing/2014/main" id="{74017E5F-A164-46D4-BAF4-B71F5C6CDFFB}"/>
              </a:ext>
            </a:extLst>
          </p:cNvPr>
          <p:cNvSpPr>
            <a:spLocks noChangeShapeType="1"/>
          </p:cNvSpPr>
          <p:nvPr/>
        </p:nvSpPr>
        <p:spPr bwMode="auto">
          <a:xfrm>
            <a:off x="7253288" y="1909763"/>
            <a:ext cx="457200" cy="0"/>
          </a:xfrm>
          <a:prstGeom prst="line">
            <a:avLst/>
          </a:prstGeom>
          <a:noFill/>
          <a:ln w="9525">
            <a:solidFill>
              <a:schemeClr val="tx1"/>
            </a:solidFill>
            <a:round/>
            <a:headEnd/>
            <a:tailEnd type="triangle" w="med" len="med"/>
          </a:ln>
        </p:spPr>
        <p:txBody>
          <a:bodyPr/>
          <a:lstStyle/>
          <a:p>
            <a:endParaRPr lang="en-US"/>
          </a:p>
        </p:txBody>
      </p:sp>
      <p:sp>
        <p:nvSpPr>
          <p:cNvPr id="15" name="Line 32">
            <a:extLst>
              <a:ext uri="{FF2B5EF4-FFF2-40B4-BE49-F238E27FC236}">
                <a16:creationId xmlns:a16="http://schemas.microsoft.com/office/drawing/2014/main" id="{D4D59AC5-37F2-42FD-86C4-59E687C70423}"/>
              </a:ext>
            </a:extLst>
          </p:cNvPr>
          <p:cNvSpPr>
            <a:spLocks noChangeShapeType="1"/>
          </p:cNvSpPr>
          <p:nvPr/>
        </p:nvSpPr>
        <p:spPr bwMode="auto">
          <a:xfrm flipV="1">
            <a:off x="9234488" y="1985963"/>
            <a:ext cx="1219200" cy="457200"/>
          </a:xfrm>
          <a:prstGeom prst="line">
            <a:avLst/>
          </a:prstGeom>
          <a:noFill/>
          <a:ln w="9525">
            <a:solidFill>
              <a:schemeClr val="tx1"/>
            </a:solidFill>
            <a:round/>
            <a:headEnd/>
            <a:tailEnd type="triangle" w="med" len="med"/>
          </a:ln>
        </p:spPr>
        <p:txBody>
          <a:bodyPr/>
          <a:lstStyle/>
          <a:p>
            <a:endParaRPr lang="en-US"/>
          </a:p>
        </p:txBody>
      </p:sp>
      <p:sp>
        <p:nvSpPr>
          <p:cNvPr id="16" name="Line 33">
            <a:extLst>
              <a:ext uri="{FF2B5EF4-FFF2-40B4-BE49-F238E27FC236}">
                <a16:creationId xmlns:a16="http://schemas.microsoft.com/office/drawing/2014/main" id="{5EAFD17E-38D0-4DFE-971D-79CE4A8F354B}"/>
              </a:ext>
            </a:extLst>
          </p:cNvPr>
          <p:cNvSpPr>
            <a:spLocks noChangeShapeType="1"/>
          </p:cNvSpPr>
          <p:nvPr/>
        </p:nvSpPr>
        <p:spPr bwMode="auto">
          <a:xfrm flipV="1">
            <a:off x="9234488" y="2595563"/>
            <a:ext cx="1447800" cy="0"/>
          </a:xfrm>
          <a:prstGeom prst="line">
            <a:avLst/>
          </a:prstGeom>
          <a:noFill/>
          <a:ln w="9525">
            <a:solidFill>
              <a:schemeClr val="tx1"/>
            </a:solidFill>
            <a:round/>
            <a:headEnd/>
            <a:tailEnd type="triangle" w="med" len="med"/>
          </a:ln>
        </p:spPr>
        <p:txBody>
          <a:bodyPr/>
          <a:lstStyle/>
          <a:p>
            <a:endParaRPr lang="en-US"/>
          </a:p>
        </p:txBody>
      </p:sp>
      <p:sp>
        <p:nvSpPr>
          <p:cNvPr id="17" name="Text Box 34">
            <a:extLst>
              <a:ext uri="{FF2B5EF4-FFF2-40B4-BE49-F238E27FC236}">
                <a16:creationId xmlns:a16="http://schemas.microsoft.com/office/drawing/2014/main" id="{DC2F8C2D-A59B-4E45-8FA5-FC56637B0D8D}"/>
              </a:ext>
            </a:extLst>
          </p:cNvPr>
          <p:cNvSpPr txBox="1">
            <a:spLocks noChangeArrowheads="1"/>
          </p:cNvSpPr>
          <p:nvPr/>
        </p:nvSpPr>
        <p:spPr bwMode="auto">
          <a:xfrm>
            <a:off x="4052888" y="2438401"/>
            <a:ext cx="1866900" cy="314325"/>
          </a:xfrm>
          <a:prstGeom prst="rect">
            <a:avLst/>
          </a:prstGeom>
          <a:solidFill>
            <a:schemeClr val="bg1"/>
          </a:solidFill>
          <a:ln w="9525">
            <a:solidFill>
              <a:srgbClr val="FF3300"/>
            </a:solidFill>
            <a:miter lim="800000"/>
            <a:headEnd/>
            <a:tailEnd/>
          </a:ln>
        </p:spPr>
        <p:txBody>
          <a:bodyPr wrap="none">
            <a:spAutoFit/>
          </a:bodyPr>
          <a:lstStyle/>
          <a:p>
            <a:r>
              <a:rPr lang="en-US" altLang="zh-TW" sz="1400" b="1" dirty="0">
                <a:latin typeface="Consolas" pitchFamily="49" charset="0"/>
              </a:rPr>
              <a:t>Server flow chart</a:t>
            </a:r>
          </a:p>
        </p:txBody>
      </p:sp>
      <p:sp>
        <p:nvSpPr>
          <p:cNvPr id="18" name="Text Box 35">
            <a:extLst>
              <a:ext uri="{FF2B5EF4-FFF2-40B4-BE49-F238E27FC236}">
                <a16:creationId xmlns:a16="http://schemas.microsoft.com/office/drawing/2014/main" id="{76BDD808-3BFD-433E-BDE6-FC23921E96F0}"/>
              </a:ext>
            </a:extLst>
          </p:cNvPr>
          <p:cNvSpPr txBox="1">
            <a:spLocks noChangeArrowheads="1"/>
          </p:cNvSpPr>
          <p:nvPr/>
        </p:nvSpPr>
        <p:spPr bwMode="auto">
          <a:xfrm>
            <a:off x="3960813" y="3216276"/>
            <a:ext cx="4054475" cy="438150"/>
          </a:xfrm>
          <a:prstGeom prst="rect">
            <a:avLst/>
          </a:prstGeom>
          <a:solidFill>
            <a:schemeClr val="bg1"/>
          </a:solidFill>
          <a:ln w="9525">
            <a:solidFill>
              <a:schemeClr val="tx1"/>
            </a:solidFill>
            <a:miter lim="800000"/>
            <a:headEnd/>
            <a:tailEnd/>
          </a:ln>
        </p:spPr>
        <p:txBody>
          <a:bodyPr tIns="91440" bIns="91440">
            <a:spAutoFit/>
          </a:bodyPr>
          <a:lstStyle/>
          <a:p>
            <a:r>
              <a:rPr lang="en-US" altLang="zh-TW" sz="1600" dirty="0">
                <a:latin typeface="Calibri" pitchFamily="34" charset="0"/>
              </a:rPr>
              <a:t>Step (1) &amp; Step(2) [ you know them now. ]</a:t>
            </a:r>
          </a:p>
        </p:txBody>
      </p:sp>
      <p:sp>
        <p:nvSpPr>
          <p:cNvPr id="19" name="Rectangle 36">
            <a:extLst>
              <a:ext uri="{FF2B5EF4-FFF2-40B4-BE49-F238E27FC236}">
                <a16:creationId xmlns:a16="http://schemas.microsoft.com/office/drawing/2014/main" id="{E17C543E-AA26-4EE5-B6E2-E51CDE572255}"/>
              </a:ext>
            </a:extLst>
          </p:cNvPr>
          <p:cNvSpPr>
            <a:spLocks noChangeArrowheads="1"/>
          </p:cNvSpPr>
          <p:nvPr/>
        </p:nvSpPr>
        <p:spPr bwMode="auto">
          <a:xfrm>
            <a:off x="8548688" y="3052763"/>
            <a:ext cx="3505200" cy="914400"/>
          </a:xfrm>
          <a:prstGeom prst="rect">
            <a:avLst/>
          </a:prstGeom>
          <a:solidFill>
            <a:schemeClr val="bg1"/>
          </a:solidFill>
          <a:ln w="9525">
            <a:solidFill>
              <a:schemeClr val="tx1"/>
            </a:solidFill>
            <a:miter lim="800000"/>
            <a:headEnd/>
            <a:tailEnd/>
          </a:ln>
        </p:spPr>
        <p:txBody>
          <a:bodyPr wrap="none" anchor="ctr"/>
          <a:lstStyle/>
          <a:p>
            <a:endParaRPr lang="en-US"/>
          </a:p>
        </p:txBody>
      </p:sp>
      <p:sp>
        <p:nvSpPr>
          <p:cNvPr id="20" name="Text Box 37">
            <a:extLst>
              <a:ext uri="{FF2B5EF4-FFF2-40B4-BE49-F238E27FC236}">
                <a16:creationId xmlns:a16="http://schemas.microsoft.com/office/drawing/2014/main" id="{BE8C8833-AB35-4972-8EB1-3911354DF231}"/>
              </a:ext>
            </a:extLst>
          </p:cNvPr>
          <p:cNvSpPr txBox="1">
            <a:spLocks noChangeArrowheads="1"/>
          </p:cNvSpPr>
          <p:nvPr/>
        </p:nvSpPr>
        <p:spPr bwMode="auto">
          <a:xfrm>
            <a:off x="3976688" y="4040188"/>
            <a:ext cx="4054475" cy="927100"/>
          </a:xfrm>
          <a:prstGeom prst="rect">
            <a:avLst/>
          </a:prstGeom>
          <a:solidFill>
            <a:schemeClr val="bg1"/>
          </a:solidFill>
          <a:ln w="9525">
            <a:solidFill>
              <a:schemeClr val="tx1"/>
            </a:solidFill>
            <a:miter lim="800000"/>
            <a:headEnd/>
            <a:tailEnd/>
          </a:ln>
        </p:spPr>
        <p:txBody>
          <a:bodyPr tIns="91440" bIns="91440">
            <a:spAutoFit/>
          </a:bodyPr>
          <a:lstStyle/>
          <a:p>
            <a:r>
              <a:rPr lang="en-US" altLang="zh-TW" sz="1600">
                <a:latin typeface="Calibri" pitchFamily="34" charset="0"/>
              </a:rPr>
              <a:t>Step (3). </a:t>
            </a:r>
            <a:r>
              <a:rPr lang="en-US" altLang="zh-TW" sz="1600" b="1">
                <a:latin typeface="Calibri" pitchFamily="34" charset="0"/>
              </a:rPr>
              <a:t>listen()</a:t>
            </a:r>
            <a:endParaRPr lang="en-US" altLang="zh-TW" sz="1600">
              <a:latin typeface="Calibri" pitchFamily="34" charset="0"/>
            </a:endParaRPr>
          </a:p>
          <a:p>
            <a:r>
              <a:rPr lang="en-US" altLang="zh-TW" sz="1600">
                <a:latin typeface="Calibri" pitchFamily="34" charset="0"/>
              </a:rPr>
              <a:t>- It sets the port to be listening to incoming connections, for TCP only.</a:t>
            </a:r>
          </a:p>
        </p:txBody>
      </p:sp>
      <p:sp>
        <p:nvSpPr>
          <p:cNvPr id="21" name="Text Box 38">
            <a:extLst>
              <a:ext uri="{FF2B5EF4-FFF2-40B4-BE49-F238E27FC236}">
                <a16:creationId xmlns:a16="http://schemas.microsoft.com/office/drawing/2014/main" id="{B21DE8A7-EBC6-4163-AA06-1C09A09EF97C}"/>
              </a:ext>
            </a:extLst>
          </p:cNvPr>
          <p:cNvSpPr txBox="1">
            <a:spLocks noChangeArrowheads="1"/>
          </p:cNvSpPr>
          <p:nvPr/>
        </p:nvSpPr>
        <p:spPr bwMode="auto">
          <a:xfrm>
            <a:off x="3976688" y="5338763"/>
            <a:ext cx="4054475" cy="927100"/>
          </a:xfrm>
          <a:prstGeom prst="rect">
            <a:avLst/>
          </a:prstGeom>
          <a:solidFill>
            <a:schemeClr val="bg1"/>
          </a:solidFill>
          <a:ln w="9525">
            <a:solidFill>
              <a:schemeClr val="tx1"/>
            </a:solidFill>
            <a:miter lim="800000"/>
            <a:headEnd/>
            <a:tailEnd/>
          </a:ln>
        </p:spPr>
        <p:txBody>
          <a:bodyPr tIns="91440" bIns="91440">
            <a:spAutoFit/>
          </a:bodyPr>
          <a:lstStyle/>
          <a:p>
            <a:r>
              <a:rPr lang="en-US" altLang="zh-TW" sz="1600" dirty="0">
                <a:latin typeface="Calibri" pitchFamily="34" charset="0"/>
              </a:rPr>
              <a:t>Step (4). </a:t>
            </a:r>
            <a:r>
              <a:rPr lang="en-US" altLang="zh-TW" sz="1600" b="1" dirty="0">
                <a:latin typeface="Calibri" pitchFamily="34" charset="0"/>
              </a:rPr>
              <a:t>accept()</a:t>
            </a:r>
            <a:endParaRPr lang="en-US" altLang="zh-TW" sz="1600" dirty="0">
              <a:latin typeface="Calibri" pitchFamily="34" charset="0"/>
            </a:endParaRPr>
          </a:p>
          <a:p>
            <a:r>
              <a:rPr lang="en-US" altLang="zh-TW" sz="1600" dirty="0">
                <a:latin typeface="Calibri" pitchFamily="34" charset="0"/>
              </a:rPr>
              <a:t>- Accept incoming connections.</a:t>
            </a:r>
          </a:p>
          <a:p>
            <a:r>
              <a:rPr lang="en-US" altLang="zh-TW" sz="1600" dirty="0">
                <a:latin typeface="Calibri" pitchFamily="34" charset="0"/>
              </a:rPr>
              <a:t>- A blocking system call.</a:t>
            </a:r>
          </a:p>
        </p:txBody>
      </p:sp>
      <p:sp>
        <p:nvSpPr>
          <p:cNvPr id="22" name="Text Box 39">
            <a:extLst>
              <a:ext uri="{FF2B5EF4-FFF2-40B4-BE49-F238E27FC236}">
                <a16:creationId xmlns:a16="http://schemas.microsoft.com/office/drawing/2014/main" id="{D4F89D13-3D02-4B3F-8DD3-7BA63D5837DC}"/>
              </a:ext>
            </a:extLst>
          </p:cNvPr>
          <p:cNvSpPr txBox="1">
            <a:spLocks noChangeArrowheads="1"/>
          </p:cNvSpPr>
          <p:nvPr/>
        </p:nvSpPr>
        <p:spPr bwMode="auto">
          <a:xfrm>
            <a:off x="7862888" y="2352676"/>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accept()</a:t>
            </a:r>
          </a:p>
        </p:txBody>
      </p:sp>
      <p:sp>
        <p:nvSpPr>
          <p:cNvPr id="23" name="Text Box 40">
            <a:extLst>
              <a:ext uri="{FF2B5EF4-FFF2-40B4-BE49-F238E27FC236}">
                <a16:creationId xmlns:a16="http://schemas.microsoft.com/office/drawing/2014/main" id="{DCAF029B-4F63-43FF-AECF-8F6DF02482B2}"/>
              </a:ext>
            </a:extLst>
          </p:cNvPr>
          <p:cNvSpPr txBox="1">
            <a:spLocks noChangeArrowheads="1"/>
          </p:cNvSpPr>
          <p:nvPr/>
        </p:nvSpPr>
        <p:spPr bwMode="auto">
          <a:xfrm>
            <a:off x="8777288" y="3122613"/>
            <a:ext cx="2490788" cy="830263"/>
          </a:xfrm>
          <a:prstGeom prst="rect">
            <a:avLst/>
          </a:prstGeom>
          <a:noFill/>
          <a:ln w="9525">
            <a:noFill/>
            <a:miter lim="800000"/>
            <a:headEnd/>
            <a:tailEnd/>
          </a:ln>
        </p:spPr>
        <p:txBody>
          <a:bodyPr wrap="none">
            <a:spAutoFit/>
          </a:bodyPr>
          <a:lstStyle/>
          <a:p>
            <a:r>
              <a:rPr lang="en-US" altLang="zh-TW" sz="1600" b="1">
                <a:latin typeface="Calibri" pitchFamily="34" charset="0"/>
              </a:rPr>
              <a:t>read()</a:t>
            </a:r>
            <a:r>
              <a:rPr lang="en-US" altLang="zh-TW" sz="1600">
                <a:latin typeface="Calibri" pitchFamily="34" charset="0"/>
              </a:rPr>
              <a:t> – to receive data.</a:t>
            </a:r>
          </a:p>
          <a:p>
            <a:r>
              <a:rPr lang="en-US" altLang="zh-TW" sz="1600" b="1">
                <a:latin typeface="Calibri" pitchFamily="34" charset="0"/>
              </a:rPr>
              <a:t>write()</a:t>
            </a:r>
            <a:r>
              <a:rPr lang="en-US" altLang="zh-TW" sz="1600">
                <a:latin typeface="Calibri" pitchFamily="34" charset="0"/>
              </a:rPr>
              <a:t> – to send data.</a:t>
            </a:r>
          </a:p>
          <a:p>
            <a:r>
              <a:rPr lang="en-US" altLang="zh-TW" sz="1600" b="1">
                <a:latin typeface="Calibri" pitchFamily="34" charset="0"/>
              </a:rPr>
              <a:t>close()</a:t>
            </a:r>
            <a:r>
              <a:rPr lang="en-US" altLang="zh-TW" sz="1600">
                <a:latin typeface="Calibri" pitchFamily="34" charset="0"/>
              </a:rPr>
              <a:t> – to close the socket</a:t>
            </a:r>
          </a:p>
        </p:txBody>
      </p:sp>
      <p:sp>
        <p:nvSpPr>
          <p:cNvPr id="24" name="Line 41">
            <a:extLst>
              <a:ext uri="{FF2B5EF4-FFF2-40B4-BE49-F238E27FC236}">
                <a16:creationId xmlns:a16="http://schemas.microsoft.com/office/drawing/2014/main" id="{5DCD6942-DE13-4EFB-BEEB-67FAF2ED9264}"/>
              </a:ext>
            </a:extLst>
          </p:cNvPr>
          <p:cNvSpPr>
            <a:spLocks noChangeShapeType="1"/>
          </p:cNvSpPr>
          <p:nvPr/>
        </p:nvSpPr>
        <p:spPr bwMode="auto">
          <a:xfrm>
            <a:off x="8472488" y="2138363"/>
            <a:ext cx="0" cy="228600"/>
          </a:xfrm>
          <a:prstGeom prst="line">
            <a:avLst/>
          </a:prstGeom>
          <a:noFill/>
          <a:ln w="9525">
            <a:solidFill>
              <a:schemeClr val="tx1"/>
            </a:solidFill>
            <a:round/>
            <a:headEnd/>
            <a:tailEnd type="triangle" w="med" len="med"/>
          </a:ln>
        </p:spPr>
        <p:txBody>
          <a:bodyPr/>
          <a:lstStyle/>
          <a:p>
            <a:endParaRPr lang="en-US"/>
          </a:p>
        </p:txBody>
      </p:sp>
      <p:sp>
        <p:nvSpPr>
          <p:cNvPr id="25" name="Text Box 42">
            <a:extLst>
              <a:ext uri="{FF2B5EF4-FFF2-40B4-BE49-F238E27FC236}">
                <a16:creationId xmlns:a16="http://schemas.microsoft.com/office/drawing/2014/main" id="{512AC3EE-D825-46FE-82E0-FBAB52551D48}"/>
              </a:ext>
            </a:extLst>
          </p:cNvPr>
          <p:cNvSpPr txBox="1">
            <a:spLocks noChangeArrowheads="1"/>
          </p:cNvSpPr>
          <p:nvPr/>
        </p:nvSpPr>
        <p:spPr bwMode="auto">
          <a:xfrm>
            <a:off x="9539288" y="6564313"/>
            <a:ext cx="1624013" cy="284163"/>
          </a:xfrm>
          <a:prstGeom prst="rect">
            <a:avLst/>
          </a:prstGeom>
          <a:noFill/>
          <a:ln w="9525">
            <a:solidFill>
              <a:schemeClr val="tx1"/>
            </a:solidFill>
            <a:miter lim="800000"/>
            <a:headEnd/>
            <a:tailEnd/>
          </a:ln>
        </p:spPr>
        <p:txBody>
          <a:bodyPr wrap="none">
            <a:spAutoFit/>
          </a:bodyPr>
          <a:lstStyle/>
          <a:p>
            <a:r>
              <a:rPr lang="en-US" altLang="zh-TW" sz="1200" b="1">
                <a:latin typeface="Consolas" pitchFamily="49" charset="0"/>
              </a:rPr>
              <a:t>* means optional.</a:t>
            </a:r>
          </a:p>
        </p:txBody>
      </p:sp>
    </p:spTree>
    <p:extLst>
      <p:ext uri="{BB962C8B-B14F-4D97-AF65-F5344CB8AC3E}">
        <p14:creationId xmlns:p14="http://schemas.microsoft.com/office/powerpoint/2010/main" val="2648031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b="1" dirty="0"/>
              <a:t>Socket Programming: Complete Flow</a:t>
            </a:r>
          </a:p>
        </p:txBody>
      </p:sp>
      <p:sp>
        <p:nvSpPr>
          <p:cNvPr id="9" name="Text Box 6">
            <a:extLst>
              <a:ext uri="{FF2B5EF4-FFF2-40B4-BE49-F238E27FC236}">
                <a16:creationId xmlns:a16="http://schemas.microsoft.com/office/drawing/2014/main" id="{F6AFE687-0492-4A55-AB34-D24ED6DC8C22}"/>
              </a:ext>
            </a:extLst>
          </p:cNvPr>
          <p:cNvSpPr txBox="1">
            <a:spLocks noChangeArrowheads="1"/>
          </p:cNvSpPr>
          <p:nvPr/>
        </p:nvSpPr>
        <p:spPr bwMode="auto">
          <a:xfrm>
            <a:off x="2263775" y="1876426"/>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dirty="0">
                <a:latin typeface="Consolas" pitchFamily="49" charset="0"/>
              </a:rPr>
              <a:t>socket()</a:t>
            </a:r>
          </a:p>
        </p:txBody>
      </p:sp>
      <p:sp>
        <p:nvSpPr>
          <p:cNvPr id="10" name="Text Box 7">
            <a:extLst>
              <a:ext uri="{FF2B5EF4-FFF2-40B4-BE49-F238E27FC236}">
                <a16:creationId xmlns:a16="http://schemas.microsoft.com/office/drawing/2014/main" id="{34CEA3E1-E825-4190-BA28-33FC42C33F18}"/>
              </a:ext>
            </a:extLst>
          </p:cNvPr>
          <p:cNvSpPr txBox="1">
            <a:spLocks noChangeArrowheads="1"/>
          </p:cNvSpPr>
          <p:nvPr/>
        </p:nvSpPr>
        <p:spPr bwMode="auto">
          <a:xfrm>
            <a:off x="5997575" y="1876426"/>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listen()</a:t>
            </a:r>
          </a:p>
        </p:txBody>
      </p:sp>
      <p:sp>
        <p:nvSpPr>
          <p:cNvPr id="11" name="Text Box 9">
            <a:extLst>
              <a:ext uri="{FF2B5EF4-FFF2-40B4-BE49-F238E27FC236}">
                <a16:creationId xmlns:a16="http://schemas.microsoft.com/office/drawing/2014/main" id="{9EDF3584-74B0-4730-AA57-AAA168C844E0}"/>
              </a:ext>
            </a:extLst>
          </p:cNvPr>
          <p:cNvSpPr txBox="1">
            <a:spLocks noChangeArrowheads="1"/>
          </p:cNvSpPr>
          <p:nvPr/>
        </p:nvSpPr>
        <p:spPr bwMode="auto">
          <a:xfrm>
            <a:off x="8740775" y="2271713"/>
            <a:ext cx="1219200" cy="650875"/>
          </a:xfrm>
          <a:prstGeom prst="rect">
            <a:avLst/>
          </a:prstGeom>
          <a:solidFill>
            <a:srgbClr val="FFFF99"/>
          </a:solidFill>
          <a:ln w="9525">
            <a:solidFill>
              <a:schemeClr val="tx1"/>
            </a:solidFill>
            <a:miter lim="800000"/>
            <a:headEnd/>
            <a:tailEnd/>
          </a:ln>
        </p:spPr>
        <p:txBody>
          <a:bodyPr>
            <a:spAutoFit/>
          </a:bodyPr>
          <a:lstStyle/>
          <a:p>
            <a:r>
              <a:rPr lang="en-US" altLang="zh-TW" b="1">
                <a:latin typeface="Consolas" pitchFamily="49" charset="0"/>
              </a:rPr>
              <a:t>read() &amp; write()</a:t>
            </a:r>
          </a:p>
        </p:txBody>
      </p:sp>
      <p:sp>
        <p:nvSpPr>
          <p:cNvPr id="12" name="Line 10">
            <a:extLst>
              <a:ext uri="{FF2B5EF4-FFF2-40B4-BE49-F238E27FC236}">
                <a16:creationId xmlns:a16="http://schemas.microsoft.com/office/drawing/2014/main" id="{E83C4907-AB29-4059-8561-579811A2BBEB}"/>
              </a:ext>
            </a:extLst>
          </p:cNvPr>
          <p:cNvSpPr>
            <a:spLocks noChangeShapeType="1"/>
          </p:cNvSpPr>
          <p:nvPr/>
        </p:nvSpPr>
        <p:spPr bwMode="auto">
          <a:xfrm>
            <a:off x="3635375" y="2043113"/>
            <a:ext cx="457200" cy="0"/>
          </a:xfrm>
          <a:prstGeom prst="line">
            <a:avLst/>
          </a:prstGeom>
          <a:noFill/>
          <a:ln w="9525">
            <a:solidFill>
              <a:schemeClr val="tx1"/>
            </a:solidFill>
            <a:round/>
            <a:headEnd/>
            <a:tailEnd type="triangle" w="med" len="med"/>
          </a:ln>
        </p:spPr>
        <p:txBody>
          <a:bodyPr/>
          <a:lstStyle/>
          <a:p>
            <a:endParaRPr lang="en-US"/>
          </a:p>
        </p:txBody>
      </p:sp>
      <p:sp>
        <p:nvSpPr>
          <p:cNvPr id="13" name="Text Box 11">
            <a:extLst>
              <a:ext uri="{FF2B5EF4-FFF2-40B4-BE49-F238E27FC236}">
                <a16:creationId xmlns:a16="http://schemas.microsoft.com/office/drawing/2014/main" id="{244D6EC8-8247-47DF-AB89-82CCA3504F2F}"/>
              </a:ext>
            </a:extLst>
          </p:cNvPr>
          <p:cNvSpPr txBox="1">
            <a:spLocks noChangeArrowheads="1"/>
          </p:cNvSpPr>
          <p:nvPr/>
        </p:nvSpPr>
        <p:spPr bwMode="auto">
          <a:xfrm>
            <a:off x="4244975" y="1876426"/>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14" name="Line 12">
            <a:extLst>
              <a:ext uri="{FF2B5EF4-FFF2-40B4-BE49-F238E27FC236}">
                <a16:creationId xmlns:a16="http://schemas.microsoft.com/office/drawing/2014/main" id="{2C0B79DC-7211-46C9-9B05-933BEAB4A187}"/>
              </a:ext>
            </a:extLst>
          </p:cNvPr>
          <p:cNvSpPr>
            <a:spLocks noChangeShapeType="1"/>
          </p:cNvSpPr>
          <p:nvPr/>
        </p:nvSpPr>
        <p:spPr bwMode="auto">
          <a:xfrm>
            <a:off x="5387975" y="2043113"/>
            <a:ext cx="457200" cy="0"/>
          </a:xfrm>
          <a:prstGeom prst="line">
            <a:avLst/>
          </a:prstGeom>
          <a:noFill/>
          <a:ln w="9525">
            <a:solidFill>
              <a:schemeClr val="tx1"/>
            </a:solidFill>
            <a:round/>
            <a:headEnd/>
            <a:tailEnd type="triangle" w="med" len="med"/>
          </a:ln>
        </p:spPr>
        <p:txBody>
          <a:bodyPr/>
          <a:lstStyle/>
          <a:p>
            <a:endParaRPr lang="en-US"/>
          </a:p>
        </p:txBody>
      </p:sp>
      <p:sp>
        <p:nvSpPr>
          <p:cNvPr id="15" name="Line 14">
            <a:extLst>
              <a:ext uri="{FF2B5EF4-FFF2-40B4-BE49-F238E27FC236}">
                <a16:creationId xmlns:a16="http://schemas.microsoft.com/office/drawing/2014/main" id="{43E296AB-0EEF-4E91-94A8-7EBF3F9648E3}"/>
              </a:ext>
            </a:extLst>
          </p:cNvPr>
          <p:cNvSpPr>
            <a:spLocks noChangeShapeType="1"/>
          </p:cNvSpPr>
          <p:nvPr/>
        </p:nvSpPr>
        <p:spPr bwMode="auto">
          <a:xfrm flipV="1">
            <a:off x="7216775" y="2617788"/>
            <a:ext cx="1447800" cy="0"/>
          </a:xfrm>
          <a:prstGeom prst="line">
            <a:avLst/>
          </a:prstGeom>
          <a:noFill/>
          <a:ln w="9525">
            <a:solidFill>
              <a:schemeClr val="tx1"/>
            </a:solidFill>
            <a:round/>
            <a:headEnd/>
            <a:tailEnd type="triangle" w="med" len="med"/>
          </a:ln>
        </p:spPr>
        <p:txBody>
          <a:bodyPr/>
          <a:lstStyle/>
          <a:p>
            <a:endParaRPr lang="en-US"/>
          </a:p>
        </p:txBody>
      </p:sp>
      <p:sp>
        <p:nvSpPr>
          <p:cNvPr id="16" name="Text Box 15">
            <a:extLst>
              <a:ext uri="{FF2B5EF4-FFF2-40B4-BE49-F238E27FC236}">
                <a16:creationId xmlns:a16="http://schemas.microsoft.com/office/drawing/2014/main" id="{6BCF302D-B88D-477B-8D98-501931225764}"/>
              </a:ext>
            </a:extLst>
          </p:cNvPr>
          <p:cNvSpPr txBox="1">
            <a:spLocks noChangeArrowheads="1"/>
          </p:cNvSpPr>
          <p:nvPr/>
        </p:nvSpPr>
        <p:spPr bwMode="auto">
          <a:xfrm>
            <a:off x="2187575" y="3709988"/>
            <a:ext cx="1866900" cy="314325"/>
          </a:xfrm>
          <a:prstGeom prst="rect">
            <a:avLst/>
          </a:prstGeom>
          <a:solidFill>
            <a:schemeClr val="bg1"/>
          </a:solidFill>
          <a:ln w="9525">
            <a:solidFill>
              <a:srgbClr val="FF3300"/>
            </a:solidFill>
            <a:miter lim="800000"/>
            <a:headEnd/>
            <a:tailEnd/>
          </a:ln>
        </p:spPr>
        <p:txBody>
          <a:bodyPr wrap="none">
            <a:spAutoFit/>
          </a:bodyPr>
          <a:lstStyle/>
          <a:p>
            <a:r>
              <a:rPr lang="en-US" altLang="zh-TW" sz="1400" b="1" dirty="0">
                <a:latin typeface="Consolas" pitchFamily="49" charset="0"/>
              </a:rPr>
              <a:t>Server flow chart</a:t>
            </a:r>
          </a:p>
        </p:txBody>
      </p:sp>
      <p:sp>
        <p:nvSpPr>
          <p:cNvPr id="17" name="Text Box 16">
            <a:extLst>
              <a:ext uri="{FF2B5EF4-FFF2-40B4-BE49-F238E27FC236}">
                <a16:creationId xmlns:a16="http://schemas.microsoft.com/office/drawing/2014/main" id="{17F0FCD2-C122-43FA-A96E-A2EF64DB3C05}"/>
              </a:ext>
            </a:extLst>
          </p:cNvPr>
          <p:cNvSpPr txBox="1">
            <a:spLocks noChangeArrowheads="1"/>
          </p:cNvSpPr>
          <p:nvPr/>
        </p:nvSpPr>
        <p:spPr bwMode="auto">
          <a:xfrm>
            <a:off x="5997575" y="2486026"/>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accept()</a:t>
            </a:r>
          </a:p>
        </p:txBody>
      </p:sp>
      <p:sp>
        <p:nvSpPr>
          <p:cNvPr id="18" name="Line 17">
            <a:extLst>
              <a:ext uri="{FF2B5EF4-FFF2-40B4-BE49-F238E27FC236}">
                <a16:creationId xmlns:a16="http://schemas.microsoft.com/office/drawing/2014/main" id="{4D023969-95A2-468A-A3E0-B675ED6570BA}"/>
              </a:ext>
            </a:extLst>
          </p:cNvPr>
          <p:cNvSpPr>
            <a:spLocks noChangeShapeType="1"/>
          </p:cNvSpPr>
          <p:nvPr/>
        </p:nvSpPr>
        <p:spPr bwMode="auto">
          <a:xfrm>
            <a:off x="6607175" y="2271713"/>
            <a:ext cx="0" cy="228600"/>
          </a:xfrm>
          <a:prstGeom prst="line">
            <a:avLst/>
          </a:prstGeom>
          <a:noFill/>
          <a:ln w="9525">
            <a:solidFill>
              <a:schemeClr val="tx1"/>
            </a:solidFill>
            <a:round/>
            <a:headEnd/>
            <a:tailEnd type="triangle" w="med" len="med"/>
          </a:ln>
        </p:spPr>
        <p:txBody>
          <a:bodyPr/>
          <a:lstStyle/>
          <a:p>
            <a:endParaRPr lang="en-US"/>
          </a:p>
        </p:txBody>
      </p:sp>
      <p:sp>
        <p:nvSpPr>
          <p:cNvPr id="19" name="Rectangle 18">
            <a:extLst>
              <a:ext uri="{FF2B5EF4-FFF2-40B4-BE49-F238E27FC236}">
                <a16:creationId xmlns:a16="http://schemas.microsoft.com/office/drawing/2014/main" id="{D4289FA5-0234-4100-9377-F65B26C0F808}"/>
              </a:ext>
            </a:extLst>
          </p:cNvPr>
          <p:cNvSpPr>
            <a:spLocks noChangeArrowheads="1"/>
          </p:cNvSpPr>
          <p:nvPr/>
        </p:nvSpPr>
        <p:spPr bwMode="auto">
          <a:xfrm>
            <a:off x="2339975" y="2195513"/>
            <a:ext cx="990600" cy="304800"/>
          </a:xfrm>
          <a:prstGeom prst="rect">
            <a:avLst/>
          </a:prstGeom>
          <a:solidFill>
            <a:schemeClr val="folHlink"/>
          </a:solidFill>
          <a:ln w="9525" algn="ctr">
            <a:solidFill>
              <a:schemeClr val="tx1"/>
            </a:solidFill>
            <a:miter lim="800000"/>
            <a:headEnd/>
            <a:tailEnd/>
          </a:ln>
        </p:spPr>
        <p:txBody>
          <a:bodyPr wrap="none" anchor="ctr"/>
          <a:lstStyle/>
          <a:p>
            <a:r>
              <a:rPr lang="en-US" altLang="zh-TW" sz="1400" b="1" dirty="0">
                <a:latin typeface="Consolas" pitchFamily="49" charset="0"/>
              </a:rPr>
              <a:t>Socket FD</a:t>
            </a:r>
          </a:p>
        </p:txBody>
      </p:sp>
      <p:sp>
        <p:nvSpPr>
          <p:cNvPr id="20" name="Rectangle 19">
            <a:extLst>
              <a:ext uri="{FF2B5EF4-FFF2-40B4-BE49-F238E27FC236}">
                <a16:creationId xmlns:a16="http://schemas.microsoft.com/office/drawing/2014/main" id="{7FD8A21C-1E7E-4D09-B905-8CE711B8C75A}"/>
              </a:ext>
            </a:extLst>
          </p:cNvPr>
          <p:cNvSpPr>
            <a:spLocks noChangeArrowheads="1"/>
          </p:cNvSpPr>
          <p:nvPr/>
        </p:nvSpPr>
        <p:spPr bwMode="auto">
          <a:xfrm>
            <a:off x="4244975" y="2195513"/>
            <a:ext cx="990600" cy="304800"/>
          </a:xfrm>
          <a:prstGeom prst="rect">
            <a:avLst/>
          </a:prstGeom>
          <a:solidFill>
            <a:schemeClr val="folHlink"/>
          </a:solidFill>
          <a:ln w="9525" algn="ctr">
            <a:solidFill>
              <a:schemeClr val="tx1"/>
            </a:solidFill>
            <a:miter lim="800000"/>
            <a:headEnd/>
            <a:tailEnd/>
          </a:ln>
        </p:spPr>
        <p:txBody>
          <a:bodyPr wrap="none" anchor="ctr"/>
          <a:lstStyle/>
          <a:p>
            <a:r>
              <a:rPr lang="en-US" altLang="zh-TW" sz="1400" b="1">
                <a:latin typeface="Consolas" pitchFamily="49" charset="0"/>
              </a:rPr>
              <a:t>Socket FD</a:t>
            </a:r>
          </a:p>
        </p:txBody>
      </p:sp>
      <p:sp>
        <p:nvSpPr>
          <p:cNvPr id="21" name="Rectangle 20">
            <a:extLst>
              <a:ext uri="{FF2B5EF4-FFF2-40B4-BE49-F238E27FC236}">
                <a16:creationId xmlns:a16="http://schemas.microsoft.com/office/drawing/2014/main" id="{D2B94EDB-4E65-4E1D-A28A-5B6B4ED81935}"/>
              </a:ext>
            </a:extLst>
          </p:cNvPr>
          <p:cNvSpPr>
            <a:spLocks noChangeArrowheads="1"/>
          </p:cNvSpPr>
          <p:nvPr/>
        </p:nvSpPr>
        <p:spPr bwMode="auto">
          <a:xfrm>
            <a:off x="6073775" y="1585913"/>
            <a:ext cx="990600" cy="304800"/>
          </a:xfrm>
          <a:prstGeom prst="rect">
            <a:avLst/>
          </a:prstGeom>
          <a:solidFill>
            <a:schemeClr val="folHlink"/>
          </a:solidFill>
          <a:ln w="9525" algn="ctr">
            <a:solidFill>
              <a:schemeClr val="tx1"/>
            </a:solidFill>
            <a:miter lim="800000"/>
            <a:headEnd/>
            <a:tailEnd/>
          </a:ln>
        </p:spPr>
        <p:txBody>
          <a:bodyPr wrap="none" anchor="ctr"/>
          <a:lstStyle/>
          <a:p>
            <a:r>
              <a:rPr lang="en-US" altLang="zh-TW" sz="1400" b="1">
                <a:latin typeface="Consolas" pitchFamily="49" charset="0"/>
              </a:rPr>
              <a:t>Socket FD</a:t>
            </a:r>
          </a:p>
        </p:txBody>
      </p:sp>
      <p:sp>
        <p:nvSpPr>
          <p:cNvPr id="22" name="Rectangle 21">
            <a:extLst>
              <a:ext uri="{FF2B5EF4-FFF2-40B4-BE49-F238E27FC236}">
                <a16:creationId xmlns:a16="http://schemas.microsoft.com/office/drawing/2014/main" id="{49E2CC8E-EDB7-4393-86A1-74F25FC28D6D}"/>
              </a:ext>
            </a:extLst>
          </p:cNvPr>
          <p:cNvSpPr>
            <a:spLocks noChangeArrowheads="1"/>
          </p:cNvSpPr>
          <p:nvPr/>
        </p:nvSpPr>
        <p:spPr bwMode="auto">
          <a:xfrm>
            <a:off x="6073775" y="2805113"/>
            <a:ext cx="990600" cy="304800"/>
          </a:xfrm>
          <a:prstGeom prst="rect">
            <a:avLst/>
          </a:prstGeom>
          <a:solidFill>
            <a:schemeClr val="folHlink"/>
          </a:solidFill>
          <a:ln w="9525" algn="ctr">
            <a:solidFill>
              <a:schemeClr val="tx1"/>
            </a:solidFill>
            <a:miter lim="800000"/>
            <a:headEnd/>
            <a:tailEnd/>
          </a:ln>
        </p:spPr>
        <p:txBody>
          <a:bodyPr wrap="none" anchor="ctr"/>
          <a:lstStyle/>
          <a:p>
            <a:r>
              <a:rPr lang="en-US" altLang="zh-TW" sz="1400" b="1">
                <a:latin typeface="Consolas" pitchFamily="49" charset="0"/>
              </a:rPr>
              <a:t>Socket FD</a:t>
            </a:r>
          </a:p>
        </p:txBody>
      </p:sp>
      <p:sp>
        <p:nvSpPr>
          <p:cNvPr id="23" name="Rectangle 22">
            <a:extLst>
              <a:ext uri="{FF2B5EF4-FFF2-40B4-BE49-F238E27FC236}">
                <a16:creationId xmlns:a16="http://schemas.microsoft.com/office/drawing/2014/main" id="{1C9CEC58-E6BE-4C40-8200-5922040D68EC}"/>
              </a:ext>
            </a:extLst>
          </p:cNvPr>
          <p:cNvSpPr>
            <a:spLocks noChangeArrowheads="1"/>
          </p:cNvSpPr>
          <p:nvPr/>
        </p:nvSpPr>
        <p:spPr bwMode="auto">
          <a:xfrm>
            <a:off x="8816975" y="2008188"/>
            <a:ext cx="990600" cy="304800"/>
          </a:xfrm>
          <a:prstGeom prst="rect">
            <a:avLst/>
          </a:prstGeom>
          <a:solidFill>
            <a:schemeClr val="hlink"/>
          </a:solidFill>
          <a:ln w="9525" algn="ctr">
            <a:solidFill>
              <a:schemeClr val="tx1"/>
            </a:solidFill>
            <a:miter lim="800000"/>
            <a:headEnd/>
            <a:tailEnd/>
          </a:ln>
        </p:spPr>
        <p:txBody>
          <a:bodyPr wrap="none" anchor="ctr"/>
          <a:lstStyle/>
          <a:p>
            <a:r>
              <a:rPr lang="en-US" altLang="zh-TW" sz="1400" b="1" dirty="0">
                <a:solidFill>
                  <a:schemeClr val="bg1"/>
                </a:solidFill>
                <a:latin typeface="Consolas" pitchFamily="49" charset="0"/>
              </a:rPr>
              <a:t>Accept FD</a:t>
            </a:r>
          </a:p>
        </p:txBody>
      </p:sp>
      <p:sp>
        <p:nvSpPr>
          <p:cNvPr id="24" name="Text Box 23">
            <a:extLst>
              <a:ext uri="{FF2B5EF4-FFF2-40B4-BE49-F238E27FC236}">
                <a16:creationId xmlns:a16="http://schemas.microsoft.com/office/drawing/2014/main" id="{94F98D6C-E4AD-4590-AE5B-B0B3DBE42A12}"/>
              </a:ext>
            </a:extLst>
          </p:cNvPr>
          <p:cNvSpPr txBox="1">
            <a:spLocks noChangeArrowheads="1"/>
          </p:cNvSpPr>
          <p:nvPr/>
        </p:nvSpPr>
        <p:spPr bwMode="auto">
          <a:xfrm>
            <a:off x="8359775" y="3373438"/>
            <a:ext cx="1219200" cy="650875"/>
          </a:xfrm>
          <a:prstGeom prst="rect">
            <a:avLst/>
          </a:prstGeom>
          <a:solidFill>
            <a:srgbClr val="FFFF99"/>
          </a:solidFill>
          <a:ln w="9525">
            <a:solidFill>
              <a:schemeClr val="tx1"/>
            </a:solidFill>
            <a:miter lim="800000"/>
            <a:headEnd/>
            <a:tailEnd/>
          </a:ln>
        </p:spPr>
        <p:txBody>
          <a:bodyPr>
            <a:spAutoFit/>
          </a:bodyPr>
          <a:lstStyle/>
          <a:p>
            <a:r>
              <a:rPr lang="en-US" altLang="zh-TW" b="1">
                <a:latin typeface="Consolas" pitchFamily="49" charset="0"/>
              </a:rPr>
              <a:t>read() &amp; write()</a:t>
            </a:r>
          </a:p>
        </p:txBody>
      </p:sp>
      <p:sp>
        <p:nvSpPr>
          <p:cNvPr id="25" name="Line 24">
            <a:extLst>
              <a:ext uri="{FF2B5EF4-FFF2-40B4-BE49-F238E27FC236}">
                <a16:creationId xmlns:a16="http://schemas.microsoft.com/office/drawing/2014/main" id="{670D0AA2-BFA6-4BC7-AE67-50825652B4B7}"/>
              </a:ext>
            </a:extLst>
          </p:cNvPr>
          <p:cNvSpPr>
            <a:spLocks noChangeShapeType="1"/>
          </p:cNvSpPr>
          <p:nvPr/>
        </p:nvSpPr>
        <p:spPr bwMode="auto">
          <a:xfrm>
            <a:off x="7292975" y="2881313"/>
            <a:ext cx="990600" cy="685800"/>
          </a:xfrm>
          <a:prstGeom prst="line">
            <a:avLst/>
          </a:prstGeom>
          <a:noFill/>
          <a:ln w="9525">
            <a:solidFill>
              <a:schemeClr val="tx1"/>
            </a:solidFill>
            <a:round/>
            <a:headEnd/>
            <a:tailEnd type="triangle" w="med" len="med"/>
          </a:ln>
        </p:spPr>
        <p:txBody>
          <a:bodyPr/>
          <a:lstStyle/>
          <a:p>
            <a:endParaRPr lang="en-US"/>
          </a:p>
        </p:txBody>
      </p:sp>
      <p:sp>
        <p:nvSpPr>
          <p:cNvPr id="26" name="Rectangle 25">
            <a:extLst>
              <a:ext uri="{FF2B5EF4-FFF2-40B4-BE49-F238E27FC236}">
                <a16:creationId xmlns:a16="http://schemas.microsoft.com/office/drawing/2014/main" id="{60BC3896-39BA-478F-BF56-19FA3C55759C}"/>
              </a:ext>
            </a:extLst>
          </p:cNvPr>
          <p:cNvSpPr>
            <a:spLocks noChangeArrowheads="1"/>
          </p:cNvSpPr>
          <p:nvPr/>
        </p:nvSpPr>
        <p:spPr bwMode="auto">
          <a:xfrm>
            <a:off x="8435975" y="3109913"/>
            <a:ext cx="990600" cy="304800"/>
          </a:xfrm>
          <a:prstGeom prst="rect">
            <a:avLst/>
          </a:prstGeom>
          <a:solidFill>
            <a:schemeClr val="hlink"/>
          </a:solidFill>
          <a:ln w="9525" algn="ctr">
            <a:solidFill>
              <a:schemeClr val="tx1"/>
            </a:solidFill>
            <a:miter lim="800000"/>
            <a:headEnd/>
            <a:tailEnd/>
          </a:ln>
        </p:spPr>
        <p:txBody>
          <a:bodyPr wrap="none" anchor="ctr"/>
          <a:lstStyle/>
          <a:p>
            <a:r>
              <a:rPr lang="en-US" altLang="zh-TW" sz="1400" b="1" dirty="0">
                <a:solidFill>
                  <a:schemeClr val="bg1"/>
                </a:solidFill>
                <a:latin typeface="Consolas" pitchFamily="49" charset="0"/>
              </a:rPr>
              <a:t>Accept FD</a:t>
            </a:r>
          </a:p>
        </p:txBody>
      </p:sp>
      <p:sp>
        <p:nvSpPr>
          <p:cNvPr id="27" name="Oval 26">
            <a:extLst>
              <a:ext uri="{FF2B5EF4-FFF2-40B4-BE49-F238E27FC236}">
                <a16:creationId xmlns:a16="http://schemas.microsoft.com/office/drawing/2014/main" id="{D04EEB0F-761A-4404-822C-C1CEB3CD10F8}"/>
              </a:ext>
            </a:extLst>
          </p:cNvPr>
          <p:cNvSpPr>
            <a:spLocks noChangeArrowheads="1"/>
          </p:cNvSpPr>
          <p:nvPr/>
        </p:nvSpPr>
        <p:spPr bwMode="auto">
          <a:xfrm>
            <a:off x="7978775" y="2728913"/>
            <a:ext cx="76200" cy="76200"/>
          </a:xfrm>
          <a:prstGeom prst="ellipse">
            <a:avLst/>
          </a:prstGeom>
          <a:solidFill>
            <a:schemeClr val="tx1"/>
          </a:solidFill>
          <a:ln w="9525" algn="ctr">
            <a:solidFill>
              <a:schemeClr val="tx1"/>
            </a:solidFill>
            <a:round/>
            <a:headEnd/>
            <a:tailEnd/>
          </a:ln>
        </p:spPr>
        <p:txBody>
          <a:bodyPr wrap="none" anchor="ctr"/>
          <a:lstStyle/>
          <a:p>
            <a:endParaRPr lang="en-US"/>
          </a:p>
        </p:txBody>
      </p:sp>
      <p:sp>
        <p:nvSpPr>
          <p:cNvPr id="28" name="Oval 27">
            <a:extLst>
              <a:ext uri="{FF2B5EF4-FFF2-40B4-BE49-F238E27FC236}">
                <a16:creationId xmlns:a16="http://schemas.microsoft.com/office/drawing/2014/main" id="{5C2683EF-7905-4295-8288-A7DF6297853F}"/>
              </a:ext>
            </a:extLst>
          </p:cNvPr>
          <p:cNvSpPr>
            <a:spLocks noChangeArrowheads="1"/>
          </p:cNvSpPr>
          <p:nvPr/>
        </p:nvSpPr>
        <p:spPr bwMode="auto">
          <a:xfrm>
            <a:off x="7978775" y="2881313"/>
            <a:ext cx="76200" cy="76200"/>
          </a:xfrm>
          <a:prstGeom prst="ellipse">
            <a:avLst/>
          </a:prstGeom>
          <a:solidFill>
            <a:schemeClr val="tx1"/>
          </a:solidFill>
          <a:ln w="9525" algn="ctr">
            <a:solidFill>
              <a:schemeClr val="tx1"/>
            </a:solidFill>
            <a:round/>
            <a:headEnd/>
            <a:tailEnd/>
          </a:ln>
        </p:spPr>
        <p:txBody>
          <a:bodyPr wrap="none" anchor="ctr"/>
          <a:lstStyle/>
          <a:p>
            <a:endParaRPr lang="en-US"/>
          </a:p>
        </p:txBody>
      </p:sp>
      <p:sp>
        <p:nvSpPr>
          <p:cNvPr id="29" name="Oval 28">
            <a:extLst>
              <a:ext uri="{FF2B5EF4-FFF2-40B4-BE49-F238E27FC236}">
                <a16:creationId xmlns:a16="http://schemas.microsoft.com/office/drawing/2014/main" id="{38A9B143-8954-45B1-B481-3D090FB57874}"/>
              </a:ext>
            </a:extLst>
          </p:cNvPr>
          <p:cNvSpPr>
            <a:spLocks noChangeArrowheads="1"/>
          </p:cNvSpPr>
          <p:nvPr/>
        </p:nvSpPr>
        <p:spPr bwMode="auto">
          <a:xfrm>
            <a:off x="7978775" y="3033713"/>
            <a:ext cx="76200" cy="76200"/>
          </a:xfrm>
          <a:prstGeom prst="ellipse">
            <a:avLst/>
          </a:prstGeom>
          <a:solidFill>
            <a:schemeClr val="tx1"/>
          </a:solidFill>
          <a:ln w="9525" algn="ctr">
            <a:solidFill>
              <a:schemeClr val="tx1"/>
            </a:solidFill>
            <a:round/>
            <a:headEnd/>
            <a:tailEnd/>
          </a:ln>
        </p:spPr>
        <p:txBody>
          <a:bodyPr wrap="none" anchor="ctr"/>
          <a:lstStyle/>
          <a:p>
            <a:endParaRPr lang="en-US"/>
          </a:p>
        </p:txBody>
      </p:sp>
      <p:sp>
        <p:nvSpPr>
          <p:cNvPr id="31" name="Text Box 30">
            <a:extLst>
              <a:ext uri="{FF2B5EF4-FFF2-40B4-BE49-F238E27FC236}">
                <a16:creationId xmlns:a16="http://schemas.microsoft.com/office/drawing/2014/main" id="{F0B5B28B-72D4-4E80-87A2-4986B9984663}"/>
              </a:ext>
            </a:extLst>
          </p:cNvPr>
          <p:cNvSpPr txBox="1">
            <a:spLocks noChangeArrowheads="1"/>
          </p:cNvSpPr>
          <p:nvPr/>
        </p:nvSpPr>
        <p:spPr bwMode="auto">
          <a:xfrm>
            <a:off x="2187575" y="4329113"/>
            <a:ext cx="7696200" cy="430213"/>
          </a:xfrm>
          <a:prstGeom prst="rect">
            <a:avLst/>
          </a:prstGeom>
          <a:solidFill>
            <a:schemeClr val="bg1"/>
          </a:solidFill>
          <a:ln w="9525">
            <a:solidFill>
              <a:schemeClr val="tx1"/>
            </a:solidFill>
            <a:miter lim="800000"/>
            <a:headEnd/>
            <a:tailEnd/>
          </a:ln>
        </p:spPr>
        <p:txBody>
          <a:bodyPr tIns="91440" bIns="91440">
            <a:spAutoFit/>
          </a:bodyPr>
          <a:lstStyle/>
          <a:p>
            <a:r>
              <a:rPr lang="en-US" altLang="zh-TW" sz="1600" dirty="0">
                <a:latin typeface="Calibri" pitchFamily="34" charset="0"/>
              </a:rPr>
              <a:t>An interesting thing about </a:t>
            </a:r>
            <a:r>
              <a:rPr lang="en-US" altLang="zh-TW" sz="1600" b="1" dirty="0">
                <a:latin typeface="Calibri" pitchFamily="34" charset="0"/>
              </a:rPr>
              <a:t>accept()</a:t>
            </a:r>
            <a:r>
              <a:rPr lang="en-US" altLang="zh-TW" sz="1600" dirty="0">
                <a:latin typeface="Calibri" pitchFamily="34" charset="0"/>
              </a:rPr>
              <a:t> is the creation of a </a:t>
            </a:r>
            <a:r>
              <a:rPr lang="en-US" altLang="zh-TW" sz="1600" b="1" dirty="0">
                <a:solidFill>
                  <a:srgbClr val="FF3300"/>
                </a:solidFill>
                <a:latin typeface="Calibri" pitchFamily="34" charset="0"/>
              </a:rPr>
              <a:t>new file descriptor</a:t>
            </a:r>
            <a:r>
              <a:rPr lang="en-US" altLang="zh-TW" sz="1600" dirty="0">
                <a:latin typeface="Calibri" pitchFamily="34" charset="0"/>
              </a:rPr>
              <a:t>!</a:t>
            </a:r>
          </a:p>
        </p:txBody>
      </p:sp>
      <p:sp>
        <p:nvSpPr>
          <p:cNvPr id="32" name="Text Box 31">
            <a:extLst>
              <a:ext uri="{FF2B5EF4-FFF2-40B4-BE49-F238E27FC236}">
                <a16:creationId xmlns:a16="http://schemas.microsoft.com/office/drawing/2014/main" id="{3BF08CE2-AE43-465C-8504-4E22C3A2FA9C}"/>
              </a:ext>
            </a:extLst>
          </p:cNvPr>
          <p:cNvSpPr txBox="1">
            <a:spLocks noChangeArrowheads="1"/>
          </p:cNvSpPr>
          <p:nvPr/>
        </p:nvSpPr>
        <p:spPr bwMode="auto">
          <a:xfrm>
            <a:off x="2187575" y="4938713"/>
            <a:ext cx="3733800" cy="1416050"/>
          </a:xfrm>
          <a:prstGeom prst="rect">
            <a:avLst/>
          </a:prstGeom>
          <a:solidFill>
            <a:schemeClr val="bg1"/>
          </a:solidFill>
          <a:ln w="9525">
            <a:solidFill>
              <a:schemeClr val="tx1"/>
            </a:solidFill>
            <a:miter lim="800000"/>
            <a:headEnd/>
            <a:tailEnd/>
          </a:ln>
        </p:spPr>
        <p:txBody>
          <a:bodyPr tIns="91440" bIns="91440">
            <a:spAutoFit/>
          </a:bodyPr>
          <a:lstStyle/>
          <a:p>
            <a:r>
              <a:rPr lang="en-US" altLang="zh-TW" sz="1600" b="1" u="sng" dirty="0">
                <a:latin typeface="Calibri" pitchFamily="34" charset="0"/>
              </a:rPr>
              <a:t>Application layer’s point of view.</a:t>
            </a:r>
          </a:p>
          <a:p>
            <a:endParaRPr lang="en-US" altLang="zh-TW" sz="1600" dirty="0">
              <a:latin typeface="Calibri" pitchFamily="34" charset="0"/>
            </a:endParaRPr>
          </a:p>
          <a:p>
            <a:r>
              <a:rPr lang="en-US" altLang="zh-TW" sz="1600" dirty="0">
                <a:latin typeface="Calibri" pitchFamily="34" charset="0"/>
              </a:rPr>
              <a:t>Good!  It provides each connection a new handler and we can distinguish every connection!</a:t>
            </a:r>
          </a:p>
        </p:txBody>
      </p:sp>
      <p:sp>
        <p:nvSpPr>
          <p:cNvPr id="33" name="Rectangle 32">
            <a:extLst>
              <a:ext uri="{FF2B5EF4-FFF2-40B4-BE49-F238E27FC236}">
                <a16:creationId xmlns:a16="http://schemas.microsoft.com/office/drawing/2014/main" id="{5C29ADE9-9816-4B60-9622-82270D1BC9A0}"/>
              </a:ext>
            </a:extLst>
          </p:cNvPr>
          <p:cNvSpPr>
            <a:spLocks noChangeArrowheads="1"/>
          </p:cNvSpPr>
          <p:nvPr/>
        </p:nvSpPr>
        <p:spPr bwMode="auto">
          <a:xfrm>
            <a:off x="7292975" y="2195513"/>
            <a:ext cx="1295400" cy="304800"/>
          </a:xfrm>
          <a:prstGeom prst="rect">
            <a:avLst/>
          </a:prstGeom>
          <a:solidFill>
            <a:schemeClr val="bg1"/>
          </a:solidFill>
          <a:ln w="9525" algn="ctr">
            <a:solidFill>
              <a:schemeClr val="tx1"/>
            </a:solidFill>
            <a:miter lim="800000"/>
            <a:headEnd/>
            <a:tailEnd/>
          </a:ln>
        </p:spPr>
        <p:txBody>
          <a:bodyPr wrap="none" anchor="ctr"/>
          <a:lstStyle/>
          <a:p>
            <a:r>
              <a:rPr lang="en-US" altLang="zh-TW" sz="1200" b="1">
                <a:latin typeface="Consolas" pitchFamily="49" charset="0"/>
              </a:rPr>
              <a:t>connection #1</a:t>
            </a:r>
          </a:p>
        </p:txBody>
      </p:sp>
      <p:sp>
        <p:nvSpPr>
          <p:cNvPr id="34" name="Rectangle 33">
            <a:extLst>
              <a:ext uri="{FF2B5EF4-FFF2-40B4-BE49-F238E27FC236}">
                <a16:creationId xmlns:a16="http://schemas.microsoft.com/office/drawing/2014/main" id="{F75872B7-6D75-4EF2-A03D-2B66163D87F5}"/>
              </a:ext>
            </a:extLst>
          </p:cNvPr>
          <p:cNvSpPr>
            <a:spLocks noChangeArrowheads="1"/>
          </p:cNvSpPr>
          <p:nvPr/>
        </p:nvSpPr>
        <p:spPr bwMode="auto">
          <a:xfrm>
            <a:off x="6759575" y="3414713"/>
            <a:ext cx="1295400" cy="304800"/>
          </a:xfrm>
          <a:prstGeom prst="rect">
            <a:avLst/>
          </a:prstGeom>
          <a:solidFill>
            <a:schemeClr val="bg1"/>
          </a:solidFill>
          <a:ln w="9525" algn="ctr">
            <a:solidFill>
              <a:schemeClr val="tx1"/>
            </a:solidFill>
            <a:miter lim="800000"/>
            <a:headEnd/>
            <a:tailEnd/>
          </a:ln>
        </p:spPr>
        <p:txBody>
          <a:bodyPr wrap="none" anchor="ctr"/>
          <a:lstStyle/>
          <a:p>
            <a:r>
              <a:rPr lang="en-US" altLang="zh-TW" sz="1200" b="1">
                <a:latin typeface="Consolas" pitchFamily="49" charset="0"/>
              </a:rPr>
              <a:t>connection #n</a:t>
            </a:r>
          </a:p>
        </p:txBody>
      </p:sp>
      <p:sp>
        <p:nvSpPr>
          <p:cNvPr id="35" name="Text Box 34">
            <a:extLst>
              <a:ext uri="{FF2B5EF4-FFF2-40B4-BE49-F238E27FC236}">
                <a16:creationId xmlns:a16="http://schemas.microsoft.com/office/drawing/2014/main" id="{72FED377-0EC2-45E9-8638-AA6034CD5CB5}"/>
              </a:ext>
            </a:extLst>
          </p:cNvPr>
          <p:cNvSpPr txBox="1">
            <a:spLocks noChangeArrowheads="1"/>
          </p:cNvSpPr>
          <p:nvPr/>
        </p:nvSpPr>
        <p:spPr bwMode="auto">
          <a:xfrm>
            <a:off x="6149975" y="4938713"/>
            <a:ext cx="3733800" cy="1416050"/>
          </a:xfrm>
          <a:prstGeom prst="rect">
            <a:avLst/>
          </a:prstGeom>
          <a:solidFill>
            <a:schemeClr val="bg1"/>
          </a:solidFill>
          <a:ln w="9525">
            <a:solidFill>
              <a:schemeClr val="tx1"/>
            </a:solidFill>
            <a:miter lim="800000"/>
            <a:headEnd/>
            <a:tailEnd/>
          </a:ln>
        </p:spPr>
        <p:txBody>
          <a:bodyPr tIns="91440" bIns="91440">
            <a:spAutoFit/>
          </a:bodyPr>
          <a:lstStyle/>
          <a:p>
            <a:r>
              <a:rPr lang="en-US" altLang="zh-TW" sz="1600" b="1" u="sng" dirty="0">
                <a:latin typeface="Calibri" pitchFamily="34" charset="0"/>
              </a:rPr>
              <a:t>Transport layer’s point of view.</a:t>
            </a:r>
          </a:p>
          <a:p>
            <a:endParaRPr lang="en-US" altLang="zh-TW" sz="1600" dirty="0">
              <a:latin typeface="Calibri" pitchFamily="34" charset="0"/>
            </a:endParaRPr>
          </a:p>
          <a:p>
            <a:r>
              <a:rPr lang="en-US" altLang="zh-TW" sz="1600" dirty="0">
                <a:latin typeface="Calibri" pitchFamily="34" charset="0"/>
              </a:rPr>
              <a:t>Well, for TCP, every FD points to </a:t>
            </a:r>
            <a:r>
              <a:rPr lang="en-US" altLang="zh-TW" sz="1600" b="1" dirty="0">
                <a:solidFill>
                  <a:srgbClr val="C00000"/>
                </a:solidFill>
                <a:latin typeface="Calibri" pitchFamily="34" charset="0"/>
              </a:rPr>
              <a:t>a unique TCP control structure</a:t>
            </a:r>
            <a:r>
              <a:rPr lang="en-US" altLang="zh-TW" sz="1600" dirty="0">
                <a:latin typeface="Calibri" pitchFamily="34" charset="0"/>
              </a:rPr>
              <a:t>. It is a necessary for reliable data transfer!</a:t>
            </a:r>
          </a:p>
        </p:txBody>
      </p:sp>
    </p:spTree>
    <p:extLst>
      <p:ext uri="{BB962C8B-B14F-4D97-AF65-F5344CB8AC3E}">
        <p14:creationId xmlns:p14="http://schemas.microsoft.com/office/powerpoint/2010/main" val="22878906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b="1" dirty="0"/>
              <a:t>Socket Programming: Complete Flow</a:t>
            </a:r>
          </a:p>
        </p:txBody>
      </p:sp>
      <p:sp>
        <p:nvSpPr>
          <p:cNvPr id="30" name="Slide Number Placeholder 2">
            <a:extLst>
              <a:ext uri="{FF2B5EF4-FFF2-40B4-BE49-F238E27FC236}">
                <a16:creationId xmlns:a16="http://schemas.microsoft.com/office/drawing/2014/main" id="{DEB41D64-1C01-4C1A-9347-D467748297AD}"/>
              </a:ext>
            </a:extLst>
          </p:cNvPr>
          <p:cNvSpPr txBox="1">
            <a:spLocks/>
          </p:cNvSpPr>
          <p:nvPr/>
        </p:nvSpPr>
        <p:spPr bwMode="auto">
          <a:xfrm>
            <a:off x="7827065" y="6813550"/>
            <a:ext cx="2057400" cy="365125"/>
          </a:xfrm>
          <a:prstGeom prst="rect">
            <a:avLst/>
          </a:prstGeom>
          <a:noFill/>
          <a:ln w="9525">
            <a:noFill/>
            <a:miter lim="800000"/>
            <a:headEnd/>
            <a:tailEnd/>
          </a:ln>
          <a:effectLst/>
        </p:spPr>
        <p:txBody>
          <a:bodyPr vert="horz" wrap="square" lIns="91440" tIns="45720" rIns="91440" bIns="45720" numCol="1" rtlCol="0" anchor="t" anchorCtr="0" compatLnSpc="1">
            <a:prstTxWarp prst="textNoShape">
              <a:avLst/>
            </a:prstTxWarp>
          </a:bodyPr>
          <a:lstStyle>
            <a:defPPr>
              <a:defRPr lang="en-US"/>
            </a:defPPr>
            <a:lvl1pPr marL="0" algn="r" defTabSz="914400" rtl="0" eaLnBrk="0" fontAlgn="base" latinLnBrk="0" hangingPunct="0">
              <a:spcBef>
                <a:spcPct val="0"/>
              </a:spcBef>
              <a:spcAft>
                <a:spcPct val="0"/>
              </a:spcAft>
              <a:defRPr sz="1400" kern="1200">
                <a:solidFill>
                  <a:schemeClr val="tx1"/>
                </a:solidFill>
                <a:latin typeface="Arial" charset="0"/>
                <a:ea typeface="+mn-ea"/>
                <a:cs typeface="+mn-cs"/>
              </a:defRPr>
            </a:lvl1pPr>
            <a:lvl2pPr marL="457200" algn="l" defTabSz="914400" rtl="0" eaLnBrk="0" fontAlgn="base" latinLnBrk="0" hangingPunct="0">
              <a:spcBef>
                <a:spcPct val="0"/>
              </a:spcBef>
              <a:spcAft>
                <a:spcPct val="0"/>
              </a:spcAft>
              <a:defRPr sz="1800" kern="1200">
                <a:solidFill>
                  <a:schemeClr val="tx1"/>
                </a:solidFill>
                <a:latin typeface="Comic Sans MS" pitchFamily="66" charset="0"/>
                <a:ea typeface="+mn-ea"/>
                <a:cs typeface="+mn-cs"/>
              </a:defRPr>
            </a:lvl2pPr>
            <a:lvl3pPr marL="914400" algn="l" defTabSz="914400" rtl="0" eaLnBrk="0" fontAlgn="base" latinLnBrk="0" hangingPunct="0">
              <a:spcBef>
                <a:spcPct val="0"/>
              </a:spcBef>
              <a:spcAft>
                <a:spcPct val="0"/>
              </a:spcAft>
              <a:defRPr sz="1800" kern="1200">
                <a:solidFill>
                  <a:schemeClr val="tx1"/>
                </a:solidFill>
                <a:latin typeface="Comic Sans MS" pitchFamily="66" charset="0"/>
                <a:ea typeface="+mn-ea"/>
                <a:cs typeface="+mn-cs"/>
              </a:defRPr>
            </a:lvl3pPr>
            <a:lvl4pPr marL="1371600" algn="l" defTabSz="914400" rtl="0" eaLnBrk="0" fontAlgn="base" latinLnBrk="0" hangingPunct="0">
              <a:spcBef>
                <a:spcPct val="0"/>
              </a:spcBef>
              <a:spcAft>
                <a:spcPct val="0"/>
              </a:spcAft>
              <a:defRPr sz="1800" kern="1200">
                <a:solidFill>
                  <a:schemeClr val="tx1"/>
                </a:solidFill>
                <a:latin typeface="Comic Sans MS" pitchFamily="66" charset="0"/>
                <a:ea typeface="+mn-ea"/>
                <a:cs typeface="+mn-cs"/>
              </a:defRPr>
            </a:lvl4pPr>
            <a:lvl5pPr marL="1828800" algn="l" defTabSz="914400" rtl="0" eaLnBrk="0" fontAlgn="base" latinLnBrk="0" hangingPunct="0">
              <a:spcBef>
                <a:spcPct val="0"/>
              </a:spcBef>
              <a:spcAft>
                <a:spcPct val="0"/>
              </a:spcAft>
              <a:defRPr sz="1800" kern="1200">
                <a:solidFill>
                  <a:schemeClr val="tx1"/>
                </a:solidFill>
                <a:latin typeface="Comic Sans MS" pitchFamily="66" charset="0"/>
                <a:ea typeface="+mn-ea"/>
                <a:cs typeface="+mn-cs"/>
              </a:defRPr>
            </a:lvl5pPr>
            <a:lvl6pPr marL="2286000" algn="l" defTabSz="914400" rtl="0" eaLnBrk="1" latinLnBrk="0" hangingPunct="1">
              <a:defRPr sz="1800" kern="1200">
                <a:solidFill>
                  <a:schemeClr val="tx1"/>
                </a:solidFill>
                <a:latin typeface="Comic Sans MS" pitchFamily="66" charset="0"/>
                <a:ea typeface="+mn-ea"/>
                <a:cs typeface="+mn-cs"/>
              </a:defRPr>
            </a:lvl6pPr>
            <a:lvl7pPr marL="2743200" algn="l" defTabSz="914400" rtl="0" eaLnBrk="1" latinLnBrk="0" hangingPunct="1">
              <a:defRPr sz="1800" kern="1200">
                <a:solidFill>
                  <a:schemeClr val="tx1"/>
                </a:solidFill>
                <a:latin typeface="Comic Sans MS" pitchFamily="66" charset="0"/>
                <a:ea typeface="+mn-ea"/>
                <a:cs typeface="+mn-cs"/>
              </a:defRPr>
            </a:lvl7pPr>
            <a:lvl8pPr marL="3200400" algn="l" defTabSz="914400" rtl="0" eaLnBrk="1" latinLnBrk="0" hangingPunct="1">
              <a:defRPr sz="1800" kern="1200">
                <a:solidFill>
                  <a:schemeClr val="tx1"/>
                </a:solidFill>
                <a:latin typeface="Comic Sans MS" pitchFamily="66" charset="0"/>
                <a:ea typeface="+mn-ea"/>
                <a:cs typeface="+mn-cs"/>
              </a:defRPr>
            </a:lvl8pPr>
            <a:lvl9pPr marL="3657600" algn="l" defTabSz="914400" rtl="0" eaLnBrk="1" latinLnBrk="0" hangingPunct="1">
              <a:defRPr sz="1800" kern="1200">
                <a:solidFill>
                  <a:schemeClr val="tx1"/>
                </a:solidFill>
                <a:latin typeface="Comic Sans MS" pitchFamily="66" charset="0"/>
                <a:ea typeface="+mn-ea"/>
                <a:cs typeface="+mn-cs"/>
              </a:defRPr>
            </a:lvl9pPr>
          </a:lstStyle>
          <a:p>
            <a:fld id="{2AEB5DB0-1750-46EA-AC7C-282DFECA4821}" type="slidenum">
              <a:rPr lang="en-US" altLang="en-US" smtClean="0"/>
              <a:pPr/>
              <a:t>8</a:t>
            </a:fld>
            <a:endParaRPr lang="en-US" altLang="en-US" dirty="0"/>
          </a:p>
        </p:txBody>
      </p:sp>
      <p:sp>
        <p:nvSpPr>
          <p:cNvPr id="37" name="Text Box 24">
            <a:extLst>
              <a:ext uri="{FF2B5EF4-FFF2-40B4-BE49-F238E27FC236}">
                <a16:creationId xmlns:a16="http://schemas.microsoft.com/office/drawing/2014/main" id="{51B30D0A-CD98-4973-BEB1-35D60C72837D}"/>
              </a:ext>
            </a:extLst>
          </p:cNvPr>
          <p:cNvSpPr txBox="1">
            <a:spLocks noChangeArrowheads="1"/>
          </p:cNvSpPr>
          <p:nvPr/>
        </p:nvSpPr>
        <p:spPr bwMode="auto">
          <a:xfrm>
            <a:off x="1790700" y="19669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socket()</a:t>
            </a:r>
          </a:p>
        </p:txBody>
      </p:sp>
      <p:sp>
        <p:nvSpPr>
          <p:cNvPr id="38" name="Text Box 25">
            <a:extLst>
              <a:ext uri="{FF2B5EF4-FFF2-40B4-BE49-F238E27FC236}">
                <a16:creationId xmlns:a16="http://schemas.microsoft.com/office/drawing/2014/main" id="{F4F2D922-2A40-4728-B07F-F97E9499DA4F}"/>
              </a:ext>
            </a:extLst>
          </p:cNvPr>
          <p:cNvSpPr txBox="1">
            <a:spLocks noChangeArrowheads="1"/>
          </p:cNvSpPr>
          <p:nvPr/>
        </p:nvSpPr>
        <p:spPr bwMode="auto">
          <a:xfrm>
            <a:off x="5524500" y="19669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listen()</a:t>
            </a:r>
          </a:p>
        </p:txBody>
      </p:sp>
      <p:sp>
        <p:nvSpPr>
          <p:cNvPr id="39" name="Line 28">
            <a:extLst>
              <a:ext uri="{FF2B5EF4-FFF2-40B4-BE49-F238E27FC236}">
                <a16:creationId xmlns:a16="http://schemas.microsoft.com/office/drawing/2014/main" id="{37957464-8D89-40C2-9BE8-080A73E5B7F3}"/>
              </a:ext>
            </a:extLst>
          </p:cNvPr>
          <p:cNvSpPr>
            <a:spLocks noChangeShapeType="1"/>
          </p:cNvSpPr>
          <p:nvPr/>
        </p:nvSpPr>
        <p:spPr bwMode="auto">
          <a:xfrm>
            <a:off x="3162300" y="2133600"/>
            <a:ext cx="457200" cy="0"/>
          </a:xfrm>
          <a:prstGeom prst="line">
            <a:avLst/>
          </a:prstGeom>
          <a:noFill/>
          <a:ln w="9525">
            <a:solidFill>
              <a:schemeClr val="tx1"/>
            </a:solidFill>
            <a:round/>
            <a:headEnd/>
            <a:tailEnd type="triangle" w="med" len="med"/>
          </a:ln>
        </p:spPr>
        <p:txBody>
          <a:bodyPr/>
          <a:lstStyle/>
          <a:p>
            <a:endParaRPr lang="en-US"/>
          </a:p>
        </p:txBody>
      </p:sp>
      <p:sp>
        <p:nvSpPr>
          <p:cNvPr id="40" name="Text Box 29">
            <a:extLst>
              <a:ext uri="{FF2B5EF4-FFF2-40B4-BE49-F238E27FC236}">
                <a16:creationId xmlns:a16="http://schemas.microsoft.com/office/drawing/2014/main" id="{839DA00A-3817-4C09-A444-EF9F5FF935F9}"/>
              </a:ext>
            </a:extLst>
          </p:cNvPr>
          <p:cNvSpPr txBox="1">
            <a:spLocks noChangeArrowheads="1"/>
          </p:cNvSpPr>
          <p:nvPr/>
        </p:nvSpPr>
        <p:spPr bwMode="auto">
          <a:xfrm>
            <a:off x="3771900" y="1966913"/>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41" name="Line 30">
            <a:extLst>
              <a:ext uri="{FF2B5EF4-FFF2-40B4-BE49-F238E27FC236}">
                <a16:creationId xmlns:a16="http://schemas.microsoft.com/office/drawing/2014/main" id="{B582D3F4-8994-45DB-A311-DAB3B0927E47}"/>
              </a:ext>
            </a:extLst>
          </p:cNvPr>
          <p:cNvSpPr>
            <a:spLocks noChangeShapeType="1"/>
          </p:cNvSpPr>
          <p:nvPr/>
        </p:nvSpPr>
        <p:spPr bwMode="auto">
          <a:xfrm>
            <a:off x="4914900" y="2133600"/>
            <a:ext cx="457200" cy="0"/>
          </a:xfrm>
          <a:prstGeom prst="line">
            <a:avLst/>
          </a:prstGeom>
          <a:noFill/>
          <a:ln w="9525">
            <a:solidFill>
              <a:schemeClr val="tx1"/>
            </a:solidFill>
            <a:round/>
            <a:headEnd/>
            <a:tailEnd type="triangle" w="med" len="med"/>
          </a:ln>
        </p:spPr>
        <p:txBody>
          <a:bodyPr/>
          <a:lstStyle/>
          <a:p>
            <a:endParaRPr lang="en-US"/>
          </a:p>
        </p:txBody>
      </p:sp>
      <p:sp>
        <p:nvSpPr>
          <p:cNvPr id="42" name="Line 32">
            <a:extLst>
              <a:ext uri="{FF2B5EF4-FFF2-40B4-BE49-F238E27FC236}">
                <a16:creationId xmlns:a16="http://schemas.microsoft.com/office/drawing/2014/main" id="{B0497BEB-F867-4B38-ACD4-28877191F712}"/>
              </a:ext>
            </a:extLst>
          </p:cNvPr>
          <p:cNvSpPr>
            <a:spLocks noChangeShapeType="1"/>
          </p:cNvSpPr>
          <p:nvPr/>
        </p:nvSpPr>
        <p:spPr bwMode="auto">
          <a:xfrm>
            <a:off x="7810500" y="2438400"/>
            <a:ext cx="0" cy="685800"/>
          </a:xfrm>
          <a:prstGeom prst="line">
            <a:avLst/>
          </a:prstGeom>
          <a:noFill/>
          <a:ln w="9525">
            <a:solidFill>
              <a:schemeClr val="tx1"/>
            </a:solidFill>
            <a:round/>
            <a:headEnd/>
            <a:tailEnd type="triangle" w="med" len="med"/>
          </a:ln>
        </p:spPr>
        <p:txBody>
          <a:bodyPr/>
          <a:lstStyle/>
          <a:p>
            <a:endParaRPr lang="en-US"/>
          </a:p>
        </p:txBody>
      </p:sp>
      <p:sp>
        <p:nvSpPr>
          <p:cNvPr id="43" name="Text Box 33">
            <a:extLst>
              <a:ext uri="{FF2B5EF4-FFF2-40B4-BE49-F238E27FC236}">
                <a16:creationId xmlns:a16="http://schemas.microsoft.com/office/drawing/2014/main" id="{EA0AB052-545B-418A-BDCA-94F5B1B468C2}"/>
              </a:ext>
            </a:extLst>
          </p:cNvPr>
          <p:cNvSpPr txBox="1">
            <a:spLocks noChangeArrowheads="1"/>
          </p:cNvSpPr>
          <p:nvPr/>
        </p:nvSpPr>
        <p:spPr bwMode="auto">
          <a:xfrm>
            <a:off x="1714500" y="2662238"/>
            <a:ext cx="1866900" cy="314325"/>
          </a:xfrm>
          <a:prstGeom prst="rect">
            <a:avLst/>
          </a:prstGeom>
          <a:solidFill>
            <a:schemeClr val="bg1"/>
          </a:solidFill>
          <a:ln w="9525">
            <a:solidFill>
              <a:srgbClr val="FF3300"/>
            </a:solidFill>
            <a:miter lim="800000"/>
            <a:headEnd/>
            <a:tailEnd/>
          </a:ln>
        </p:spPr>
        <p:txBody>
          <a:bodyPr wrap="none">
            <a:spAutoFit/>
          </a:bodyPr>
          <a:lstStyle/>
          <a:p>
            <a:r>
              <a:rPr lang="en-US" altLang="zh-TW" sz="1400" b="1">
                <a:latin typeface="Consolas" pitchFamily="49" charset="0"/>
              </a:rPr>
              <a:t>Server flow chart</a:t>
            </a:r>
          </a:p>
        </p:txBody>
      </p:sp>
      <p:sp>
        <p:nvSpPr>
          <p:cNvPr id="44" name="Text Box 38">
            <a:extLst>
              <a:ext uri="{FF2B5EF4-FFF2-40B4-BE49-F238E27FC236}">
                <a16:creationId xmlns:a16="http://schemas.microsoft.com/office/drawing/2014/main" id="{EB1D262D-EE47-42CD-BFAC-EB7B8AA3860C}"/>
              </a:ext>
            </a:extLst>
          </p:cNvPr>
          <p:cNvSpPr txBox="1">
            <a:spLocks noChangeArrowheads="1"/>
          </p:cNvSpPr>
          <p:nvPr/>
        </p:nvSpPr>
        <p:spPr bwMode="auto">
          <a:xfrm>
            <a:off x="7429500" y="1981200"/>
            <a:ext cx="1196975"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accept()</a:t>
            </a:r>
          </a:p>
        </p:txBody>
      </p:sp>
      <p:sp>
        <p:nvSpPr>
          <p:cNvPr id="45" name="Text Box 40">
            <a:extLst>
              <a:ext uri="{FF2B5EF4-FFF2-40B4-BE49-F238E27FC236}">
                <a16:creationId xmlns:a16="http://schemas.microsoft.com/office/drawing/2014/main" id="{61EE0599-9820-493F-A50A-DD9DC1E9400F}"/>
              </a:ext>
            </a:extLst>
          </p:cNvPr>
          <p:cNvSpPr txBox="1">
            <a:spLocks noChangeArrowheads="1"/>
          </p:cNvSpPr>
          <p:nvPr/>
        </p:nvSpPr>
        <p:spPr bwMode="auto">
          <a:xfrm>
            <a:off x="5905500" y="3124200"/>
            <a:ext cx="2952750" cy="376238"/>
          </a:xfrm>
          <a:prstGeom prst="rect">
            <a:avLst/>
          </a:prstGeom>
          <a:solidFill>
            <a:srgbClr val="FFCCFF"/>
          </a:solidFill>
          <a:ln w="9525">
            <a:solidFill>
              <a:schemeClr val="tx1"/>
            </a:solidFill>
            <a:miter lim="800000"/>
            <a:headEnd/>
            <a:tailEnd/>
          </a:ln>
        </p:spPr>
        <p:txBody>
          <a:bodyPr wrap="none">
            <a:spAutoFit/>
          </a:bodyPr>
          <a:lstStyle/>
          <a:p>
            <a:r>
              <a:rPr lang="en-US" altLang="zh-TW" b="1">
                <a:latin typeface="Consolas" pitchFamily="49" charset="0"/>
              </a:rPr>
              <a:t>Application-layer code</a:t>
            </a:r>
          </a:p>
        </p:txBody>
      </p:sp>
      <p:sp>
        <p:nvSpPr>
          <p:cNvPr id="46" name="Line 41">
            <a:extLst>
              <a:ext uri="{FF2B5EF4-FFF2-40B4-BE49-F238E27FC236}">
                <a16:creationId xmlns:a16="http://schemas.microsoft.com/office/drawing/2014/main" id="{9626CDC9-A961-4D24-82E4-4FFE60317AF4}"/>
              </a:ext>
            </a:extLst>
          </p:cNvPr>
          <p:cNvSpPr>
            <a:spLocks noChangeShapeType="1"/>
          </p:cNvSpPr>
          <p:nvPr/>
        </p:nvSpPr>
        <p:spPr bwMode="auto">
          <a:xfrm>
            <a:off x="6819900" y="2133600"/>
            <a:ext cx="457200" cy="0"/>
          </a:xfrm>
          <a:prstGeom prst="line">
            <a:avLst/>
          </a:prstGeom>
          <a:noFill/>
          <a:ln w="9525">
            <a:solidFill>
              <a:schemeClr val="tx1"/>
            </a:solidFill>
            <a:round/>
            <a:headEnd/>
            <a:tailEnd type="triangle" w="med" len="med"/>
          </a:ln>
        </p:spPr>
        <p:txBody>
          <a:bodyPr/>
          <a:lstStyle/>
          <a:p>
            <a:endParaRPr lang="en-US"/>
          </a:p>
        </p:txBody>
      </p:sp>
      <p:sp>
        <p:nvSpPr>
          <p:cNvPr id="47" name="Line 42">
            <a:extLst>
              <a:ext uri="{FF2B5EF4-FFF2-40B4-BE49-F238E27FC236}">
                <a16:creationId xmlns:a16="http://schemas.microsoft.com/office/drawing/2014/main" id="{5A5563DE-AD7D-4E38-918D-3C47E88D3C90}"/>
              </a:ext>
            </a:extLst>
          </p:cNvPr>
          <p:cNvSpPr>
            <a:spLocks noChangeShapeType="1"/>
          </p:cNvSpPr>
          <p:nvPr/>
        </p:nvSpPr>
        <p:spPr bwMode="auto">
          <a:xfrm flipV="1">
            <a:off x="8267700" y="2438400"/>
            <a:ext cx="0" cy="685800"/>
          </a:xfrm>
          <a:prstGeom prst="line">
            <a:avLst/>
          </a:prstGeom>
          <a:noFill/>
          <a:ln w="9525">
            <a:solidFill>
              <a:schemeClr val="tx1"/>
            </a:solidFill>
            <a:round/>
            <a:headEnd/>
            <a:tailEnd type="triangle" w="med" len="med"/>
          </a:ln>
        </p:spPr>
        <p:txBody>
          <a:bodyPr/>
          <a:lstStyle/>
          <a:p>
            <a:endParaRPr lang="en-US"/>
          </a:p>
        </p:txBody>
      </p:sp>
      <p:sp>
        <p:nvSpPr>
          <p:cNvPr id="48" name="Text Box 43">
            <a:extLst>
              <a:ext uri="{FF2B5EF4-FFF2-40B4-BE49-F238E27FC236}">
                <a16:creationId xmlns:a16="http://schemas.microsoft.com/office/drawing/2014/main" id="{88690CBE-AA7B-43AD-97C5-B4B0594603F3}"/>
              </a:ext>
            </a:extLst>
          </p:cNvPr>
          <p:cNvSpPr txBox="1">
            <a:spLocks noChangeArrowheads="1"/>
          </p:cNvSpPr>
          <p:nvPr/>
        </p:nvSpPr>
        <p:spPr bwMode="auto">
          <a:xfrm>
            <a:off x="8420100" y="2438400"/>
            <a:ext cx="1090613" cy="466725"/>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connection is closed.</a:t>
            </a:r>
          </a:p>
        </p:txBody>
      </p:sp>
      <p:sp>
        <p:nvSpPr>
          <p:cNvPr id="50" name="Text Box 45">
            <a:extLst>
              <a:ext uri="{FF2B5EF4-FFF2-40B4-BE49-F238E27FC236}">
                <a16:creationId xmlns:a16="http://schemas.microsoft.com/office/drawing/2014/main" id="{22236891-0D8E-41D9-8A74-99855881E2AC}"/>
              </a:ext>
            </a:extLst>
          </p:cNvPr>
          <p:cNvSpPr txBox="1">
            <a:spLocks noChangeArrowheads="1"/>
          </p:cNvSpPr>
          <p:nvPr/>
        </p:nvSpPr>
        <p:spPr bwMode="auto">
          <a:xfrm>
            <a:off x="1790700" y="5553075"/>
            <a:ext cx="1196975"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socket()</a:t>
            </a:r>
          </a:p>
        </p:txBody>
      </p:sp>
      <p:sp>
        <p:nvSpPr>
          <p:cNvPr id="51" name="Text Box 46">
            <a:extLst>
              <a:ext uri="{FF2B5EF4-FFF2-40B4-BE49-F238E27FC236}">
                <a16:creationId xmlns:a16="http://schemas.microsoft.com/office/drawing/2014/main" id="{3D6E55C1-A2EB-4F0C-AFBA-51D9E95BB88D}"/>
              </a:ext>
            </a:extLst>
          </p:cNvPr>
          <p:cNvSpPr txBox="1">
            <a:spLocks noChangeArrowheads="1"/>
          </p:cNvSpPr>
          <p:nvPr/>
        </p:nvSpPr>
        <p:spPr bwMode="auto">
          <a:xfrm>
            <a:off x="5372100" y="5553075"/>
            <a:ext cx="1322388"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connect()</a:t>
            </a:r>
          </a:p>
        </p:txBody>
      </p:sp>
      <p:sp>
        <p:nvSpPr>
          <p:cNvPr id="52" name="Line 49">
            <a:extLst>
              <a:ext uri="{FF2B5EF4-FFF2-40B4-BE49-F238E27FC236}">
                <a16:creationId xmlns:a16="http://schemas.microsoft.com/office/drawing/2014/main" id="{E92FE10C-0B44-43F7-9979-EDB192EA05C2}"/>
              </a:ext>
            </a:extLst>
          </p:cNvPr>
          <p:cNvSpPr>
            <a:spLocks noChangeShapeType="1"/>
          </p:cNvSpPr>
          <p:nvPr/>
        </p:nvSpPr>
        <p:spPr bwMode="auto">
          <a:xfrm>
            <a:off x="3009900" y="5719763"/>
            <a:ext cx="457200" cy="0"/>
          </a:xfrm>
          <a:prstGeom prst="line">
            <a:avLst/>
          </a:prstGeom>
          <a:noFill/>
          <a:ln w="9525">
            <a:solidFill>
              <a:schemeClr val="tx1"/>
            </a:solidFill>
            <a:round/>
            <a:headEnd/>
            <a:tailEnd type="triangle" w="med" len="med"/>
          </a:ln>
        </p:spPr>
        <p:txBody>
          <a:bodyPr/>
          <a:lstStyle/>
          <a:p>
            <a:endParaRPr lang="en-US"/>
          </a:p>
        </p:txBody>
      </p:sp>
      <p:sp>
        <p:nvSpPr>
          <p:cNvPr id="53" name="Text Box 50">
            <a:extLst>
              <a:ext uri="{FF2B5EF4-FFF2-40B4-BE49-F238E27FC236}">
                <a16:creationId xmlns:a16="http://schemas.microsoft.com/office/drawing/2014/main" id="{5F0B5415-152B-4799-9812-36EA759F0B26}"/>
              </a:ext>
            </a:extLst>
          </p:cNvPr>
          <p:cNvSpPr txBox="1">
            <a:spLocks noChangeArrowheads="1"/>
          </p:cNvSpPr>
          <p:nvPr/>
        </p:nvSpPr>
        <p:spPr bwMode="auto">
          <a:xfrm>
            <a:off x="3619500" y="5553075"/>
            <a:ext cx="946150"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54" name="Line 51">
            <a:extLst>
              <a:ext uri="{FF2B5EF4-FFF2-40B4-BE49-F238E27FC236}">
                <a16:creationId xmlns:a16="http://schemas.microsoft.com/office/drawing/2014/main" id="{5CC90200-4A25-467A-ACA6-0A2590CEA4E1}"/>
              </a:ext>
            </a:extLst>
          </p:cNvPr>
          <p:cNvSpPr>
            <a:spLocks noChangeShapeType="1"/>
          </p:cNvSpPr>
          <p:nvPr/>
        </p:nvSpPr>
        <p:spPr bwMode="auto">
          <a:xfrm>
            <a:off x="4762500" y="5719763"/>
            <a:ext cx="457200" cy="0"/>
          </a:xfrm>
          <a:prstGeom prst="line">
            <a:avLst/>
          </a:prstGeom>
          <a:noFill/>
          <a:ln w="9525">
            <a:solidFill>
              <a:schemeClr val="tx1"/>
            </a:solidFill>
            <a:round/>
            <a:headEnd/>
            <a:tailEnd type="triangle" w="med" len="med"/>
          </a:ln>
        </p:spPr>
        <p:txBody>
          <a:bodyPr/>
          <a:lstStyle/>
          <a:p>
            <a:endParaRPr lang="en-US"/>
          </a:p>
        </p:txBody>
      </p:sp>
      <p:sp>
        <p:nvSpPr>
          <p:cNvPr id="55" name="Line 52">
            <a:extLst>
              <a:ext uri="{FF2B5EF4-FFF2-40B4-BE49-F238E27FC236}">
                <a16:creationId xmlns:a16="http://schemas.microsoft.com/office/drawing/2014/main" id="{576A67B6-D3E7-49A7-BCB9-CF766C6F445A}"/>
              </a:ext>
            </a:extLst>
          </p:cNvPr>
          <p:cNvSpPr>
            <a:spLocks noChangeShapeType="1"/>
          </p:cNvSpPr>
          <p:nvPr/>
        </p:nvSpPr>
        <p:spPr bwMode="auto">
          <a:xfrm flipV="1">
            <a:off x="6591300" y="5029200"/>
            <a:ext cx="0" cy="533400"/>
          </a:xfrm>
          <a:prstGeom prst="line">
            <a:avLst/>
          </a:prstGeom>
          <a:noFill/>
          <a:ln w="9525">
            <a:solidFill>
              <a:schemeClr val="tx1"/>
            </a:solidFill>
            <a:round/>
            <a:headEnd/>
            <a:tailEnd type="triangle" w="med" len="med"/>
          </a:ln>
        </p:spPr>
        <p:txBody>
          <a:bodyPr/>
          <a:lstStyle/>
          <a:p>
            <a:endParaRPr lang="en-US"/>
          </a:p>
        </p:txBody>
      </p:sp>
      <p:sp>
        <p:nvSpPr>
          <p:cNvPr id="56" name="Text Box 54">
            <a:extLst>
              <a:ext uri="{FF2B5EF4-FFF2-40B4-BE49-F238E27FC236}">
                <a16:creationId xmlns:a16="http://schemas.microsoft.com/office/drawing/2014/main" id="{7ECD3367-8826-4AD9-BB93-79CA84F7168C}"/>
              </a:ext>
            </a:extLst>
          </p:cNvPr>
          <p:cNvSpPr txBox="1">
            <a:spLocks noChangeArrowheads="1"/>
          </p:cNvSpPr>
          <p:nvPr/>
        </p:nvSpPr>
        <p:spPr bwMode="auto">
          <a:xfrm>
            <a:off x="1714500" y="6091238"/>
            <a:ext cx="1866900" cy="314325"/>
          </a:xfrm>
          <a:prstGeom prst="rect">
            <a:avLst/>
          </a:prstGeom>
          <a:solidFill>
            <a:schemeClr val="bg1"/>
          </a:solidFill>
          <a:ln w="9525">
            <a:solidFill>
              <a:srgbClr val="FF3300"/>
            </a:solidFill>
            <a:miter lim="800000"/>
            <a:headEnd/>
            <a:tailEnd/>
          </a:ln>
        </p:spPr>
        <p:txBody>
          <a:bodyPr wrap="none">
            <a:spAutoFit/>
          </a:bodyPr>
          <a:lstStyle/>
          <a:p>
            <a:r>
              <a:rPr lang="en-US" altLang="zh-TW" sz="1400" b="1">
                <a:latin typeface="Consolas" pitchFamily="49" charset="0"/>
              </a:rPr>
              <a:t>Client flow chart</a:t>
            </a:r>
          </a:p>
        </p:txBody>
      </p:sp>
      <p:sp>
        <p:nvSpPr>
          <p:cNvPr id="57" name="Text Box 55">
            <a:extLst>
              <a:ext uri="{FF2B5EF4-FFF2-40B4-BE49-F238E27FC236}">
                <a16:creationId xmlns:a16="http://schemas.microsoft.com/office/drawing/2014/main" id="{037689BF-C248-4497-AC96-927F2CE42098}"/>
              </a:ext>
            </a:extLst>
          </p:cNvPr>
          <p:cNvSpPr txBox="1">
            <a:spLocks noChangeArrowheads="1"/>
          </p:cNvSpPr>
          <p:nvPr/>
        </p:nvSpPr>
        <p:spPr bwMode="auto">
          <a:xfrm>
            <a:off x="5905500" y="4648200"/>
            <a:ext cx="2952750" cy="376238"/>
          </a:xfrm>
          <a:prstGeom prst="rect">
            <a:avLst/>
          </a:prstGeom>
          <a:solidFill>
            <a:srgbClr val="FFCCFF"/>
          </a:solidFill>
          <a:ln w="9525">
            <a:solidFill>
              <a:schemeClr val="tx1"/>
            </a:solidFill>
            <a:miter lim="800000"/>
            <a:headEnd/>
            <a:tailEnd/>
          </a:ln>
        </p:spPr>
        <p:txBody>
          <a:bodyPr wrap="none">
            <a:spAutoFit/>
          </a:bodyPr>
          <a:lstStyle/>
          <a:p>
            <a:r>
              <a:rPr lang="en-US" altLang="zh-TW" b="1">
                <a:latin typeface="Consolas" pitchFamily="49" charset="0"/>
              </a:rPr>
              <a:t>Application-layer code</a:t>
            </a:r>
          </a:p>
        </p:txBody>
      </p:sp>
      <p:sp>
        <p:nvSpPr>
          <p:cNvPr id="58" name="Line 56">
            <a:extLst>
              <a:ext uri="{FF2B5EF4-FFF2-40B4-BE49-F238E27FC236}">
                <a16:creationId xmlns:a16="http://schemas.microsoft.com/office/drawing/2014/main" id="{7ACE4599-881F-49AE-97C9-E0341301F43D}"/>
              </a:ext>
            </a:extLst>
          </p:cNvPr>
          <p:cNvSpPr>
            <a:spLocks noChangeShapeType="1"/>
          </p:cNvSpPr>
          <p:nvPr/>
        </p:nvSpPr>
        <p:spPr bwMode="auto">
          <a:xfrm>
            <a:off x="7505700" y="5029200"/>
            <a:ext cx="0" cy="533400"/>
          </a:xfrm>
          <a:prstGeom prst="line">
            <a:avLst/>
          </a:prstGeom>
          <a:noFill/>
          <a:ln w="9525">
            <a:solidFill>
              <a:schemeClr val="tx1"/>
            </a:solidFill>
            <a:round/>
            <a:headEnd/>
            <a:tailEnd type="triangle" w="med" len="med"/>
          </a:ln>
        </p:spPr>
        <p:txBody>
          <a:bodyPr/>
          <a:lstStyle/>
          <a:p>
            <a:endParaRPr lang="en-US"/>
          </a:p>
        </p:txBody>
      </p:sp>
      <p:sp>
        <p:nvSpPr>
          <p:cNvPr id="59" name="Text Box 58">
            <a:extLst>
              <a:ext uri="{FF2B5EF4-FFF2-40B4-BE49-F238E27FC236}">
                <a16:creationId xmlns:a16="http://schemas.microsoft.com/office/drawing/2014/main" id="{A7C8A413-15D5-4680-9A0B-C59CCBE94DA2}"/>
              </a:ext>
            </a:extLst>
          </p:cNvPr>
          <p:cNvSpPr txBox="1">
            <a:spLocks noChangeArrowheads="1"/>
          </p:cNvSpPr>
          <p:nvPr/>
        </p:nvSpPr>
        <p:spPr bwMode="auto">
          <a:xfrm>
            <a:off x="7581900" y="5126038"/>
            <a:ext cx="609600" cy="284162"/>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DONE!</a:t>
            </a:r>
          </a:p>
        </p:txBody>
      </p:sp>
      <p:sp>
        <p:nvSpPr>
          <p:cNvPr id="60" name="Text Box 59">
            <a:extLst>
              <a:ext uri="{FF2B5EF4-FFF2-40B4-BE49-F238E27FC236}">
                <a16:creationId xmlns:a16="http://schemas.microsoft.com/office/drawing/2014/main" id="{BDDEFD4A-280B-4539-AF2B-FD88846C4C81}"/>
              </a:ext>
            </a:extLst>
          </p:cNvPr>
          <p:cNvSpPr txBox="1">
            <a:spLocks noChangeArrowheads="1"/>
          </p:cNvSpPr>
          <p:nvPr/>
        </p:nvSpPr>
        <p:spPr bwMode="auto">
          <a:xfrm>
            <a:off x="6972300" y="5553075"/>
            <a:ext cx="1071563"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close()</a:t>
            </a:r>
          </a:p>
        </p:txBody>
      </p:sp>
      <p:sp>
        <p:nvSpPr>
          <p:cNvPr id="61" name="Text Box 60">
            <a:extLst>
              <a:ext uri="{FF2B5EF4-FFF2-40B4-BE49-F238E27FC236}">
                <a16:creationId xmlns:a16="http://schemas.microsoft.com/office/drawing/2014/main" id="{6575A854-6A15-4828-8C23-C59F899255E5}"/>
              </a:ext>
            </a:extLst>
          </p:cNvPr>
          <p:cNvSpPr txBox="1">
            <a:spLocks noChangeArrowheads="1"/>
          </p:cNvSpPr>
          <p:nvPr/>
        </p:nvSpPr>
        <p:spPr bwMode="auto">
          <a:xfrm>
            <a:off x="8540750" y="5553075"/>
            <a:ext cx="946150"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exit()</a:t>
            </a:r>
          </a:p>
        </p:txBody>
      </p:sp>
      <p:sp>
        <p:nvSpPr>
          <p:cNvPr id="62" name="Line 61">
            <a:extLst>
              <a:ext uri="{FF2B5EF4-FFF2-40B4-BE49-F238E27FC236}">
                <a16:creationId xmlns:a16="http://schemas.microsoft.com/office/drawing/2014/main" id="{1066E067-0460-4F9B-91F2-E1AC32C187D3}"/>
              </a:ext>
            </a:extLst>
          </p:cNvPr>
          <p:cNvSpPr>
            <a:spLocks noChangeShapeType="1"/>
          </p:cNvSpPr>
          <p:nvPr/>
        </p:nvSpPr>
        <p:spPr bwMode="auto">
          <a:xfrm>
            <a:off x="8115300" y="5791200"/>
            <a:ext cx="304800" cy="0"/>
          </a:xfrm>
          <a:prstGeom prst="line">
            <a:avLst/>
          </a:prstGeom>
          <a:noFill/>
          <a:ln w="9525">
            <a:solidFill>
              <a:schemeClr val="tx1"/>
            </a:solidFill>
            <a:round/>
            <a:headEnd/>
            <a:tailEnd type="triangle" w="med" len="med"/>
          </a:ln>
        </p:spPr>
        <p:txBody>
          <a:bodyPr/>
          <a:lstStyle/>
          <a:p>
            <a:endParaRPr lang="en-US"/>
          </a:p>
        </p:txBody>
      </p:sp>
      <p:sp>
        <p:nvSpPr>
          <p:cNvPr id="63" name="AutoShape 62">
            <a:extLst>
              <a:ext uri="{FF2B5EF4-FFF2-40B4-BE49-F238E27FC236}">
                <a16:creationId xmlns:a16="http://schemas.microsoft.com/office/drawing/2014/main" id="{6E60F802-48A2-4B44-A4B6-2901EDF69E77}"/>
              </a:ext>
            </a:extLst>
          </p:cNvPr>
          <p:cNvSpPr>
            <a:spLocks noChangeArrowheads="1"/>
          </p:cNvSpPr>
          <p:nvPr/>
        </p:nvSpPr>
        <p:spPr bwMode="auto">
          <a:xfrm>
            <a:off x="6362700" y="3581400"/>
            <a:ext cx="1981200" cy="990600"/>
          </a:xfrm>
          <a:prstGeom prst="upDownArrow">
            <a:avLst>
              <a:gd name="adj1" fmla="val 50000"/>
              <a:gd name="adj2" fmla="val 20000"/>
            </a:avLst>
          </a:prstGeom>
          <a:solidFill>
            <a:srgbClr val="FFCCFF"/>
          </a:solidFill>
          <a:ln w="9525" algn="ctr">
            <a:solidFill>
              <a:schemeClr val="tx1"/>
            </a:solidFill>
            <a:miter lim="800000"/>
            <a:headEnd/>
            <a:tailEnd/>
          </a:ln>
        </p:spPr>
        <p:txBody>
          <a:bodyPr wrap="none" anchor="ctr"/>
          <a:lstStyle/>
          <a:p>
            <a:pPr algn="ctr"/>
            <a:r>
              <a:rPr lang="en-US" altLang="zh-TW" b="1">
                <a:latin typeface="Consolas" pitchFamily="49" charset="0"/>
              </a:rPr>
              <a:t>read()</a:t>
            </a:r>
          </a:p>
          <a:p>
            <a:pPr algn="ctr"/>
            <a:r>
              <a:rPr lang="en-US" altLang="zh-TW" b="1">
                <a:latin typeface="Consolas" pitchFamily="49" charset="0"/>
              </a:rPr>
              <a:t>&amp;</a:t>
            </a:r>
          </a:p>
          <a:p>
            <a:pPr algn="ctr"/>
            <a:r>
              <a:rPr lang="en-US" altLang="zh-TW" b="1">
                <a:latin typeface="Consolas" pitchFamily="49" charset="0"/>
              </a:rPr>
              <a:t>write()</a:t>
            </a:r>
          </a:p>
        </p:txBody>
      </p:sp>
      <p:sp>
        <p:nvSpPr>
          <p:cNvPr id="64" name="AutoShape 64">
            <a:extLst>
              <a:ext uri="{FF2B5EF4-FFF2-40B4-BE49-F238E27FC236}">
                <a16:creationId xmlns:a16="http://schemas.microsoft.com/office/drawing/2014/main" id="{B5A7C90F-0E3B-43E1-B93D-6D9F31A9BBFA}"/>
              </a:ext>
            </a:extLst>
          </p:cNvPr>
          <p:cNvSpPr>
            <a:spLocks noChangeArrowheads="1"/>
          </p:cNvSpPr>
          <p:nvPr/>
        </p:nvSpPr>
        <p:spPr bwMode="auto">
          <a:xfrm>
            <a:off x="2095500" y="3636963"/>
            <a:ext cx="2895600" cy="1011237"/>
          </a:xfrm>
          <a:prstGeom prst="flowChartAlternateProcess">
            <a:avLst/>
          </a:prstGeom>
          <a:solidFill>
            <a:srgbClr val="DDDDDD"/>
          </a:solidFill>
          <a:ln w="9525" algn="ctr">
            <a:solidFill>
              <a:schemeClr val="tx1"/>
            </a:solidFill>
            <a:miter lim="800000"/>
            <a:headEnd/>
            <a:tailEnd/>
          </a:ln>
        </p:spPr>
        <p:txBody>
          <a:bodyPr anchor="ctr"/>
          <a:lstStyle/>
          <a:p>
            <a:r>
              <a:rPr lang="en-US" altLang="zh-TW" sz="1600" b="1" u="sng" dirty="0">
                <a:latin typeface="Calibri" pitchFamily="34" charset="0"/>
              </a:rPr>
              <a:t>Limitation: </a:t>
            </a:r>
          </a:p>
          <a:p>
            <a:r>
              <a:rPr lang="en-US" altLang="zh-TW" sz="1600" dirty="0">
                <a:latin typeface="Calibri" pitchFamily="34" charset="0"/>
              </a:rPr>
              <a:t>Only supports a single client!</a:t>
            </a:r>
          </a:p>
        </p:txBody>
      </p:sp>
      <p:sp>
        <p:nvSpPr>
          <p:cNvPr id="65" name="Text Box 65">
            <a:extLst>
              <a:ext uri="{FF2B5EF4-FFF2-40B4-BE49-F238E27FC236}">
                <a16:creationId xmlns:a16="http://schemas.microsoft.com/office/drawing/2014/main" id="{242C7A80-C4AA-4815-AC4C-3E93D22F7341}"/>
              </a:ext>
            </a:extLst>
          </p:cNvPr>
          <p:cNvSpPr txBox="1">
            <a:spLocks noChangeArrowheads="1"/>
          </p:cNvSpPr>
          <p:nvPr/>
        </p:nvSpPr>
        <p:spPr bwMode="auto">
          <a:xfrm>
            <a:off x="6262688" y="2438400"/>
            <a:ext cx="1395412" cy="466725"/>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New connection arrives</a:t>
            </a:r>
          </a:p>
        </p:txBody>
      </p:sp>
    </p:spTree>
    <p:extLst>
      <p:ext uri="{BB962C8B-B14F-4D97-AF65-F5344CB8AC3E}">
        <p14:creationId xmlns:p14="http://schemas.microsoft.com/office/powerpoint/2010/main" val="103136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b="1" dirty="0"/>
              <a:t>Socket Programming: </a:t>
            </a:r>
            <a:r>
              <a:rPr lang="en-US" altLang="zh-TW" b="1" dirty="0"/>
              <a:t>Server Parallelization</a:t>
            </a:r>
            <a:endParaRPr lang="en-US" b="1" dirty="0"/>
          </a:p>
        </p:txBody>
      </p:sp>
      <p:sp>
        <p:nvSpPr>
          <p:cNvPr id="34" name="Text Box 5">
            <a:extLst>
              <a:ext uri="{FF2B5EF4-FFF2-40B4-BE49-F238E27FC236}">
                <a16:creationId xmlns:a16="http://schemas.microsoft.com/office/drawing/2014/main" id="{4AC9FC81-0627-4B71-86BC-7628F1748238}"/>
              </a:ext>
            </a:extLst>
          </p:cNvPr>
          <p:cNvSpPr txBox="1">
            <a:spLocks noChangeArrowheads="1"/>
          </p:cNvSpPr>
          <p:nvPr/>
        </p:nvSpPr>
        <p:spPr bwMode="auto">
          <a:xfrm>
            <a:off x="1768475" y="2124075"/>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socket()</a:t>
            </a:r>
          </a:p>
        </p:txBody>
      </p:sp>
      <p:sp>
        <p:nvSpPr>
          <p:cNvPr id="35" name="Text Box 6">
            <a:extLst>
              <a:ext uri="{FF2B5EF4-FFF2-40B4-BE49-F238E27FC236}">
                <a16:creationId xmlns:a16="http://schemas.microsoft.com/office/drawing/2014/main" id="{BCFE8564-0D96-4CD2-9BC6-499365BA818F}"/>
              </a:ext>
            </a:extLst>
          </p:cNvPr>
          <p:cNvSpPr txBox="1">
            <a:spLocks noChangeArrowheads="1"/>
          </p:cNvSpPr>
          <p:nvPr/>
        </p:nvSpPr>
        <p:spPr bwMode="auto">
          <a:xfrm>
            <a:off x="5502275" y="2124075"/>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listen()</a:t>
            </a:r>
          </a:p>
        </p:txBody>
      </p:sp>
      <p:sp>
        <p:nvSpPr>
          <p:cNvPr id="36" name="Line 7">
            <a:extLst>
              <a:ext uri="{FF2B5EF4-FFF2-40B4-BE49-F238E27FC236}">
                <a16:creationId xmlns:a16="http://schemas.microsoft.com/office/drawing/2014/main" id="{E5E71293-3382-4BC4-9CF6-FD4B0F62240D}"/>
              </a:ext>
            </a:extLst>
          </p:cNvPr>
          <p:cNvSpPr>
            <a:spLocks noChangeShapeType="1"/>
          </p:cNvSpPr>
          <p:nvPr/>
        </p:nvSpPr>
        <p:spPr bwMode="auto">
          <a:xfrm>
            <a:off x="3140075" y="2290762"/>
            <a:ext cx="457200" cy="0"/>
          </a:xfrm>
          <a:prstGeom prst="line">
            <a:avLst/>
          </a:prstGeom>
          <a:noFill/>
          <a:ln w="9525">
            <a:solidFill>
              <a:schemeClr val="tx1"/>
            </a:solidFill>
            <a:round/>
            <a:headEnd/>
            <a:tailEnd type="triangle" w="med" len="med"/>
          </a:ln>
        </p:spPr>
        <p:txBody>
          <a:bodyPr/>
          <a:lstStyle/>
          <a:p>
            <a:endParaRPr lang="en-US"/>
          </a:p>
        </p:txBody>
      </p:sp>
      <p:sp>
        <p:nvSpPr>
          <p:cNvPr id="49" name="Text Box 8">
            <a:extLst>
              <a:ext uri="{FF2B5EF4-FFF2-40B4-BE49-F238E27FC236}">
                <a16:creationId xmlns:a16="http://schemas.microsoft.com/office/drawing/2014/main" id="{B784DA10-4EAB-4DC3-AEF5-68E32F499B08}"/>
              </a:ext>
            </a:extLst>
          </p:cNvPr>
          <p:cNvSpPr txBox="1">
            <a:spLocks noChangeArrowheads="1"/>
          </p:cNvSpPr>
          <p:nvPr/>
        </p:nvSpPr>
        <p:spPr bwMode="auto">
          <a:xfrm>
            <a:off x="3749675" y="2124075"/>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66" name="Line 9">
            <a:extLst>
              <a:ext uri="{FF2B5EF4-FFF2-40B4-BE49-F238E27FC236}">
                <a16:creationId xmlns:a16="http://schemas.microsoft.com/office/drawing/2014/main" id="{894643CD-8472-432D-A408-19FCC4A922F6}"/>
              </a:ext>
            </a:extLst>
          </p:cNvPr>
          <p:cNvSpPr>
            <a:spLocks noChangeShapeType="1"/>
          </p:cNvSpPr>
          <p:nvPr/>
        </p:nvSpPr>
        <p:spPr bwMode="auto">
          <a:xfrm>
            <a:off x="4892675" y="2290762"/>
            <a:ext cx="457200" cy="0"/>
          </a:xfrm>
          <a:prstGeom prst="line">
            <a:avLst/>
          </a:prstGeom>
          <a:noFill/>
          <a:ln w="9525">
            <a:solidFill>
              <a:schemeClr val="tx1"/>
            </a:solidFill>
            <a:round/>
            <a:headEnd/>
            <a:tailEnd type="triangle" w="med" len="med"/>
          </a:ln>
        </p:spPr>
        <p:txBody>
          <a:bodyPr/>
          <a:lstStyle/>
          <a:p>
            <a:endParaRPr lang="en-US"/>
          </a:p>
        </p:txBody>
      </p:sp>
      <p:sp>
        <p:nvSpPr>
          <p:cNvPr id="67" name="Text Box 11">
            <a:extLst>
              <a:ext uri="{FF2B5EF4-FFF2-40B4-BE49-F238E27FC236}">
                <a16:creationId xmlns:a16="http://schemas.microsoft.com/office/drawing/2014/main" id="{1294C81E-8DD3-4B24-B6A2-9E172AC18ACB}"/>
              </a:ext>
            </a:extLst>
          </p:cNvPr>
          <p:cNvSpPr txBox="1">
            <a:spLocks noChangeArrowheads="1"/>
          </p:cNvSpPr>
          <p:nvPr/>
        </p:nvSpPr>
        <p:spPr bwMode="auto">
          <a:xfrm>
            <a:off x="1692275" y="2819400"/>
            <a:ext cx="1276350" cy="527050"/>
          </a:xfrm>
          <a:prstGeom prst="rect">
            <a:avLst/>
          </a:prstGeom>
          <a:solidFill>
            <a:schemeClr val="bg1"/>
          </a:solidFill>
          <a:ln w="9525">
            <a:solidFill>
              <a:srgbClr val="FF3300"/>
            </a:solidFill>
            <a:miter lim="800000"/>
            <a:headEnd/>
            <a:tailEnd/>
          </a:ln>
        </p:spPr>
        <p:txBody>
          <a:bodyPr wrap="none">
            <a:spAutoFit/>
          </a:bodyPr>
          <a:lstStyle/>
          <a:p>
            <a:r>
              <a:rPr lang="en-US" altLang="zh-TW" sz="1400" b="1">
                <a:latin typeface="Consolas" pitchFamily="49" charset="0"/>
              </a:rPr>
              <a:t>Server main</a:t>
            </a:r>
          </a:p>
          <a:p>
            <a:r>
              <a:rPr lang="en-US" altLang="zh-TW" sz="1400" b="1">
                <a:latin typeface="Consolas" pitchFamily="49" charset="0"/>
              </a:rPr>
              <a:t>flow chart</a:t>
            </a:r>
          </a:p>
        </p:txBody>
      </p:sp>
      <p:sp>
        <p:nvSpPr>
          <p:cNvPr id="68" name="Text Box 12">
            <a:extLst>
              <a:ext uri="{FF2B5EF4-FFF2-40B4-BE49-F238E27FC236}">
                <a16:creationId xmlns:a16="http://schemas.microsoft.com/office/drawing/2014/main" id="{A83E6211-FE6F-4BC2-9279-501DB073F7D4}"/>
              </a:ext>
            </a:extLst>
          </p:cNvPr>
          <p:cNvSpPr txBox="1">
            <a:spLocks noChangeArrowheads="1"/>
          </p:cNvSpPr>
          <p:nvPr/>
        </p:nvSpPr>
        <p:spPr bwMode="auto">
          <a:xfrm>
            <a:off x="7407275" y="2138362"/>
            <a:ext cx="1196975" cy="376238"/>
          </a:xfrm>
          <a:prstGeom prst="rect">
            <a:avLst/>
          </a:prstGeom>
          <a:solidFill>
            <a:srgbClr val="FFFF99"/>
          </a:solidFill>
          <a:ln w="9525">
            <a:solidFill>
              <a:schemeClr val="tx1"/>
            </a:solidFill>
            <a:miter lim="800000"/>
            <a:headEnd/>
            <a:tailEnd/>
          </a:ln>
        </p:spPr>
        <p:txBody>
          <a:bodyPr wrap="none">
            <a:spAutoFit/>
          </a:bodyPr>
          <a:lstStyle/>
          <a:p>
            <a:r>
              <a:rPr lang="en-US" altLang="zh-TW" b="1" dirty="0">
                <a:latin typeface="Consolas" pitchFamily="49" charset="0"/>
              </a:rPr>
              <a:t>accept()</a:t>
            </a:r>
          </a:p>
        </p:txBody>
      </p:sp>
      <p:sp>
        <p:nvSpPr>
          <p:cNvPr id="69" name="Text Box 13">
            <a:extLst>
              <a:ext uri="{FF2B5EF4-FFF2-40B4-BE49-F238E27FC236}">
                <a16:creationId xmlns:a16="http://schemas.microsoft.com/office/drawing/2014/main" id="{0589CC9B-2FAC-40C5-AE4B-E2A07D041A21}"/>
              </a:ext>
            </a:extLst>
          </p:cNvPr>
          <p:cNvSpPr txBox="1">
            <a:spLocks noChangeArrowheads="1"/>
          </p:cNvSpPr>
          <p:nvPr/>
        </p:nvSpPr>
        <p:spPr bwMode="auto">
          <a:xfrm>
            <a:off x="7426325" y="4687887"/>
            <a:ext cx="1657350" cy="650875"/>
          </a:xfrm>
          <a:prstGeom prst="rect">
            <a:avLst/>
          </a:prstGeom>
          <a:solidFill>
            <a:srgbClr val="FFCCFF"/>
          </a:solidFill>
          <a:ln w="9525">
            <a:solidFill>
              <a:schemeClr val="tx1"/>
            </a:solidFill>
            <a:miter lim="800000"/>
            <a:headEnd/>
            <a:tailEnd/>
          </a:ln>
        </p:spPr>
        <p:txBody>
          <a:bodyPr>
            <a:spAutoFit/>
          </a:bodyPr>
          <a:lstStyle/>
          <a:p>
            <a:r>
              <a:rPr lang="en-US" altLang="zh-TW" b="1">
                <a:latin typeface="Consolas" pitchFamily="49" charset="0"/>
              </a:rPr>
              <a:t>Application-layer code</a:t>
            </a:r>
          </a:p>
        </p:txBody>
      </p:sp>
      <p:sp>
        <p:nvSpPr>
          <p:cNvPr id="70" name="Line 14">
            <a:extLst>
              <a:ext uri="{FF2B5EF4-FFF2-40B4-BE49-F238E27FC236}">
                <a16:creationId xmlns:a16="http://schemas.microsoft.com/office/drawing/2014/main" id="{855F7553-5C12-4AF6-93CE-579CDDCE9A90}"/>
              </a:ext>
            </a:extLst>
          </p:cNvPr>
          <p:cNvSpPr>
            <a:spLocks noChangeShapeType="1"/>
          </p:cNvSpPr>
          <p:nvPr/>
        </p:nvSpPr>
        <p:spPr bwMode="auto">
          <a:xfrm>
            <a:off x="6797675" y="2290762"/>
            <a:ext cx="457200" cy="0"/>
          </a:xfrm>
          <a:prstGeom prst="line">
            <a:avLst/>
          </a:prstGeom>
          <a:noFill/>
          <a:ln w="9525">
            <a:solidFill>
              <a:schemeClr val="tx1"/>
            </a:solidFill>
            <a:round/>
            <a:headEnd/>
            <a:tailEnd type="triangle" w="med" len="med"/>
          </a:ln>
        </p:spPr>
        <p:txBody>
          <a:bodyPr/>
          <a:lstStyle/>
          <a:p>
            <a:endParaRPr lang="en-US"/>
          </a:p>
        </p:txBody>
      </p:sp>
      <p:sp>
        <p:nvSpPr>
          <p:cNvPr id="71" name="Text Box 18">
            <a:extLst>
              <a:ext uri="{FF2B5EF4-FFF2-40B4-BE49-F238E27FC236}">
                <a16:creationId xmlns:a16="http://schemas.microsoft.com/office/drawing/2014/main" id="{01751F0C-58E5-4F6C-BAFA-C8D6CFAC3FBE}"/>
              </a:ext>
            </a:extLst>
          </p:cNvPr>
          <p:cNvSpPr txBox="1">
            <a:spLocks noChangeArrowheads="1"/>
          </p:cNvSpPr>
          <p:nvPr/>
        </p:nvSpPr>
        <p:spPr bwMode="auto">
          <a:xfrm>
            <a:off x="4587875" y="3362325"/>
            <a:ext cx="3917950" cy="376237"/>
          </a:xfrm>
          <a:prstGeom prst="rect">
            <a:avLst/>
          </a:prstGeom>
          <a:solidFill>
            <a:srgbClr val="FFFF99"/>
          </a:solidFill>
          <a:ln w="9525">
            <a:solidFill>
              <a:schemeClr val="tx1"/>
            </a:solidFill>
            <a:miter lim="800000"/>
            <a:headEnd/>
            <a:tailEnd/>
          </a:ln>
        </p:spPr>
        <p:txBody>
          <a:bodyPr>
            <a:spAutoFit/>
          </a:bodyPr>
          <a:lstStyle/>
          <a:p>
            <a:pPr algn="ctr"/>
            <a:r>
              <a:rPr lang="en-US" altLang="zh-TW" b="1" dirty="0">
                <a:latin typeface="Consolas" pitchFamily="49" charset="0"/>
              </a:rPr>
              <a:t>fork() or </a:t>
            </a:r>
            <a:r>
              <a:rPr lang="en-US" altLang="zh-TW" b="1" dirty="0" err="1">
                <a:latin typeface="Consolas" pitchFamily="49" charset="0"/>
              </a:rPr>
              <a:t>pthread_create</a:t>
            </a:r>
            <a:r>
              <a:rPr lang="en-US" altLang="zh-TW" b="1" dirty="0">
                <a:latin typeface="Consolas" pitchFamily="49" charset="0"/>
              </a:rPr>
              <a:t>()</a:t>
            </a:r>
          </a:p>
        </p:txBody>
      </p:sp>
      <p:sp>
        <p:nvSpPr>
          <p:cNvPr id="72" name="Line 21">
            <a:extLst>
              <a:ext uri="{FF2B5EF4-FFF2-40B4-BE49-F238E27FC236}">
                <a16:creationId xmlns:a16="http://schemas.microsoft.com/office/drawing/2014/main" id="{5048673B-FD5E-4AC6-BDFC-7342D119D6F6}"/>
              </a:ext>
            </a:extLst>
          </p:cNvPr>
          <p:cNvSpPr>
            <a:spLocks noChangeShapeType="1"/>
          </p:cNvSpPr>
          <p:nvPr/>
        </p:nvSpPr>
        <p:spPr bwMode="auto">
          <a:xfrm flipH="1">
            <a:off x="5749925" y="5033962"/>
            <a:ext cx="1600200" cy="0"/>
          </a:xfrm>
          <a:prstGeom prst="line">
            <a:avLst/>
          </a:prstGeom>
          <a:noFill/>
          <a:ln w="9525">
            <a:solidFill>
              <a:schemeClr val="tx1"/>
            </a:solidFill>
            <a:round/>
            <a:headEnd/>
            <a:tailEnd type="triangle" w="med" len="med"/>
          </a:ln>
        </p:spPr>
        <p:txBody>
          <a:bodyPr anchor="ctr"/>
          <a:lstStyle/>
          <a:p>
            <a:endParaRPr lang="en-US"/>
          </a:p>
        </p:txBody>
      </p:sp>
      <p:sp>
        <p:nvSpPr>
          <p:cNvPr id="73" name="Text Box 16">
            <a:extLst>
              <a:ext uri="{FF2B5EF4-FFF2-40B4-BE49-F238E27FC236}">
                <a16:creationId xmlns:a16="http://schemas.microsoft.com/office/drawing/2014/main" id="{A7A49A50-3CA3-4FA5-B08A-C3380D8899DE}"/>
              </a:ext>
            </a:extLst>
          </p:cNvPr>
          <p:cNvSpPr txBox="1">
            <a:spLocks noChangeArrowheads="1"/>
          </p:cNvSpPr>
          <p:nvPr/>
        </p:nvSpPr>
        <p:spPr bwMode="auto">
          <a:xfrm>
            <a:off x="6030913" y="4795837"/>
            <a:ext cx="1090612" cy="466725"/>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connection is closed.</a:t>
            </a:r>
          </a:p>
        </p:txBody>
      </p:sp>
      <p:sp>
        <p:nvSpPr>
          <p:cNvPr id="74" name="Text Box 23">
            <a:extLst>
              <a:ext uri="{FF2B5EF4-FFF2-40B4-BE49-F238E27FC236}">
                <a16:creationId xmlns:a16="http://schemas.microsoft.com/office/drawing/2014/main" id="{D77CC3D0-5ADF-4F8F-A4FF-172DBD3C2AD8}"/>
              </a:ext>
            </a:extLst>
          </p:cNvPr>
          <p:cNvSpPr txBox="1">
            <a:spLocks noChangeArrowheads="1"/>
          </p:cNvSpPr>
          <p:nvPr/>
        </p:nvSpPr>
        <p:spPr bwMode="auto">
          <a:xfrm>
            <a:off x="3692525" y="4652962"/>
            <a:ext cx="1949450" cy="650875"/>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exit() or</a:t>
            </a:r>
          </a:p>
          <a:p>
            <a:r>
              <a:rPr lang="en-US" altLang="zh-TW" b="1">
                <a:latin typeface="Consolas" pitchFamily="49" charset="0"/>
              </a:rPr>
              <a:t>pthread_exit()</a:t>
            </a:r>
          </a:p>
        </p:txBody>
      </p:sp>
      <p:sp>
        <p:nvSpPr>
          <p:cNvPr id="75" name="Line 24">
            <a:extLst>
              <a:ext uri="{FF2B5EF4-FFF2-40B4-BE49-F238E27FC236}">
                <a16:creationId xmlns:a16="http://schemas.microsoft.com/office/drawing/2014/main" id="{5E6552E1-DE21-473E-B000-FE76B12F5935}"/>
              </a:ext>
            </a:extLst>
          </p:cNvPr>
          <p:cNvSpPr>
            <a:spLocks noChangeShapeType="1"/>
          </p:cNvSpPr>
          <p:nvPr/>
        </p:nvSpPr>
        <p:spPr bwMode="auto">
          <a:xfrm>
            <a:off x="8016875" y="3814762"/>
            <a:ext cx="0" cy="838200"/>
          </a:xfrm>
          <a:prstGeom prst="line">
            <a:avLst/>
          </a:prstGeom>
          <a:noFill/>
          <a:ln w="9525">
            <a:solidFill>
              <a:schemeClr val="tx1"/>
            </a:solidFill>
            <a:round/>
            <a:headEnd/>
            <a:tailEnd type="triangle" w="med" len="med"/>
          </a:ln>
        </p:spPr>
        <p:txBody>
          <a:bodyPr anchor="ctr"/>
          <a:lstStyle/>
          <a:p>
            <a:endParaRPr lang="en-US"/>
          </a:p>
        </p:txBody>
      </p:sp>
      <p:sp>
        <p:nvSpPr>
          <p:cNvPr id="76" name="Text Box 25">
            <a:extLst>
              <a:ext uri="{FF2B5EF4-FFF2-40B4-BE49-F238E27FC236}">
                <a16:creationId xmlns:a16="http://schemas.microsoft.com/office/drawing/2014/main" id="{32F94719-8F28-4DFF-A14E-982864C855B1}"/>
              </a:ext>
            </a:extLst>
          </p:cNvPr>
          <p:cNvSpPr txBox="1">
            <a:spLocks noChangeArrowheads="1"/>
          </p:cNvSpPr>
          <p:nvPr/>
        </p:nvSpPr>
        <p:spPr bwMode="auto">
          <a:xfrm>
            <a:off x="7635875" y="4043362"/>
            <a:ext cx="685800" cy="284163"/>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child</a:t>
            </a:r>
          </a:p>
        </p:txBody>
      </p:sp>
      <p:sp>
        <p:nvSpPr>
          <p:cNvPr id="77" name="Line 26">
            <a:extLst>
              <a:ext uri="{FF2B5EF4-FFF2-40B4-BE49-F238E27FC236}">
                <a16:creationId xmlns:a16="http://schemas.microsoft.com/office/drawing/2014/main" id="{CE17BBD3-09CA-4E6B-8347-B3C285BA6A10}"/>
              </a:ext>
            </a:extLst>
          </p:cNvPr>
          <p:cNvSpPr>
            <a:spLocks noChangeShapeType="1"/>
          </p:cNvSpPr>
          <p:nvPr/>
        </p:nvSpPr>
        <p:spPr bwMode="auto">
          <a:xfrm>
            <a:off x="8016875" y="2595562"/>
            <a:ext cx="0" cy="762000"/>
          </a:xfrm>
          <a:prstGeom prst="line">
            <a:avLst/>
          </a:prstGeom>
          <a:noFill/>
          <a:ln w="9525">
            <a:solidFill>
              <a:schemeClr val="tx1"/>
            </a:solidFill>
            <a:round/>
            <a:headEnd/>
            <a:tailEnd type="triangle" w="med" len="med"/>
          </a:ln>
        </p:spPr>
        <p:txBody>
          <a:bodyPr anchor="ctr"/>
          <a:lstStyle/>
          <a:p>
            <a:endParaRPr lang="en-US"/>
          </a:p>
        </p:txBody>
      </p:sp>
      <p:sp>
        <p:nvSpPr>
          <p:cNvPr id="78" name="Line 27">
            <a:extLst>
              <a:ext uri="{FF2B5EF4-FFF2-40B4-BE49-F238E27FC236}">
                <a16:creationId xmlns:a16="http://schemas.microsoft.com/office/drawing/2014/main" id="{9FBC52DC-90B9-4B97-9011-B26D7EAD8B2E}"/>
              </a:ext>
            </a:extLst>
          </p:cNvPr>
          <p:cNvSpPr>
            <a:spLocks noChangeShapeType="1"/>
          </p:cNvSpPr>
          <p:nvPr/>
        </p:nvSpPr>
        <p:spPr bwMode="auto">
          <a:xfrm flipH="1">
            <a:off x="8626475" y="2290762"/>
            <a:ext cx="381000" cy="0"/>
          </a:xfrm>
          <a:prstGeom prst="line">
            <a:avLst/>
          </a:prstGeom>
          <a:noFill/>
          <a:ln w="9525">
            <a:solidFill>
              <a:schemeClr val="tx1"/>
            </a:solidFill>
            <a:round/>
            <a:headEnd/>
            <a:tailEnd type="triangle" w="med" len="med"/>
          </a:ln>
        </p:spPr>
        <p:txBody>
          <a:bodyPr anchor="ctr"/>
          <a:lstStyle/>
          <a:p>
            <a:endParaRPr lang="en-US"/>
          </a:p>
        </p:txBody>
      </p:sp>
      <p:sp>
        <p:nvSpPr>
          <p:cNvPr id="79" name="Line 28">
            <a:extLst>
              <a:ext uri="{FF2B5EF4-FFF2-40B4-BE49-F238E27FC236}">
                <a16:creationId xmlns:a16="http://schemas.microsoft.com/office/drawing/2014/main" id="{85CC7AD9-D641-426B-A611-843784356599}"/>
              </a:ext>
            </a:extLst>
          </p:cNvPr>
          <p:cNvSpPr>
            <a:spLocks noChangeShapeType="1"/>
          </p:cNvSpPr>
          <p:nvPr/>
        </p:nvSpPr>
        <p:spPr bwMode="auto">
          <a:xfrm>
            <a:off x="9007475" y="2290762"/>
            <a:ext cx="0" cy="1219200"/>
          </a:xfrm>
          <a:prstGeom prst="line">
            <a:avLst/>
          </a:prstGeom>
          <a:noFill/>
          <a:ln w="9525">
            <a:solidFill>
              <a:schemeClr val="tx1"/>
            </a:solidFill>
            <a:round/>
            <a:headEnd/>
            <a:tailEnd/>
          </a:ln>
        </p:spPr>
        <p:txBody>
          <a:bodyPr anchor="ctr"/>
          <a:lstStyle/>
          <a:p>
            <a:endParaRPr lang="en-US"/>
          </a:p>
        </p:txBody>
      </p:sp>
      <p:sp>
        <p:nvSpPr>
          <p:cNvPr id="80" name="Line 29">
            <a:extLst>
              <a:ext uri="{FF2B5EF4-FFF2-40B4-BE49-F238E27FC236}">
                <a16:creationId xmlns:a16="http://schemas.microsoft.com/office/drawing/2014/main" id="{08C4E711-3A7B-450E-BA21-AFE77C36DF71}"/>
              </a:ext>
            </a:extLst>
          </p:cNvPr>
          <p:cNvSpPr>
            <a:spLocks noChangeShapeType="1"/>
          </p:cNvSpPr>
          <p:nvPr/>
        </p:nvSpPr>
        <p:spPr bwMode="auto">
          <a:xfrm>
            <a:off x="8550275" y="3509962"/>
            <a:ext cx="457200" cy="0"/>
          </a:xfrm>
          <a:prstGeom prst="line">
            <a:avLst/>
          </a:prstGeom>
          <a:noFill/>
          <a:ln w="9525">
            <a:solidFill>
              <a:schemeClr val="tx1"/>
            </a:solidFill>
            <a:round/>
            <a:headEnd/>
            <a:tailEnd/>
          </a:ln>
        </p:spPr>
        <p:txBody>
          <a:bodyPr anchor="ctr"/>
          <a:lstStyle/>
          <a:p>
            <a:endParaRPr lang="en-US"/>
          </a:p>
        </p:txBody>
      </p:sp>
      <p:sp>
        <p:nvSpPr>
          <p:cNvPr id="81" name="Text Box 30">
            <a:extLst>
              <a:ext uri="{FF2B5EF4-FFF2-40B4-BE49-F238E27FC236}">
                <a16:creationId xmlns:a16="http://schemas.microsoft.com/office/drawing/2014/main" id="{2F07CAF5-4724-46FC-BA4A-6DD2C34C7212}"/>
              </a:ext>
            </a:extLst>
          </p:cNvPr>
          <p:cNvSpPr txBox="1">
            <a:spLocks noChangeArrowheads="1"/>
          </p:cNvSpPr>
          <p:nvPr/>
        </p:nvSpPr>
        <p:spPr bwMode="auto">
          <a:xfrm>
            <a:off x="8550275" y="2595562"/>
            <a:ext cx="914400" cy="284163"/>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parent</a:t>
            </a:r>
          </a:p>
        </p:txBody>
      </p:sp>
      <p:sp>
        <p:nvSpPr>
          <p:cNvPr id="82" name="Text Box 31">
            <a:extLst>
              <a:ext uri="{FF2B5EF4-FFF2-40B4-BE49-F238E27FC236}">
                <a16:creationId xmlns:a16="http://schemas.microsoft.com/office/drawing/2014/main" id="{4F08A940-1BE8-4B41-A27D-F3960F52DAAD}"/>
              </a:ext>
            </a:extLst>
          </p:cNvPr>
          <p:cNvSpPr txBox="1">
            <a:spLocks noChangeArrowheads="1"/>
          </p:cNvSpPr>
          <p:nvPr/>
        </p:nvSpPr>
        <p:spPr bwMode="auto">
          <a:xfrm>
            <a:off x="1692275" y="4576762"/>
            <a:ext cx="1600200" cy="739775"/>
          </a:xfrm>
          <a:prstGeom prst="rect">
            <a:avLst/>
          </a:prstGeom>
          <a:solidFill>
            <a:schemeClr val="bg1"/>
          </a:solidFill>
          <a:ln w="9525">
            <a:solidFill>
              <a:srgbClr val="FF3300"/>
            </a:solidFill>
            <a:miter lim="800000"/>
            <a:headEnd/>
            <a:tailEnd/>
          </a:ln>
        </p:spPr>
        <p:txBody>
          <a:bodyPr>
            <a:spAutoFit/>
          </a:bodyPr>
          <a:lstStyle/>
          <a:p>
            <a:r>
              <a:rPr lang="en-US" altLang="zh-TW" sz="1400" b="1">
                <a:latin typeface="Consolas" pitchFamily="49" charset="0"/>
              </a:rPr>
              <a:t>Server client-handler flow chart</a:t>
            </a:r>
          </a:p>
        </p:txBody>
      </p:sp>
      <p:sp>
        <p:nvSpPr>
          <p:cNvPr id="83" name="Text Box 33">
            <a:extLst>
              <a:ext uri="{FF2B5EF4-FFF2-40B4-BE49-F238E27FC236}">
                <a16:creationId xmlns:a16="http://schemas.microsoft.com/office/drawing/2014/main" id="{028C2B4C-9E72-4C06-99C3-6500F58E37B6}"/>
              </a:ext>
            </a:extLst>
          </p:cNvPr>
          <p:cNvSpPr txBox="1">
            <a:spLocks noChangeArrowheads="1"/>
          </p:cNvSpPr>
          <p:nvPr/>
        </p:nvSpPr>
        <p:spPr bwMode="auto">
          <a:xfrm>
            <a:off x="6492875" y="2671762"/>
            <a:ext cx="1395413" cy="466725"/>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New connection arrives</a:t>
            </a:r>
          </a:p>
        </p:txBody>
      </p:sp>
    </p:spTree>
    <p:extLst>
      <p:ext uri="{BB962C8B-B14F-4D97-AF65-F5344CB8AC3E}">
        <p14:creationId xmlns:p14="http://schemas.microsoft.com/office/powerpoint/2010/main" val="17299021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a:xfrm>
            <a:off x="724736" y="53405"/>
            <a:ext cx="10515600" cy="793935"/>
          </a:xfrm>
        </p:spPr>
        <p:txBody>
          <a:bodyPr/>
          <a:lstStyle/>
          <a:p>
            <a:r>
              <a:rPr lang="en-US" b="1" dirty="0"/>
              <a:t>Socket Programming: C++ D</a:t>
            </a:r>
            <a:r>
              <a:rPr lang="en-US" altLang="zh-CN" b="1" dirty="0"/>
              <a:t>emo</a:t>
            </a:r>
            <a:endParaRPr lang="en-US" b="1" dirty="0"/>
          </a:p>
        </p:txBody>
      </p:sp>
      <p:sp>
        <p:nvSpPr>
          <p:cNvPr id="9" name="文本框 8">
            <a:extLst>
              <a:ext uri="{FF2B5EF4-FFF2-40B4-BE49-F238E27FC236}">
                <a16:creationId xmlns:a16="http://schemas.microsoft.com/office/drawing/2014/main" id="{B64F3D9E-9166-4273-8B03-7022E90DEFDD}"/>
              </a:ext>
            </a:extLst>
          </p:cNvPr>
          <p:cNvSpPr txBox="1"/>
          <p:nvPr/>
        </p:nvSpPr>
        <p:spPr>
          <a:xfrm>
            <a:off x="5799626" y="6461157"/>
            <a:ext cx="6392373" cy="276999"/>
          </a:xfrm>
          <a:prstGeom prst="rect">
            <a:avLst/>
          </a:prstGeom>
          <a:noFill/>
        </p:spPr>
        <p:txBody>
          <a:bodyPr wrap="square">
            <a:spAutoFit/>
          </a:bodyPr>
          <a:lstStyle/>
          <a:p>
            <a:r>
              <a:rPr lang="en-HK" sz="1200" dirty="0"/>
              <a:t>https://github.com/henryhxu/CSCI4430/tree/2025_spring/tutorial/T01/bgreeves-socket-example</a:t>
            </a:r>
          </a:p>
        </p:txBody>
      </p:sp>
      <p:pic>
        <p:nvPicPr>
          <p:cNvPr id="13" name="图片 12">
            <a:extLst>
              <a:ext uri="{FF2B5EF4-FFF2-40B4-BE49-F238E27FC236}">
                <a16:creationId xmlns:a16="http://schemas.microsoft.com/office/drawing/2014/main" id="{3FB4A832-769B-4D5F-9DE0-7FC7B505E624}"/>
              </a:ext>
            </a:extLst>
          </p:cNvPr>
          <p:cNvPicPr>
            <a:picLocks noChangeAspect="1"/>
          </p:cNvPicPr>
          <p:nvPr/>
        </p:nvPicPr>
        <p:blipFill>
          <a:blip r:embed="rId3"/>
          <a:stretch>
            <a:fillRect/>
          </a:stretch>
        </p:blipFill>
        <p:spPr>
          <a:xfrm>
            <a:off x="963523" y="998472"/>
            <a:ext cx="4241523" cy="5629481"/>
          </a:xfrm>
          <a:prstGeom prst="rect">
            <a:avLst/>
          </a:prstGeom>
        </p:spPr>
      </p:pic>
      <p:pic>
        <p:nvPicPr>
          <p:cNvPr id="15" name="图片 14">
            <a:extLst>
              <a:ext uri="{FF2B5EF4-FFF2-40B4-BE49-F238E27FC236}">
                <a16:creationId xmlns:a16="http://schemas.microsoft.com/office/drawing/2014/main" id="{CBC7BFA0-DA89-4C74-B056-99EE5AAC14EE}"/>
              </a:ext>
            </a:extLst>
          </p:cNvPr>
          <p:cNvPicPr>
            <a:picLocks noChangeAspect="1"/>
          </p:cNvPicPr>
          <p:nvPr/>
        </p:nvPicPr>
        <p:blipFill>
          <a:blip r:embed="rId4"/>
          <a:stretch>
            <a:fillRect/>
          </a:stretch>
        </p:blipFill>
        <p:spPr>
          <a:xfrm>
            <a:off x="8018486" y="1454101"/>
            <a:ext cx="3660898" cy="3913375"/>
          </a:xfrm>
          <a:prstGeom prst="rect">
            <a:avLst/>
          </a:prstGeom>
        </p:spPr>
      </p:pic>
      <p:pic>
        <p:nvPicPr>
          <p:cNvPr id="17" name="图片 16">
            <a:extLst>
              <a:ext uri="{FF2B5EF4-FFF2-40B4-BE49-F238E27FC236}">
                <a16:creationId xmlns:a16="http://schemas.microsoft.com/office/drawing/2014/main" id="{AC2F1D03-6241-4515-AD65-B405F2A8BB59}"/>
              </a:ext>
            </a:extLst>
          </p:cNvPr>
          <p:cNvPicPr>
            <a:picLocks noChangeAspect="1"/>
          </p:cNvPicPr>
          <p:nvPr/>
        </p:nvPicPr>
        <p:blipFill>
          <a:blip r:embed="rId5"/>
          <a:stretch>
            <a:fillRect/>
          </a:stretch>
        </p:blipFill>
        <p:spPr>
          <a:xfrm>
            <a:off x="4253349" y="3009074"/>
            <a:ext cx="3535037" cy="3412039"/>
          </a:xfrm>
          <a:prstGeom prst="rect">
            <a:avLst/>
          </a:prstGeom>
        </p:spPr>
      </p:pic>
      <p:sp>
        <p:nvSpPr>
          <p:cNvPr id="18" name="矩形 17">
            <a:extLst>
              <a:ext uri="{FF2B5EF4-FFF2-40B4-BE49-F238E27FC236}">
                <a16:creationId xmlns:a16="http://schemas.microsoft.com/office/drawing/2014/main" id="{1CD11CC1-F2C8-4277-B8F0-3B9C4BA3A899}"/>
              </a:ext>
            </a:extLst>
          </p:cNvPr>
          <p:cNvSpPr/>
          <p:nvPr/>
        </p:nvSpPr>
        <p:spPr>
          <a:xfrm>
            <a:off x="1330036" y="5978769"/>
            <a:ext cx="2346747" cy="306932"/>
          </a:xfrm>
          <a:prstGeom prst="rect">
            <a:avLst/>
          </a:prstGeom>
          <a:no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HK"/>
          </a:p>
        </p:txBody>
      </p:sp>
      <p:cxnSp>
        <p:nvCxnSpPr>
          <p:cNvPr id="20" name="直接箭头连接符 19">
            <a:extLst>
              <a:ext uri="{FF2B5EF4-FFF2-40B4-BE49-F238E27FC236}">
                <a16:creationId xmlns:a16="http://schemas.microsoft.com/office/drawing/2014/main" id="{A19B237F-D1E8-494E-B87B-7831F0F8EDE5}"/>
              </a:ext>
            </a:extLst>
          </p:cNvPr>
          <p:cNvCxnSpPr>
            <a:cxnSpLocks/>
          </p:cNvCxnSpPr>
          <p:nvPr/>
        </p:nvCxnSpPr>
        <p:spPr>
          <a:xfrm flipV="1">
            <a:off x="3606445" y="4623155"/>
            <a:ext cx="709779" cy="1325563"/>
          </a:xfrm>
          <a:prstGeom prst="straightConnector1">
            <a:avLst/>
          </a:prstGeom>
          <a:ln w="12700">
            <a:solidFill>
              <a:schemeClr val="bg2">
                <a:lumMod val="9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文本框 24">
            <a:extLst>
              <a:ext uri="{FF2B5EF4-FFF2-40B4-BE49-F238E27FC236}">
                <a16:creationId xmlns:a16="http://schemas.microsoft.com/office/drawing/2014/main" id="{869F019B-D00F-48D3-9D08-D540CCE69A35}"/>
              </a:ext>
            </a:extLst>
          </p:cNvPr>
          <p:cNvSpPr txBox="1"/>
          <p:nvPr/>
        </p:nvSpPr>
        <p:spPr>
          <a:xfrm>
            <a:off x="3779094" y="1287844"/>
            <a:ext cx="1278881" cy="369332"/>
          </a:xfrm>
          <a:prstGeom prst="rect">
            <a:avLst/>
          </a:prstGeom>
          <a:noFill/>
        </p:spPr>
        <p:txBody>
          <a:bodyPr wrap="square">
            <a:spAutoFit/>
          </a:bodyPr>
          <a:lstStyle/>
          <a:p>
            <a:r>
              <a:rPr lang="en-US" altLang="zh-TW" sz="1800" dirty="0">
                <a:solidFill>
                  <a:schemeClr val="bg1"/>
                </a:solidFill>
                <a:latin typeface="Calibri" pitchFamily="34" charset="0"/>
              </a:rPr>
              <a:t>Server-side</a:t>
            </a:r>
            <a:endParaRPr lang="en-HK" dirty="0">
              <a:solidFill>
                <a:schemeClr val="bg1"/>
              </a:solidFill>
            </a:endParaRPr>
          </a:p>
        </p:txBody>
      </p:sp>
      <p:sp>
        <p:nvSpPr>
          <p:cNvPr id="26" name="文本框 25">
            <a:extLst>
              <a:ext uri="{FF2B5EF4-FFF2-40B4-BE49-F238E27FC236}">
                <a16:creationId xmlns:a16="http://schemas.microsoft.com/office/drawing/2014/main" id="{E9C0A796-6341-4329-99D9-38EEA781A9F0}"/>
              </a:ext>
            </a:extLst>
          </p:cNvPr>
          <p:cNvSpPr txBox="1"/>
          <p:nvPr/>
        </p:nvSpPr>
        <p:spPr>
          <a:xfrm>
            <a:off x="6450610" y="3271356"/>
            <a:ext cx="1278881" cy="369332"/>
          </a:xfrm>
          <a:prstGeom prst="rect">
            <a:avLst/>
          </a:prstGeom>
          <a:noFill/>
        </p:spPr>
        <p:txBody>
          <a:bodyPr wrap="square">
            <a:spAutoFit/>
          </a:bodyPr>
          <a:lstStyle/>
          <a:p>
            <a:r>
              <a:rPr lang="en-US" altLang="zh-TW" sz="1800" dirty="0">
                <a:solidFill>
                  <a:schemeClr val="bg1"/>
                </a:solidFill>
                <a:latin typeface="Calibri" pitchFamily="34" charset="0"/>
              </a:rPr>
              <a:t>Server-side</a:t>
            </a:r>
            <a:endParaRPr lang="en-HK" dirty="0">
              <a:solidFill>
                <a:schemeClr val="bg1"/>
              </a:solidFill>
            </a:endParaRPr>
          </a:p>
        </p:txBody>
      </p:sp>
      <p:sp>
        <p:nvSpPr>
          <p:cNvPr id="27" name="文本框 26">
            <a:extLst>
              <a:ext uri="{FF2B5EF4-FFF2-40B4-BE49-F238E27FC236}">
                <a16:creationId xmlns:a16="http://schemas.microsoft.com/office/drawing/2014/main" id="{9D201568-4544-4A40-A3A3-18695576894A}"/>
              </a:ext>
            </a:extLst>
          </p:cNvPr>
          <p:cNvSpPr txBox="1"/>
          <p:nvPr/>
        </p:nvSpPr>
        <p:spPr>
          <a:xfrm>
            <a:off x="10425423" y="4942879"/>
            <a:ext cx="1278881" cy="369332"/>
          </a:xfrm>
          <a:prstGeom prst="rect">
            <a:avLst/>
          </a:prstGeom>
          <a:noFill/>
        </p:spPr>
        <p:txBody>
          <a:bodyPr wrap="square">
            <a:spAutoFit/>
          </a:bodyPr>
          <a:lstStyle/>
          <a:p>
            <a:r>
              <a:rPr lang="en-US" altLang="zh-TW" sz="1800" dirty="0">
                <a:solidFill>
                  <a:schemeClr val="bg1"/>
                </a:solidFill>
                <a:latin typeface="Calibri" pitchFamily="34" charset="0"/>
              </a:rPr>
              <a:t>Client-side</a:t>
            </a:r>
            <a:endParaRPr lang="en-HK" dirty="0">
              <a:solidFill>
                <a:schemeClr val="bg1"/>
              </a:solidFill>
            </a:endParaRPr>
          </a:p>
        </p:txBody>
      </p:sp>
    </p:spTree>
    <p:extLst>
      <p:ext uri="{BB962C8B-B14F-4D97-AF65-F5344CB8AC3E}">
        <p14:creationId xmlns:p14="http://schemas.microsoft.com/office/powerpoint/2010/main" val="31339339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b="1" dirty="0"/>
              <a:t>Performance Metrics - Delay</a:t>
            </a:r>
          </a:p>
        </p:txBody>
      </p:sp>
      <p:sp>
        <p:nvSpPr>
          <p:cNvPr id="3" name="Content Placeholder 2">
            <a:extLst>
              <a:ext uri="{FF2B5EF4-FFF2-40B4-BE49-F238E27FC236}">
                <a16:creationId xmlns:a16="http://schemas.microsoft.com/office/drawing/2014/main" id="{8F20472D-613F-3748-9CBD-88055CDB4B08}"/>
              </a:ext>
            </a:extLst>
          </p:cNvPr>
          <p:cNvSpPr>
            <a:spLocks noGrp="1"/>
          </p:cNvSpPr>
          <p:nvPr>
            <p:ph idx="1"/>
          </p:nvPr>
        </p:nvSpPr>
        <p:spPr/>
        <p:txBody>
          <a:bodyPr>
            <a:normAutofit/>
          </a:bodyPr>
          <a:lstStyle/>
          <a:p>
            <a:r>
              <a:rPr lang="en-US" sz="3200" dirty="0"/>
              <a:t>Link properties</a:t>
            </a:r>
          </a:p>
          <a:p>
            <a:pPr>
              <a:buFont typeface="Courier New" panose="02070309020205020404" pitchFamily="49" charset="0"/>
              <a:buChar char="o"/>
            </a:pPr>
            <a:r>
              <a:rPr lang="en-US" dirty="0"/>
              <a:t>Transmission delay</a:t>
            </a:r>
          </a:p>
          <a:p>
            <a:pPr>
              <a:buFont typeface="Courier New" panose="02070309020205020404" pitchFamily="49" charset="0"/>
              <a:buChar char="o"/>
            </a:pPr>
            <a:r>
              <a:rPr lang="en-US" dirty="0"/>
              <a:t>Propagation delay</a:t>
            </a:r>
          </a:p>
          <a:p>
            <a:pPr marL="0" indent="0">
              <a:buNone/>
            </a:pPr>
            <a:endParaRPr lang="en-US" sz="3200" dirty="0"/>
          </a:p>
        </p:txBody>
      </p:sp>
      <p:grpSp>
        <p:nvGrpSpPr>
          <p:cNvPr id="28" name="Group 27">
            <a:extLst>
              <a:ext uri="{FF2B5EF4-FFF2-40B4-BE49-F238E27FC236}">
                <a16:creationId xmlns:a16="http://schemas.microsoft.com/office/drawing/2014/main" id="{413EAC27-E08F-47FC-A318-3E4F125289D3}"/>
              </a:ext>
            </a:extLst>
          </p:cNvPr>
          <p:cNvGrpSpPr/>
          <p:nvPr/>
        </p:nvGrpSpPr>
        <p:grpSpPr>
          <a:xfrm>
            <a:off x="4405745" y="2542309"/>
            <a:ext cx="6891759" cy="3425391"/>
            <a:chOff x="6016420" y="2075995"/>
            <a:chExt cx="5976575" cy="3025796"/>
          </a:xfrm>
        </p:grpSpPr>
        <p:grpSp>
          <p:nvGrpSpPr>
            <p:cNvPr id="4" name="Group 3">
              <a:extLst>
                <a:ext uri="{FF2B5EF4-FFF2-40B4-BE49-F238E27FC236}">
                  <a16:creationId xmlns:a16="http://schemas.microsoft.com/office/drawing/2014/main" id="{7F763B62-D650-40E3-9114-5B0B776EAE3F}"/>
                </a:ext>
              </a:extLst>
            </p:cNvPr>
            <p:cNvGrpSpPr/>
            <p:nvPr/>
          </p:nvGrpSpPr>
          <p:grpSpPr>
            <a:xfrm>
              <a:off x="7204375" y="2079313"/>
              <a:ext cx="851584" cy="3022478"/>
              <a:chOff x="8007939" y="1999795"/>
              <a:chExt cx="851584" cy="3022478"/>
            </a:xfrm>
          </p:grpSpPr>
          <p:cxnSp>
            <p:nvCxnSpPr>
              <p:cNvPr id="5" name="Straight Connector 4">
                <a:extLst>
                  <a:ext uri="{FF2B5EF4-FFF2-40B4-BE49-F238E27FC236}">
                    <a16:creationId xmlns:a16="http://schemas.microsoft.com/office/drawing/2014/main" id="{B923C554-B0C4-419F-9F14-746DAE69886B}"/>
                  </a:ext>
                </a:extLst>
              </p:cNvPr>
              <p:cNvCxnSpPr>
                <a:cxnSpLocks/>
              </p:cNvCxnSpPr>
              <p:nvPr/>
            </p:nvCxnSpPr>
            <p:spPr>
              <a:xfrm>
                <a:off x="8430490" y="2369127"/>
                <a:ext cx="0" cy="2653146"/>
              </a:xfrm>
              <a:prstGeom prst="line">
                <a:avLst/>
              </a:prstGeom>
              <a:ln w="12700"/>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9B7F972B-059F-4447-AF63-20C16818A38A}"/>
                  </a:ext>
                </a:extLst>
              </p:cNvPr>
              <p:cNvSpPr txBox="1"/>
              <p:nvPr/>
            </p:nvSpPr>
            <p:spPr>
              <a:xfrm>
                <a:off x="8007939" y="1999795"/>
                <a:ext cx="851584" cy="353434"/>
              </a:xfrm>
              <a:prstGeom prst="rect">
                <a:avLst/>
              </a:prstGeom>
              <a:noFill/>
              <a:ln w="12700">
                <a:solidFill>
                  <a:schemeClr val="bg1"/>
                </a:solidFill>
              </a:ln>
            </p:spPr>
            <p:txBody>
              <a:bodyPr wrap="none" rtlCol="0">
                <a:spAutoFit/>
              </a:bodyPr>
              <a:lstStyle/>
              <a:p>
                <a:r>
                  <a:rPr lang="en-US" altLang="zh-CN" sz="2000" b="1" dirty="0"/>
                  <a:t>Sender</a:t>
                </a:r>
                <a:endParaRPr lang="en-HK" sz="2000" b="1" dirty="0"/>
              </a:p>
            </p:txBody>
          </p:sp>
        </p:grpSp>
        <p:cxnSp>
          <p:nvCxnSpPr>
            <p:cNvPr id="11" name="Straight Connector 10">
              <a:extLst>
                <a:ext uri="{FF2B5EF4-FFF2-40B4-BE49-F238E27FC236}">
                  <a16:creationId xmlns:a16="http://schemas.microsoft.com/office/drawing/2014/main" id="{C12AA2FB-31FE-40EF-B8AA-62C4E760D0AF}"/>
                </a:ext>
              </a:extLst>
            </p:cNvPr>
            <p:cNvCxnSpPr/>
            <p:nvPr/>
          </p:nvCxnSpPr>
          <p:spPr>
            <a:xfrm>
              <a:off x="7287502" y="2580264"/>
              <a:ext cx="3262734" cy="0"/>
            </a:xfrm>
            <a:prstGeom prst="line">
              <a:avLst/>
            </a:prstGeom>
            <a:ln w="1270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5" name="Group 14">
              <a:extLst>
                <a:ext uri="{FF2B5EF4-FFF2-40B4-BE49-F238E27FC236}">
                  <a16:creationId xmlns:a16="http://schemas.microsoft.com/office/drawing/2014/main" id="{EDE616F1-3B30-41E1-9A2A-B0DD39EF5253}"/>
                </a:ext>
              </a:extLst>
            </p:cNvPr>
            <p:cNvGrpSpPr/>
            <p:nvPr/>
          </p:nvGrpSpPr>
          <p:grpSpPr>
            <a:xfrm>
              <a:off x="9763485" y="2075995"/>
              <a:ext cx="999551" cy="3025796"/>
              <a:chOff x="7938143" y="1996477"/>
              <a:chExt cx="999551" cy="3025796"/>
            </a:xfrm>
          </p:grpSpPr>
          <p:cxnSp>
            <p:nvCxnSpPr>
              <p:cNvPr id="16" name="Straight Connector 15">
                <a:extLst>
                  <a:ext uri="{FF2B5EF4-FFF2-40B4-BE49-F238E27FC236}">
                    <a16:creationId xmlns:a16="http://schemas.microsoft.com/office/drawing/2014/main" id="{B0E9F338-FFA9-422F-AD24-B7C4ABB06949}"/>
                  </a:ext>
                </a:extLst>
              </p:cNvPr>
              <p:cNvCxnSpPr>
                <a:cxnSpLocks/>
              </p:cNvCxnSpPr>
              <p:nvPr/>
            </p:nvCxnSpPr>
            <p:spPr>
              <a:xfrm>
                <a:off x="8430490" y="2369127"/>
                <a:ext cx="0" cy="2653146"/>
              </a:xfrm>
              <a:prstGeom prst="line">
                <a:avLst/>
              </a:prstGeom>
              <a:ln w="12700"/>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D0B164B1-1E27-435E-818E-D5A3E813E1A1}"/>
                  </a:ext>
                </a:extLst>
              </p:cNvPr>
              <p:cNvSpPr txBox="1"/>
              <p:nvPr/>
            </p:nvSpPr>
            <p:spPr>
              <a:xfrm>
                <a:off x="7938143" y="1996477"/>
                <a:ext cx="999551" cy="353434"/>
              </a:xfrm>
              <a:prstGeom prst="rect">
                <a:avLst/>
              </a:prstGeom>
              <a:noFill/>
              <a:ln w="12700">
                <a:noFill/>
              </a:ln>
            </p:spPr>
            <p:txBody>
              <a:bodyPr wrap="none" rtlCol="0">
                <a:spAutoFit/>
              </a:bodyPr>
              <a:lstStyle/>
              <a:p>
                <a:r>
                  <a:rPr lang="en-US" altLang="zh-CN" sz="2000" b="1" dirty="0"/>
                  <a:t>Receiver</a:t>
                </a:r>
                <a:endParaRPr lang="en-HK" sz="2000" b="1" dirty="0"/>
              </a:p>
            </p:txBody>
          </p:sp>
        </p:grpSp>
        <p:cxnSp>
          <p:nvCxnSpPr>
            <p:cNvPr id="19" name="Straight Arrow Connector 18">
              <a:extLst>
                <a:ext uri="{FF2B5EF4-FFF2-40B4-BE49-F238E27FC236}">
                  <a16:creationId xmlns:a16="http://schemas.microsoft.com/office/drawing/2014/main" id="{A71689FA-5487-495C-A6D7-3F8B1058BCF8}"/>
                </a:ext>
              </a:extLst>
            </p:cNvPr>
            <p:cNvCxnSpPr/>
            <p:nvPr/>
          </p:nvCxnSpPr>
          <p:spPr>
            <a:xfrm>
              <a:off x="7626926" y="2580264"/>
              <a:ext cx="2628906" cy="526472"/>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ABC2DA02-B551-41D3-ADC5-6E762A567E0B}"/>
                </a:ext>
              </a:extLst>
            </p:cNvPr>
            <p:cNvCxnSpPr/>
            <p:nvPr/>
          </p:nvCxnSpPr>
          <p:spPr>
            <a:xfrm>
              <a:off x="7626926" y="4499119"/>
              <a:ext cx="2628906" cy="526472"/>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1" name="Right Brace 20">
              <a:extLst>
                <a:ext uri="{FF2B5EF4-FFF2-40B4-BE49-F238E27FC236}">
                  <a16:creationId xmlns:a16="http://schemas.microsoft.com/office/drawing/2014/main" id="{1F7687EA-E3D3-47DD-844D-31C41471817F}"/>
                </a:ext>
              </a:extLst>
            </p:cNvPr>
            <p:cNvSpPr/>
            <p:nvPr/>
          </p:nvSpPr>
          <p:spPr>
            <a:xfrm>
              <a:off x="10336894" y="2580263"/>
              <a:ext cx="197942" cy="526472"/>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HK" sz="2000" b="1" dirty="0">
                <a:highlight>
                  <a:srgbClr val="000000"/>
                </a:highlight>
              </a:endParaRPr>
            </a:p>
          </p:txBody>
        </p:sp>
        <p:sp>
          <p:nvSpPr>
            <p:cNvPr id="23" name="TextBox 22">
              <a:extLst>
                <a:ext uri="{FF2B5EF4-FFF2-40B4-BE49-F238E27FC236}">
                  <a16:creationId xmlns:a16="http://schemas.microsoft.com/office/drawing/2014/main" id="{A329A73E-472F-46A0-AF6F-65609AECBF45}"/>
                </a:ext>
              </a:extLst>
            </p:cNvPr>
            <p:cNvSpPr txBox="1"/>
            <p:nvPr/>
          </p:nvSpPr>
          <p:spPr>
            <a:xfrm>
              <a:off x="10614455" y="2520334"/>
              <a:ext cx="1378540" cy="646331"/>
            </a:xfrm>
            <a:prstGeom prst="rect">
              <a:avLst/>
            </a:prstGeom>
            <a:noFill/>
          </p:spPr>
          <p:txBody>
            <a:bodyPr wrap="square">
              <a:spAutoFit/>
            </a:bodyPr>
            <a:lstStyle/>
            <a:p>
              <a:r>
                <a:rPr lang="en-US" sz="2000" dirty="0"/>
                <a:t>Propagation delay</a:t>
              </a:r>
            </a:p>
          </p:txBody>
        </p:sp>
        <p:sp>
          <p:nvSpPr>
            <p:cNvPr id="24" name="Right Brace 23">
              <a:extLst>
                <a:ext uri="{FF2B5EF4-FFF2-40B4-BE49-F238E27FC236}">
                  <a16:creationId xmlns:a16="http://schemas.microsoft.com/office/drawing/2014/main" id="{F8885BED-7AF8-4E02-94BB-187FBA97E1C0}"/>
                </a:ext>
              </a:extLst>
            </p:cNvPr>
            <p:cNvSpPr/>
            <p:nvPr/>
          </p:nvSpPr>
          <p:spPr>
            <a:xfrm rot="10800000">
              <a:off x="7357161" y="2582410"/>
              <a:ext cx="179843" cy="1918855"/>
            </a:xfrm>
            <a:prstGeom prst="rightBrace">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HK" sz="2000" b="1"/>
            </a:p>
          </p:txBody>
        </p:sp>
        <p:sp>
          <p:nvSpPr>
            <p:cNvPr id="26" name="TextBox 25">
              <a:extLst>
                <a:ext uri="{FF2B5EF4-FFF2-40B4-BE49-F238E27FC236}">
                  <a16:creationId xmlns:a16="http://schemas.microsoft.com/office/drawing/2014/main" id="{F6C2DB60-63E6-4A7D-A242-92FB87EAE5FE}"/>
                </a:ext>
              </a:extLst>
            </p:cNvPr>
            <p:cNvSpPr txBox="1"/>
            <p:nvPr/>
          </p:nvSpPr>
          <p:spPr>
            <a:xfrm>
              <a:off x="6016420" y="3277497"/>
              <a:ext cx="1383723" cy="646331"/>
            </a:xfrm>
            <a:prstGeom prst="rect">
              <a:avLst/>
            </a:prstGeom>
            <a:noFill/>
          </p:spPr>
          <p:txBody>
            <a:bodyPr wrap="square">
              <a:spAutoFit/>
            </a:bodyPr>
            <a:lstStyle/>
            <a:p>
              <a:r>
                <a:rPr lang="en-US" sz="2000" dirty="0"/>
                <a:t>Transmission delay</a:t>
              </a:r>
            </a:p>
          </p:txBody>
        </p:sp>
      </p:grpSp>
    </p:spTree>
    <p:extLst>
      <p:ext uri="{BB962C8B-B14F-4D97-AF65-F5344CB8AC3E}">
        <p14:creationId xmlns:p14="http://schemas.microsoft.com/office/powerpoint/2010/main" val="15737379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b="1" dirty="0"/>
              <a:t>Performance Metrics - Delay</a:t>
            </a:r>
          </a:p>
        </p:txBody>
      </p:sp>
      <p:sp>
        <p:nvSpPr>
          <p:cNvPr id="3" name="Content Placeholder 2">
            <a:extLst>
              <a:ext uri="{FF2B5EF4-FFF2-40B4-BE49-F238E27FC236}">
                <a16:creationId xmlns:a16="http://schemas.microsoft.com/office/drawing/2014/main" id="{8F20472D-613F-3748-9CBD-88055CDB4B08}"/>
              </a:ext>
            </a:extLst>
          </p:cNvPr>
          <p:cNvSpPr>
            <a:spLocks noGrp="1"/>
          </p:cNvSpPr>
          <p:nvPr>
            <p:ph idx="1"/>
          </p:nvPr>
        </p:nvSpPr>
        <p:spPr/>
        <p:txBody>
          <a:bodyPr>
            <a:normAutofit/>
          </a:bodyPr>
          <a:lstStyle/>
          <a:p>
            <a:r>
              <a:rPr lang="en-US" sz="3200" dirty="0"/>
              <a:t>Traffic mix and switch internals</a:t>
            </a:r>
          </a:p>
          <a:p>
            <a:pPr>
              <a:buFont typeface="Courier New" panose="02070309020205020404" pitchFamily="49" charset="0"/>
              <a:buChar char="o"/>
            </a:pPr>
            <a:r>
              <a:rPr lang="en-US" dirty="0"/>
              <a:t>Queuing delay</a:t>
            </a:r>
          </a:p>
          <a:p>
            <a:pPr>
              <a:buFont typeface="Courier New" panose="02070309020205020404" pitchFamily="49" charset="0"/>
              <a:buChar char="o"/>
            </a:pPr>
            <a:r>
              <a:rPr lang="en-US" dirty="0"/>
              <a:t>Processing delay (negligible?)</a:t>
            </a:r>
          </a:p>
        </p:txBody>
      </p:sp>
      <p:sp>
        <p:nvSpPr>
          <p:cNvPr id="7" name="TextBox 6">
            <a:extLst>
              <a:ext uri="{FF2B5EF4-FFF2-40B4-BE49-F238E27FC236}">
                <a16:creationId xmlns:a16="http://schemas.microsoft.com/office/drawing/2014/main" id="{EE081220-A227-48C1-BD9E-0AC99BAA9538}"/>
              </a:ext>
            </a:extLst>
          </p:cNvPr>
          <p:cNvSpPr txBox="1"/>
          <p:nvPr/>
        </p:nvSpPr>
        <p:spPr>
          <a:xfrm>
            <a:off x="477982" y="6329341"/>
            <a:ext cx="6563463" cy="338554"/>
          </a:xfrm>
          <a:prstGeom prst="rect">
            <a:avLst/>
          </a:prstGeom>
          <a:noFill/>
        </p:spPr>
        <p:txBody>
          <a:bodyPr wrap="none" rtlCol="0">
            <a:spAutoFit/>
          </a:bodyPr>
          <a:lstStyle/>
          <a:p>
            <a:r>
              <a:rPr lang="en-US" sz="1600" dirty="0">
                <a:hlinkClick r:id="rId2"/>
              </a:rPr>
              <a:t>[1] Graphical_Description_of_Network_Delay.png (428×233) (wikimedia.org)</a:t>
            </a:r>
            <a:endParaRPr lang="en-HK" sz="1600" dirty="0"/>
          </a:p>
        </p:txBody>
      </p:sp>
      <p:pic>
        <p:nvPicPr>
          <p:cNvPr id="9" name="Picture 8" descr="Diagram&#10;&#10;Description automatically generated">
            <a:extLst>
              <a:ext uri="{FF2B5EF4-FFF2-40B4-BE49-F238E27FC236}">
                <a16:creationId xmlns:a16="http://schemas.microsoft.com/office/drawing/2014/main" id="{EEC492E9-D4EE-4DD8-B9DE-58DAD6BF825C}"/>
              </a:ext>
            </a:extLst>
          </p:cNvPr>
          <p:cNvPicPr>
            <a:picLocks noChangeAspect="1"/>
          </p:cNvPicPr>
          <p:nvPr/>
        </p:nvPicPr>
        <p:blipFill>
          <a:blip r:embed="rId3"/>
          <a:stretch>
            <a:fillRect/>
          </a:stretch>
        </p:blipFill>
        <p:spPr>
          <a:xfrm>
            <a:off x="5854578" y="2673927"/>
            <a:ext cx="5767781" cy="3139353"/>
          </a:xfrm>
          <a:prstGeom prst="rect">
            <a:avLst/>
          </a:prstGeom>
        </p:spPr>
      </p:pic>
    </p:spTree>
    <p:extLst>
      <p:ext uri="{BB962C8B-B14F-4D97-AF65-F5344CB8AC3E}">
        <p14:creationId xmlns:p14="http://schemas.microsoft.com/office/powerpoint/2010/main" val="3183230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b="1" dirty="0"/>
              <a:t>Performance Metrics - Throughput</a:t>
            </a:r>
          </a:p>
        </p:txBody>
      </p:sp>
      <p:sp>
        <p:nvSpPr>
          <p:cNvPr id="3" name="Content Placeholder 2">
            <a:extLst>
              <a:ext uri="{FF2B5EF4-FFF2-40B4-BE49-F238E27FC236}">
                <a16:creationId xmlns:a16="http://schemas.microsoft.com/office/drawing/2014/main" id="{8F20472D-613F-3748-9CBD-88055CDB4B08}"/>
              </a:ext>
            </a:extLst>
          </p:cNvPr>
          <p:cNvSpPr>
            <a:spLocks noGrp="1"/>
          </p:cNvSpPr>
          <p:nvPr>
            <p:ph idx="1"/>
          </p:nvPr>
        </p:nvSpPr>
        <p:spPr/>
        <p:txBody>
          <a:bodyPr>
            <a:normAutofit/>
          </a:bodyPr>
          <a:lstStyle/>
          <a:p>
            <a:r>
              <a:rPr lang="en-US" sz="3200" dirty="0"/>
              <a:t>Throughput = Data transferred / Transfer time</a:t>
            </a:r>
          </a:p>
          <a:p>
            <a:endParaRPr lang="en-US" sz="3200" dirty="0"/>
          </a:p>
          <a:p>
            <a:r>
              <a:rPr lang="en-US" sz="3200" dirty="0"/>
              <a:t>Transfer time = transmission delay + propagation delay</a:t>
            </a:r>
          </a:p>
        </p:txBody>
      </p:sp>
    </p:spTree>
    <p:extLst>
      <p:ext uri="{BB962C8B-B14F-4D97-AF65-F5344CB8AC3E}">
        <p14:creationId xmlns:p14="http://schemas.microsoft.com/office/powerpoint/2010/main" val="14609821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altLang="zh-CN" b="1" dirty="0"/>
              <a:t>Exercise</a:t>
            </a:r>
            <a:r>
              <a:rPr lang="zh-CN" altLang="en-US" b="1" dirty="0"/>
              <a:t> </a:t>
            </a:r>
            <a:r>
              <a:rPr lang="en-US" b="1" dirty="0"/>
              <a:t>- Q1</a:t>
            </a:r>
          </a:p>
        </p:txBody>
      </p:sp>
      <p:sp>
        <p:nvSpPr>
          <p:cNvPr id="3" name="Content Placeholder 2">
            <a:extLst>
              <a:ext uri="{FF2B5EF4-FFF2-40B4-BE49-F238E27FC236}">
                <a16:creationId xmlns:a16="http://schemas.microsoft.com/office/drawing/2014/main" id="{8F20472D-613F-3748-9CBD-88055CDB4B08}"/>
              </a:ext>
            </a:extLst>
          </p:cNvPr>
          <p:cNvSpPr>
            <a:spLocks noGrp="1"/>
          </p:cNvSpPr>
          <p:nvPr>
            <p:ph idx="1"/>
          </p:nvPr>
        </p:nvSpPr>
        <p:spPr>
          <a:xfrm>
            <a:off x="838200" y="1825625"/>
            <a:ext cx="10515600" cy="2705735"/>
          </a:xfrm>
        </p:spPr>
        <p:txBody>
          <a:bodyPr>
            <a:normAutofit/>
          </a:bodyPr>
          <a:lstStyle/>
          <a:p>
            <a:pPr marL="0" indent="0">
              <a:buNone/>
            </a:pPr>
            <a:r>
              <a:rPr lang="en-US" sz="2400" dirty="0"/>
              <a:t>Suppose a 100-Mbps point-to-point link is being set up between Earth and a new lunar colony. </a:t>
            </a:r>
          </a:p>
          <a:p>
            <a:pPr marL="0" indent="0">
              <a:buNone/>
            </a:pPr>
            <a:r>
              <a:rPr lang="en-US" sz="2400" dirty="0"/>
              <a:t>The distance from the moon to Earth is approximately 385,000 km, and data travels over the link at the speed of light = 3∗10^8 m/s.</a:t>
            </a:r>
          </a:p>
          <a:p>
            <a:pPr marL="0" indent="0">
              <a:buNone/>
            </a:pPr>
            <a:endParaRPr lang="en-US" sz="2400" dirty="0"/>
          </a:p>
          <a:p>
            <a:pPr marL="0" indent="0">
              <a:buNone/>
            </a:pPr>
            <a:r>
              <a:rPr lang="en-US" sz="2400" dirty="0"/>
              <a:t>(a) Calculate the minimum RTT</a:t>
            </a:r>
            <a:r>
              <a:rPr lang="en-US" altLang="zh-CN" sz="2400" dirty="0"/>
              <a:t>(round-trip time)</a:t>
            </a:r>
            <a:r>
              <a:rPr lang="en-US" sz="2400" dirty="0"/>
              <a:t> for the link. </a:t>
            </a:r>
          </a:p>
        </p:txBody>
      </p:sp>
      <p:sp>
        <p:nvSpPr>
          <p:cNvPr id="7" name="TextBox 6">
            <a:extLst>
              <a:ext uri="{FF2B5EF4-FFF2-40B4-BE49-F238E27FC236}">
                <a16:creationId xmlns:a16="http://schemas.microsoft.com/office/drawing/2014/main" id="{B4F2FCAB-565E-4178-BECE-B014B8B03F74}"/>
              </a:ext>
            </a:extLst>
          </p:cNvPr>
          <p:cNvSpPr txBox="1"/>
          <p:nvPr/>
        </p:nvSpPr>
        <p:spPr>
          <a:xfrm>
            <a:off x="838200" y="4970195"/>
            <a:ext cx="9260840" cy="830997"/>
          </a:xfrm>
          <a:prstGeom prst="rect">
            <a:avLst/>
          </a:prstGeom>
          <a:noFill/>
        </p:spPr>
        <p:txBody>
          <a:bodyPr wrap="square">
            <a:spAutoFit/>
          </a:bodyPr>
          <a:lstStyle/>
          <a:p>
            <a:r>
              <a:rPr lang="en-HK" sz="2400" dirty="0">
                <a:solidFill>
                  <a:srgbClr val="FF0000"/>
                </a:solidFill>
              </a:rPr>
              <a:t>propagation delay = 385000 km / (3 * 10^5 km/s) = 1.28333s</a:t>
            </a:r>
          </a:p>
          <a:p>
            <a:r>
              <a:rPr lang="en-HK" sz="2400" dirty="0">
                <a:solidFill>
                  <a:srgbClr val="FF0000"/>
                </a:solidFill>
              </a:rPr>
              <a:t>RTT = 2 * propagation delay =  2 * 1.28333 = 2.56666s</a:t>
            </a:r>
          </a:p>
        </p:txBody>
      </p:sp>
    </p:spTree>
    <p:extLst>
      <p:ext uri="{BB962C8B-B14F-4D97-AF65-F5344CB8AC3E}">
        <p14:creationId xmlns:p14="http://schemas.microsoft.com/office/powerpoint/2010/main" val="746100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altLang="zh-CN" b="1" dirty="0"/>
              <a:t>Exercise</a:t>
            </a:r>
            <a:r>
              <a:rPr lang="zh-CN" altLang="en-US" b="1" dirty="0"/>
              <a:t> </a:t>
            </a:r>
            <a:r>
              <a:rPr lang="en-US" b="1" dirty="0"/>
              <a:t>- Q1</a:t>
            </a:r>
          </a:p>
        </p:txBody>
      </p:sp>
      <p:sp>
        <p:nvSpPr>
          <p:cNvPr id="3" name="Content Placeholder 2">
            <a:extLst>
              <a:ext uri="{FF2B5EF4-FFF2-40B4-BE49-F238E27FC236}">
                <a16:creationId xmlns:a16="http://schemas.microsoft.com/office/drawing/2014/main" id="{8F20472D-613F-3748-9CBD-88055CDB4B08}"/>
              </a:ext>
            </a:extLst>
          </p:cNvPr>
          <p:cNvSpPr>
            <a:spLocks noGrp="1"/>
          </p:cNvSpPr>
          <p:nvPr>
            <p:ph idx="1"/>
          </p:nvPr>
        </p:nvSpPr>
        <p:spPr>
          <a:xfrm>
            <a:off x="838200" y="1771439"/>
            <a:ext cx="10515600" cy="2705735"/>
          </a:xfrm>
        </p:spPr>
        <p:txBody>
          <a:bodyPr>
            <a:noAutofit/>
          </a:bodyPr>
          <a:lstStyle/>
          <a:p>
            <a:pPr marL="0" indent="0">
              <a:buNone/>
            </a:pPr>
            <a:r>
              <a:rPr lang="en-US" sz="2400" dirty="0"/>
              <a:t>Suppose a 100-Mbps point-to-point link is being set up between Earth and a new lunar colony. </a:t>
            </a:r>
          </a:p>
          <a:p>
            <a:pPr marL="0" indent="0">
              <a:buNone/>
            </a:pPr>
            <a:r>
              <a:rPr lang="en-US" sz="2400" dirty="0"/>
              <a:t>The distance from the moon to Earth is approximately 385,000 km, and data travels over the link at the speed of light = 3∗10^8 m/s.</a:t>
            </a:r>
          </a:p>
          <a:p>
            <a:pPr marL="0" indent="0">
              <a:lnSpc>
                <a:spcPct val="100000"/>
              </a:lnSpc>
              <a:buNone/>
            </a:pPr>
            <a:r>
              <a:rPr lang="en-US" sz="2400" dirty="0"/>
              <a:t>(b) Suppose Mission Control on Earth wishes to download a 25MB (1MB = 10^6B) image from a camera on the lunar base.</a:t>
            </a:r>
            <a:r>
              <a:rPr lang="zh-CN" altLang="en-US" sz="2400" dirty="0"/>
              <a:t> </a:t>
            </a:r>
            <a:r>
              <a:rPr lang="en-US" sz="2400" dirty="0"/>
              <a:t>What is the minimum amount of time that will elapse between when the request for the data goes out and the transfer is finished? Throughput?</a:t>
            </a:r>
          </a:p>
        </p:txBody>
      </p:sp>
      <p:sp>
        <p:nvSpPr>
          <p:cNvPr id="7" name="TextBox 6">
            <a:extLst>
              <a:ext uri="{FF2B5EF4-FFF2-40B4-BE49-F238E27FC236}">
                <a16:creationId xmlns:a16="http://schemas.microsoft.com/office/drawing/2014/main" id="{B4F2FCAB-565E-4178-BECE-B014B8B03F74}"/>
              </a:ext>
            </a:extLst>
          </p:cNvPr>
          <p:cNvSpPr txBox="1"/>
          <p:nvPr/>
        </p:nvSpPr>
        <p:spPr>
          <a:xfrm>
            <a:off x="790786" y="5157912"/>
            <a:ext cx="9260840" cy="1200329"/>
          </a:xfrm>
          <a:prstGeom prst="rect">
            <a:avLst/>
          </a:prstGeom>
          <a:noFill/>
        </p:spPr>
        <p:txBody>
          <a:bodyPr wrap="square">
            <a:spAutoFit/>
          </a:bodyPr>
          <a:lstStyle/>
          <a:p>
            <a:r>
              <a:rPr lang="en-US" sz="2400" dirty="0">
                <a:solidFill>
                  <a:srgbClr val="FF0000"/>
                </a:solidFill>
              </a:rPr>
              <a:t>transmission delay = 25MB / 100Mbps = 25 * 8 / 100 = 2s </a:t>
            </a:r>
          </a:p>
          <a:p>
            <a:r>
              <a:rPr lang="en-US" sz="2400" dirty="0">
                <a:solidFill>
                  <a:srgbClr val="FF0000"/>
                </a:solidFill>
              </a:rPr>
              <a:t>delay = RTT + transmission delay = 2.5666 + 2 = 4.5666s </a:t>
            </a:r>
          </a:p>
          <a:p>
            <a:r>
              <a:rPr lang="en-US" sz="2400" dirty="0">
                <a:solidFill>
                  <a:srgbClr val="FF0000"/>
                </a:solidFill>
              </a:rPr>
              <a:t>throughput = 25MB * 8 / (2s + 1.28333s) = 60.9 Mbps </a:t>
            </a:r>
          </a:p>
        </p:txBody>
      </p:sp>
    </p:spTree>
    <p:extLst>
      <p:ext uri="{BB962C8B-B14F-4D97-AF65-F5344CB8AC3E}">
        <p14:creationId xmlns:p14="http://schemas.microsoft.com/office/powerpoint/2010/main" val="11664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altLang="zh-CN" b="1" dirty="0"/>
              <a:t>Exercise</a:t>
            </a:r>
            <a:r>
              <a:rPr lang="zh-CN" altLang="en-US" b="1" dirty="0"/>
              <a:t> </a:t>
            </a:r>
            <a:r>
              <a:rPr lang="en-US" b="1" dirty="0"/>
              <a:t>- Q1</a:t>
            </a:r>
          </a:p>
        </p:txBody>
      </p:sp>
      <p:sp>
        <p:nvSpPr>
          <p:cNvPr id="3" name="Content Placeholder 2">
            <a:extLst>
              <a:ext uri="{FF2B5EF4-FFF2-40B4-BE49-F238E27FC236}">
                <a16:creationId xmlns:a16="http://schemas.microsoft.com/office/drawing/2014/main" id="{8F20472D-613F-3748-9CBD-88055CDB4B08}"/>
              </a:ext>
            </a:extLst>
          </p:cNvPr>
          <p:cNvSpPr>
            <a:spLocks noGrp="1"/>
          </p:cNvSpPr>
          <p:nvPr>
            <p:ph idx="1"/>
          </p:nvPr>
        </p:nvSpPr>
        <p:spPr>
          <a:xfrm>
            <a:off x="838200" y="1771439"/>
            <a:ext cx="10515600" cy="2705735"/>
          </a:xfrm>
        </p:spPr>
        <p:txBody>
          <a:bodyPr>
            <a:noAutofit/>
          </a:bodyPr>
          <a:lstStyle/>
          <a:p>
            <a:pPr marL="0" indent="0">
              <a:buNone/>
            </a:pPr>
            <a:r>
              <a:rPr lang="en-US" sz="2400" dirty="0"/>
              <a:t>Suppose a 100-Mbps point-to-point link is being set up between Earth and a new lunar colony. </a:t>
            </a:r>
          </a:p>
          <a:p>
            <a:pPr marL="0" indent="0">
              <a:buNone/>
            </a:pPr>
            <a:r>
              <a:rPr lang="en-US" sz="2400" dirty="0"/>
              <a:t>The distance from the moon to Earth is approximately 385,000 km, and data travels over the link at the speed of light = 3∗10^8 m/s.</a:t>
            </a:r>
          </a:p>
          <a:p>
            <a:pPr marL="0" indent="0">
              <a:buNone/>
            </a:pPr>
            <a:endParaRPr lang="en-US" sz="2400" dirty="0"/>
          </a:p>
          <a:p>
            <a:pPr marL="0" indent="0">
              <a:lnSpc>
                <a:spcPct val="110000"/>
              </a:lnSpc>
              <a:buNone/>
            </a:pPr>
            <a:r>
              <a:rPr lang="en-US" sz="2400" dirty="0"/>
              <a:t>(</a:t>
            </a:r>
            <a:r>
              <a:rPr lang="en-US" altLang="zh-CN" sz="2400" dirty="0"/>
              <a:t>c</a:t>
            </a:r>
            <a:r>
              <a:rPr lang="en-US" sz="2400" dirty="0"/>
              <a:t>) The maximum number of flying bits on the link?</a:t>
            </a:r>
          </a:p>
        </p:txBody>
      </p:sp>
      <p:sp>
        <p:nvSpPr>
          <p:cNvPr id="7" name="TextBox 6">
            <a:extLst>
              <a:ext uri="{FF2B5EF4-FFF2-40B4-BE49-F238E27FC236}">
                <a16:creationId xmlns:a16="http://schemas.microsoft.com/office/drawing/2014/main" id="{B4F2FCAB-565E-4178-BECE-B014B8B03F74}"/>
              </a:ext>
            </a:extLst>
          </p:cNvPr>
          <p:cNvSpPr txBox="1"/>
          <p:nvPr/>
        </p:nvSpPr>
        <p:spPr>
          <a:xfrm>
            <a:off x="790786" y="4983741"/>
            <a:ext cx="9260840" cy="830997"/>
          </a:xfrm>
          <a:prstGeom prst="rect">
            <a:avLst/>
          </a:prstGeom>
          <a:noFill/>
        </p:spPr>
        <p:txBody>
          <a:bodyPr wrap="square">
            <a:spAutoFit/>
          </a:bodyPr>
          <a:lstStyle/>
          <a:p>
            <a:r>
              <a:rPr lang="en-US" sz="2400" dirty="0">
                <a:solidFill>
                  <a:srgbClr val="FF0000"/>
                </a:solidFill>
              </a:rPr>
              <a:t># bits = propagation delay * bandwidth</a:t>
            </a:r>
          </a:p>
          <a:p>
            <a:r>
              <a:rPr lang="en-US" sz="2400" dirty="0">
                <a:solidFill>
                  <a:srgbClr val="FF0000"/>
                </a:solidFill>
              </a:rPr>
              <a:t>           = 1.28333s * 100Mbps = 1.28333 * 10^8</a:t>
            </a:r>
            <a:endParaRPr lang="en-HK" sz="2400" dirty="0">
              <a:solidFill>
                <a:srgbClr val="FF0000"/>
              </a:solidFill>
            </a:endParaRPr>
          </a:p>
        </p:txBody>
      </p:sp>
    </p:spTree>
    <p:extLst>
      <p:ext uri="{BB962C8B-B14F-4D97-AF65-F5344CB8AC3E}">
        <p14:creationId xmlns:p14="http://schemas.microsoft.com/office/powerpoint/2010/main" val="442365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altLang="zh-CN" b="1" dirty="0"/>
              <a:t>Exercise</a:t>
            </a:r>
            <a:r>
              <a:rPr lang="zh-CN" altLang="en-US" b="1" dirty="0"/>
              <a:t> </a:t>
            </a:r>
            <a:r>
              <a:rPr lang="en-US" b="1" dirty="0"/>
              <a:t>- Q2</a:t>
            </a:r>
          </a:p>
        </p:txBody>
      </p:sp>
      <p:sp>
        <p:nvSpPr>
          <p:cNvPr id="3" name="Content Placeholder 2">
            <a:extLst>
              <a:ext uri="{FF2B5EF4-FFF2-40B4-BE49-F238E27FC236}">
                <a16:creationId xmlns:a16="http://schemas.microsoft.com/office/drawing/2014/main" id="{8F20472D-613F-3748-9CBD-88055CDB4B08}"/>
              </a:ext>
            </a:extLst>
          </p:cNvPr>
          <p:cNvSpPr>
            <a:spLocks noGrp="1"/>
          </p:cNvSpPr>
          <p:nvPr>
            <p:ph idx="1"/>
          </p:nvPr>
        </p:nvSpPr>
        <p:spPr>
          <a:xfrm>
            <a:off x="838200" y="1825625"/>
            <a:ext cx="10515600" cy="2705735"/>
          </a:xfrm>
        </p:spPr>
        <p:txBody>
          <a:bodyPr>
            <a:normAutofit/>
          </a:bodyPr>
          <a:lstStyle/>
          <a:p>
            <a:pPr marL="0" indent="0">
              <a:buNone/>
            </a:pPr>
            <a:r>
              <a:rPr lang="en-US" sz="2400" dirty="0"/>
              <a:t>Calculate the latency (from first bit sent to last bit received) for the following: </a:t>
            </a:r>
          </a:p>
          <a:p>
            <a:pPr marL="0" indent="0">
              <a:buNone/>
            </a:pPr>
            <a:endParaRPr lang="en-US" sz="2400" dirty="0"/>
          </a:p>
          <a:p>
            <a:pPr marL="0" indent="0">
              <a:buNone/>
            </a:pPr>
            <a:r>
              <a:rPr lang="en-US" sz="2400" dirty="0"/>
              <a:t>(a) A 10-Mbps link with a single store-and-forward switch in the path, and a packet size of 5,000 bits. Assume that each section of the link introduces a propagation delay of 10 microseconds, and that the switch begins retransmitting immediately after it has finished receiving the packet. </a:t>
            </a:r>
          </a:p>
        </p:txBody>
      </p:sp>
      <p:sp>
        <p:nvSpPr>
          <p:cNvPr id="7" name="TextBox 6">
            <a:extLst>
              <a:ext uri="{FF2B5EF4-FFF2-40B4-BE49-F238E27FC236}">
                <a16:creationId xmlns:a16="http://schemas.microsoft.com/office/drawing/2014/main" id="{B4F2FCAB-565E-4178-BECE-B014B8B03F74}"/>
              </a:ext>
            </a:extLst>
          </p:cNvPr>
          <p:cNvSpPr txBox="1"/>
          <p:nvPr/>
        </p:nvSpPr>
        <p:spPr>
          <a:xfrm>
            <a:off x="838200" y="4685185"/>
            <a:ext cx="9260840" cy="461665"/>
          </a:xfrm>
          <a:prstGeom prst="rect">
            <a:avLst/>
          </a:prstGeom>
          <a:noFill/>
        </p:spPr>
        <p:txBody>
          <a:bodyPr wrap="square">
            <a:spAutoFit/>
          </a:bodyPr>
          <a:lstStyle/>
          <a:p>
            <a:r>
              <a:rPr lang="en-US" sz="2400" dirty="0">
                <a:solidFill>
                  <a:srgbClr val="FF0000"/>
                </a:solidFill>
              </a:rPr>
              <a:t>(5000 b / 10Mbps + 10us) * 2 = 1.02ms</a:t>
            </a:r>
            <a:endParaRPr lang="en-HK" sz="2400" dirty="0">
              <a:solidFill>
                <a:srgbClr val="FF0000"/>
              </a:solidFill>
            </a:endParaRPr>
          </a:p>
        </p:txBody>
      </p:sp>
    </p:spTree>
    <p:extLst>
      <p:ext uri="{BB962C8B-B14F-4D97-AF65-F5344CB8AC3E}">
        <p14:creationId xmlns:p14="http://schemas.microsoft.com/office/powerpoint/2010/main" val="4278079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altLang="zh-CN" b="1" dirty="0"/>
              <a:t>Exercise</a:t>
            </a:r>
            <a:r>
              <a:rPr lang="zh-CN" altLang="en-US" b="1" dirty="0"/>
              <a:t> </a:t>
            </a:r>
            <a:r>
              <a:rPr lang="en-US" b="1" dirty="0"/>
              <a:t>- Q2</a:t>
            </a:r>
          </a:p>
        </p:txBody>
      </p:sp>
      <p:sp>
        <p:nvSpPr>
          <p:cNvPr id="7" name="TextBox 6">
            <a:extLst>
              <a:ext uri="{FF2B5EF4-FFF2-40B4-BE49-F238E27FC236}">
                <a16:creationId xmlns:a16="http://schemas.microsoft.com/office/drawing/2014/main" id="{B4F2FCAB-565E-4178-BECE-B014B8B03F74}"/>
              </a:ext>
            </a:extLst>
          </p:cNvPr>
          <p:cNvSpPr txBox="1"/>
          <p:nvPr/>
        </p:nvSpPr>
        <p:spPr>
          <a:xfrm>
            <a:off x="2843107" y="5978892"/>
            <a:ext cx="9260840" cy="461665"/>
          </a:xfrm>
          <a:prstGeom prst="rect">
            <a:avLst/>
          </a:prstGeom>
          <a:noFill/>
        </p:spPr>
        <p:txBody>
          <a:bodyPr wrap="square">
            <a:spAutoFit/>
          </a:bodyPr>
          <a:lstStyle/>
          <a:p>
            <a:r>
              <a:rPr lang="en-US" sz="2400" dirty="0">
                <a:solidFill>
                  <a:srgbClr val="FF0000"/>
                </a:solidFill>
              </a:rPr>
              <a:t>(5000 b / 10Mbps + 10us) * 2 = 1.02ms</a:t>
            </a:r>
            <a:endParaRPr lang="en-HK" sz="2400" dirty="0">
              <a:solidFill>
                <a:srgbClr val="FF0000"/>
              </a:solidFill>
            </a:endParaRPr>
          </a:p>
        </p:txBody>
      </p:sp>
      <p:pic>
        <p:nvPicPr>
          <p:cNvPr id="22" name="Content Placeholder 21" descr="Diagram&#10;&#10;Description automatically generated">
            <a:extLst>
              <a:ext uri="{FF2B5EF4-FFF2-40B4-BE49-F238E27FC236}">
                <a16:creationId xmlns:a16="http://schemas.microsoft.com/office/drawing/2014/main" id="{DFF2D468-519E-4691-ACEC-0EED62F76F7A}"/>
              </a:ext>
            </a:extLst>
          </p:cNvPr>
          <p:cNvPicPr>
            <a:picLocks noGrp="1" noChangeAspect="1"/>
          </p:cNvPicPr>
          <p:nvPr>
            <p:ph idx="1"/>
          </p:nvPr>
        </p:nvPicPr>
        <p:blipFill>
          <a:blip r:embed="rId2"/>
          <a:stretch>
            <a:fillRect/>
          </a:stretch>
        </p:blipFill>
        <p:spPr>
          <a:xfrm>
            <a:off x="2821358" y="1534679"/>
            <a:ext cx="6549283" cy="4351338"/>
          </a:xfrm>
        </p:spPr>
      </p:pic>
    </p:spTree>
    <p:extLst>
      <p:ext uri="{BB962C8B-B14F-4D97-AF65-F5344CB8AC3E}">
        <p14:creationId xmlns:p14="http://schemas.microsoft.com/office/powerpoint/2010/main" val="38826634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altLang="zh-CN" b="1" dirty="0"/>
              <a:t>Exercise</a:t>
            </a:r>
            <a:r>
              <a:rPr lang="zh-CN" altLang="en-US" b="1" dirty="0"/>
              <a:t> </a:t>
            </a:r>
            <a:r>
              <a:rPr lang="en-US" b="1" dirty="0"/>
              <a:t>- Q2</a:t>
            </a:r>
          </a:p>
        </p:txBody>
      </p:sp>
      <p:sp>
        <p:nvSpPr>
          <p:cNvPr id="3" name="Content Placeholder 2">
            <a:extLst>
              <a:ext uri="{FF2B5EF4-FFF2-40B4-BE49-F238E27FC236}">
                <a16:creationId xmlns:a16="http://schemas.microsoft.com/office/drawing/2014/main" id="{8F20472D-613F-3748-9CBD-88055CDB4B08}"/>
              </a:ext>
            </a:extLst>
          </p:cNvPr>
          <p:cNvSpPr>
            <a:spLocks noGrp="1"/>
          </p:cNvSpPr>
          <p:nvPr>
            <p:ph idx="1"/>
          </p:nvPr>
        </p:nvSpPr>
        <p:spPr>
          <a:xfrm>
            <a:off x="838200" y="1825625"/>
            <a:ext cx="10515600" cy="2705735"/>
          </a:xfrm>
        </p:spPr>
        <p:txBody>
          <a:bodyPr>
            <a:normAutofit/>
          </a:bodyPr>
          <a:lstStyle/>
          <a:p>
            <a:pPr marL="0" indent="0">
              <a:buNone/>
            </a:pPr>
            <a:r>
              <a:rPr lang="en-US" sz="2400" dirty="0"/>
              <a:t>Calculate the latency (from first bit sent to last bit received) for the following: </a:t>
            </a:r>
          </a:p>
          <a:p>
            <a:pPr marL="0" indent="0">
              <a:buNone/>
            </a:pPr>
            <a:endParaRPr lang="en-US" sz="2400" dirty="0"/>
          </a:p>
          <a:p>
            <a:pPr marL="0" indent="0">
              <a:buNone/>
            </a:pPr>
            <a:r>
              <a:rPr lang="en-US" sz="2400" dirty="0"/>
              <a:t>(b) A 10-Mbps link with a single cut-off switch in the path, and a packet size of 5,000 bits. Assume that each section of the link introduces a propagation delay of 10 microseconds, and that the switch begins retransmitting immediately after the first 200 bits have been received. </a:t>
            </a:r>
          </a:p>
        </p:txBody>
      </p:sp>
      <p:sp>
        <p:nvSpPr>
          <p:cNvPr id="7" name="TextBox 6">
            <a:extLst>
              <a:ext uri="{FF2B5EF4-FFF2-40B4-BE49-F238E27FC236}">
                <a16:creationId xmlns:a16="http://schemas.microsoft.com/office/drawing/2014/main" id="{B4F2FCAB-565E-4178-BECE-B014B8B03F74}"/>
              </a:ext>
            </a:extLst>
          </p:cNvPr>
          <p:cNvSpPr txBox="1"/>
          <p:nvPr/>
        </p:nvSpPr>
        <p:spPr>
          <a:xfrm>
            <a:off x="838200" y="4685185"/>
            <a:ext cx="9260840" cy="461665"/>
          </a:xfrm>
          <a:prstGeom prst="rect">
            <a:avLst/>
          </a:prstGeom>
          <a:noFill/>
        </p:spPr>
        <p:txBody>
          <a:bodyPr wrap="square">
            <a:spAutoFit/>
          </a:bodyPr>
          <a:lstStyle/>
          <a:p>
            <a:r>
              <a:rPr lang="en-US" sz="2400" dirty="0">
                <a:solidFill>
                  <a:srgbClr val="FF0000"/>
                </a:solidFill>
              </a:rPr>
              <a:t>0.51ms + 200b / 10Mbps + 10us = 0.54ms</a:t>
            </a:r>
            <a:endParaRPr lang="en-HK" sz="2400" dirty="0">
              <a:solidFill>
                <a:srgbClr val="FF0000"/>
              </a:solidFill>
            </a:endParaRPr>
          </a:p>
        </p:txBody>
      </p:sp>
    </p:spTree>
    <p:extLst>
      <p:ext uri="{BB962C8B-B14F-4D97-AF65-F5344CB8AC3E}">
        <p14:creationId xmlns:p14="http://schemas.microsoft.com/office/powerpoint/2010/main" val="392707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79BA1-37A3-5741-B0A1-E64646E4283C}"/>
              </a:ext>
            </a:extLst>
          </p:cNvPr>
          <p:cNvSpPr>
            <a:spLocks noGrp="1"/>
          </p:cNvSpPr>
          <p:nvPr>
            <p:ph type="title"/>
          </p:nvPr>
        </p:nvSpPr>
        <p:spPr/>
        <p:txBody>
          <a:bodyPr/>
          <a:lstStyle/>
          <a:p>
            <a:r>
              <a:rPr lang="en-US" altLang="zh-CN" b="1" dirty="0"/>
              <a:t>Exercise</a:t>
            </a:r>
            <a:r>
              <a:rPr lang="zh-CN" altLang="en-US" b="1" dirty="0"/>
              <a:t> </a:t>
            </a:r>
            <a:r>
              <a:rPr lang="en-US" b="1" dirty="0"/>
              <a:t>- Q2</a:t>
            </a:r>
          </a:p>
        </p:txBody>
      </p:sp>
      <p:sp>
        <p:nvSpPr>
          <p:cNvPr id="7" name="TextBox 6">
            <a:extLst>
              <a:ext uri="{FF2B5EF4-FFF2-40B4-BE49-F238E27FC236}">
                <a16:creationId xmlns:a16="http://schemas.microsoft.com/office/drawing/2014/main" id="{B4F2FCAB-565E-4178-BECE-B014B8B03F74}"/>
              </a:ext>
            </a:extLst>
          </p:cNvPr>
          <p:cNvSpPr txBox="1"/>
          <p:nvPr/>
        </p:nvSpPr>
        <p:spPr>
          <a:xfrm>
            <a:off x="2843107" y="5978892"/>
            <a:ext cx="9260840" cy="461665"/>
          </a:xfrm>
          <a:prstGeom prst="rect">
            <a:avLst/>
          </a:prstGeom>
          <a:noFill/>
        </p:spPr>
        <p:txBody>
          <a:bodyPr wrap="square">
            <a:spAutoFit/>
          </a:bodyPr>
          <a:lstStyle/>
          <a:p>
            <a:r>
              <a:rPr lang="en-US" sz="2400" dirty="0">
                <a:solidFill>
                  <a:srgbClr val="FF0000"/>
                </a:solidFill>
              </a:rPr>
              <a:t>0.51ms + 200b / 10Mbps + 10us = 0.54ms</a:t>
            </a:r>
            <a:endParaRPr lang="en-HK" sz="2400" dirty="0">
              <a:solidFill>
                <a:srgbClr val="FF0000"/>
              </a:solidFill>
            </a:endParaRPr>
          </a:p>
        </p:txBody>
      </p:sp>
      <p:pic>
        <p:nvPicPr>
          <p:cNvPr id="12" name="Content Placeholder 11" descr="Chart&#10;&#10;Description automatically generated">
            <a:extLst>
              <a:ext uri="{FF2B5EF4-FFF2-40B4-BE49-F238E27FC236}">
                <a16:creationId xmlns:a16="http://schemas.microsoft.com/office/drawing/2014/main" id="{66B09C93-3DD9-4BA2-8D2C-824A872D4263}"/>
              </a:ext>
            </a:extLst>
          </p:cNvPr>
          <p:cNvPicPr>
            <a:picLocks noGrp="1" noChangeAspect="1"/>
          </p:cNvPicPr>
          <p:nvPr>
            <p:ph idx="1"/>
          </p:nvPr>
        </p:nvPicPr>
        <p:blipFill>
          <a:blip r:embed="rId2"/>
          <a:stretch>
            <a:fillRect/>
          </a:stretch>
        </p:blipFill>
        <p:spPr>
          <a:xfrm>
            <a:off x="2821358" y="1405678"/>
            <a:ext cx="6549283" cy="4351338"/>
          </a:xfrm>
        </p:spPr>
      </p:pic>
    </p:spTree>
    <p:extLst>
      <p:ext uri="{BB962C8B-B14F-4D97-AF65-F5344CB8AC3E}">
        <p14:creationId xmlns:p14="http://schemas.microsoft.com/office/powerpoint/2010/main" val="12618313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8D2CAE8-E323-A14E-A62F-188A25405FEA}"/>
              </a:ext>
            </a:extLst>
          </p:cNvPr>
          <p:cNvSpPr/>
          <p:nvPr/>
        </p:nvSpPr>
        <p:spPr>
          <a:xfrm>
            <a:off x="4818211" y="2760582"/>
            <a:ext cx="2418675" cy="830997"/>
          </a:xfrm>
          <a:prstGeom prst="rect">
            <a:avLst/>
          </a:prstGeom>
        </p:spPr>
        <p:txBody>
          <a:bodyPr wrap="none">
            <a:spAutoFit/>
          </a:bodyPr>
          <a:lstStyle/>
          <a:p>
            <a:r>
              <a:rPr lang="en-US" sz="4800" dirty="0"/>
              <a:t>THANKS!</a:t>
            </a:r>
          </a:p>
        </p:txBody>
      </p:sp>
    </p:spTree>
    <p:extLst>
      <p:ext uri="{BB962C8B-B14F-4D97-AF65-F5344CB8AC3E}">
        <p14:creationId xmlns:p14="http://schemas.microsoft.com/office/powerpoint/2010/main" val="32166189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2863</TotalTime>
  <Words>1924</Words>
  <Application>Microsoft Office PowerPoint</Application>
  <PresentationFormat>宽屏</PresentationFormat>
  <Paragraphs>236</Paragraphs>
  <Slides>21</Slides>
  <Notes>7</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21</vt:i4>
      </vt:variant>
    </vt:vector>
  </HeadingPairs>
  <TitlesOfParts>
    <vt:vector size="27" baseType="lpstr">
      <vt:lpstr>Arial</vt:lpstr>
      <vt:lpstr>Calibri</vt:lpstr>
      <vt:lpstr>Calibri Light</vt:lpstr>
      <vt:lpstr>Consolas</vt:lpstr>
      <vt:lpstr>Courier New</vt:lpstr>
      <vt:lpstr>Office Theme</vt:lpstr>
      <vt:lpstr>CSCI 4430 - Spring 25</vt:lpstr>
      <vt:lpstr>Assignment 1 </vt:lpstr>
      <vt:lpstr>Outline</vt:lpstr>
      <vt:lpstr>Socket Programming: Complete Flow</vt:lpstr>
      <vt:lpstr>Socket Programming: Client Side</vt:lpstr>
      <vt:lpstr>Socket Programming: Server Side</vt:lpstr>
      <vt:lpstr>Socket Programming: Complete Flow</vt:lpstr>
      <vt:lpstr>Socket Programming: Complete Flow</vt:lpstr>
      <vt:lpstr>Socket Programming: Server Parallelization</vt:lpstr>
      <vt:lpstr>Socket Programming: C++ Demo</vt:lpstr>
      <vt:lpstr>Performance Metrics - Delay</vt:lpstr>
      <vt:lpstr>Performance Metrics - Delay</vt:lpstr>
      <vt:lpstr>Performance Metrics - Throughput</vt:lpstr>
      <vt:lpstr>Exercise - Q1</vt:lpstr>
      <vt:lpstr>Exercise - Q1</vt:lpstr>
      <vt:lpstr>Exercise - Q1</vt:lpstr>
      <vt:lpstr>Exercise - Q2</vt:lpstr>
      <vt:lpstr>Exercise - Q2</vt:lpstr>
      <vt:lpstr>Exercise - Q2</vt:lpstr>
      <vt:lpstr>Exercise - Q2</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 4430 - Spring 22</dc:title>
  <dc:creator>SONG, Qingyu</dc:creator>
  <cp:lastModifiedBy>FENG, Yicheng</cp:lastModifiedBy>
  <cp:revision>91</cp:revision>
  <dcterms:created xsi:type="dcterms:W3CDTF">2022-01-09T08:27:06Z</dcterms:created>
  <dcterms:modified xsi:type="dcterms:W3CDTF">2025-01-14T07:14:45Z</dcterms:modified>
</cp:coreProperties>
</file>