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90" r:id="rId3"/>
    <p:sldId id="257" r:id="rId4"/>
    <p:sldId id="258" r:id="rId5"/>
    <p:sldId id="287" r:id="rId6"/>
    <p:sldId id="288" r:id="rId7"/>
    <p:sldId id="289" r:id="rId8"/>
    <p:sldId id="286" r:id="rId9"/>
    <p:sldId id="284" r:id="rId10"/>
    <p:sldId id="285" r:id="rId11"/>
    <p:sldId id="275" r:id="rId12"/>
    <p:sldId id="282" r:id="rId13"/>
    <p:sldId id="283" r:id="rId14"/>
    <p:sldId id="272" r:id="rId15"/>
  </p:sldIdLst>
  <p:sldSz cx="9144000" cy="5143500" type="screen16x9"/>
  <p:notesSz cx="6858000" cy="9144000"/>
  <p:embeddedFontLst>
    <p:embeddedFont>
      <p:font typeface="Calibri" panose="020F0502020204030204" pitchFamily="34" charset="0"/>
      <p:regular r:id="rId17"/>
      <p:bold r:id="rId18"/>
      <p:italic r:id="rId19"/>
      <p:boldItalic r:id="rId20"/>
    </p:embeddedFont>
    <p:embeddedFont>
      <p:font typeface="Ubuntu"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94CC"/>
    <a:srgbClr val="0E61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0082EC5-C718-4C4A-A93D-152775E55CCE}">
  <a:tblStyle styleId="{B0082EC5-C718-4C4A-A93D-152775E55CC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7" autoAdjust="0"/>
    <p:restoredTop sz="85012" autoAdjust="0"/>
  </p:normalViewPr>
  <p:slideViewPr>
    <p:cSldViewPr snapToGrid="0">
      <p:cViewPr varScale="1">
        <p:scale>
          <a:sx n="181" d="100"/>
          <a:sy n="181" d="100"/>
        </p:scale>
        <p:origin x="1302" y="14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G, Wenlong" userId="2462c282-915a-45d3-817d-b87203e0e2e0" providerId="ADAL" clId="{AD318D23-6DFB-4E48-AC4B-C003DC758A16}"/>
    <pc:docChg chg="undo custSel modSld">
      <pc:chgData name="DING, Wenlong" userId="2462c282-915a-45d3-817d-b87203e0e2e0" providerId="ADAL" clId="{AD318D23-6DFB-4E48-AC4B-C003DC758A16}" dt="2023-10-04T14:12:23.681" v="404" actId="255"/>
      <pc:docMkLst>
        <pc:docMk/>
      </pc:docMkLst>
      <pc:sldChg chg="addSp delSp modSp mod">
        <pc:chgData name="DING, Wenlong" userId="2462c282-915a-45d3-817d-b87203e0e2e0" providerId="ADAL" clId="{AD318D23-6DFB-4E48-AC4B-C003DC758A16}" dt="2023-10-04T14:12:23.681" v="404" actId="255"/>
        <pc:sldMkLst>
          <pc:docMk/>
          <pc:sldMk cId="0" sldId="257"/>
        </pc:sldMkLst>
        <pc:spChg chg="add del mod">
          <ac:chgData name="DING, Wenlong" userId="2462c282-915a-45d3-817d-b87203e0e2e0" providerId="ADAL" clId="{AD318D23-6DFB-4E48-AC4B-C003DC758A16}" dt="2023-10-04T14:02:41.157" v="15"/>
          <ac:spMkLst>
            <pc:docMk/>
            <pc:sldMk cId="0" sldId="257"/>
            <ac:spMk id="2" creationId="{07E4B729-3B6E-71F2-7839-A9F0C8980331}"/>
          </ac:spMkLst>
        </pc:spChg>
        <pc:spChg chg="add del mod">
          <ac:chgData name="DING, Wenlong" userId="2462c282-915a-45d3-817d-b87203e0e2e0" providerId="ADAL" clId="{AD318D23-6DFB-4E48-AC4B-C003DC758A16}" dt="2023-10-04T14:04:37.011" v="61" actId="478"/>
          <ac:spMkLst>
            <pc:docMk/>
            <pc:sldMk cId="0" sldId="257"/>
            <ac:spMk id="4" creationId="{BED565CA-991E-1E5F-F237-821A7B517410}"/>
          </ac:spMkLst>
        </pc:spChg>
        <pc:spChg chg="add mod">
          <ac:chgData name="DING, Wenlong" userId="2462c282-915a-45d3-817d-b87203e0e2e0" providerId="ADAL" clId="{AD318D23-6DFB-4E48-AC4B-C003DC758A16}" dt="2023-10-04T14:10:49.391" v="360" actId="1076"/>
          <ac:spMkLst>
            <pc:docMk/>
            <pc:sldMk cId="0" sldId="257"/>
            <ac:spMk id="6" creationId="{46CE24D7-20A8-DFC1-1A20-E75F7CD013BF}"/>
          </ac:spMkLst>
        </pc:spChg>
        <pc:spChg chg="mod">
          <ac:chgData name="DING, Wenlong" userId="2462c282-915a-45d3-817d-b87203e0e2e0" providerId="ADAL" clId="{AD318D23-6DFB-4E48-AC4B-C003DC758A16}" dt="2023-10-04T14:12:23.681" v="404" actId="255"/>
          <ac:spMkLst>
            <pc:docMk/>
            <pc:sldMk cId="0" sldId="257"/>
            <ac:spMk id="60" creationId="{00000000-0000-0000-0000-000000000000}"/>
          </ac:spMkLst>
        </pc:spChg>
        <pc:spChg chg="mod">
          <ac:chgData name="DING, Wenlong" userId="2462c282-915a-45d3-817d-b87203e0e2e0" providerId="ADAL" clId="{AD318D23-6DFB-4E48-AC4B-C003DC758A16}" dt="2023-10-04T14:12:17.651" v="403" actId="255"/>
          <ac:spMkLst>
            <pc:docMk/>
            <pc:sldMk cId="0" sldId="257"/>
            <ac:spMk id="61" creationId="{00000000-0000-0000-0000-000000000000}"/>
          </ac:spMkLst>
        </pc:spChg>
        <pc:graphicFrameChg chg="del">
          <ac:chgData name="DING, Wenlong" userId="2462c282-915a-45d3-817d-b87203e0e2e0" providerId="ADAL" clId="{AD318D23-6DFB-4E48-AC4B-C003DC758A16}" dt="2023-10-04T14:03:23.066" v="16" actId="478"/>
          <ac:graphicFrameMkLst>
            <pc:docMk/>
            <pc:sldMk cId="0" sldId="257"/>
            <ac:graphicFrameMk id="62" creationId="{00000000-0000-0000-0000-000000000000}"/>
          </ac:graphicFrameMkLst>
        </pc:graphicFrameChg>
      </pc:sldChg>
      <pc:sldChg chg="modSp mod">
        <pc:chgData name="DING, Wenlong" userId="2462c282-915a-45d3-817d-b87203e0e2e0" providerId="ADAL" clId="{AD318D23-6DFB-4E48-AC4B-C003DC758A16}" dt="2023-10-04T14:11:33.942" v="401" actId="20577"/>
        <pc:sldMkLst>
          <pc:docMk/>
          <pc:sldMk cId="0" sldId="258"/>
        </pc:sldMkLst>
        <pc:spChg chg="mod">
          <ac:chgData name="DING, Wenlong" userId="2462c282-915a-45d3-817d-b87203e0e2e0" providerId="ADAL" clId="{AD318D23-6DFB-4E48-AC4B-C003DC758A16}" dt="2023-10-04T14:11:33.942" v="401" actId="20577"/>
          <ac:spMkLst>
            <pc:docMk/>
            <pc:sldMk cId="0" sldId="258"/>
            <ac:spMk id="68" creationId="{00000000-0000-0000-0000-000000000000}"/>
          </ac:spMkLst>
        </pc:spChg>
      </pc:sldChg>
    </pc:docChg>
  </pc:docChgLst>
  <pc:docChgLst>
    <pc:chgData name="DING, Wenlong" userId="2462c282-915a-45d3-817d-b87203e0e2e0" providerId="ADAL" clId="{5D9E8CCF-4134-8C46-86A4-48224424FD0F}"/>
    <pc:docChg chg="undo custSel addSld delSld modSld sldOrd">
      <pc:chgData name="DING, Wenlong" userId="2462c282-915a-45d3-817d-b87203e0e2e0" providerId="ADAL" clId="{5D9E8CCF-4134-8C46-86A4-48224424FD0F}" dt="2023-04-14T13:59:05.912" v="2978" actId="1076"/>
      <pc:docMkLst>
        <pc:docMk/>
      </pc:docMkLst>
      <pc:sldChg chg="modSp mod">
        <pc:chgData name="DING, Wenlong" userId="2462c282-915a-45d3-817d-b87203e0e2e0" providerId="ADAL" clId="{5D9E8CCF-4134-8C46-86A4-48224424FD0F}" dt="2023-04-12T11:43:28.423" v="26" actId="2711"/>
        <pc:sldMkLst>
          <pc:docMk/>
          <pc:sldMk cId="0" sldId="256"/>
        </pc:sldMkLst>
        <pc:spChg chg="mod">
          <ac:chgData name="DING, Wenlong" userId="2462c282-915a-45d3-817d-b87203e0e2e0" providerId="ADAL" clId="{5D9E8CCF-4134-8C46-86A4-48224424FD0F}" dt="2023-04-12T11:43:22.565" v="24" actId="20577"/>
          <ac:spMkLst>
            <pc:docMk/>
            <pc:sldMk cId="0" sldId="256"/>
            <ac:spMk id="54" creationId="{00000000-0000-0000-0000-000000000000}"/>
          </ac:spMkLst>
        </pc:spChg>
        <pc:spChg chg="mod">
          <ac:chgData name="DING, Wenlong" userId="2462c282-915a-45d3-817d-b87203e0e2e0" providerId="ADAL" clId="{5D9E8CCF-4134-8C46-86A4-48224424FD0F}" dt="2023-04-12T11:43:28.423" v="26" actId="2711"/>
          <ac:spMkLst>
            <pc:docMk/>
            <pc:sldMk cId="0" sldId="256"/>
            <ac:spMk id="55" creationId="{00000000-0000-0000-0000-000000000000}"/>
          </ac:spMkLst>
        </pc:spChg>
      </pc:sldChg>
      <pc:sldChg chg="modSp mod">
        <pc:chgData name="DING, Wenlong" userId="2462c282-915a-45d3-817d-b87203e0e2e0" providerId="ADAL" clId="{5D9E8CCF-4134-8C46-86A4-48224424FD0F}" dt="2023-04-14T13:47:35.013" v="2852" actId="3064"/>
        <pc:sldMkLst>
          <pc:docMk/>
          <pc:sldMk cId="0" sldId="257"/>
        </pc:sldMkLst>
        <pc:spChg chg="mod">
          <ac:chgData name="DING, Wenlong" userId="2462c282-915a-45d3-817d-b87203e0e2e0" providerId="ADAL" clId="{5D9E8CCF-4134-8C46-86A4-48224424FD0F}" dt="2023-04-12T11:41:19.927" v="3" actId="2711"/>
          <ac:spMkLst>
            <pc:docMk/>
            <pc:sldMk cId="0" sldId="257"/>
            <ac:spMk id="60" creationId="{00000000-0000-0000-0000-000000000000}"/>
          </ac:spMkLst>
        </pc:spChg>
        <pc:spChg chg="mod">
          <ac:chgData name="DING, Wenlong" userId="2462c282-915a-45d3-817d-b87203e0e2e0" providerId="ADAL" clId="{5D9E8CCF-4134-8C46-86A4-48224424FD0F}" dt="2023-04-14T13:46:33.651" v="2848" actId="20577"/>
          <ac:spMkLst>
            <pc:docMk/>
            <pc:sldMk cId="0" sldId="257"/>
            <ac:spMk id="61" creationId="{00000000-0000-0000-0000-000000000000}"/>
          </ac:spMkLst>
        </pc:spChg>
        <pc:graphicFrameChg chg="mod modGraphic">
          <ac:chgData name="DING, Wenlong" userId="2462c282-915a-45d3-817d-b87203e0e2e0" providerId="ADAL" clId="{5D9E8CCF-4134-8C46-86A4-48224424FD0F}" dt="2023-04-14T13:47:35.013" v="2852" actId="3064"/>
          <ac:graphicFrameMkLst>
            <pc:docMk/>
            <pc:sldMk cId="0" sldId="257"/>
            <ac:graphicFrameMk id="62" creationId="{00000000-0000-0000-0000-000000000000}"/>
          </ac:graphicFrameMkLst>
        </pc:graphicFrameChg>
      </pc:sldChg>
      <pc:sldChg chg="modSp mod modAnim">
        <pc:chgData name="DING, Wenlong" userId="2462c282-915a-45d3-817d-b87203e0e2e0" providerId="ADAL" clId="{5D9E8CCF-4134-8C46-86A4-48224424FD0F}" dt="2023-04-14T13:48:32.808" v="2904" actId="20577"/>
        <pc:sldMkLst>
          <pc:docMk/>
          <pc:sldMk cId="0" sldId="258"/>
        </pc:sldMkLst>
        <pc:spChg chg="mod">
          <ac:chgData name="DING, Wenlong" userId="2462c282-915a-45d3-817d-b87203e0e2e0" providerId="ADAL" clId="{5D9E8CCF-4134-8C46-86A4-48224424FD0F}" dt="2023-04-13T09:28:36.533" v="1306" actId="20577"/>
          <ac:spMkLst>
            <pc:docMk/>
            <pc:sldMk cId="0" sldId="258"/>
            <ac:spMk id="67" creationId="{00000000-0000-0000-0000-000000000000}"/>
          </ac:spMkLst>
        </pc:spChg>
        <pc:spChg chg="mod">
          <ac:chgData name="DING, Wenlong" userId="2462c282-915a-45d3-817d-b87203e0e2e0" providerId="ADAL" clId="{5D9E8CCF-4134-8C46-86A4-48224424FD0F}" dt="2023-04-14T13:48:32.808" v="2904" actId="20577"/>
          <ac:spMkLst>
            <pc:docMk/>
            <pc:sldMk cId="0" sldId="258"/>
            <ac:spMk id="68" creationId="{00000000-0000-0000-0000-000000000000}"/>
          </ac:spMkLst>
        </pc:spChg>
      </pc:sldChg>
      <pc:sldChg chg="addSp delSp modSp add del mod delAnim modAnim">
        <pc:chgData name="DING, Wenlong" userId="2462c282-915a-45d3-817d-b87203e0e2e0" providerId="ADAL" clId="{5D9E8CCF-4134-8C46-86A4-48224424FD0F}" dt="2023-04-13T11:54:45.617" v="2565" actId="2696"/>
        <pc:sldMkLst>
          <pc:docMk/>
          <pc:sldMk cId="0" sldId="259"/>
        </pc:sldMkLst>
        <pc:spChg chg="add del mod">
          <ac:chgData name="DING, Wenlong" userId="2462c282-915a-45d3-817d-b87203e0e2e0" providerId="ADAL" clId="{5D9E8CCF-4134-8C46-86A4-48224424FD0F}" dt="2023-04-12T11:55:24.951" v="190" actId="478"/>
          <ac:spMkLst>
            <pc:docMk/>
            <pc:sldMk cId="0" sldId="259"/>
            <ac:spMk id="3" creationId="{03BC2421-5F4B-85AF-14C4-74A68374B4A9}"/>
          </ac:spMkLst>
        </pc:spChg>
        <pc:spChg chg="add del mod">
          <ac:chgData name="DING, Wenlong" userId="2462c282-915a-45d3-817d-b87203e0e2e0" providerId="ADAL" clId="{5D9E8CCF-4134-8C46-86A4-48224424FD0F}" dt="2023-04-13T07:48:35.217" v="803" actId="478"/>
          <ac:spMkLst>
            <pc:docMk/>
            <pc:sldMk cId="0" sldId="259"/>
            <ac:spMk id="4" creationId="{FEE56820-F268-638F-B696-E0BCFAE304EC}"/>
          </ac:spMkLst>
        </pc:spChg>
        <pc:spChg chg="add del mod">
          <ac:chgData name="DING, Wenlong" userId="2462c282-915a-45d3-817d-b87203e0e2e0" providerId="ADAL" clId="{5D9E8CCF-4134-8C46-86A4-48224424FD0F}" dt="2023-04-13T08:30:06.051" v="894"/>
          <ac:spMkLst>
            <pc:docMk/>
            <pc:sldMk cId="0" sldId="259"/>
            <ac:spMk id="19" creationId="{B2800E89-3B57-5722-1700-0B3D50C5606E}"/>
          </ac:spMkLst>
        </pc:spChg>
        <pc:spChg chg="add mod">
          <ac:chgData name="DING, Wenlong" userId="2462c282-915a-45d3-817d-b87203e0e2e0" providerId="ADAL" clId="{5D9E8CCF-4134-8C46-86A4-48224424FD0F}" dt="2023-04-13T08:37:56.941" v="1035" actId="2711"/>
          <ac:spMkLst>
            <pc:docMk/>
            <pc:sldMk cId="0" sldId="259"/>
            <ac:spMk id="20" creationId="{6C3C4AD0-AF45-F6F7-6852-86460EFB628B}"/>
          </ac:spMkLst>
        </pc:spChg>
        <pc:spChg chg="add mod">
          <ac:chgData name="DING, Wenlong" userId="2462c282-915a-45d3-817d-b87203e0e2e0" providerId="ADAL" clId="{5D9E8CCF-4134-8C46-86A4-48224424FD0F}" dt="2023-04-13T08:38:00.757" v="1036" actId="2711"/>
          <ac:spMkLst>
            <pc:docMk/>
            <pc:sldMk cId="0" sldId="259"/>
            <ac:spMk id="21" creationId="{960EEC04-6971-125C-04F5-AEE41A6B183C}"/>
          </ac:spMkLst>
        </pc:spChg>
        <pc:spChg chg="add mod">
          <ac:chgData name="DING, Wenlong" userId="2462c282-915a-45d3-817d-b87203e0e2e0" providerId="ADAL" clId="{5D9E8CCF-4134-8C46-86A4-48224424FD0F}" dt="2023-04-13T08:38:11.749" v="1038" actId="255"/>
          <ac:spMkLst>
            <pc:docMk/>
            <pc:sldMk cId="0" sldId="259"/>
            <ac:spMk id="22" creationId="{28DB0C21-00DE-EB92-27CD-E6FB6993B1BD}"/>
          </ac:spMkLst>
        </pc:spChg>
        <pc:spChg chg="add mod">
          <ac:chgData name="DING, Wenlong" userId="2462c282-915a-45d3-817d-b87203e0e2e0" providerId="ADAL" clId="{5D9E8CCF-4134-8C46-86A4-48224424FD0F}" dt="2023-04-13T08:38:11.749" v="1038" actId="255"/>
          <ac:spMkLst>
            <pc:docMk/>
            <pc:sldMk cId="0" sldId="259"/>
            <ac:spMk id="23" creationId="{592DB33D-1C5A-E550-C2D2-3B27271F3FCF}"/>
          </ac:spMkLst>
        </pc:spChg>
        <pc:spChg chg="add mod">
          <ac:chgData name="DING, Wenlong" userId="2462c282-915a-45d3-817d-b87203e0e2e0" providerId="ADAL" clId="{5D9E8CCF-4134-8C46-86A4-48224424FD0F}" dt="2023-04-13T08:38:11.749" v="1038" actId="255"/>
          <ac:spMkLst>
            <pc:docMk/>
            <pc:sldMk cId="0" sldId="259"/>
            <ac:spMk id="24" creationId="{4BCBB73F-3005-5755-AB9D-75EB5B8A3983}"/>
          </ac:spMkLst>
        </pc:spChg>
        <pc:spChg chg="mod">
          <ac:chgData name="DING, Wenlong" userId="2462c282-915a-45d3-817d-b87203e0e2e0" providerId="ADAL" clId="{5D9E8CCF-4134-8C46-86A4-48224424FD0F}" dt="2023-04-13T07:40:57.769" v="726" actId="20577"/>
          <ac:spMkLst>
            <pc:docMk/>
            <pc:sldMk cId="0" sldId="259"/>
            <ac:spMk id="73" creationId="{00000000-0000-0000-0000-000000000000}"/>
          </ac:spMkLst>
        </pc:spChg>
        <pc:spChg chg="del mod">
          <ac:chgData name="DING, Wenlong" userId="2462c282-915a-45d3-817d-b87203e0e2e0" providerId="ADAL" clId="{5D9E8CCF-4134-8C46-86A4-48224424FD0F}" dt="2023-04-12T11:55:21.316" v="187" actId="478"/>
          <ac:spMkLst>
            <pc:docMk/>
            <pc:sldMk cId="0" sldId="259"/>
            <ac:spMk id="74" creationId="{00000000-0000-0000-0000-000000000000}"/>
          </ac:spMkLst>
        </pc:spChg>
        <pc:spChg chg="del">
          <ac:chgData name="DING, Wenlong" userId="2462c282-915a-45d3-817d-b87203e0e2e0" providerId="ADAL" clId="{5D9E8CCF-4134-8C46-86A4-48224424FD0F}" dt="2023-04-12T11:52:34.997" v="147" actId="478"/>
          <ac:spMkLst>
            <pc:docMk/>
            <pc:sldMk cId="0" sldId="259"/>
            <ac:spMk id="75" creationId="{00000000-0000-0000-0000-000000000000}"/>
          </ac:spMkLst>
        </pc:spChg>
        <pc:graphicFrameChg chg="add mod modGraphic">
          <ac:chgData name="DING, Wenlong" userId="2462c282-915a-45d3-817d-b87203e0e2e0" providerId="ADAL" clId="{5D9E8CCF-4134-8C46-86A4-48224424FD0F}" dt="2023-04-13T08:29:51.138" v="873" actId="1076"/>
          <ac:graphicFrameMkLst>
            <pc:docMk/>
            <pc:sldMk cId="0" sldId="259"/>
            <ac:graphicFrameMk id="3" creationId="{A4C6C47E-4878-BD92-866E-53B2C77B2197}"/>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5" creationId="{E30DA224-79EA-A7EF-638C-3CA8555E6744}"/>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6" creationId="{B041281E-10F7-1478-3DBC-7B48C6AD314E}"/>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10" creationId="{B2FA6763-578B-AB64-6605-4515AF6659B5}"/>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11" creationId="{9BEC906F-787B-051C-2430-1702D6DF7097}"/>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12" creationId="{861A5241-8A52-3744-2226-551F20A143F7}"/>
          </ac:graphicFrameMkLst>
        </pc:graphicFrameChg>
        <pc:graphicFrameChg chg="add mod modGraphic">
          <ac:chgData name="DING, Wenlong" userId="2462c282-915a-45d3-817d-b87203e0e2e0" providerId="ADAL" clId="{5D9E8CCF-4134-8C46-86A4-48224424FD0F}" dt="2023-04-13T08:34:21.470" v="977" actId="207"/>
          <ac:graphicFrameMkLst>
            <pc:docMk/>
            <pc:sldMk cId="0" sldId="259"/>
            <ac:graphicFrameMk id="13" creationId="{93BCF704-3306-E713-66BA-F0913707CF5C}"/>
          </ac:graphicFrameMkLst>
        </pc:graphicFrameChg>
        <pc:graphicFrameChg chg="add mod modGraphic">
          <ac:chgData name="DING, Wenlong" userId="2462c282-915a-45d3-817d-b87203e0e2e0" providerId="ADAL" clId="{5D9E8CCF-4134-8C46-86A4-48224424FD0F}" dt="2023-04-13T08:34:57.879" v="988" actId="20577"/>
          <ac:graphicFrameMkLst>
            <pc:docMk/>
            <pc:sldMk cId="0" sldId="259"/>
            <ac:graphicFrameMk id="14" creationId="{1860CC1D-4704-4C62-5A60-2E5DE1CE05B7}"/>
          </ac:graphicFrameMkLst>
        </pc:graphicFrameChg>
        <pc:graphicFrameChg chg="add mod modGraphic">
          <ac:chgData name="DING, Wenlong" userId="2462c282-915a-45d3-817d-b87203e0e2e0" providerId="ADAL" clId="{5D9E8CCF-4134-8C46-86A4-48224424FD0F}" dt="2023-04-13T08:29:45.468" v="872" actId="1076"/>
          <ac:graphicFrameMkLst>
            <pc:docMk/>
            <pc:sldMk cId="0" sldId="259"/>
            <ac:graphicFrameMk id="15" creationId="{DC61DF43-D02E-11FB-D8F1-C363F0B10811}"/>
          </ac:graphicFrameMkLst>
        </pc:graphicFrameChg>
        <pc:graphicFrameChg chg="add mod modGraphic">
          <ac:chgData name="DING, Wenlong" userId="2462c282-915a-45d3-817d-b87203e0e2e0" providerId="ADAL" clId="{5D9E8CCF-4134-8C46-86A4-48224424FD0F}" dt="2023-04-13T08:29:45.468" v="872" actId="1076"/>
          <ac:graphicFrameMkLst>
            <pc:docMk/>
            <pc:sldMk cId="0" sldId="259"/>
            <ac:graphicFrameMk id="16" creationId="{B5A4BA3D-45AB-E13F-C744-B9CF9FC5EF7E}"/>
          </ac:graphicFrameMkLst>
        </pc:graphicFrameChg>
        <pc:graphicFrameChg chg="add mod modGraphic">
          <ac:chgData name="DING, Wenlong" userId="2462c282-915a-45d3-817d-b87203e0e2e0" providerId="ADAL" clId="{5D9E8CCF-4134-8C46-86A4-48224424FD0F}" dt="2023-04-13T08:29:45.468" v="872" actId="1076"/>
          <ac:graphicFrameMkLst>
            <pc:docMk/>
            <pc:sldMk cId="0" sldId="259"/>
            <ac:graphicFrameMk id="17" creationId="{F364907A-1433-1E63-FC62-24305746177D}"/>
          </ac:graphicFrameMkLst>
        </pc:graphicFrameChg>
        <pc:graphicFrameChg chg="add mod modGraphic">
          <ac:chgData name="DING, Wenlong" userId="2462c282-915a-45d3-817d-b87203e0e2e0" providerId="ADAL" clId="{5D9E8CCF-4134-8C46-86A4-48224424FD0F}" dt="2023-04-13T08:29:45.468" v="872" actId="1076"/>
          <ac:graphicFrameMkLst>
            <pc:docMk/>
            <pc:sldMk cId="0" sldId="259"/>
            <ac:graphicFrameMk id="18" creationId="{035D8149-6BA9-F199-3B97-9EB8E2ACECAB}"/>
          </ac:graphicFrameMkLst>
        </pc:graphicFrameChg>
        <pc:picChg chg="add del mod">
          <ac:chgData name="DING, Wenlong" userId="2462c282-915a-45d3-817d-b87203e0e2e0" providerId="ADAL" clId="{5D9E8CCF-4134-8C46-86A4-48224424FD0F}" dt="2023-04-13T07:42:48.130" v="743" actId="478"/>
          <ac:picMkLst>
            <pc:docMk/>
            <pc:sldMk cId="0" sldId="259"/>
            <ac:picMk id="2" creationId="{629984BD-67DD-82EE-461E-D13B2B8B3D40}"/>
          </ac:picMkLst>
        </pc:picChg>
        <pc:picChg chg="add del mod">
          <ac:chgData name="DING, Wenlong" userId="2462c282-915a-45d3-817d-b87203e0e2e0" providerId="ADAL" clId="{5D9E8CCF-4134-8C46-86A4-48224424FD0F}" dt="2023-04-13T07:45:22.506" v="776" actId="478"/>
          <ac:picMkLst>
            <pc:docMk/>
            <pc:sldMk cId="0" sldId="259"/>
            <ac:picMk id="7" creationId="{A38117DD-0004-12FE-BB0E-961A22F39229}"/>
          </ac:picMkLst>
        </pc:picChg>
        <pc:picChg chg="add mod">
          <ac:chgData name="DING, Wenlong" userId="2462c282-915a-45d3-817d-b87203e0e2e0" providerId="ADAL" clId="{5D9E8CCF-4134-8C46-86A4-48224424FD0F}" dt="2023-04-13T07:55:35.264" v="853" actId="1076"/>
          <ac:picMkLst>
            <pc:docMk/>
            <pc:sldMk cId="0" sldId="259"/>
            <ac:picMk id="8" creationId="{7A0B35D1-00B0-B312-E01D-E45906B73F07}"/>
          </ac:picMkLst>
        </pc:picChg>
        <pc:picChg chg="add mod">
          <ac:chgData name="DING, Wenlong" userId="2462c282-915a-45d3-817d-b87203e0e2e0" providerId="ADAL" clId="{5D9E8CCF-4134-8C46-86A4-48224424FD0F}" dt="2023-04-13T07:55:50.898" v="855" actId="1076"/>
          <ac:picMkLst>
            <pc:docMk/>
            <pc:sldMk cId="0" sldId="259"/>
            <ac:picMk id="9" creationId="{5FE79E36-8897-4573-F1A6-C01E3CE19F75}"/>
          </ac:picMkLst>
        </pc:picChg>
        <pc:picChg chg="del mod">
          <ac:chgData name="DING, Wenlong" userId="2462c282-915a-45d3-817d-b87203e0e2e0" providerId="ADAL" clId="{5D9E8CCF-4134-8C46-86A4-48224424FD0F}" dt="2023-04-13T07:41:48.793" v="732" actId="478"/>
          <ac:picMkLst>
            <pc:docMk/>
            <pc:sldMk cId="0" sldId="259"/>
            <ac:picMk id="76" creationId="{00000000-0000-0000-0000-000000000000}"/>
          </ac:picMkLst>
        </pc:picChg>
      </pc:sldChg>
      <pc:sldChg chg="addSp delSp modSp del mod delAnim modAnim">
        <pc:chgData name="DING, Wenlong" userId="2462c282-915a-45d3-817d-b87203e0e2e0" providerId="ADAL" clId="{5D9E8CCF-4134-8C46-86A4-48224424FD0F}" dt="2023-04-13T11:55:25.853" v="2572" actId="2696"/>
        <pc:sldMkLst>
          <pc:docMk/>
          <pc:sldMk cId="0" sldId="260"/>
        </pc:sldMkLst>
        <pc:spChg chg="add del mod">
          <ac:chgData name="DING, Wenlong" userId="2462c282-915a-45d3-817d-b87203e0e2e0" providerId="ADAL" clId="{5D9E8CCF-4134-8C46-86A4-48224424FD0F}" dt="2023-04-12T11:56:37.653" v="201" actId="478"/>
          <ac:spMkLst>
            <pc:docMk/>
            <pc:sldMk cId="0" sldId="260"/>
            <ac:spMk id="3" creationId="{4CE0CC33-5E06-D6AD-C26B-B04AFF2AE707}"/>
          </ac:spMkLst>
        </pc:spChg>
        <pc:spChg chg="add del mod">
          <ac:chgData name="DING, Wenlong" userId="2462c282-915a-45d3-817d-b87203e0e2e0" providerId="ADAL" clId="{5D9E8CCF-4134-8C46-86A4-48224424FD0F}" dt="2023-04-13T07:32:21.249" v="657" actId="478"/>
          <ac:spMkLst>
            <pc:docMk/>
            <pc:sldMk cId="0" sldId="260"/>
            <ac:spMk id="3" creationId="{68D2DE87-0D62-20C5-A22D-D5265F9C2FB9}"/>
          </ac:spMkLst>
        </pc:spChg>
        <pc:spChg chg="add del mod">
          <ac:chgData name="DING, Wenlong" userId="2462c282-915a-45d3-817d-b87203e0e2e0" providerId="ADAL" clId="{5D9E8CCF-4134-8C46-86A4-48224424FD0F}" dt="2023-04-13T08:37:22.292" v="1011" actId="478"/>
          <ac:spMkLst>
            <pc:docMk/>
            <pc:sldMk cId="0" sldId="260"/>
            <ac:spMk id="5" creationId="{6B83B50A-8BC6-7772-C4D5-0C6E5202C656}"/>
          </ac:spMkLst>
        </pc:spChg>
        <pc:spChg chg="add del mod">
          <ac:chgData name="DING, Wenlong" userId="2462c282-915a-45d3-817d-b87203e0e2e0" providerId="ADAL" clId="{5D9E8CCF-4134-8C46-86A4-48224424FD0F}" dt="2023-04-12T11:56:37.653" v="201" actId="478"/>
          <ac:spMkLst>
            <pc:docMk/>
            <pc:sldMk cId="0" sldId="260"/>
            <ac:spMk id="5" creationId="{F40D66DB-288A-23E3-4ED1-A98095A39832}"/>
          </ac:spMkLst>
        </pc:spChg>
        <pc:spChg chg="add mod">
          <ac:chgData name="DING, Wenlong" userId="2462c282-915a-45d3-817d-b87203e0e2e0" providerId="ADAL" clId="{5D9E8CCF-4134-8C46-86A4-48224424FD0F}" dt="2023-04-13T11:35:19.746" v="2536"/>
          <ac:spMkLst>
            <pc:docMk/>
            <pc:sldMk cId="0" sldId="260"/>
            <ac:spMk id="6" creationId="{6E066515-680A-4C03-8D45-F3D06E1CA1CE}"/>
          </ac:spMkLst>
        </pc:spChg>
        <pc:spChg chg="add del mod">
          <ac:chgData name="DING, Wenlong" userId="2462c282-915a-45d3-817d-b87203e0e2e0" providerId="ADAL" clId="{5D9E8CCF-4134-8C46-86A4-48224424FD0F}" dt="2023-04-13T08:37:18.962" v="1010" actId="478"/>
          <ac:spMkLst>
            <pc:docMk/>
            <pc:sldMk cId="0" sldId="260"/>
            <ac:spMk id="7" creationId="{E28ED5A8-19EC-426B-C453-1A884AB7D545}"/>
          </ac:spMkLst>
        </pc:spChg>
        <pc:spChg chg="add del mod">
          <ac:chgData name="DING, Wenlong" userId="2462c282-915a-45d3-817d-b87203e0e2e0" providerId="ADAL" clId="{5D9E8CCF-4134-8C46-86A4-48224424FD0F}" dt="2023-04-13T11:54:59.387" v="2567" actId="478"/>
          <ac:spMkLst>
            <pc:docMk/>
            <pc:sldMk cId="0" sldId="260"/>
            <ac:spMk id="8" creationId="{CAE04416-4C3F-64D8-2929-3B5036E59A88}"/>
          </ac:spMkLst>
        </pc:spChg>
        <pc:spChg chg="add del mod">
          <ac:chgData name="DING, Wenlong" userId="2462c282-915a-45d3-817d-b87203e0e2e0" providerId="ADAL" clId="{5D9E8CCF-4134-8C46-86A4-48224424FD0F}" dt="2023-04-13T08:52:41.116" v="1222" actId="478"/>
          <ac:spMkLst>
            <pc:docMk/>
            <pc:sldMk cId="0" sldId="260"/>
            <ac:spMk id="12" creationId="{EA99FD7D-F428-C54D-F3F3-EAF64AF2B3FE}"/>
          </ac:spMkLst>
        </pc:spChg>
        <pc:spChg chg="add del mod">
          <ac:chgData name="DING, Wenlong" userId="2462c282-915a-45d3-817d-b87203e0e2e0" providerId="ADAL" clId="{5D9E8CCF-4134-8C46-86A4-48224424FD0F}" dt="2023-04-13T11:55:01.782" v="2568" actId="478"/>
          <ac:spMkLst>
            <pc:docMk/>
            <pc:sldMk cId="0" sldId="260"/>
            <ac:spMk id="13" creationId="{E2BEE91E-022B-4F94-A1D1-1D70498E9046}"/>
          </ac:spMkLst>
        </pc:spChg>
        <pc:spChg chg="add del mod">
          <ac:chgData name="DING, Wenlong" userId="2462c282-915a-45d3-817d-b87203e0e2e0" providerId="ADAL" clId="{5D9E8CCF-4134-8C46-86A4-48224424FD0F}" dt="2023-04-13T08:51:50.269" v="1211" actId="478"/>
          <ac:spMkLst>
            <pc:docMk/>
            <pc:sldMk cId="0" sldId="260"/>
            <ac:spMk id="18" creationId="{16AB13A9-0DDE-F235-56DF-B83FE292C2DD}"/>
          </ac:spMkLst>
        </pc:spChg>
        <pc:spChg chg="add del mod">
          <ac:chgData name="DING, Wenlong" userId="2462c282-915a-45d3-817d-b87203e0e2e0" providerId="ADAL" clId="{5D9E8CCF-4134-8C46-86A4-48224424FD0F}" dt="2023-04-13T08:52:41.116" v="1222" actId="478"/>
          <ac:spMkLst>
            <pc:docMk/>
            <pc:sldMk cId="0" sldId="260"/>
            <ac:spMk id="20" creationId="{F72E70BE-3DDE-B1C9-E12A-F5BB82D7EC5D}"/>
          </ac:spMkLst>
        </pc:spChg>
        <pc:spChg chg="add del mod">
          <ac:chgData name="DING, Wenlong" userId="2462c282-915a-45d3-817d-b87203e0e2e0" providerId="ADAL" clId="{5D9E8CCF-4134-8C46-86A4-48224424FD0F}" dt="2023-04-13T08:53:16.405" v="1228" actId="478"/>
          <ac:spMkLst>
            <pc:docMk/>
            <pc:sldMk cId="0" sldId="260"/>
            <ac:spMk id="25" creationId="{6EE19A0D-36BF-0A3C-4000-A3063945E457}"/>
          </ac:spMkLst>
        </pc:spChg>
        <pc:spChg chg="add del mod topLvl">
          <ac:chgData name="DING, Wenlong" userId="2462c282-915a-45d3-817d-b87203e0e2e0" providerId="ADAL" clId="{5D9E8CCF-4134-8C46-86A4-48224424FD0F}" dt="2023-04-13T11:54:59.387" v="2567" actId="478"/>
          <ac:spMkLst>
            <pc:docMk/>
            <pc:sldMk cId="0" sldId="260"/>
            <ac:spMk id="31" creationId="{BDB3B7DF-ABEE-415E-594B-A6E7BC7F164B}"/>
          </ac:spMkLst>
        </pc:spChg>
        <pc:spChg chg="mod topLvl">
          <ac:chgData name="DING, Wenlong" userId="2462c282-915a-45d3-817d-b87203e0e2e0" providerId="ADAL" clId="{5D9E8CCF-4134-8C46-86A4-48224424FD0F}" dt="2023-04-13T11:55:17.437" v="2571" actId="14100"/>
          <ac:spMkLst>
            <pc:docMk/>
            <pc:sldMk cId="0" sldId="260"/>
            <ac:spMk id="38" creationId="{A26E6CAF-7142-79FB-D14B-EDA4F1012CB3}"/>
          </ac:spMkLst>
        </pc:spChg>
        <pc:spChg chg="mod topLvl">
          <ac:chgData name="DING, Wenlong" userId="2462c282-915a-45d3-817d-b87203e0e2e0" providerId="ADAL" clId="{5D9E8CCF-4134-8C46-86A4-48224424FD0F}" dt="2023-04-13T11:55:17.437" v="2571" actId="14100"/>
          <ac:spMkLst>
            <pc:docMk/>
            <pc:sldMk cId="0" sldId="260"/>
            <ac:spMk id="44" creationId="{6168FB3A-78E1-6BC3-F3C3-F32615BE02DE}"/>
          </ac:spMkLst>
        </pc:spChg>
        <pc:spChg chg="add del mod">
          <ac:chgData name="DING, Wenlong" userId="2462c282-915a-45d3-817d-b87203e0e2e0" providerId="ADAL" clId="{5D9E8CCF-4134-8C46-86A4-48224424FD0F}" dt="2023-04-13T11:35:35.726" v="2542" actId="478"/>
          <ac:spMkLst>
            <pc:docMk/>
            <pc:sldMk cId="0" sldId="260"/>
            <ac:spMk id="52" creationId="{3D6159E7-E4EA-E800-0220-46FD670B5FA2}"/>
          </ac:spMkLst>
        </pc:spChg>
        <pc:spChg chg="add mod">
          <ac:chgData name="DING, Wenlong" userId="2462c282-915a-45d3-817d-b87203e0e2e0" providerId="ADAL" clId="{5D9E8CCF-4134-8C46-86A4-48224424FD0F}" dt="2023-04-13T11:35:24.025" v="2538" actId="1076"/>
          <ac:spMkLst>
            <pc:docMk/>
            <pc:sldMk cId="0" sldId="260"/>
            <ac:spMk id="54" creationId="{D2ED428B-AF72-883E-B342-2C18B1B6AE5F}"/>
          </ac:spMkLst>
        </pc:spChg>
        <pc:spChg chg="del">
          <ac:chgData name="DING, Wenlong" userId="2462c282-915a-45d3-817d-b87203e0e2e0" providerId="ADAL" clId="{5D9E8CCF-4134-8C46-86A4-48224424FD0F}" dt="2023-04-12T11:56:33.270" v="199" actId="478"/>
          <ac:spMkLst>
            <pc:docMk/>
            <pc:sldMk cId="0" sldId="260"/>
            <ac:spMk id="81" creationId="{00000000-0000-0000-0000-000000000000}"/>
          </ac:spMkLst>
        </pc:spChg>
        <pc:spChg chg="del mod">
          <ac:chgData name="DING, Wenlong" userId="2462c282-915a-45d3-817d-b87203e0e2e0" providerId="ADAL" clId="{5D9E8CCF-4134-8C46-86A4-48224424FD0F}" dt="2023-04-12T11:56:33.270" v="199" actId="478"/>
          <ac:spMkLst>
            <pc:docMk/>
            <pc:sldMk cId="0" sldId="260"/>
            <ac:spMk id="82" creationId="{00000000-0000-0000-0000-000000000000}"/>
          </ac:spMkLst>
        </pc:spChg>
        <pc:spChg chg="del">
          <ac:chgData name="DING, Wenlong" userId="2462c282-915a-45d3-817d-b87203e0e2e0" providerId="ADAL" clId="{5D9E8CCF-4134-8C46-86A4-48224424FD0F}" dt="2023-04-12T11:56:45.588" v="203" actId="478"/>
          <ac:spMkLst>
            <pc:docMk/>
            <pc:sldMk cId="0" sldId="260"/>
            <ac:spMk id="83" creationId="{00000000-0000-0000-0000-000000000000}"/>
          </ac:spMkLst>
        </pc:spChg>
        <pc:spChg chg="del mod">
          <ac:chgData name="DING, Wenlong" userId="2462c282-915a-45d3-817d-b87203e0e2e0" providerId="ADAL" clId="{5D9E8CCF-4134-8C46-86A4-48224424FD0F}" dt="2023-04-13T08:49:32.048" v="1175" actId="478"/>
          <ac:spMkLst>
            <pc:docMk/>
            <pc:sldMk cId="0" sldId="260"/>
            <ac:spMk id="88" creationId="{00000000-0000-0000-0000-000000000000}"/>
          </ac:spMkLst>
        </pc:spChg>
        <pc:spChg chg="del mod">
          <ac:chgData name="DING, Wenlong" userId="2462c282-915a-45d3-817d-b87203e0e2e0" providerId="ADAL" clId="{5D9E8CCF-4134-8C46-86A4-48224424FD0F}" dt="2023-04-13T08:49:43.610" v="1179" actId="478"/>
          <ac:spMkLst>
            <pc:docMk/>
            <pc:sldMk cId="0" sldId="260"/>
            <ac:spMk id="89" creationId="{00000000-0000-0000-0000-000000000000}"/>
          </ac:spMkLst>
        </pc:spChg>
        <pc:grpChg chg="add del mod">
          <ac:chgData name="DING, Wenlong" userId="2462c282-915a-45d3-817d-b87203e0e2e0" providerId="ADAL" clId="{5D9E8CCF-4134-8C46-86A4-48224424FD0F}" dt="2023-04-13T08:57:04.131" v="1256" actId="165"/>
          <ac:grpSpMkLst>
            <pc:docMk/>
            <pc:sldMk cId="0" sldId="260"/>
            <ac:grpSpMk id="24" creationId="{6EF95D14-0027-706F-998D-C491EBEE3B2E}"/>
          </ac:grpSpMkLst>
        </pc:grpChg>
        <pc:grpChg chg="add del mod">
          <ac:chgData name="DING, Wenlong" userId="2462c282-915a-45d3-817d-b87203e0e2e0" providerId="ADAL" clId="{5D9E8CCF-4134-8C46-86A4-48224424FD0F}" dt="2023-04-13T08:52:58.695" v="1225" actId="165"/>
          <ac:grpSpMkLst>
            <pc:docMk/>
            <pc:sldMk cId="0" sldId="260"/>
            <ac:grpSpMk id="26" creationId="{C592B815-744A-622E-367E-82C6F60E8202}"/>
          </ac:grpSpMkLst>
        </pc:grpChg>
        <pc:grpChg chg="add del mod">
          <ac:chgData name="DING, Wenlong" userId="2462c282-915a-45d3-817d-b87203e0e2e0" providerId="ADAL" clId="{5D9E8CCF-4134-8C46-86A4-48224424FD0F}" dt="2023-04-13T08:57:16.380" v="1257" actId="165"/>
          <ac:grpSpMkLst>
            <pc:docMk/>
            <pc:sldMk cId="0" sldId="260"/>
            <ac:grpSpMk id="32" creationId="{69807F76-257D-2869-5292-1B7227F84C58}"/>
          </ac:grpSpMkLst>
        </pc:grpChg>
        <pc:grpChg chg="add del mod">
          <ac:chgData name="DING, Wenlong" userId="2462c282-915a-45d3-817d-b87203e0e2e0" providerId="ADAL" clId="{5D9E8CCF-4134-8C46-86A4-48224424FD0F}" dt="2023-04-13T08:57:20.185" v="1258" actId="165"/>
          <ac:grpSpMkLst>
            <pc:docMk/>
            <pc:sldMk cId="0" sldId="260"/>
            <ac:grpSpMk id="33" creationId="{6BAF9166-0E67-7AC6-BDC6-D18296D6CD1F}"/>
          </ac:grpSpMkLst>
        </pc:grpChg>
        <pc:grpChg chg="add del mod">
          <ac:chgData name="DING, Wenlong" userId="2462c282-915a-45d3-817d-b87203e0e2e0" providerId="ADAL" clId="{5D9E8CCF-4134-8C46-86A4-48224424FD0F}" dt="2023-04-13T08:57:26.159" v="1259" actId="165"/>
          <ac:grpSpMkLst>
            <pc:docMk/>
            <pc:sldMk cId="0" sldId="260"/>
            <ac:grpSpMk id="39" creationId="{5F54EFCD-C1C4-958E-5E6E-C7A9A655D7FE}"/>
          </ac:grpSpMkLst>
        </pc:grpChg>
        <pc:graphicFrameChg chg="add del mod topLvl modGraphic">
          <ac:chgData name="DING, Wenlong" userId="2462c282-915a-45d3-817d-b87203e0e2e0" providerId="ADAL" clId="{5D9E8CCF-4134-8C46-86A4-48224424FD0F}" dt="2023-04-13T11:54:59.387" v="2567" actId="478"/>
          <ac:graphicFrameMkLst>
            <pc:docMk/>
            <pc:sldMk cId="0" sldId="260"/>
            <ac:graphicFrameMk id="9" creationId="{39939214-1B30-42CA-41D8-86E4921E643F}"/>
          </ac:graphicFrameMkLst>
        </pc:graphicFrameChg>
        <pc:graphicFrameChg chg="add del mod topLvl modGraphic">
          <ac:chgData name="DING, Wenlong" userId="2462c282-915a-45d3-817d-b87203e0e2e0" providerId="ADAL" clId="{5D9E8CCF-4134-8C46-86A4-48224424FD0F}" dt="2023-04-13T11:54:59.387" v="2567" actId="478"/>
          <ac:graphicFrameMkLst>
            <pc:docMk/>
            <pc:sldMk cId="0" sldId="260"/>
            <ac:graphicFrameMk id="10" creationId="{57395A4E-1256-CC2F-3681-8A2832901D9D}"/>
          </ac:graphicFrameMkLst>
        </pc:graphicFrameChg>
        <pc:graphicFrameChg chg="add del mod modGraphic">
          <ac:chgData name="DING, Wenlong" userId="2462c282-915a-45d3-817d-b87203e0e2e0" providerId="ADAL" clId="{5D9E8CCF-4134-8C46-86A4-48224424FD0F}" dt="2023-04-13T08:52:41.116" v="1222" actId="478"/>
          <ac:graphicFrameMkLst>
            <pc:docMk/>
            <pc:sldMk cId="0" sldId="260"/>
            <ac:graphicFrameMk id="14" creationId="{48C4C862-0C52-53C4-1AA9-14444D8A3DE8}"/>
          </ac:graphicFrameMkLst>
        </pc:graphicFrameChg>
        <pc:graphicFrameChg chg="add del mod modGraphic">
          <ac:chgData name="DING, Wenlong" userId="2462c282-915a-45d3-817d-b87203e0e2e0" providerId="ADAL" clId="{5D9E8CCF-4134-8C46-86A4-48224424FD0F}" dt="2023-04-13T08:52:41.116" v="1222" actId="478"/>
          <ac:graphicFrameMkLst>
            <pc:docMk/>
            <pc:sldMk cId="0" sldId="260"/>
            <ac:graphicFrameMk id="15" creationId="{DD24BEFF-2EA9-3BC8-7E3C-2C56E0DA121E}"/>
          </ac:graphicFrameMkLst>
        </pc:graphicFrameChg>
        <pc:graphicFrameChg chg="add del">
          <ac:chgData name="DING, Wenlong" userId="2462c282-915a-45d3-817d-b87203e0e2e0" providerId="ADAL" clId="{5D9E8CCF-4134-8C46-86A4-48224424FD0F}" dt="2023-04-13T08:50:28.449" v="1192"/>
          <ac:graphicFrameMkLst>
            <pc:docMk/>
            <pc:sldMk cId="0" sldId="260"/>
            <ac:graphicFrameMk id="16" creationId="{ADC0A517-E8D2-71D0-0198-A16AC4FEEA3C}"/>
          </ac:graphicFrameMkLst>
        </pc:graphicFrameChg>
        <pc:graphicFrameChg chg="add del mod modGraphic">
          <ac:chgData name="DING, Wenlong" userId="2462c282-915a-45d3-817d-b87203e0e2e0" providerId="ADAL" clId="{5D9E8CCF-4134-8C46-86A4-48224424FD0F}" dt="2023-04-13T08:52:41.116" v="1222" actId="478"/>
          <ac:graphicFrameMkLst>
            <pc:docMk/>
            <pc:sldMk cId="0" sldId="260"/>
            <ac:graphicFrameMk id="17" creationId="{505FF8E8-872B-12CF-6FA9-BEB394518BC3}"/>
          </ac:graphicFrameMkLst>
        </pc:graphicFrameChg>
        <pc:graphicFrameChg chg="add del mod">
          <ac:chgData name="DING, Wenlong" userId="2462c282-915a-45d3-817d-b87203e0e2e0" providerId="ADAL" clId="{5D9E8CCF-4134-8C46-86A4-48224424FD0F}" dt="2023-04-13T08:52:41.116" v="1222" actId="478"/>
          <ac:graphicFrameMkLst>
            <pc:docMk/>
            <pc:sldMk cId="0" sldId="260"/>
            <ac:graphicFrameMk id="21" creationId="{9F108721-75F9-E9EC-D4B1-774CB5AA09B2}"/>
          </ac:graphicFrameMkLst>
        </pc:graphicFrameChg>
        <pc:graphicFrameChg chg="add del mod">
          <ac:chgData name="DING, Wenlong" userId="2462c282-915a-45d3-817d-b87203e0e2e0" providerId="ADAL" clId="{5D9E8CCF-4134-8C46-86A4-48224424FD0F}" dt="2023-04-13T08:52:41.116" v="1222" actId="478"/>
          <ac:graphicFrameMkLst>
            <pc:docMk/>
            <pc:sldMk cId="0" sldId="260"/>
            <ac:graphicFrameMk id="22" creationId="{D303DB38-66C6-DEE5-53AF-92251BAD8550}"/>
          </ac:graphicFrameMkLst>
        </pc:graphicFrameChg>
        <pc:graphicFrameChg chg="add del mod">
          <ac:chgData name="DING, Wenlong" userId="2462c282-915a-45d3-817d-b87203e0e2e0" providerId="ADAL" clId="{5D9E8CCF-4134-8C46-86A4-48224424FD0F}" dt="2023-04-13T08:52:41.116" v="1222" actId="478"/>
          <ac:graphicFrameMkLst>
            <pc:docMk/>
            <pc:sldMk cId="0" sldId="260"/>
            <ac:graphicFrameMk id="23" creationId="{FCB6E5DA-214D-57CB-159E-3114FE28C220}"/>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28" creationId="{A73D8270-C301-7E43-F677-DD3192915FCD}"/>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29" creationId="{C370A868-37D4-77A2-DE08-6CE3A7583562}"/>
          </ac:graphicFrameMkLst>
        </pc:graphicFrameChg>
        <pc:graphicFrameChg chg="del mod topLvl modGraphic">
          <ac:chgData name="DING, Wenlong" userId="2462c282-915a-45d3-817d-b87203e0e2e0" providerId="ADAL" clId="{5D9E8CCF-4134-8C46-86A4-48224424FD0F}" dt="2023-04-13T11:54:59.387" v="2567" actId="478"/>
          <ac:graphicFrameMkLst>
            <pc:docMk/>
            <pc:sldMk cId="0" sldId="260"/>
            <ac:graphicFrameMk id="30" creationId="{AEC7B4EE-D3FE-7A30-5AF0-82475F049299}"/>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35" creationId="{352E1C11-A84E-AC8F-6EA0-EE0051539B2E}"/>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36" creationId="{3E3E025E-C5EE-145A-ADE6-64791AA29F6F}"/>
          </ac:graphicFrameMkLst>
        </pc:graphicFrameChg>
        <pc:graphicFrameChg chg="mod topLvl modGraphic">
          <ac:chgData name="DING, Wenlong" userId="2462c282-915a-45d3-817d-b87203e0e2e0" providerId="ADAL" clId="{5D9E8CCF-4134-8C46-86A4-48224424FD0F}" dt="2023-04-13T11:55:17.437" v="2571" actId="14100"/>
          <ac:graphicFrameMkLst>
            <pc:docMk/>
            <pc:sldMk cId="0" sldId="260"/>
            <ac:graphicFrameMk id="37" creationId="{B88448A3-B49D-4AAD-5322-753339321356}"/>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41" creationId="{84AF2A54-ECE9-7E9F-3B2E-465785777694}"/>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42" creationId="{D4FA1744-D419-7719-0A22-39E8E54C98F1}"/>
          </ac:graphicFrameMkLst>
        </pc:graphicFrameChg>
        <pc:graphicFrameChg chg="mod topLvl modGraphic">
          <ac:chgData name="DING, Wenlong" userId="2462c282-915a-45d3-817d-b87203e0e2e0" providerId="ADAL" clId="{5D9E8CCF-4134-8C46-86A4-48224424FD0F}" dt="2023-04-13T11:55:17.437" v="2571" actId="14100"/>
          <ac:graphicFrameMkLst>
            <pc:docMk/>
            <pc:sldMk cId="0" sldId="260"/>
            <ac:graphicFrameMk id="43" creationId="{6EB15FF3-B5BE-D611-9203-0B172BDAE7D1}"/>
          </ac:graphicFrameMkLst>
        </pc:graphicFrameChg>
        <pc:graphicFrameChg chg="add del mod modGraphic">
          <ac:chgData name="DING, Wenlong" userId="2462c282-915a-45d3-817d-b87203e0e2e0" providerId="ADAL" clId="{5D9E8CCF-4134-8C46-86A4-48224424FD0F}" dt="2023-04-13T11:54:59.387" v="2567" actId="478"/>
          <ac:graphicFrameMkLst>
            <pc:docMk/>
            <pc:sldMk cId="0" sldId="260"/>
            <ac:graphicFrameMk id="45" creationId="{253D598A-EB41-F6A0-4580-34F22927A0C6}"/>
          </ac:graphicFrameMkLst>
        </pc:graphicFrameChg>
        <pc:graphicFrameChg chg="add del mod modGraphic">
          <ac:chgData name="DING, Wenlong" userId="2462c282-915a-45d3-817d-b87203e0e2e0" providerId="ADAL" clId="{5D9E8CCF-4134-8C46-86A4-48224424FD0F}" dt="2023-04-13T11:54:59.387" v="2567" actId="478"/>
          <ac:graphicFrameMkLst>
            <pc:docMk/>
            <pc:sldMk cId="0" sldId="260"/>
            <ac:graphicFrameMk id="46" creationId="{985BDFB7-B0CE-D245-D0F0-6DA31E8C7CA8}"/>
          </ac:graphicFrameMkLst>
        </pc:graphicFrameChg>
        <pc:graphicFrameChg chg="add mod modGraphic">
          <ac:chgData name="DING, Wenlong" userId="2462c282-915a-45d3-817d-b87203e0e2e0" providerId="ADAL" clId="{5D9E8CCF-4134-8C46-86A4-48224424FD0F}" dt="2023-04-13T11:55:17.437" v="2571" actId="14100"/>
          <ac:graphicFrameMkLst>
            <pc:docMk/>
            <pc:sldMk cId="0" sldId="260"/>
            <ac:graphicFrameMk id="47" creationId="{625C959F-45E5-29DE-2341-10C82FCC91E9}"/>
          </ac:graphicFrameMkLst>
        </pc:graphicFrameChg>
        <pc:graphicFrameChg chg="add mod modGraphic">
          <ac:chgData name="DING, Wenlong" userId="2462c282-915a-45d3-817d-b87203e0e2e0" providerId="ADAL" clId="{5D9E8CCF-4134-8C46-86A4-48224424FD0F}" dt="2023-04-13T11:55:17.437" v="2571" actId="14100"/>
          <ac:graphicFrameMkLst>
            <pc:docMk/>
            <pc:sldMk cId="0" sldId="260"/>
            <ac:graphicFrameMk id="48" creationId="{44667F3A-F733-A7D9-D7D8-1AAF95C28079}"/>
          </ac:graphicFrameMkLst>
        </pc:graphicFrameChg>
        <pc:graphicFrameChg chg="add mod modGraphic">
          <ac:chgData name="DING, Wenlong" userId="2462c282-915a-45d3-817d-b87203e0e2e0" providerId="ADAL" clId="{5D9E8CCF-4134-8C46-86A4-48224424FD0F}" dt="2023-04-13T11:55:17.437" v="2571" actId="14100"/>
          <ac:graphicFrameMkLst>
            <pc:docMk/>
            <pc:sldMk cId="0" sldId="260"/>
            <ac:graphicFrameMk id="49" creationId="{49F283CF-4D07-4B85-7D97-89B7F40CA34A}"/>
          </ac:graphicFrameMkLst>
        </pc:graphicFrameChg>
        <pc:graphicFrameChg chg="add mod modGraphic">
          <ac:chgData name="DING, Wenlong" userId="2462c282-915a-45d3-817d-b87203e0e2e0" providerId="ADAL" clId="{5D9E8CCF-4134-8C46-86A4-48224424FD0F}" dt="2023-04-13T11:55:17.437" v="2571" actId="14100"/>
          <ac:graphicFrameMkLst>
            <pc:docMk/>
            <pc:sldMk cId="0" sldId="260"/>
            <ac:graphicFrameMk id="50" creationId="{95A76F5B-8322-C1FD-BF20-34925E6A26CD}"/>
          </ac:graphicFrameMkLst>
        </pc:graphicFrameChg>
        <pc:graphicFrameChg chg="del mod modGraphic">
          <ac:chgData name="DING, Wenlong" userId="2462c282-915a-45d3-817d-b87203e0e2e0" providerId="ADAL" clId="{5D9E8CCF-4134-8C46-86A4-48224424FD0F}" dt="2023-04-13T08:50:08.681" v="1188" actId="478"/>
          <ac:graphicFrameMkLst>
            <pc:docMk/>
            <pc:sldMk cId="0" sldId="260"/>
            <ac:graphicFrameMk id="85" creationId="{00000000-0000-0000-0000-000000000000}"/>
          </ac:graphicFrameMkLst>
        </pc:graphicFrameChg>
        <pc:graphicFrameChg chg="del mod topLvl modGraphic">
          <ac:chgData name="DING, Wenlong" userId="2462c282-915a-45d3-817d-b87203e0e2e0" providerId="ADAL" clId="{5D9E8CCF-4134-8C46-86A4-48224424FD0F}" dt="2023-04-13T11:54:59.387" v="2567" actId="478"/>
          <ac:graphicFrameMkLst>
            <pc:docMk/>
            <pc:sldMk cId="0" sldId="260"/>
            <ac:graphicFrameMk id="86" creationId="{00000000-0000-0000-0000-000000000000}"/>
          </ac:graphicFrameMkLst>
        </pc:graphicFrameChg>
        <pc:graphicFrameChg chg="del mod modGraphic">
          <ac:chgData name="DING, Wenlong" userId="2462c282-915a-45d3-817d-b87203e0e2e0" providerId="ADAL" clId="{5D9E8CCF-4134-8C46-86A4-48224424FD0F}" dt="2023-04-13T08:45:37.031" v="1144" actId="478"/>
          <ac:graphicFrameMkLst>
            <pc:docMk/>
            <pc:sldMk cId="0" sldId="260"/>
            <ac:graphicFrameMk id="87" creationId="{00000000-0000-0000-0000-000000000000}"/>
          </ac:graphicFrameMkLst>
        </pc:graphicFrameChg>
        <pc:picChg chg="add del mod">
          <ac:chgData name="DING, Wenlong" userId="2462c282-915a-45d3-817d-b87203e0e2e0" providerId="ADAL" clId="{5D9E8CCF-4134-8C46-86A4-48224424FD0F}" dt="2023-04-13T08:52:41.116" v="1222" actId="478"/>
          <ac:picMkLst>
            <pc:docMk/>
            <pc:sldMk cId="0" sldId="260"/>
            <ac:picMk id="11" creationId="{6FDD7438-349A-7843-0C89-69F1D46E2FCD}"/>
          </ac:picMkLst>
        </pc:picChg>
        <pc:picChg chg="add del mod">
          <ac:chgData name="DING, Wenlong" userId="2462c282-915a-45d3-817d-b87203e0e2e0" providerId="ADAL" clId="{5D9E8CCF-4134-8C46-86A4-48224424FD0F}" dt="2023-04-13T08:52:41.116" v="1222" actId="478"/>
          <ac:picMkLst>
            <pc:docMk/>
            <pc:sldMk cId="0" sldId="260"/>
            <ac:picMk id="19" creationId="{915FC47B-FD93-9F2D-455D-72C2CF85ACBF}"/>
          </ac:picMkLst>
        </pc:picChg>
        <pc:picChg chg="del mod topLvl">
          <ac:chgData name="DING, Wenlong" userId="2462c282-915a-45d3-817d-b87203e0e2e0" providerId="ADAL" clId="{5D9E8CCF-4134-8C46-86A4-48224424FD0F}" dt="2023-04-13T11:54:59.387" v="2567" actId="478"/>
          <ac:picMkLst>
            <pc:docMk/>
            <pc:sldMk cId="0" sldId="260"/>
            <ac:picMk id="27" creationId="{866755EB-072E-4F0D-DFF9-4CB0F9D165A2}"/>
          </ac:picMkLst>
        </pc:picChg>
        <pc:picChg chg="mod topLvl">
          <ac:chgData name="DING, Wenlong" userId="2462c282-915a-45d3-817d-b87203e0e2e0" providerId="ADAL" clId="{5D9E8CCF-4134-8C46-86A4-48224424FD0F}" dt="2023-04-13T11:55:17.437" v="2571" actId="14100"/>
          <ac:picMkLst>
            <pc:docMk/>
            <pc:sldMk cId="0" sldId="260"/>
            <ac:picMk id="34" creationId="{226E0FBF-1609-C576-813F-38243D797B54}"/>
          </ac:picMkLst>
        </pc:picChg>
        <pc:picChg chg="mod topLvl">
          <ac:chgData name="DING, Wenlong" userId="2462c282-915a-45d3-817d-b87203e0e2e0" providerId="ADAL" clId="{5D9E8CCF-4134-8C46-86A4-48224424FD0F}" dt="2023-04-13T11:55:17.437" v="2571" actId="14100"/>
          <ac:picMkLst>
            <pc:docMk/>
            <pc:sldMk cId="0" sldId="260"/>
            <ac:picMk id="40" creationId="{E0BA8627-0B1D-2C1E-802D-86C4610B41B7}"/>
          </ac:picMkLst>
        </pc:picChg>
        <pc:picChg chg="del mod topLvl">
          <ac:chgData name="DING, Wenlong" userId="2462c282-915a-45d3-817d-b87203e0e2e0" providerId="ADAL" clId="{5D9E8CCF-4134-8C46-86A4-48224424FD0F}" dt="2023-04-13T11:54:59.387" v="2567" actId="478"/>
          <ac:picMkLst>
            <pc:docMk/>
            <pc:sldMk cId="0" sldId="260"/>
            <ac:picMk id="84" creationId="{00000000-0000-0000-0000-000000000000}"/>
          </ac:picMkLst>
        </pc:picChg>
      </pc:sldChg>
      <pc:sldChg chg="addSp delSp modSp del mod modAnim">
        <pc:chgData name="DING, Wenlong" userId="2462c282-915a-45d3-817d-b87203e0e2e0" providerId="ADAL" clId="{5D9E8CCF-4134-8C46-86A4-48224424FD0F}" dt="2023-04-13T12:37:44.088" v="2708" actId="2696"/>
        <pc:sldMkLst>
          <pc:docMk/>
          <pc:sldMk cId="0" sldId="261"/>
        </pc:sldMkLst>
        <pc:spChg chg="add del mod">
          <ac:chgData name="DING, Wenlong" userId="2462c282-915a-45d3-817d-b87203e0e2e0" providerId="ADAL" clId="{5D9E8CCF-4134-8C46-86A4-48224424FD0F}" dt="2023-04-13T05:17:45.457" v="269" actId="478"/>
          <ac:spMkLst>
            <pc:docMk/>
            <pc:sldMk cId="0" sldId="261"/>
            <ac:spMk id="3" creationId="{D5D3C55C-4A94-CBCB-2E17-583C2D609BAC}"/>
          </ac:spMkLst>
        </pc:spChg>
        <pc:spChg chg="add del mod">
          <ac:chgData name="DING, Wenlong" userId="2462c282-915a-45d3-817d-b87203e0e2e0" providerId="ADAL" clId="{5D9E8CCF-4134-8C46-86A4-48224424FD0F}" dt="2023-04-13T05:17:43.051" v="268"/>
          <ac:spMkLst>
            <pc:docMk/>
            <pc:sldMk cId="0" sldId="261"/>
            <ac:spMk id="4" creationId="{CAA09E5C-413A-5577-D965-26A989C50A7B}"/>
          </ac:spMkLst>
        </pc:spChg>
        <pc:spChg chg="add mod">
          <ac:chgData name="DING, Wenlong" userId="2462c282-915a-45d3-817d-b87203e0e2e0" providerId="ADAL" clId="{5D9E8CCF-4134-8C46-86A4-48224424FD0F}" dt="2023-04-13T05:17:46.022" v="270"/>
          <ac:spMkLst>
            <pc:docMk/>
            <pc:sldMk cId="0" sldId="261"/>
            <ac:spMk id="5" creationId="{30012227-55F7-8D54-0FB2-D6D98CFD50E2}"/>
          </ac:spMkLst>
        </pc:spChg>
        <pc:spChg chg="add mod">
          <ac:chgData name="DING, Wenlong" userId="2462c282-915a-45d3-817d-b87203e0e2e0" providerId="ADAL" clId="{5D9E8CCF-4134-8C46-86A4-48224424FD0F}" dt="2023-04-13T05:25:22.614" v="312" actId="1076"/>
          <ac:spMkLst>
            <pc:docMk/>
            <pc:sldMk cId="0" sldId="261"/>
            <ac:spMk id="8" creationId="{402E2BE6-2B12-545D-F063-2B4E511AF267}"/>
          </ac:spMkLst>
        </pc:spChg>
        <pc:spChg chg="add mod">
          <ac:chgData name="DING, Wenlong" userId="2462c282-915a-45d3-817d-b87203e0e2e0" providerId="ADAL" clId="{5D9E8CCF-4134-8C46-86A4-48224424FD0F}" dt="2023-04-13T05:25:10.891" v="310" actId="1076"/>
          <ac:spMkLst>
            <pc:docMk/>
            <pc:sldMk cId="0" sldId="261"/>
            <ac:spMk id="9" creationId="{F42B71F0-5379-DE8E-6FC7-1CFB3527A7C8}"/>
          </ac:spMkLst>
        </pc:spChg>
        <pc:spChg chg="add mod">
          <ac:chgData name="DING, Wenlong" userId="2462c282-915a-45d3-817d-b87203e0e2e0" providerId="ADAL" clId="{5D9E8CCF-4134-8C46-86A4-48224424FD0F}" dt="2023-04-13T07:32:28.498" v="662"/>
          <ac:spMkLst>
            <pc:docMk/>
            <pc:sldMk cId="0" sldId="261"/>
            <ac:spMk id="12" creationId="{CCCCF513-8408-2F0D-0261-08A9BED729D8}"/>
          </ac:spMkLst>
        </pc:spChg>
        <pc:spChg chg="mod">
          <ac:chgData name="DING, Wenlong" userId="2462c282-915a-45d3-817d-b87203e0e2e0" providerId="ADAL" clId="{5D9E8CCF-4134-8C46-86A4-48224424FD0F}" dt="2023-04-13T05:18:02.390" v="274" actId="2711"/>
          <ac:spMkLst>
            <pc:docMk/>
            <pc:sldMk cId="0" sldId="261"/>
            <ac:spMk id="94" creationId="{00000000-0000-0000-0000-000000000000}"/>
          </ac:spMkLst>
        </pc:spChg>
        <pc:spChg chg="del mod">
          <ac:chgData name="DING, Wenlong" userId="2462c282-915a-45d3-817d-b87203e0e2e0" providerId="ADAL" clId="{5D9E8CCF-4134-8C46-86A4-48224424FD0F}" dt="2023-04-13T05:17:41.530" v="266" actId="478"/>
          <ac:spMkLst>
            <pc:docMk/>
            <pc:sldMk cId="0" sldId="261"/>
            <ac:spMk id="95" creationId="{00000000-0000-0000-0000-000000000000}"/>
          </ac:spMkLst>
        </pc:spChg>
        <pc:spChg chg="del">
          <ac:chgData name="DING, Wenlong" userId="2462c282-915a-45d3-817d-b87203e0e2e0" providerId="ADAL" clId="{5D9E8CCF-4134-8C46-86A4-48224424FD0F}" dt="2023-04-13T05:17:08.466" v="264" actId="478"/>
          <ac:spMkLst>
            <pc:docMk/>
            <pc:sldMk cId="0" sldId="261"/>
            <ac:spMk id="96" creationId="{00000000-0000-0000-0000-000000000000}"/>
          </ac:spMkLst>
        </pc:spChg>
        <pc:spChg chg="del mod">
          <ac:chgData name="DING, Wenlong" userId="2462c282-915a-45d3-817d-b87203e0e2e0" providerId="ADAL" clId="{5D9E8CCF-4134-8C46-86A4-48224424FD0F}" dt="2023-04-13T05:25:05.535" v="308" actId="478"/>
          <ac:spMkLst>
            <pc:docMk/>
            <pc:sldMk cId="0" sldId="261"/>
            <ac:spMk id="101" creationId="{00000000-0000-0000-0000-000000000000}"/>
          </ac:spMkLst>
        </pc:spChg>
        <pc:spChg chg="del mod">
          <ac:chgData name="DING, Wenlong" userId="2462c282-915a-45d3-817d-b87203e0e2e0" providerId="ADAL" clId="{5D9E8CCF-4134-8C46-86A4-48224424FD0F}" dt="2023-04-13T05:24:49.729" v="303" actId="478"/>
          <ac:spMkLst>
            <pc:docMk/>
            <pc:sldMk cId="0" sldId="261"/>
            <ac:spMk id="102" creationId="{00000000-0000-0000-0000-000000000000}"/>
          </ac:spMkLst>
        </pc:spChg>
        <pc:graphicFrameChg chg="add mod">
          <ac:chgData name="DING, Wenlong" userId="2462c282-915a-45d3-817d-b87203e0e2e0" providerId="ADAL" clId="{5D9E8CCF-4134-8C46-86A4-48224424FD0F}" dt="2023-04-13T05:26:43.080" v="318" actId="1076"/>
          <ac:graphicFrameMkLst>
            <pc:docMk/>
            <pc:sldMk cId="0" sldId="261"/>
            <ac:graphicFrameMk id="10" creationId="{8B04E7B2-80B7-2324-8FF6-EA47BE06E74D}"/>
          </ac:graphicFrameMkLst>
        </pc:graphicFrameChg>
        <pc:graphicFrameChg chg="add mod">
          <ac:chgData name="DING, Wenlong" userId="2462c282-915a-45d3-817d-b87203e0e2e0" providerId="ADAL" clId="{5D9E8CCF-4134-8C46-86A4-48224424FD0F}" dt="2023-04-13T05:26:19.375" v="317" actId="1076"/>
          <ac:graphicFrameMkLst>
            <pc:docMk/>
            <pc:sldMk cId="0" sldId="261"/>
            <ac:graphicFrameMk id="11" creationId="{AB357020-01CB-A736-D978-CBCCD543FBDF}"/>
          </ac:graphicFrameMkLst>
        </pc:graphicFrameChg>
        <pc:graphicFrameChg chg="mod modGraphic">
          <ac:chgData name="DING, Wenlong" userId="2462c282-915a-45d3-817d-b87203e0e2e0" providerId="ADAL" clId="{5D9E8CCF-4134-8C46-86A4-48224424FD0F}" dt="2023-04-13T05:25:17.741" v="311" actId="1076"/>
          <ac:graphicFrameMkLst>
            <pc:docMk/>
            <pc:sldMk cId="0" sldId="261"/>
            <ac:graphicFrameMk id="98" creationId="{00000000-0000-0000-0000-000000000000}"/>
          </ac:graphicFrameMkLst>
        </pc:graphicFrameChg>
        <pc:graphicFrameChg chg="del mod modGraphic">
          <ac:chgData name="DING, Wenlong" userId="2462c282-915a-45d3-817d-b87203e0e2e0" providerId="ADAL" clId="{5D9E8CCF-4134-8C46-86A4-48224424FD0F}" dt="2023-04-13T05:25:34.609" v="315" actId="478"/>
          <ac:graphicFrameMkLst>
            <pc:docMk/>
            <pc:sldMk cId="0" sldId="261"/>
            <ac:graphicFrameMk id="99" creationId="{00000000-0000-0000-0000-000000000000}"/>
          </ac:graphicFrameMkLst>
        </pc:graphicFrameChg>
        <pc:graphicFrameChg chg="del mod modGraphic">
          <ac:chgData name="DING, Wenlong" userId="2462c282-915a-45d3-817d-b87203e0e2e0" providerId="ADAL" clId="{5D9E8CCF-4134-8C46-86A4-48224424FD0F}" dt="2023-04-13T05:25:28.455" v="313" actId="478"/>
          <ac:graphicFrameMkLst>
            <pc:docMk/>
            <pc:sldMk cId="0" sldId="261"/>
            <ac:graphicFrameMk id="100" creationId="{00000000-0000-0000-0000-000000000000}"/>
          </ac:graphicFrameMkLst>
        </pc:graphicFrameChg>
        <pc:picChg chg="add del mod">
          <ac:chgData name="DING, Wenlong" userId="2462c282-915a-45d3-817d-b87203e0e2e0" providerId="ADAL" clId="{5D9E8CCF-4134-8C46-86A4-48224424FD0F}" dt="2023-04-13T05:24:39.648" v="300"/>
          <ac:picMkLst>
            <pc:docMk/>
            <pc:sldMk cId="0" sldId="261"/>
            <ac:picMk id="6" creationId="{129F86B7-3B7E-DBFC-9EFE-0765A2C6B53D}"/>
          </ac:picMkLst>
        </pc:picChg>
        <pc:picChg chg="add mod">
          <ac:chgData name="DING, Wenlong" userId="2462c282-915a-45d3-817d-b87203e0e2e0" providerId="ADAL" clId="{5D9E8CCF-4134-8C46-86A4-48224424FD0F}" dt="2023-04-13T05:24:44.212" v="302"/>
          <ac:picMkLst>
            <pc:docMk/>
            <pc:sldMk cId="0" sldId="261"/>
            <ac:picMk id="7" creationId="{28242064-C7B0-BCB3-230D-68CC31D97E80}"/>
          </ac:picMkLst>
        </pc:picChg>
        <pc:picChg chg="del mod">
          <ac:chgData name="DING, Wenlong" userId="2462c282-915a-45d3-817d-b87203e0e2e0" providerId="ADAL" clId="{5D9E8CCF-4134-8C46-86A4-48224424FD0F}" dt="2023-04-13T05:24:35.769" v="298" actId="478"/>
          <ac:picMkLst>
            <pc:docMk/>
            <pc:sldMk cId="0" sldId="261"/>
            <ac:picMk id="97" creationId="{00000000-0000-0000-0000-000000000000}"/>
          </ac:picMkLst>
        </pc:picChg>
      </pc:sldChg>
      <pc:sldChg chg="addSp delSp modSp del mod">
        <pc:chgData name="DING, Wenlong" userId="2462c282-915a-45d3-817d-b87203e0e2e0" providerId="ADAL" clId="{5D9E8CCF-4134-8C46-86A4-48224424FD0F}" dt="2023-04-13T12:37:40.718" v="2706" actId="2696"/>
        <pc:sldMkLst>
          <pc:docMk/>
          <pc:sldMk cId="0" sldId="262"/>
        </pc:sldMkLst>
        <pc:spChg chg="add del mod">
          <ac:chgData name="DING, Wenlong" userId="2462c282-915a-45d3-817d-b87203e0e2e0" providerId="ADAL" clId="{5D9E8CCF-4134-8C46-86A4-48224424FD0F}" dt="2023-04-13T07:33:34.641" v="664" actId="478"/>
          <ac:spMkLst>
            <pc:docMk/>
            <pc:sldMk cId="0" sldId="262"/>
            <ac:spMk id="3" creationId="{3153D386-BCCF-F10E-2586-44228EF2B820}"/>
          </ac:spMkLst>
        </pc:spChg>
        <pc:spChg chg="add mod">
          <ac:chgData name="DING, Wenlong" userId="2462c282-915a-45d3-817d-b87203e0e2e0" providerId="ADAL" clId="{5D9E8CCF-4134-8C46-86A4-48224424FD0F}" dt="2023-04-13T07:33:32.069" v="663"/>
          <ac:spMkLst>
            <pc:docMk/>
            <pc:sldMk cId="0" sldId="262"/>
            <ac:spMk id="4" creationId="{5DD45832-A74E-B83F-6E5B-6665B95E2447}"/>
          </ac:spMkLst>
        </pc:spChg>
        <pc:spChg chg="mod">
          <ac:chgData name="DING, Wenlong" userId="2462c282-915a-45d3-817d-b87203e0e2e0" providerId="ADAL" clId="{5D9E8CCF-4134-8C46-86A4-48224424FD0F}" dt="2023-04-12T11:45:39.878" v="43" actId="27636"/>
          <ac:spMkLst>
            <pc:docMk/>
            <pc:sldMk cId="0" sldId="262"/>
            <ac:spMk id="108" creationId="{00000000-0000-0000-0000-000000000000}"/>
          </ac:spMkLst>
        </pc:spChg>
        <pc:spChg chg="del">
          <ac:chgData name="DING, Wenlong" userId="2462c282-915a-45d3-817d-b87203e0e2e0" providerId="ADAL" clId="{5D9E8CCF-4134-8C46-86A4-48224424FD0F}" dt="2023-04-13T05:17:31.136" v="265" actId="478"/>
          <ac:spMkLst>
            <pc:docMk/>
            <pc:sldMk cId="0" sldId="262"/>
            <ac:spMk id="109" creationId="{00000000-0000-0000-0000-000000000000}"/>
          </ac:spMkLst>
        </pc:spChg>
      </pc:sldChg>
      <pc:sldChg chg="addSp modSp del mod">
        <pc:chgData name="DING, Wenlong" userId="2462c282-915a-45d3-817d-b87203e0e2e0" providerId="ADAL" clId="{5D9E8CCF-4134-8C46-86A4-48224424FD0F}" dt="2023-04-13T12:37:39.666" v="2705" actId="2696"/>
        <pc:sldMkLst>
          <pc:docMk/>
          <pc:sldMk cId="0" sldId="263"/>
        </pc:sldMkLst>
        <pc:spChg chg="add mod">
          <ac:chgData name="DING, Wenlong" userId="2462c282-915a-45d3-817d-b87203e0e2e0" providerId="ADAL" clId="{5D9E8CCF-4134-8C46-86A4-48224424FD0F}" dt="2023-04-13T11:32:43.469" v="2504" actId="20577"/>
          <ac:spMkLst>
            <pc:docMk/>
            <pc:sldMk cId="0" sldId="263"/>
            <ac:spMk id="2" creationId="{FAA64808-1E8C-C9E4-6567-3DFFBB2D16CD}"/>
          </ac:spMkLst>
        </pc:spChg>
        <pc:spChg chg="mod">
          <ac:chgData name="DING, Wenlong" userId="2462c282-915a-45d3-817d-b87203e0e2e0" providerId="ADAL" clId="{5D9E8CCF-4134-8C46-86A4-48224424FD0F}" dt="2023-04-12T11:45:39.893" v="44" actId="27636"/>
          <ac:spMkLst>
            <pc:docMk/>
            <pc:sldMk cId="0" sldId="263"/>
            <ac:spMk id="121" creationId="{00000000-0000-0000-0000-000000000000}"/>
          </ac:spMkLst>
        </pc:spChg>
      </pc:sldChg>
      <pc:sldChg chg="addSp modSp del mod">
        <pc:chgData name="DING, Wenlong" userId="2462c282-915a-45d3-817d-b87203e0e2e0" providerId="ADAL" clId="{5D9E8CCF-4134-8C46-86A4-48224424FD0F}" dt="2023-04-13T12:37:38.415" v="2704" actId="2696"/>
        <pc:sldMkLst>
          <pc:docMk/>
          <pc:sldMk cId="0" sldId="264"/>
        </pc:sldMkLst>
        <pc:spChg chg="add mod">
          <ac:chgData name="DING, Wenlong" userId="2462c282-915a-45d3-817d-b87203e0e2e0" providerId="ADAL" clId="{5D9E8CCF-4134-8C46-86A4-48224424FD0F}" dt="2023-04-13T07:35:28.707" v="668" actId="1076"/>
          <ac:spMkLst>
            <pc:docMk/>
            <pc:sldMk cId="0" sldId="264"/>
            <ac:spMk id="2" creationId="{9E0B7C09-5B08-0B12-4E4B-31EBF6531ADA}"/>
          </ac:spMkLst>
        </pc:spChg>
        <pc:spChg chg="mod">
          <ac:chgData name="DING, Wenlong" userId="2462c282-915a-45d3-817d-b87203e0e2e0" providerId="ADAL" clId="{5D9E8CCF-4134-8C46-86A4-48224424FD0F}" dt="2023-04-12T11:45:39.907" v="45" actId="27636"/>
          <ac:spMkLst>
            <pc:docMk/>
            <pc:sldMk cId="0" sldId="264"/>
            <ac:spMk id="134" creationId="{00000000-0000-0000-0000-000000000000}"/>
          </ac:spMkLst>
        </pc:spChg>
      </pc:sldChg>
      <pc:sldChg chg="delSp modSp del mod">
        <pc:chgData name="DING, Wenlong" userId="2462c282-915a-45d3-817d-b87203e0e2e0" providerId="ADAL" clId="{5D9E8CCF-4134-8C46-86A4-48224424FD0F}" dt="2023-04-13T12:37:37.253" v="2703" actId="2696"/>
        <pc:sldMkLst>
          <pc:docMk/>
          <pc:sldMk cId="0" sldId="265"/>
        </pc:sldMkLst>
        <pc:spChg chg="mod">
          <ac:chgData name="DING, Wenlong" userId="2462c282-915a-45d3-817d-b87203e0e2e0" providerId="ADAL" clId="{5D9E8CCF-4134-8C46-86A4-48224424FD0F}" dt="2023-04-13T05:36:18.696" v="320" actId="2711"/>
          <ac:spMkLst>
            <pc:docMk/>
            <pc:sldMk cId="0" sldId="265"/>
            <ac:spMk id="146" creationId="{00000000-0000-0000-0000-000000000000}"/>
          </ac:spMkLst>
        </pc:spChg>
        <pc:spChg chg="mod">
          <ac:chgData name="DING, Wenlong" userId="2462c282-915a-45d3-817d-b87203e0e2e0" providerId="ADAL" clId="{5D9E8CCF-4134-8C46-86A4-48224424FD0F}" dt="2023-04-13T05:41:05.854" v="357" actId="207"/>
          <ac:spMkLst>
            <pc:docMk/>
            <pc:sldMk cId="0" sldId="265"/>
            <ac:spMk id="147" creationId="{00000000-0000-0000-0000-000000000000}"/>
          </ac:spMkLst>
        </pc:spChg>
        <pc:spChg chg="del">
          <ac:chgData name="DING, Wenlong" userId="2462c282-915a-45d3-817d-b87203e0e2e0" providerId="ADAL" clId="{5D9E8CCF-4134-8C46-86A4-48224424FD0F}" dt="2023-04-13T05:36:33.376" v="323" actId="478"/>
          <ac:spMkLst>
            <pc:docMk/>
            <pc:sldMk cId="0" sldId="265"/>
            <ac:spMk id="148" creationId="{00000000-0000-0000-0000-000000000000}"/>
          </ac:spMkLst>
        </pc:spChg>
      </pc:sldChg>
      <pc:sldChg chg="addSp delSp modSp del mod modAnim">
        <pc:chgData name="DING, Wenlong" userId="2462c282-915a-45d3-817d-b87203e0e2e0" providerId="ADAL" clId="{5D9E8CCF-4134-8C46-86A4-48224424FD0F}" dt="2023-04-13T12:37:36.251" v="2702" actId="2696"/>
        <pc:sldMkLst>
          <pc:docMk/>
          <pc:sldMk cId="0" sldId="266"/>
        </pc:sldMkLst>
        <pc:spChg chg="add mod">
          <ac:chgData name="DING, Wenlong" userId="2462c282-915a-45d3-817d-b87203e0e2e0" providerId="ADAL" clId="{5D9E8CCF-4134-8C46-86A4-48224424FD0F}" dt="2023-04-13T07:09:51.902" v="627" actId="20577"/>
          <ac:spMkLst>
            <pc:docMk/>
            <pc:sldMk cId="0" sldId="266"/>
            <ac:spMk id="3" creationId="{CC430EC1-1049-D6D2-D7E2-6D208032DE46}"/>
          </ac:spMkLst>
        </pc:spChg>
        <pc:spChg chg="mod">
          <ac:chgData name="DING, Wenlong" userId="2462c282-915a-45d3-817d-b87203e0e2e0" providerId="ADAL" clId="{5D9E8CCF-4134-8C46-86A4-48224424FD0F}" dt="2023-04-13T05:42:38.522" v="361" actId="255"/>
          <ac:spMkLst>
            <pc:docMk/>
            <pc:sldMk cId="0" sldId="266"/>
            <ac:spMk id="154" creationId="{00000000-0000-0000-0000-000000000000}"/>
          </ac:spMkLst>
        </pc:spChg>
        <pc:spChg chg="mod">
          <ac:chgData name="DING, Wenlong" userId="2462c282-915a-45d3-817d-b87203e0e2e0" providerId="ADAL" clId="{5D9E8CCF-4134-8C46-86A4-48224424FD0F}" dt="2023-04-13T06:55:50.026" v="511" actId="14100"/>
          <ac:spMkLst>
            <pc:docMk/>
            <pc:sldMk cId="0" sldId="266"/>
            <ac:spMk id="155" creationId="{00000000-0000-0000-0000-000000000000}"/>
          </ac:spMkLst>
        </pc:spChg>
        <pc:picChg chg="add del mod">
          <ac:chgData name="DING, Wenlong" userId="2462c282-915a-45d3-817d-b87203e0e2e0" providerId="ADAL" clId="{5D9E8CCF-4134-8C46-86A4-48224424FD0F}" dt="2023-04-13T06:58:34.537" v="519" actId="478"/>
          <ac:picMkLst>
            <pc:docMk/>
            <pc:sldMk cId="0" sldId="266"/>
            <ac:picMk id="4" creationId="{EE8C56EA-BE15-E2EC-50BC-EE8DEBA2AB6D}"/>
          </ac:picMkLst>
        </pc:picChg>
        <pc:picChg chg="add del mod">
          <ac:chgData name="DING, Wenlong" userId="2462c282-915a-45d3-817d-b87203e0e2e0" providerId="ADAL" clId="{5D9E8CCF-4134-8C46-86A4-48224424FD0F}" dt="2023-04-13T06:59:07.068" v="522" actId="478"/>
          <ac:picMkLst>
            <pc:docMk/>
            <pc:sldMk cId="0" sldId="266"/>
            <ac:picMk id="5" creationId="{2D5B4807-8A9C-97B8-C557-C22D059B0B3F}"/>
          </ac:picMkLst>
        </pc:picChg>
        <pc:picChg chg="add mod">
          <ac:chgData name="DING, Wenlong" userId="2462c282-915a-45d3-817d-b87203e0e2e0" providerId="ADAL" clId="{5D9E8CCF-4134-8C46-86A4-48224424FD0F}" dt="2023-04-13T06:59:17.194" v="526" actId="1076"/>
          <ac:picMkLst>
            <pc:docMk/>
            <pc:sldMk cId="0" sldId="266"/>
            <ac:picMk id="6" creationId="{DB9A0591-A605-6902-19EB-7FE6F2F3C020}"/>
          </ac:picMkLst>
        </pc:picChg>
        <pc:picChg chg="mod">
          <ac:chgData name="DING, Wenlong" userId="2462c282-915a-45d3-817d-b87203e0e2e0" providerId="ADAL" clId="{5D9E8CCF-4134-8C46-86A4-48224424FD0F}" dt="2023-04-13T06:55:40.315" v="509" actId="1076"/>
          <ac:picMkLst>
            <pc:docMk/>
            <pc:sldMk cId="0" sldId="266"/>
            <ac:picMk id="157" creationId="{00000000-0000-0000-0000-000000000000}"/>
          </ac:picMkLst>
        </pc:picChg>
      </pc:sldChg>
      <pc:sldChg chg="modSp del mod">
        <pc:chgData name="DING, Wenlong" userId="2462c282-915a-45d3-817d-b87203e0e2e0" providerId="ADAL" clId="{5D9E8CCF-4134-8C46-86A4-48224424FD0F}" dt="2023-04-13T12:37:35.203" v="2701" actId="2696"/>
        <pc:sldMkLst>
          <pc:docMk/>
          <pc:sldMk cId="0" sldId="267"/>
        </pc:sldMkLst>
        <pc:spChg chg="mod">
          <ac:chgData name="DING, Wenlong" userId="2462c282-915a-45d3-817d-b87203e0e2e0" providerId="ADAL" clId="{5D9E8CCF-4134-8C46-86A4-48224424FD0F}" dt="2023-04-13T07:00:43.546" v="527" actId="2711"/>
          <ac:spMkLst>
            <pc:docMk/>
            <pc:sldMk cId="0" sldId="267"/>
            <ac:spMk id="162" creationId="{00000000-0000-0000-0000-000000000000}"/>
          </ac:spMkLst>
        </pc:spChg>
        <pc:spChg chg="mod">
          <ac:chgData name="DING, Wenlong" userId="2462c282-915a-45d3-817d-b87203e0e2e0" providerId="ADAL" clId="{5D9E8CCF-4134-8C46-86A4-48224424FD0F}" dt="2023-04-13T07:00:46.933" v="528" actId="2711"/>
          <ac:spMkLst>
            <pc:docMk/>
            <pc:sldMk cId="0" sldId="267"/>
            <ac:spMk id="163" creationId="{00000000-0000-0000-0000-000000000000}"/>
          </ac:spMkLst>
        </pc:spChg>
        <pc:spChg chg="mod">
          <ac:chgData name="DING, Wenlong" userId="2462c282-915a-45d3-817d-b87203e0e2e0" providerId="ADAL" clId="{5D9E8CCF-4134-8C46-86A4-48224424FD0F}" dt="2023-04-13T07:01:06.189" v="532" actId="1076"/>
          <ac:spMkLst>
            <pc:docMk/>
            <pc:sldMk cId="0" sldId="267"/>
            <ac:spMk id="168" creationId="{00000000-0000-0000-0000-000000000000}"/>
          </ac:spMkLst>
        </pc:spChg>
        <pc:spChg chg="mod">
          <ac:chgData name="DING, Wenlong" userId="2462c282-915a-45d3-817d-b87203e0e2e0" providerId="ADAL" clId="{5D9E8CCF-4134-8C46-86A4-48224424FD0F}" dt="2023-04-13T07:01:11.183" v="533" actId="1076"/>
          <ac:spMkLst>
            <pc:docMk/>
            <pc:sldMk cId="0" sldId="267"/>
            <ac:spMk id="169" creationId="{00000000-0000-0000-0000-000000000000}"/>
          </ac:spMkLst>
        </pc:spChg>
        <pc:spChg chg="mod">
          <ac:chgData name="DING, Wenlong" userId="2462c282-915a-45d3-817d-b87203e0e2e0" providerId="ADAL" clId="{5D9E8CCF-4134-8C46-86A4-48224424FD0F}" dt="2023-04-13T07:01:53.761" v="557" actId="1076"/>
          <ac:spMkLst>
            <pc:docMk/>
            <pc:sldMk cId="0" sldId="267"/>
            <ac:spMk id="171" creationId="{00000000-0000-0000-0000-000000000000}"/>
          </ac:spMkLst>
        </pc:spChg>
        <pc:graphicFrameChg chg="modGraphic">
          <ac:chgData name="DING, Wenlong" userId="2462c282-915a-45d3-817d-b87203e0e2e0" providerId="ADAL" clId="{5D9E8CCF-4134-8C46-86A4-48224424FD0F}" dt="2023-04-13T07:02:22.124" v="561" actId="403"/>
          <ac:graphicFrameMkLst>
            <pc:docMk/>
            <pc:sldMk cId="0" sldId="267"/>
            <ac:graphicFrameMk id="166" creationId="{00000000-0000-0000-0000-000000000000}"/>
          </ac:graphicFrameMkLst>
        </pc:graphicFrameChg>
        <pc:graphicFrameChg chg="modGraphic">
          <ac:chgData name="DING, Wenlong" userId="2462c282-915a-45d3-817d-b87203e0e2e0" providerId="ADAL" clId="{5D9E8CCF-4134-8C46-86A4-48224424FD0F}" dt="2023-04-13T07:02:26.780" v="562" actId="403"/>
          <ac:graphicFrameMkLst>
            <pc:docMk/>
            <pc:sldMk cId="0" sldId="267"/>
            <ac:graphicFrameMk id="167" creationId="{00000000-0000-0000-0000-000000000000}"/>
          </ac:graphicFrameMkLst>
        </pc:graphicFrameChg>
      </pc:sldChg>
      <pc:sldChg chg="modSp del mod">
        <pc:chgData name="DING, Wenlong" userId="2462c282-915a-45d3-817d-b87203e0e2e0" providerId="ADAL" clId="{5D9E8CCF-4134-8C46-86A4-48224424FD0F}" dt="2023-04-13T12:37:34.012" v="2700" actId="2696"/>
        <pc:sldMkLst>
          <pc:docMk/>
          <pc:sldMk cId="0" sldId="268"/>
        </pc:sldMkLst>
        <pc:spChg chg="mod">
          <ac:chgData name="DING, Wenlong" userId="2462c282-915a-45d3-817d-b87203e0e2e0" providerId="ADAL" clId="{5D9E8CCF-4134-8C46-86A4-48224424FD0F}" dt="2023-04-13T07:04:19.174" v="580" actId="255"/>
          <ac:spMkLst>
            <pc:docMk/>
            <pc:sldMk cId="0" sldId="268"/>
            <ac:spMk id="176" creationId="{00000000-0000-0000-0000-000000000000}"/>
          </ac:spMkLst>
        </pc:spChg>
        <pc:spChg chg="mod">
          <ac:chgData name="DING, Wenlong" userId="2462c282-915a-45d3-817d-b87203e0e2e0" providerId="ADAL" clId="{5D9E8CCF-4134-8C46-86A4-48224424FD0F}" dt="2023-04-13T07:04:24.856" v="581" actId="2711"/>
          <ac:spMkLst>
            <pc:docMk/>
            <pc:sldMk cId="0" sldId="268"/>
            <ac:spMk id="177" creationId="{00000000-0000-0000-0000-000000000000}"/>
          </ac:spMkLst>
        </pc:spChg>
        <pc:spChg chg="mod">
          <ac:chgData name="DING, Wenlong" userId="2462c282-915a-45d3-817d-b87203e0e2e0" providerId="ADAL" clId="{5D9E8CCF-4134-8C46-86A4-48224424FD0F}" dt="2023-04-13T07:04:33.710" v="583" actId="2711"/>
          <ac:spMkLst>
            <pc:docMk/>
            <pc:sldMk cId="0" sldId="268"/>
            <ac:spMk id="182" creationId="{00000000-0000-0000-0000-000000000000}"/>
          </ac:spMkLst>
        </pc:spChg>
        <pc:spChg chg="mod">
          <ac:chgData name="DING, Wenlong" userId="2462c282-915a-45d3-817d-b87203e0e2e0" providerId="ADAL" clId="{5D9E8CCF-4134-8C46-86A4-48224424FD0F}" dt="2023-04-13T07:04:33.710" v="583" actId="2711"/>
          <ac:spMkLst>
            <pc:docMk/>
            <pc:sldMk cId="0" sldId="268"/>
            <ac:spMk id="183" creationId="{00000000-0000-0000-0000-000000000000}"/>
          </ac:spMkLst>
        </pc:spChg>
        <pc:picChg chg="mod">
          <ac:chgData name="DING, Wenlong" userId="2462c282-915a-45d3-817d-b87203e0e2e0" providerId="ADAL" clId="{5D9E8CCF-4134-8C46-86A4-48224424FD0F}" dt="2023-04-13T07:03:09.641" v="572" actId="1076"/>
          <ac:picMkLst>
            <pc:docMk/>
            <pc:sldMk cId="0" sldId="268"/>
            <ac:picMk id="179" creationId="{00000000-0000-0000-0000-000000000000}"/>
          </ac:picMkLst>
        </pc:picChg>
      </pc:sldChg>
      <pc:sldChg chg="modSp del mod">
        <pc:chgData name="DING, Wenlong" userId="2462c282-915a-45d3-817d-b87203e0e2e0" providerId="ADAL" clId="{5D9E8CCF-4134-8C46-86A4-48224424FD0F}" dt="2023-04-13T12:37:32.781" v="2699" actId="2696"/>
        <pc:sldMkLst>
          <pc:docMk/>
          <pc:sldMk cId="0" sldId="269"/>
        </pc:sldMkLst>
        <pc:spChg chg="mod">
          <ac:chgData name="DING, Wenlong" userId="2462c282-915a-45d3-817d-b87203e0e2e0" providerId="ADAL" clId="{5D9E8CCF-4134-8C46-86A4-48224424FD0F}" dt="2023-04-13T07:04:58.447" v="589" actId="255"/>
          <ac:spMkLst>
            <pc:docMk/>
            <pc:sldMk cId="0" sldId="269"/>
            <ac:spMk id="188" creationId="{00000000-0000-0000-0000-000000000000}"/>
          </ac:spMkLst>
        </pc:spChg>
        <pc:spChg chg="mod">
          <ac:chgData name="DING, Wenlong" userId="2462c282-915a-45d3-817d-b87203e0e2e0" providerId="ADAL" clId="{5D9E8CCF-4134-8C46-86A4-48224424FD0F}" dt="2023-04-13T07:04:45.397" v="585" actId="255"/>
          <ac:spMkLst>
            <pc:docMk/>
            <pc:sldMk cId="0" sldId="269"/>
            <ac:spMk id="189" creationId="{00000000-0000-0000-0000-000000000000}"/>
          </ac:spMkLst>
        </pc:spChg>
        <pc:spChg chg="mod">
          <ac:chgData name="DING, Wenlong" userId="2462c282-915a-45d3-817d-b87203e0e2e0" providerId="ADAL" clId="{5D9E8CCF-4134-8C46-86A4-48224424FD0F}" dt="2023-04-13T07:05:51.289" v="598" actId="1076"/>
          <ac:spMkLst>
            <pc:docMk/>
            <pc:sldMk cId="0" sldId="269"/>
            <ac:spMk id="194" creationId="{00000000-0000-0000-0000-000000000000}"/>
          </ac:spMkLst>
        </pc:spChg>
        <pc:spChg chg="mod">
          <ac:chgData name="DING, Wenlong" userId="2462c282-915a-45d3-817d-b87203e0e2e0" providerId="ADAL" clId="{5D9E8CCF-4134-8C46-86A4-48224424FD0F}" dt="2023-04-13T07:05:59.152" v="599" actId="1076"/>
          <ac:spMkLst>
            <pc:docMk/>
            <pc:sldMk cId="0" sldId="269"/>
            <ac:spMk id="195" creationId="{00000000-0000-0000-0000-000000000000}"/>
          </ac:spMkLst>
        </pc:spChg>
        <pc:spChg chg="mod">
          <ac:chgData name="DING, Wenlong" userId="2462c282-915a-45d3-817d-b87203e0e2e0" providerId="ADAL" clId="{5D9E8CCF-4134-8C46-86A4-48224424FD0F}" dt="2023-04-13T11:40:04.110" v="2543" actId="20577"/>
          <ac:spMkLst>
            <pc:docMk/>
            <pc:sldMk cId="0" sldId="269"/>
            <ac:spMk id="196" creationId="{00000000-0000-0000-0000-000000000000}"/>
          </ac:spMkLst>
        </pc:spChg>
        <pc:graphicFrameChg chg="modGraphic">
          <ac:chgData name="DING, Wenlong" userId="2462c282-915a-45d3-817d-b87203e0e2e0" providerId="ADAL" clId="{5D9E8CCF-4134-8C46-86A4-48224424FD0F}" dt="2023-04-13T07:05:11.829" v="592" actId="255"/>
          <ac:graphicFrameMkLst>
            <pc:docMk/>
            <pc:sldMk cId="0" sldId="269"/>
            <ac:graphicFrameMk id="192" creationId="{00000000-0000-0000-0000-000000000000}"/>
          </ac:graphicFrameMkLst>
        </pc:graphicFrameChg>
        <pc:graphicFrameChg chg="mod modGraphic">
          <ac:chgData name="DING, Wenlong" userId="2462c282-915a-45d3-817d-b87203e0e2e0" providerId="ADAL" clId="{5D9E8CCF-4134-8C46-86A4-48224424FD0F}" dt="2023-04-13T07:05:28.462" v="596" actId="1076"/>
          <ac:graphicFrameMkLst>
            <pc:docMk/>
            <pc:sldMk cId="0" sldId="269"/>
            <ac:graphicFrameMk id="193" creationId="{00000000-0000-0000-0000-000000000000}"/>
          </ac:graphicFrameMkLst>
        </pc:graphicFrameChg>
        <pc:picChg chg="mod">
          <ac:chgData name="DING, Wenlong" userId="2462c282-915a-45d3-817d-b87203e0e2e0" providerId="ADAL" clId="{5D9E8CCF-4134-8C46-86A4-48224424FD0F}" dt="2023-04-13T07:05:24.551" v="595" actId="1076"/>
          <ac:picMkLst>
            <pc:docMk/>
            <pc:sldMk cId="0" sldId="269"/>
            <ac:picMk id="191" creationId="{00000000-0000-0000-0000-000000000000}"/>
          </ac:picMkLst>
        </pc:picChg>
      </pc:sldChg>
      <pc:sldChg chg="modSp del mod">
        <pc:chgData name="DING, Wenlong" userId="2462c282-915a-45d3-817d-b87203e0e2e0" providerId="ADAL" clId="{5D9E8CCF-4134-8C46-86A4-48224424FD0F}" dt="2023-04-13T12:37:31.459" v="2698" actId="2696"/>
        <pc:sldMkLst>
          <pc:docMk/>
          <pc:sldMk cId="0" sldId="270"/>
        </pc:sldMkLst>
        <pc:spChg chg="mod">
          <ac:chgData name="DING, Wenlong" userId="2462c282-915a-45d3-817d-b87203e0e2e0" providerId="ADAL" clId="{5D9E8CCF-4134-8C46-86A4-48224424FD0F}" dt="2023-04-13T07:06:22.762" v="602" actId="255"/>
          <ac:spMkLst>
            <pc:docMk/>
            <pc:sldMk cId="0" sldId="270"/>
            <ac:spMk id="201" creationId="{00000000-0000-0000-0000-000000000000}"/>
          </ac:spMkLst>
        </pc:spChg>
        <pc:spChg chg="mod">
          <ac:chgData name="DING, Wenlong" userId="2462c282-915a-45d3-817d-b87203e0e2e0" providerId="ADAL" clId="{5D9E8CCF-4134-8C46-86A4-48224424FD0F}" dt="2023-04-13T07:07:50.086" v="619" actId="20577"/>
          <ac:spMkLst>
            <pc:docMk/>
            <pc:sldMk cId="0" sldId="270"/>
            <ac:spMk id="202" creationId="{00000000-0000-0000-0000-000000000000}"/>
          </ac:spMkLst>
        </pc:spChg>
        <pc:spChg chg="mod">
          <ac:chgData name="DING, Wenlong" userId="2462c282-915a-45d3-817d-b87203e0e2e0" providerId="ADAL" clId="{5D9E8CCF-4134-8C46-86A4-48224424FD0F}" dt="2023-04-13T07:07:06.858" v="608" actId="1076"/>
          <ac:spMkLst>
            <pc:docMk/>
            <pc:sldMk cId="0" sldId="270"/>
            <ac:spMk id="207" creationId="{00000000-0000-0000-0000-000000000000}"/>
          </ac:spMkLst>
        </pc:spChg>
        <pc:spChg chg="mod">
          <ac:chgData name="DING, Wenlong" userId="2462c282-915a-45d3-817d-b87203e0e2e0" providerId="ADAL" clId="{5D9E8CCF-4134-8C46-86A4-48224424FD0F}" dt="2023-04-13T07:06:59.519" v="607" actId="1076"/>
          <ac:spMkLst>
            <pc:docMk/>
            <pc:sldMk cId="0" sldId="270"/>
            <ac:spMk id="208" creationId="{00000000-0000-0000-0000-000000000000}"/>
          </ac:spMkLst>
        </pc:spChg>
        <pc:graphicFrameChg chg="modGraphic">
          <ac:chgData name="DING, Wenlong" userId="2462c282-915a-45d3-817d-b87203e0e2e0" providerId="ADAL" clId="{5D9E8CCF-4134-8C46-86A4-48224424FD0F}" dt="2023-04-13T07:07:36.573" v="613" actId="403"/>
          <ac:graphicFrameMkLst>
            <pc:docMk/>
            <pc:sldMk cId="0" sldId="270"/>
            <ac:graphicFrameMk id="205" creationId="{00000000-0000-0000-0000-000000000000}"/>
          </ac:graphicFrameMkLst>
        </pc:graphicFrameChg>
        <pc:graphicFrameChg chg="modGraphic">
          <ac:chgData name="DING, Wenlong" userId="2462c282-915a-45d3-817d-b87203e0e2e0" providerId="ADAL" clId="{5D9E8CCF-4134-8C46-86A4-48224424FD0F}" dt="2023-04-13T07:07:33.199" v="612" actId="403"/>
          <ac:graphicFrameMkLst>
            <pc:docMk/>
            <pc:sldMk cId="0" sldId="270"/>
            <ac:graphicFrameMk id="206" creationId="{00000000-0000-0000-0000-000000000000}"/>
          </ac:graphicFrameMkLst>
        </pc:graphicFrameChg>
        <pc:picChg chg="mod">
          <ac:chgData name="DING, Wenlong" userId="2462c282-915a-45d3-817d-b87203e0e2e0" providerId="ADAL" clId="{5D9E8CCF-4134-8C46-86A4-48224424FD0F}" dt="2023-04-13T07:07:29.889" v="611" actId="1076"/>
          <ac:picMkLst>
            <pc:docMk/>
            <pc:sldMk cId="0" sldId="270"/>
            <ac:picMk id="204" creationId="{00000000-0000-0000-0000-000000000000}"/>
          </ac:picMkLst>
        </pc:picChg>
      </pc:sldChg>
      <pc:sldChg chg="modSp del mod">
        <pc:chgData name="DING, Wenlong" userId="2462c282-915a-45d3-817d-b87203e0e2e0" providerId="ADAL" clId="{5D9E8CCF-4134-8C46-86A4-48224424FD0F}" dt="2023-04-13T11:29:16.782" v="2503" actId="2696"/>
        <pc:sldMkLst>
          <pc:docMk/>
          <pc:sldMk cId="0" sldId="271"/>
        </pc:sldMkLst>
        <pc:spChg chg="mod">
          <ac:chgData name="DING, Wenlong" userId="2462c282-915a-45d3-817d-b87203e0e2e0" providerId="ADAL" clId="{5D9E8CCF-4134-8C46-86A4-48224424FD0F}" dt="2023-04-13T05:49:37.239" v="393" actId="255"/>
          <ac:spMkLst>
            <pc:docMk/>
            <pc:sldMk cId="0" sldId="271"/>
            <ac:spMk id="213" creationId="{00000000-0000-0000-0000-000000000000}"/>
          </ac:spMkLst>
        </pc:spChg>
        <pc:spChg chg="mod">
          <ac:chgData name="DING, Wenlong" userId="2462c282-915a-45d3-817d-b87203e0e2e0" providerId="ADAL" clId="{5D9E8CCF-4134-8C46-86A4-48224424FD0F}" dt="2023-04-13T09:14:24.969" v="1299" actId="20577"/>
          <ac:spMkLst>
            <pc:docMk/>
            <pc:sldMk cId="0" sldId="271"/>
            <ac:spMk id="214" creationId="{00000000-0000-0000-0000-000000000000}"/>
          </ac:spMkLst>
        </pc:spChg>
        <pc:picChg chg="mod">
          <ac:chgData name="DING, Wenlong" userId="2462c282-915a-45d3-817d-b87203e0e2e0" providerId="ADAL" clId="{5D9E8CCF-4134-8C46-86A4-48224424FD0F}" dt="2023-04-13T08:48:11.833" v="1170" actId="1076"/>
          <ac:picMkLst>
            <pc:docMk/>
            <pc:sldMk cId="0" sldId="271"/>
            <ac:picMk id="215" creationId="{00000000-0000-0000-0000-000000000000}"/>
          </ac:picMkLst>
        </pc:picChg>
      </pc:sldChg>
      <pc:sldChg chg="add">
        <pc:chgData name="DING, Wenlong" userId="2462c282-915a-45d3-817d-b87203e0e2e0" providerId="ADAL" clId="{5D9E8CCF-4134-8C46-86A4-48224424FD0F}" dt="2023-04-13T05:52:07.124" v="401"/>
        <pc:sldMkLst>
          <pc:docMk/>
          <pc:sldMk cId="3216618933" sldId="272"/>
        </pc:sldMkLst>
      </pc:sldChg>
      <pc:sldChg chg="add del">
        <pc:chgData name="DING, Wenlong" userId="2462c282-915a-45d3-817d-b87203e0e2e0" providerId="ADAL" clId="{5D9E8CCF-4134-8C46-86A4-48224424FD0F}" dt="2023-04-13T07:40:32.750" v="688" actId="2696"/>
        <pc:sldMkLst>
          <pc:docMk/>
          <pc:sldMk cId="96595233" sldId="273"/>
        </pc:sldMkLst>
      </pc:sldChg>
      <pc:sldChg chg="add del">
        <pc:chgData name="DING, Wenlong" userId="2462c282-915a-45d3-817d-b87203e0e2e0" providerId="ADAL" clId="{5D9E8CCF-4134-8C46-86A4-48224424FD0F}" dt="2023-04-13T12:37:41.879" v="2707" actId="2696"/>
        <pc:sldMkLst>
          <pc:docMk/>
          <pc:sldMk cId="3171665457" sldId="273"/>
        </pc:sldMkLst>
      </pc:sldChg>
      <pc:sldChg chg="add del">
        <pc:chgData name="DING, Wenlong" userId="2462c282-915a-45d3-817d-b87203e0e2e0" providerId="ADAL" clId="{5D9E8CCF-4134-8C46-86A4-48224424FD0F}" dt="2023-04-13T07:40:20.923" v="679"/>
        <pc:sldMkLst>
          <pc:docMk/>
          <pc:sldMk cId="3817671778" sldId="273"/>
        </pc:sldMkLst>
      </pc:sldChg>
      <pc:sldChg chg="addSp delSp modSp add mod delAnim modAnim">
        <pc:chgData name="DING, Wenlong" userId="2462c282-915a-45d3-817d-b87203e0e2e0" providerId="ADAL" clId="{5D9E8CCF-4134-8C46-86A4-48224424FD0F}" dt="2023-04-13T10:58:17.893" v="2149" actId="403"/>
        <pc:sldMkLst>
          <pc:docMk/>
          <pc:sldMk cId="2475225684" sldId="274"/>
        </pc:sldMkLst>
        <pc:spChg chg="add del mod">
          <ac:chgData name="DING, Wenlong" userId="2462c282-915a-45d3-817d-b87203e0e2e0" providerId="ADAL" clId="{5D9E8CCF-4134-8C46-86A4-48224424FD0F}" dt="2023-04-13T09:29:50.014" v="1344" actId="478"/>
          <ac:spMkLst>
            <pc:docMk/>
            <pc:sldMk cId="2475225684" sldId="274"/>
            <ac:spMk id="3" creationId="{9013D7C5-9035-9769-9289-80AE88A0E7A5}"/>
          </ac:spMkLst>
        </pc:spChg>
        <pc:spChg chg="add del mod">
          <ac:chgData name="DING, Wenlong" userId="2462c282-915a-45d3-817d-b87203e0e2e0" providerId="ADAL" clId="{5D9E8CCF-4134-8C46-86A4-48224424FD0F}" dt="2023-04-13T10:57:25.388" v="2142" actId="478"/>
          <ac:spMkLst>
            <pc:docMk/>
            <pc:sldMk cId="2475225684" sldId="274"/>
            <ac:spMk id="5" creationId="{AEE36C74-063B-21B8-D026-A4C9C11C02A0}"/>
          </ac:spMkLst>
        </pc:spChg>
        <pc:spChg chg="del mod topLvl">
          <ac:chgData name="DING, Wenlong" userId="2462c282-915a-45d3-817d-b87203e0e2e0" providerId="ADAL" clId="{5D9E8CCF-4134-8C46-86A4-48224424FD0F}" dt="2023-04-13T10:56:28.790" v="2136" actId="478"/>
          <ac:spMkLst>
            <pc:docMk/>
            <pc:sldMk cId="2475225684" sldId="274"/>
            <ac:spMk id="7" creationId="{A0EFEA59-4A80-1661-2FD1-878BA1D619DC}"/>
          </ac:spMkLst>
        </pc:spChg>
        <pc:spChg chg="del mod topLvl">
          <ac:chgData name="DING, Wenlong" userId="2462c282-915a-45d3-817d-b87203e0e2e0" providerId="ADAL" clId="{5D9E8CCF-4134-8C46-86A4-48224424FD0F}" dt="2023-04-13T10:56:28.790" v="2136" actId="478"/>
          <ac:spMkLst>
            <pc:docMk/>
            <pc:sldMk cId="2475225684" sldId="274"/>
            <ac:spMk id="8" creationId="{9201D815-6187-D308-BA54-E4BEE98132D3}"/>
          </ac:spMkLst>
        </pc:spChg>
        <pc:spChg chg="del mod topLvl">
          <ac:chgData name="DING, Wenlong" userId="2462c282-915a-45d3-817d-b87203e0e2e0" providerId="ADAL" clId="{5D9E8CCF-4134-8C46-86A4-48224424FD0F}" dt="2023-04-13T10:56:28.790" v="2136" actId="478"/>
          <ac:spMkLst>
            <pc:docMk/>
            <pc:sldMk cId="2475225684" sldId="274"/>
            <ac:spMk id="9" creationId="{537490BE-A631-8A32-1378-3827210902DB}"/>
          </ac:spMkLst>
        </pc:spChg>
        <pc:spChg chg="del mod topLvl">
          <ac:chgData name="DING, Wenlong" userId="2462c282-915a-45d3-817d-b87203e0e2e0" providerId="ADAL" clId="{5D9E8CCF-4134-8C46-86A4-48224424FD0F}" dt="2023-04-13T10:56:28.790" v="2136" actId="478"/>
          <ac:spMkLst>
            <pc:docMk/>
            <pc:sldMk cId="2475225684" sldId="274"/>
            <ac:spMk id="10" creationId="{46EA61DA-8445-44E5-8B9B-598D09C3064A}"/>
          </ac:spMkLst>
        </pc:spChg>
        <pc:spChg chg="del mod topLvl">
          <ac:chgData name="DING, Wenlong" userId="2462c282-915a-45d3-817d-b87203e0e2e0" providerId="ADAL" clId="{5D9E8CCF-4134-8C46-86A4-48224424FD0F}" dt="2023-04-13T10:56:28.790" v="2136" actId="478"/>
          <ac:spMkLst>
            <pc:docMk/>
            <pc:sldMk cId="2475225684" sldId="274"/>
            <ac:spMk id="11" creationId="{815929D8-E737-3430-6B1C-7DE5A211441A}"/>
          </ac:spMkLst>
        </pc:spChg>
        <pc:spChg chg="add mod">
          <ac:chgData name="DING, Wenlong" userId="2462c282-915a-45d3-817d-b87203e0e2e0" providerId="ADAL" clId="{5D9E8CCF-4134-8C46-86A4-48224424FD0F}" dt="2023-04-13T10:58:17.893" v="2149" actId="403"/>
          <ac:spMkLst>
            <pc:docMk/>
            <pc:sldMk cId="2475225684" sldId="274"/>
            <ac:spMk id="14" creationId="{00EBFE64-F6C4-2F9F-2C7B-D9BA3E62DFCE}"/>
          </ac:spMkLst>
        </pc:spChg>
        <pc:spChg chg="mod">
          <ac:chgData name="DING, Wenlong" userId="2462c282-915a-45d3-817d-b87203e0e2e0" providerId="ADAL" clId="{5D9E8CCF-4134-8C46-86A4-48224424FD0F}" dt="2023-04-13T09:30:31.230" v="1391" actId="20577"/>
          <ac:spMkLst>
            <pc:docMk/>
            <pc:sldMk cId="2475225684" sldId="274"/>
            <ac:spMk id="67" creationId="{00000000-0000-0000-0000-000000000000}"/>
          </ac:spMkLst>
        </pc:spChg>
        <pc:spChg chg="del">
          <ac:chgData name="DING, Wenlong" userId="2462c282-915a-45d3-817d-b87203e0e2e0" providerId="ADAL" clId="{5D9E8CCF-4134-8C46-86A4-48224424FD0F}" dt="2023-04-13T09:29:46.233" v="1343" actId="478"/>
          <ac:spMkLst>
            <pc:docMk/>
            <pc:sldMk cId="2475225684" sldId="274"/>
            <ac:spMk id="68" creationId="{00000000-0000-0000-0000-000000000000}"/>
          </ac:spMkLst>
        </pc:spChg>
        <pc:grpChg chg="add del mod">
          <ac:chgData name="DING, Wenlong" userId="2462c282-915a-45d3-817d-b87203e0e2e0" providerId="ADAL" clId="{5D9E8CCF-4134-8C46-86A4-48224424FD0F}" dt="2023-04-13T10:56:04.229" v="2135" actId="165"/>
          <ac:grpSpMkLst>
            <pc:docMk/>
            <pc:sldMk cId="2475225684" sldId="274"/>
            <ac:grpSpMk id="6" creationId="{9E164E7E-3145-B8B2-1DED-E2D16527FAF9}"/>
          </ac:grpSpMkLst>
        </pc:grpChg>
        <pc:picChg chg="add mod">
          <ac:chgData name="DING, Wenlong" userId="2462c282-915a-45d3-817d-b87203e0e2e0" providerId="ADAL" clId="{5D9E8CCF-4134-8C46-86A4-48224424FD0F}" dt="2023-04-13T10:56:35.267" v="2139" actId="14100"/>
          <ac:picMkLst>
            <pc:docMk/>
            <pc:sldMk cId="2475225684" sldId="274"/>
            <ac:picMk id="12" creationId="{50757896-0592-C360-C80F-291B2205C535}"/>
          </ac:picMkLst>
        </pc:picChg>
      </pc:sldChg>
      <pc:sldChg chg="addSp delSp modSp add mod ord delAnim">
        <pc:chgData name="DING, Wenlong" userId="2462c282-915a-45d3-817d-b87203e0e2e0" providerId="ADAL" clId="{5D9E8CCF-4134-8C46-86A4-48224424FD0F}" dt="2023-04-14T13:49:17.638" v="2921" actId="1076"/>
        <pc:sldMkLst>
          <pc:docMk/>
          <pc:sldMk cId="4188368259" sldId="275"/>
        </pc:sldMkLst>
        <pc:spChg chg="add del mod">
          <ac:chgData name="DING, Wenlong" userId="2462c282-915a-45d3-817d-b87203e0e2e0" providerId="ADAL" clId="{5D9E8CCF-4134-8C46-86A4-48224424FD0F}" dt="2023-04-13T09:30:44.164" v="1393" actId="478"/>
          <ac:spMkLst>
            <pc:docMk/>
            <pc:sldMk cId="4188368259" sldId="275"/>
            <ac:spMk id="3" creationId="{636BE57C-661D-8D97-DA76-D5D6EFB69CB2}"/>
          </ac:spMkLst>
        </pc:spChg>
        <pc:spChg chg="add mod">
          <ac:chgData name="DING, Wenlong" userId="2462c282-915a-45d3-817d-b87203e0e2e0" providerId="ADAL" clId="{5D9E8CCF-4134-8C46-86A4-48224424FD0F}" dt="2023-04-13T09:34:47.109" v="1498" actId="1076"/>
          <ac:spMkLst>
            <pc:docMk/>
            <pc:sldMk cId="4188368259" sldId="275"/>
            <ac:spMk id="4" creationId="{0569DBBD-2188-A0AC-763C-4DF473772C08}"/>
          </ac:spMkLst>
        </pc:spChg>
        <pc:spChg chg="add mod">
          <ac:chgData name="DING, Wenlong" userId="2462c282-915a-45d3-817d-b87203e0e2e0" providerId="ADAL" clId="{5D9E8CCF-4134-8C46-86A4-48224424FD0F}" dt="2023-04-14T13:49:17.638" v="2921" actId="1076"/>
          <ac:spMkLst>
            <pc:docMk/>
            <pc:sldMk cId="4188368259" sldId="275"/>
            <ac:spMk id="5" creationId="{D8206A69-3CD6-3B12-E117-F4F8E60EC84B}"/>
          </ac:spMkLst>
        </pc:spChg>
        <pc:spChg chg="add mod">
          <ac:chgData name="DING, Wenlong" userId="2462c282-915a-45d3-817d-b87203e0e2e0" providerId="ADAL" clId="{5D9E8CCF-4134-8C46-86A4-48224424FD0F}" dt="2023-04-14T13:49:12.499" v="2920" actId="1076"/>
          <ac:spMkLst>
            <pc:docMk/>
            <pc:sldMk cId="4188368259" sldId="275"/>
            <ac:spMk id="6" creationId="{608514B3-CB1F-A25A-DBFB-FFF7708D1EB9}"/>
          </ac:spMkLst>
        </pc:spChg>
        <pc:spChg chg="mod">
          <ac:chgData name="DING, Wenlong" userId="2462c282-915a-45d3-817d-b87203e0e2e0" providerId="ADAL" clId="{5D9E8CCF-4134-8C46-86A4-48224424FD0F}" dt="2023-04-13T09:30:47.493" v="1397" actId="20577"/>
          <ac:spMkLst>
            <pc:docMk/>
            <pc:sldMk cId="4188368259" sldId="275"/>
            <ac:spMk id="67" creationId="{00000000-0000-0000-0000-000000000000}"/>
          </ac:spMkLst>
        </pc:spChg>
        <pc:spChg chg="del">
          <ac:chgData name="DING, Wenlong" userId="2462c282-915a-45d3-817d-b87203e0e2e0" providerId="ADAL" clId="{5D9E8CCF-4134-8C46-86A4-48224424FD0F}" dt="2023-04-13T09:30:41.636" v="1392" actId="478"/>
          <ac:spMkLst>
            <pc:docMk/>
            <pc:sldMk cId="4188368259" sldId="275"/>
            <ac:spMk id="68" creationId="{00000000-0000-0000-0000-000000000000}"/>
          </ac:spMkLst>
        </pc:spChg>
      </pc:sldChg>
      <pc:sldChg chg="addSp delSp modSp add mod">
        <pc:chgData name="DING, Wenlong" userId="2462c282-915a-45d3-817d-b87203e0e2e0" providerId="ADAL" clId="{5D9E8CCF-4134-8C46-86A4-48224424FD0F}" dt="2023-04-14T13:49:31.577" v="2934" actId="20577"/>
        <pc:sldMkLst>
          <pc:docMk/>
          <pc:sldMk cId="4248956976" sldId="276"/>
        </pc:sldMkLst>
        <pc:spChg chg="add mod">
          <ac:chgData name="DING, Wenlong" userId="2462c282-915a-45d3-817d-b87203e0e2e0" providerId="ADAL" clId="{5D9E8CCF-4134-8C46-86A4-48224424FD0F}" dt="2023-04-13T09:43:14.546" v="1657" actId="1076"/>
          <ac:spMkLst>
            <pc:docMk/>
            <pc:sldMk cId="4248956976" sldId="276"/>
            <ac:spMk id="3" creationId="{5C461B64-2ECC-01DB-2098-1829F77DE978}"/>
          </ac:spMkLst>
        </pc:spChg>
        <pc:spChg chg="del mod">
          <ac:chgData name="DING, Wenlong" userId="2462c282-915a-45d3-817d-b87203e0e2e0" providerId="ADAL" clId="{5D9E8CCF-4134-8C46-86A4-48224424FD0F}" dt="2023-04-13T09:32:23.589" v="1406" actId="478"/>
          <ac:spMkLst>
            <pc:docMk/>
            <pc:sldMk cId="4248956976" sldId="276"/>
            <ac:spMk id="4" creationId="{0569DBBD-2188-A0AC-763C-4DF473772C08}"/>
          </ac:spMkLst>
        </pc:spChg>
        <pc:spChg chg="add mod">
          <ac:chgData name="DING, Wenlong" userId="2462c282-915a-45d3-817d-b87203e0e2e0" providerId="ADAL" clId="{5D9E8CCF-4134-8C46-86A4-48224424FD0F}" dt="2023-04-13T09:43:14.546" v="1657" actId="1076"/>
          <ac:spMkLst>
            <pc:docMk/>
            <pc:sldMk cId="4248956976" sldId="276"/>
            <ac:spMk id="6" creationId="{DBDB495C-4A97-E6EC-72D9-515FBBB0B1F2}"/>
          </ac:spMkLst>
        </pc:spChg>
        <pc:spChg chg="add mod">
          <ac:chgData name="DING, Wenlong" userId="2462c282-915a-45d3-817d-b87203e0e2e0" providerId="ADAL" clId="{5D9E8CCF-4134-8C46-86A4-48224424FD0F}" dt="2023-04-14T13:49:31.577" v="2934" actId="20577"/>
          <ac:spMkLst>
            <pc:docMk/>
            <pc:sldMk cId="4248956976" sldId="276"/>
            <ac:spMk id="9" creationId="{D8C5C662-0645-E098-29EB-0E510D400D26}"/>
          </ac:spMkLst>
        </pc:spChg>
        <pc:graphicFrameChg chg="add mod modGraphic">
          <ac:chgData name="DING, Wenlong" userId="2462c282-915a-45d3-817d-b87203e0e2e0" providerId="ADAL" clId="{5D9E8CCF-4134-8C46-86A4-48224424FD0F}" dt="2023-04-13T09:44:10.130" v="1712" actId="20577"/>
          <ac:graphicFrameMkLst>
            <pc:docMk/>
            <pc:sldMk cId="4248956976" sldId="276"/>
            <ac:graphicFrameMk id="7" creationId="{5EB15423-52CF-6624-16F1-6E14953CDDB3}"/>
          </ac:graphicFrameMkLst>
        </pc:graphicFrameChg>
        <pc:picChg chg="add mod">
          <ac:chgData name="DING, Wenlong" userId="2462c282-915a-45d3-817d-b87203e0e2e0" providerId="ADAL" clId="{5D9E8CCF-4134-8C46-86A4-48224424FD0F}" dt="2023-04-13T09:43:17.991" v="1658" actId="1076"/>
          <ac:picMkLst>
            <pc:docMk/>
            <pc:sldMk cId="4248956976" sldId="276"/>
            <ac:picMk id="8" creationId="{E7890EF7-9E0F-B583-BB74-FA5DBEAB98CD}"/>
          </ac:picMkLst>
        </pc:picChg>
      </pc:sldChg>
      <pc:sldChg chg="add del">
        <pc:chgData name="DING, Wenlong" userId="2462c282-915a-45d3-817d-b87203e0e2e0" providerId="ADAL" clId="{5D9E8CCF-4134-8C46-86A4-48224424FD0F}" dt="2023-04-13T09:44:59.186" v="1754" actId="2696"/>
        <pc:sldMkLst>
          <pc:docMk/>
          <pc:sldMk cId="1716140093" sldId="277"/>
        </pc:sldMkLst>
      </pc:sldChg>
      <pc:sldChg chg="addSp delSp modSp add mod">
        <pc:chgData name="DING, Wenlong" userId="2462c282-915a-45d3-817d-b87203e0e2e0" providerId="ADAL" clId="{5D9E8CCF-4134-8C46-86A4-48224424FD0F}" dt="2023-04-14T13:50:05.116" v="2936"/>
        <pc:sldMkLst>
          <pc:docMk/>
          <pc:sldMk cId="2286679438" sldId="278"/>
        </pc:sldMkLst>
        <pc:spChg chg="add mod">
          <ac:chgData name="DING, Wenlong" userId="2462c282-915a-45d3-817d-b87203e0e2e0" providerId="ADAL" clId="{5D9E8CCF-4134-8C46-86A4-48224424FD0F}" dt="2023-04-14T13:50:05.116" v="2936"/>
          <ac:spMkLst>
            <pc:docMk/>
            <pc:sldMk cId="2286679438" sldId="278"/>
            <ac:spMk id="2" creationId="{ECA5FCDB-1969-398D-C3EA-D6A4589E7880}"/>
          </ac:spMkLst>
        </pc:spChg>
        <pc:spChg chg="del">
          <ac:chgData name="DING, Wenlong" userId="2462c282-915a-45d3-817d-b87203e0e2e0" providerId="ADAL" clId="{5D9E8CCF-4134-8C46-86A4-48224424FD0F}" dt="2023-04-13T09:45:02.934" v="1755" actId="478"/>
          <ac:spMkLst>
            <pc:docMk/>
            <pc:sldMk cId="2286679438" sldId="278"/>
            <ac:spMk id="3" creationId="{5C461B64-2ECC-01DB-2098-1829F77DE978}"/>
          </ac:spMkLst>
        </pc:spChg>
        <pc:spChg chg="del">
          <ac:chgData name="DING, Wenlong" userId="2462c282-915a-45d3-817d-b87203e0e2e0" providerId="ADAL" clId="{5D9E8CCF-4134-8C46-86A4-48224424FD0F}" dt="2023-04-14T13:50:00.674" v="2935" actId="478"/>
          <ac:spMkLst>
            <pc:docMk/>
            <pc:sldMk cId="2286679438" sldId="278"/>
            <ac:spMk id="9" creationId="{D8C5C662-0645-E098-29EB-0E510D400D26}"/>
          </ac:spMkLst>
        </pc:spChg>
        <pc:graphicFrameChg chg="mod modGraphic">
          <ac:chgData name="DING, Wenlong" userId="2462c282-915a-45d3-817d-b87203e0e2e0" providerId="ADAL" clId="{5D9E8CCF-4134-8C46-86A4-48224424FD0F}" dt="2023-04-13T10:35:45.729" v="1950" actId="20577"/>
          <ac:graphicFrameMkLst>
            <pc:docMk/>
            <pc:sldMk cId="2286679438" sldId="278"/>
            <ac:graphicFrameMk id="7" creationId="{5EB15423-52CF-6624-16F1-6E14953CDDB3}"/>
          </ac:graphicFrameMkLst>
        </pc:graphicFrameChg>
      </pc:sldChg>
      <pc:sldChg chg="modSp add del mod">
        <pc:chgData name="DING, Wenlong" userId="2462c282-915a-45d3-817d-b87203e0e2e0" providerId="ADAL" clId="{5D9E8CCF-4134-8C46-86A4-48224424FD0F}" dt="2023-04-13T09:46:57.171" v="1810" actId="2696"/>
        <pc:sldMkLst>
          <pc:docMk/>
          <pc:sldMk cId="4287311301" sldId="279"/>
        </pc:sldMkLst>
        <pc:graphicFrameChg chg="modGraphic">
          <ac:chgData name="DING, Wenlong" userId="2462c282-915a-45d3-817d-b87203e0e2e0" providerId="ADAL" clId="{5D9E8CCF-4134-8C46-86A4-48224424FD0F}" dt="2023-04-13T09:46:16.063" v="1796" actId="207"/>
          <ac:graphicFrameMkLst>
            <pc:docMk/>
            <pc:sldMk cId="4287311301" sldId="279"/>
            <ac:graphicFrameMk id="7" creationId="{5EB15423-52CF-6624-16F1-6E14953CDDB3}"/>
          </ac:graphicFrameMkLst>
        </pc:graphicFrameChg>
      </pc:sldChg>
      <pc:sldChg chg="addSp delSp modSp add mod">
        <pc:chgData name="DING, Wenlong" userId="2462c282-915a-45d3-817d-b87203e0e2e0" providerId="ADAL" clId="{5D9E8CCF-4134-8C46-86A4-48224424FD0F}" dt="2023-04-14T13:52:14.110" v="2952"/>
        <pc:sldMkLst>
          <pc:docMk/>
          <pc:sldMk cId="3205117471" sldId="280"/>
        </pc:sldMkLst>
        <pc:spChg chg="add mod">
          <ac:chgData name="DING, Wenlong" userId="2462c282-915a-45d3-817d-b87203e0e2e0" providerId="ADAL" clId="{5D9E8CCF-4134-8C46-86A4-48224424FD0F}" dt="2023-04-13T09:47:38.807" v="1825"/>
          <ac:spMkLst>
            <pc:docMk/>
            <pc:sldMk cId="3205117471" sldId="280"/>
            <ac:spMk id="2" creationId="{BEF269EF-A095-B86E-98E1-6EF653D86163}"/>
          </ac:spMkLst>
        </pc:spChg>
        <pc:spChg chg="add del mod">
          <ac:chgData name="DING, Wenlong" userId="2462c282-915a-45d3-817d-b87203e0e2e0" providerId="ADAL" clId="{5D9E8CCF-4134-8C46-86A4-48224424FD0F}" dt="2023-04-13T09:49:08.425" v="1830"/>
          <ac:spMkLst>
            <pc:docMk/>
            <pc:sldMk cId="3205117471" sldId="280"/>
            <ac:spMk id="3" creationId="{D3F0F6B1-7BFB-CB37-8DBB-06347DDC6770}"/>
          </ac:spMkLst>
        </pc:spChg>
        <pc:spChg chg="add del mod">
          <ac:chgData name="DING, Wenlong" userId="2462c282-915a-45d3-817d-b87203e0e2e0" providerId="ADAL" clId="{5D9E8CCF-4134-8C46-86A4-48224424FD0F}" dt="2023-04-13T09:49:08.072" v="1829"/>
          <ac:spMkLst>
            <pc:docMk/>
            <pc:sldMk cId="3205117471" sldId="280"/>
            <ac:spMk id="4" creationId="{801AD773-7224-101E-9C60-7DBE196A26DF}"/>
          </ac:spMkLst>
        </pc:spChg>
        <pc:spChg chg="add mod">
          <ac:chgData name="DING, Wenlong" userId="2462c282-915a-45d3-817d-b87203e0e2e0" providerId="ADAL" clId="{5D9E8CCF-4134-8C46-86A4-48224424FD0F}" dt="2023-04-14T13:50:59.583" v="2946" actId="20577"/>
          <ac:spMkLst>
            <pc:docMk/>
            <pc:sldMk cId="3205117471" sldId="280"/>
            <ac:spMk id="4" creationId="{D2A83299-778D-87B8-5A90-1FA77E6BB2EC}"/>
          </ac:spMkLst>
        </pc:spChg>
        <pc:spChg chg="add mod">
          <ac:chgData name="DING, Wenlong" userId="2462c282-915a-45d3-817d-b87203e0e2e0" providerId="ADAL" clId="{5D9E8CCF-4134-8C46-86A4-48224424FD0F}" dt="2023-04-14T13:52:14.110" v="2952"/>
          <ac:spMkLst>
            <pc:docMk/>
            <pc:sldMk cId="3205117471" sldId="280"/>
            <ac:spMk id="5" creationId="{5436477B-0248-49E9-FAF4-6F6B6992ADEF}"/>
          </ac:spMkLst>
        </pc:spChg>
        <pc:spChg chg="del">
          <ac:chgData name="DING, Wenlong" userId="2462c282-915a-45d3-817d-b87203e0e2e0" providerId="ADAL" clId="{5D9E8CCF-4134-8C46-86A4-48224424FD0F}" dt="2023-04-13T09:47:40.707" v="1826" actId="478"/>
          <ac:spMkLst>
            <pc:docMk/>
            <pc:sldMk cId="3205117471" sldId="280"/>
            <ac:spMk id="6" creationId="{DBDB495C-4A97-E6EC-72D9-515FBBB0B1F2}"/>
          </ac:spMkLst>
        </pc:spChg>
        <pc:spChg chg="del">
          <ac:chgData name="DING, Wenlong" userId="2462c282-915a-45d3-817d-b87203e0e2e0" providerId="ADAL" clId="{5D9E8CCF-4134-8C46-86A4-48224424FD0F}" dt="2023-04-14T13:52:13.825" v="2951" actId="478"/>
          <ac:spMkLst>
            <pc:docMk/>
            <pc:sldMk cId="3205117471" sldId="280"/>
            <ac:spMk id="9" creationId="{D8C5C662-0645-E098-29EB-0E510D400D26}"/>
          </ac:spMkLst>
        </pc:spChg>
        <pc:graphicFrameChg chg="mod modGraphic">
          <ac:chgData name="DING, Wenlong" userId="2462c282-915a-45d3-817d-b87203e0e2e0" providerId="ADAL" clId="{5D9E8CCF-4134-8C46-86A4-48224424FD0F}" dt="2023-04-13T10:36:02.122" v="1958" actId="20577"/>
          <ac:graphicFrameMkLst>
            <pc:docMk/>
            <pc:sldMk cId="3205117471" sldId="280"/>
            <ac:graphicFrameMk id="7" creationId="{5EB15423-52CF-6624-16F1-6E14953CDDB3}"/>
          </ac:graphicFrameMkLst>
        </pc:graphicFrameChg>
      </pc:sldChg>
      <pc:sldChg chg="addSp delSp modSp add mod">
        <pc:chgData name="DING, Wenlong" userId="2462c282-915a-45d3-817d-b87203e0e2e0" providerId="ADAL" clId="{5D9E8CCF-4134-8C46-86A4-48224424FD0F}" dt="2023-04-14T13:54:06.950" v="2964" actId="20577"/>
        <pc:sldMkLst>
          <pc:docMk/>
          <pc:sldMk cId="3684504715" sldId="281"/>
        </pc:sldMkLst>
        <pc:spChg chg="add mod">
          <ac:chgData name="DING, Wenlong" userId="2462c282-915a-45d3-817d-b87203e0e2e0" providerId="ADAL" clId="{5D9E8CCF-4134-8C46-86A4-48224424FD0F}" dt="2023-04-14T13:54:06.950" v="2964" actId="20577"/>
          <ac:spMkLst>
            <pc:docMk/>
            <pc:sldMk cId="3684504715" sldId="281"/>
            <ac:spMk id="3" creationId="{AF4C9956-176A-C390-DA99-19DAA6B815E8}"/>
          </ac:spMkLst>
        </pc:spChg>
        <pc:spChg chg="add mod">
          <ac:chgData name="DING, Wenlong" userId="2462c282-915a-45d3-817d-b87203e0e2e0" providerId="ADAL" clId="{5D9E8CCF-4134-8C46-86A4-48224424FD0F}" dt="2023-04-14T13:54:01.284" v="2962"/>
          <ac:spMkLst>
            <pc:docMk/>
            <pc:sldMk cId="3684504715" sldId="281"/>
            <ac:spMk id="4" creationId="{7E8489F9-A416-70B1-08CB-547B44B2B0B2}"/>
          </ac:spMkLst>
        </pc:spChg>
        <pc:spChg chg="del">
          <ac:chgData name="DING, Wenlong" userId="2462c282-915a-45d3-817d-b87203e0e2e0" providerId="ADAL" clId="{5D9E8CCF-4134-8C46-86A4-48224424FD0F}" dt="2023-04-14T13:53:46.769" v="2959" actId="478"/>
          <ac:spMkLst>
            <pc:docMk/>
            <pc:sldMk cId="3684504715" sldId="281"/>
            <ac:spMk id="9" creationId="{D8C5C662-0645-E098-29EB-0E510D400D26}"/>
          </ac:spMkLst>
        </pc:spChg>
        <pc:graphicFrameChg chg="mod modGraphic">
          <ac:chgData name="DING, Wenlong" userId="2462c282-915a-45d3-817d-b87203e0e2e0" providerId="ADAL" clId="{5D9E8CCF-4134-8C46-86A4-48224424FD0F}" dt="2023-04-14T13:53:49.407" v="2961" actId="20577"/>
          <ac:graphicFrameMkLst>
            <pc:docMk/>
            <pc:sldMk cId="3684504715" sldId="281"/>
            <ac:graphicFrameMk id="7" creationId="{5EB15423-52CF-6624-16F1-6E14953CDDB3}"/>
          </ac:graphicFrameMkLst>
        </pc:graphicFrameChg>
      </pc:sldChg>
      <pc:sldChg chg="add del">
        <pc:chgData name="DING, Wenlong" userId="2462c282-915a-45d3-817d-b87203e0e2e0" providerId="ADAL" clId="{5D9E8CCF-4134-8C46-86A4-48224424FD0F}" dt="2023-04-13T10:37:03.926" v="1987" actId="2696"/>
        <pc:sldMkLst>
          <pc:docMk/>
          <pc:sldMk cId="2318852283" sldId="282"/>
        </pc:sldMkLst>
      </pc:sldChg>
      <pc:sldChg chg="addSp delSp modSp add mod">
        <pc:chgData name="DING, Wenlong" userId="2462c282-915a-45d3-817d-b87203e0e2e0" providerId="ADAL" clId="{5D9E8CCF-4134-8C46-86A4-48224424FD0F}" dt="2023-04-14T13:53:27.383" v="2958" actId="20577"/>
        <pc:sldMkLst>
          <pc:docMk/>
          <pc:sldMk cId="2965921930" sldId="283"/>
        </pc:sldMkLst>
        <pc:spChg chg="add del mod">
          <ac:chgData name="DING, Wenlong" userId="2462c282-915a-45d3-817d-b87203e0e2e0" providerId="ADAL" clId="{5D9E8CCF-4134-8C46-86A4-48224424FD0F}" dt="2023-04-14T13:52:18.236" v="2953" actId="478"/>
          <ac:spMkLst>
            <pc:docMk/>
            <pc:sldMk cId="2965921930" sldId="283"/>
            <ac:spMk id="3" creationId="{2709D065-0E06-3644-AFCA-28ED41EC8801}"/>
          </ac:spMkLst>
        </pc:spChg>
        <pc:spChg chg="add mod">
          <ac:chgData name="DING, Wenlong" userId="2462c282-915a-45d3-817d-b87203e0e2e0" providerId="ADAL" clId="{5D9E8CCF-4134-8C46-86A4-48224424FD0F}" dt="2023-04-14T13:52:55.190" v="2956" actId="20577"/>
          <ac:spMkLst>
            <pc:docMk/>
            <pc:sldMk cId="2965921930" sldId="283"/>
            <ac:spMk id="4" creationId="{D818129A-D631-651A-7186-B5C1E1654584}"/>
          </ac:spMkLst>
        </pc:spChg>
        <pc:spChg chg="add mod">
          <ac:chgData name="DING, Wenlong" userId="2462c282-915a-45d3-817d-b87203e0e2e0" providerId="ADAL" clId="{5D9E8CCF-4134-8C46-86A4-48224424FD0F}" dt="2023-04-14T13:52:18.523" v="2954"/>
          <ac:spMkLst>
            <pc:docMk/>
            <pc:sldMk cId="2965921930" sldId="283"/>
            <ac:spMk id="5" creationId="{A4E43BE3-6E1D-B278-6DD4-BCB41FC8F93E}"/>
          </ac:spMkLst>
        </pc:spChg>
        <pc:spChg chg="del">
          <ac:chgData name="DING, Wenlong" userId="2462c282-915a-45d3-817d-b87203e0e2e0" providerId="ADAL" clId="{5D9E8CCF-4134-8C46-86A4-48224424FD0F}" dt="2023-04-14T13:51:54.026" v="2947" actId="478"/>
          <ac:spMkLst>
            <pc:docMk/>
            <pc:sldMk cId="2965921930" sldId="283"/>
            <ac:spMk id="9" creationId="{D8C5C662-0645-E098-29EB-0E510D400D26}"/>
          </ac:spMkLst>
        </pc:spChg>
        <pc:graphicFrameChg chg="modGraphic">
          <ac:chgData name="DING, Wenlong" userId="2462c282-915a-45d3-817d-b87203e0e2e0" providerId="ADAL" clId="{5D9E8CCF-4134-8C46-86A4-48224424FD0F}" dt="2023-04-14T13:53:27.383" v="2958" actId="20577"/>
          <ac:graphicFrameMkLst>
            <pc:docMk/>
            <pc:sldMk cId="2965921930" sldId="283"/>
            <ac:graphicFrameMk id="7" creationId="{5EB15423-52CF-6624-16F1-6E14953CDDB3}"/>
          </ac:graphicFrameMkLst>
        </pc:graphicFrameChg>
      </pc:sldChg>
      <pc:sldChg chg="add del">
        <pc:chgData name="DING, Wenlong" userId="2462c282-915a-45d3-817d-b87203e0e2e0" providerId="ADAL" clId="{5D9E8CCF-4134-8C46-86A4-48224424FD0F}" dt="2023-04-13T10:37:11.570" v="1989" actId="2696"/>
        <pc:sldMkLst>
          <pc:docMk/>
          <pc:sldMk cId="973634039" sldId="284"/>
        </pc:sldMkLst>
      </pc:sldChg>
      <pc:sldChg chg="addSp delSp modSp add mod">
        <pc:chgData name="DING, Wenlong" userId="2462c282-915a-45d3-817d-b87203e0e2e0" providerId="ADAL" clId="{5D9E8CCF-4134-8C46-86A4-48224424FD0F}" dt="2023-04-14T13:55:07.384" v="2972" actId="20577"/>
        <pc:sldMkLst>
          <pc:docMk/>
          <pc:sldMk cId="1057335085" sldId="284"/>
        </pc:sldMkLst>
        <pc:spChg chg="add mod">
          <ac:chgData name="DING, Wenlong" userId="2462c282-915a-45d3-817d-b87203e0e2e0" providerId="ADAL" clId="{5D9E8CCF-4134-8C46-86A4-48224424FD0F}" dt="2023-04-13T10:40:04.233" v="2118" actId="1076"/>
          <ac:spMkLst>
            <pc:docMk/>
            <pc:sldMk cId="1057335085" sldId="284"/>
            <ac:spMk id="3" creationId="{66919AF1-5304-7254-81A8-CF236CFD980E}"/>
          </ac:spMkLst>
        </pc:spChg>
        <pc:spChg chg="add mod">
          <ac:chgData name="DING, Wenlong" userId="2462c282-915a-45d3-817d-b87203e0e2e0" providerId="ADAL" clId="{5D9E8CCF-4134-8C46-86A4-48224424FD0F}" dt="2023-04-14T13:54:50.318" v="2970" actId="20577"/>
          <ac:spMkLst>
            <pc:docMk/>
            <pc:sldMk cId="1057335085" sldId="284"/>
            <ac:spMk id="4" creationId="{2726F035-DD10-32D3-B327-E695D0AC45B6}"/>
          </ac:spMkLst>
        </pc:spChg>
        <pc:spChg chg="add mod">
          <ac:chgData name="DING, Wenlong" userId="2462c282-915a-45d3-817d-b87203e0e2e0" providerId="ADAL" clId="{5D9E8CCF-4134-8C46-86A4-48224424FD0F}" dt="2023-04-14T13:54:41.157" v="2966"/>
          <ac:spMkLst>
            <pc:docMk/>
            <pc:sldMk cId="1057335085" sldId="284"/>
            <ac:spMk id="5" creationId="{8CA84670-80FB-B747-EBDA-3F8B3A026A66}"/>
          </ac:spMkLst>
        </pc:spChg>
        <pc:spChg chg="del">
          <ac:chgData name="DING, Wenlong" userId="2462c282-915a-45d3-817d-b87203e0e2e0" providerId="ADAL" clId="{5D9E8CCF-4134-8C46-86A4-48224424FD0F}" dt="2023-04-14T13:54:40.689" v="2965" actId="478"/>
          <ac:spMkLst>
            <pc:docMk/>
            <pc:sldMk cId="1057335085" sldId="284"/>
            <ac:spMk id="9" creationId="{D8C5C662-0645-E098-29EB-0E510D400D26}"/>
          </ac:spMkLst>
        </pc:spChg>
        <pc:graphicFrameChg chg="mod modGraphic">
          <ac:chgData name="DING, Wenlong" userId="2462c282-915a-45d3-817d-b87203e0e2e0" providerId="ADAL" clId="{5D9E8CCF-4134-8C46-86A4-48224424FD0F}" dt="2023-04-14T13:55:07.384" v="2972" actId="20577"/>
          <ac:graphicFrameMkLst>
            <pc:docMk/>
            <pc:sldMk cId="1057335085" sldId="284"/>
            <ac:graphicFrameMk id="7" creationId="{5EB15423-52CF-6624-16F1-6E14953CDDB3}"/>
          </ac:graphicFrameMkLst>
        </pc:graphicFrameChg>
      </pc:sldChg>
      <pc:sldChg chg="addSp modSp add del mod">
        <pc:chgData name="DING, Wenlong" userId="2462c282-915a-45d3-817d-b87203e0e2e0" providerId="ADAL" clId="{5D9E8CCF-4134-8C46-86A4-48224424FD0F}" dt="2023-04-13T11:54:38.786" v="2564" actId="2696"/>
        <pc:sldMkLst>
          <pc:docMk/>
          <pc:sldMk cId="52636870" sldId="285"/>
        </pc:sldMkLst>
        <pc:spChg chg="add mod">
          <ac:chgData name="DING, Wenlong" userId="2462c282-915a-45d3-817d-b87203e0e2e0" providerId="ADAL" clId="{5D9E8CCF-4134-8C46-86A4-48224424FD0F}" dt="2023-04-13T11:54:33.341" v="2563" actId="20577"/>
          <ac:spMkLst>
            <pc:docMk/>
            <pc:sldMk cId="52636870" sldId="285"/>
            <ac:spMk id="4" creationId="{C4DFB329-570D-A4AE-7F4E-7DAE7FE46AE7}"/>
          </ac:spMkLst>
        </pc:spChg>
      </pc:sldChg>
      <pc:sldChg chg="addSp delSp modSp add del mod delAnim">
        <pc:chgData name="DING, Wenlong" userId="2462c282-915a-45d3-817d-b87203e0e2e0" providerId="ADAL" clId="{5D9E8CCF-4134-8C46-86A4-48224424FD0F}" dt="2023-04-13T12:46:56.668" v="2716" actId="2696"/>
        <pc:sldMkLst>
          <pc:docMk/>
          <pc:sldMk cId="1486105223" sldId="285"/>
        </pc:sldMkLst>
        <pc:spChg chg="add mod">
          <ac:chgData name="DING, Wenlong" userId="2462c282-915a-45d3-817d-b87203e0e2e0" providerId="ADAL" clId="{5D9E8CCF-4134-8C46-86A4-48224424FD0F}" dt="2023-04-13T12:03:20.002" v="2659" actId="1076"/>
          <ac:spMkLst>
            <pc:docMk/>
            <pc:sldMk cId="1486105223" sldId="285"/>
            <ac:spMk id="3" creationId="{02163D5A-A5C8-EBCC-9EC0-5A7A43E7903C}"/>
          </ac:spMkLst>
        </pc:spChg>
        <pc:spChg chg="add del mod">
          <ac:chgData name="DING, Wenlong" userId="2462c282-915a-45d3-817d-b87203e0e2e0" providerId="ADAL" clId="{5D9E8CCF-4134-8C46-86A4-48224424FD0F}" dt="2023-04-13T12:06:22.241" v="2679" actId="478"/>
          <ac:spMkLst>
            <pc:docMk/>
            <pc:sldMk cId="1486105223" sldId="285"/>
            <ac:spMk id="4" creationId="{8BB1A93F-69A1-8C57-5CA2-16C12FDDAC0A}"/>
          </ac:spMkLst>
        </pc:spChg>
        <pc:spChg chg="mod topLvl">
          <ac:chgData name="DING, Wenlong" userId="2462c282-915a-45d3-817d-b87203e0e2e0" providerId="ADAL" clId="{5D9E8CCF-4134-8C46-86A4-48224424FD0F}" dt="2023-04-13T12:06:03.695" v="2674" actId="20577"/>
          <ac:spMkLst>
            <pc:docMk/>
            <pc:sldMk cId="1486105223" sldId="285"/>
            <ac:spMk id="8" creationId="{CAE04416-4C3F-64D8-2929-3B5036E59A88}"/>
          </ac:spMkLst>
        </pc:spChg>
        <pc:spChg chg="mod topLvl">
          <ac:chgData name="DING, Wenlong" userId="2462c282-915a-45d3-817d-b87203e0e2e0" providerId="ADAL" clId="{5D9E8CCF-4134-8C46-86A4-48224424FD0F}" dt="2023-04-13T11:59:54.048" v="2616" actId="20577"/>
          <ac:spMkLst>
            <pc:docMk/>
            <pc:sldMk cId="1486105223" sldId="285"/>
            <ac:spMk id="13" creationId="{E2BEE91E-022B-4F94-A1D1-1D70498E9046}"/>
          </ac:spMkLst>
        </pc:spChg>
        <pc:spChg chg="mod topLvl">
          <ac:chgData name="DING, Wenlong" userId="2462c282-915a-45d3-817d-b87203e0e2e0" providerId="ADAL" clId="{5D9E8CCF-4134-8C46-86A4-48224424FD0F}" dt="2023-04-13T11:58:55.725" v="2602" actId="1076"/>
          <ac:spMkLst>
            <pc:docMk/>
            <pc:sldMk cId="1486105223" sldId="285"/>
            <ac:spMk id="31" creationId="{BDB3B7DF-ABEE-415E-594B-A6E7BC7F164B}"/>
          </ac:spMkLst>
        </pc:spChg>
        <pc:spChg chg="mod topLvl">
          <ac:chgData name="DING, Wenlong" userId="2462c282-915a-45d3-817d-b87203e0e2e0" providerId="ADAL" clId="{5D9E8CCF-4134-8C46-86A4-48224424FD0F}" dt="2023-04-13T11:58:59.256" v="2604" actId="20577"/>
          <ac:spMkLst>
            <pc:docMk/>
            <pc:sldMk cId="1486105223" sldId="285"/>
            <ac:spMk id="38" creationId="{A26E6CAF-7142-79FB-D14B-EDA4F1012CB3}"/>
          </ac:spMkLst>
        </pc:spChg>
        <pc:spChg chg="del">
          <ac:chgData name="DING, Wenlong" userId="2462c282-915a-45d3-817d-b87203e0e2e0" providerId="ADAL" clId="{5D9E8CCF-4134-8C46-86A4-48224424FD0F}" dt="2023-04-13T11:55:40.238" v="2574" actId="478"/>
          <ac:spMkLst>
            <pc:docMk/>
            <pc:sldMk cId="1486105223" sldId="285"/>
            <ac:spMk id="44" creationId="{6168FB3A-78E1-6BC3-F3C3-F32615BE02DE}"/>
          </ac:spMkLst>
        </pc:spChg>
        <pc:spChg chg="mod">
          <ac:chgData name="DING, Wenlong" userId="2462c282-915a-45d3-817d-b87203e0e2e0" providerId="ADAL" clId="{5D9E8CCF-4134-8C46-86A4-48224424FD0F}" dt="2023-04-13T12:03:09.385" v="2657" actId="403"/>
          <ac:spMkLst>
            <pc:docMk/>
            <pc:sldMk cId="1486105223" sldId="285"/>
            <ac:spMk id="54" creationId="{D2ED428B-AF72-883E-B342-2C18B1B6AE5F}"/>
          </ac:spMkLst>
        </pc:spChg>
        <pc:grpChg chg="add del mod">
          <ac:chgData name="DING, Wenlong" userId="2462c282-915a-45d3-817d-b87203e0e2e0" providerId="ADAL" clId="{5D9E8CCF-4134-8C46-86A4-48224424FD0F}" dt="2023-04-13T11:56:22.668" v="2580" actId="165"/>
          <ac:grpSpMkLst>
            <pc:docMk/>
            <pc:sldMk cId="1486105223" sldId="285"/>
            <ac:grpSpMk id="2" creationId="{4E5D19C3-B735-4B3F-DFE9-02F1F4B156A7}"/>
          </ac:grpSpMkLst>
        </pc:grpChg>
        <pc:graphicFrameChg chg="del mod topLvl modGraphic">
          <ac:chgData name="DING, Wenlong" userId="2462c282-915a-45d3-817d-b87203e0e2e0" providerId="ADAL" clId="{5D9E8CCF-4134-8C46-86A4-48224424FD0F}" dt="2023-04-13T12:05:58.714" v="2666" actId="478"/>
          <ac:graphicFrameMkLst>
            <pc:docMk/>
            <pc:sldMk cId="1486105223" sldId="285"/>
            <ac:graphicFrameMk id="9" creationId="{39939214-1B30-42CA-41D8-86E4921E643F}"/>
          </ac:graphicFrameMkLst>
        </pc:graphicFrameChg>
        <pc:graphicFrameChg chg="mod topLvl modGraphic">
          <ac:chgData name="DING, Wenlong" userId="2462c282-915a-45d3-817d-b87203e0e2e0" providerId="ADAL" clId="{5D9E8CCF-4134-8C46-86A4-48224424FD0F}" dt="2023-04-13T11:58:55.725" v="2602" actId="1076"/>
          <ac:graphicFrameMkLst>
            <pc:docMk/>
            <pc:sldMk cId="1486105223" sldId="285"/>
            <ac:graphicFrameMk id="10" creationId="{57395A4E-1256-CC2F-3681-8A2832901D9D}"/>
          </ac:graphicFrameMkLst>
        </pc:graphicFrameChg>
        <pc:graphicFrameChg chg="mod topLvl modGraphic">
          <ac:chgData name="DING, Wenlong" userId="2462c282-915a-45d3-817d-b87203e0e2e0" providerId="ADAL" clId="{5D9E8CCF-4134-8C46-86A4-48224424FD0F}" dt="2023-04-13T12:01:18.067" v="2636" actId="255"/>
          <ac:graphicFrameMkLst>
            <pc:docMk/>
            <pc:sldMk cId="1486105223" sldId="285"/>
            <ac:graphicFrameMk id="30" creationId="{AEC7B4EE-D3FE-7A30-5AF0-82475F049299}"/>
          </ac:graphicFrameMkLst>
        </pc:graphicFrameChg>
        <pc:graphicFrameChg chg="mod topLvl modGraphic">
          <ac:chgData name="DING, Wenlong" userId="2462c282-915a-45d3-817d-b87203e0e2e0" providerId="ADAL" clId="{5D9E8CCF-4134-8C46-86A4-48224424FD0F}" dt="2023-04-13T12:01:13.388" v="2635" actId="255"/>
          <ac:graphicFrameMkLst>
            <pc:docMk/>
            <pc:sldMk cId="1486105223" sldId="285"/>
            <ac:graphicFrameMk id="37" creationId="{B88448A3-B49D-4AAD-5322-753339321356}"/>
          </ac:graphicFrameMkLst>
        </pc:graphicFrameChg>
        <pc:graphicFrameChg chg="del">
          <ac:chgData name="DING, Wenlong" userId="2462c282-915a-45d3-817d-b87203e0e2e0" providerId="ADAL" clId="{5D9E8CCF-4134-8C46-86A4-48224424FD0F}" dt="2023-04-13T11:55:40.238" v="2574" actId="478"/>
          <ac:graphicFrameMkLst>
            <pc:docMk/>
            <pc:sldMk cId="1486105223" sldId="285"/>
            <ac:graphicFrameMk id="43" creationId="{6EB15FF3-B5BE-D611-9203-0B172BDAE7D1}"/>
          </ac:graphicFrameMkLst>
        </pc:graphicFrameChg>
        <pc:graphicFrameChg chg="mod topLvl modGraphic">
          <ac:chgData name="DING, Wenlong" userId="2462c282-915a-45d3-817d-b87203e0e2e0" providerId="ADAL" clId="{5D9E8CCF-4134-8C46-86A4-48224424FD0F}" dt="2023-04-13T12:06:36.327" v="2681" actId="207"/>
          <ac:graphicFrameMkLst>
            <pc:docMk/>
            <pc:sldMk cId="1486105223" sldId="285"/>
            <ac:graphicFrameMk id="45" creationId="{253D598A-EB41-F6A0-4580-34F22927A0C6}"/>
          </ac:graphicFrameMkLst>
        </pc:graphicFrameChg>
        <pc:graphicFrameChg chg="del mod topLvl modGraphic">
          <ac:chgData name="DING, Wenlong" userId="2462c282-915a-45d3-817d-b87203e0e2e0" providerId="ADAL" clId="{5D9E8CCF-4134-8C46-86A4-48224424FD0F}" dt="2023-04-13T12:06:11.171" v="2675" actId="478"/>
          <ac:graphicFrameMkLst>
            <pc:docMk/>
            <pc:sldMk cId="1486105223" sldId="285"/>
            <ac:graphicFrameMk id="46" creationId="{985BDFB7-B0CE-D245-D0F0-6DA31E8C7CA8}"/>
          </ac:graphicFrameMkLst>
        </pc:graphicFrameChg>
        <pc:graphicFrameChg chg="mod topLvl modGraphic">
          <ac:chgData name="DING, Wenlong" userId="2462c282-915a-45d3-817d-b87203e0e2e0" providerId="ADAL" clId="{5D9E8CCF-4134-8C46-86A4-48224424FD0F}" dt="2023-04-13T12:06:39.253" v="2682" actId="207"/>
          <ac:graphicFrameMkLst>
            <pc:docMk/>
            <pc:sldMk cId="1486105223" sldId="285"/>
            <ac:graphicFrameMk id="47" creationId="{625C959F-45E5-29DE-2341-10C82FCC91E9}"/>
          </ac:graphicFrameMkLst>
        </pc:graphicFrameChg>
        <pc:graphicFrameChg chg="del mod topLvl modGraphic">
          <ac:chgData name="DING, Wenlong" userId="2462c282-915a-45d3-817d-b87203e0e2e0" providerId="ADAL" clId="{5D9E8CCF-4134-8C46-86A4-48224424FD0F}" dt="2023-04-13T12:06:13.620" v="2676" actId="478"/>
          <ac:graphicFrameMkLst>
            <pc:docMk/>
            <pc:sldMk cId="1486105223" sldId="285"/>
            <ac:graphicFrameMk id="48" creationId="{44667F3A-F733-A7D9-D7D8-1AAF95C28079}"/>
          </ac:graphicFrameMkLst>
        </pc:graphicFrameChg>
        <pc:graphicFrameChg chg="del">
          <ac:chgData name="DING, Wenlong" userId="2462c282-915a-45d3-817d-b87203e0e2e0" providerId="ADAL" clId="{5D9E8CCF-4134-8C46-86A4-48224424FD0F}" dt="2023-04-13T11:55:40.238" v="2574" actId="478"/>
          <ac:graphicFrameMkLst>
            <pc:docMk/>
            <pc:sldMk cId="1486105223" sldId="285"/>
            <ac:graphicFrameMk id="49" creationId="{49F283CF-4D07-4B85-7D97-89B7F40CA34A}"/>
          </ac:graphicFrameMkLst>
        </pc:graphicFrameChg>
        <pc:graphicFrameChg chg="del">
          <ac:chgData name="DING, Wenlong" userId="2462c282-915a-45d3-817d-b87203e0e2e0" providerId="ADAL" clId="{5D9E8CCF-4134-8C46-86A4-48224424FD0F}" dt="2023-04-13T11:55:40.238" v="2574" actId="478"/>
          <ac:graphicFrameMkLst>
            <pc:docMk/>
            <pc:sldMk cId="1486105223" sldId="285"/>
            <ac:graphicFrameMk id="50" creationId="{95A76F5B-8322-C1FD-BF20-34925E6A26CD}"/>
          </ac:graphicFrameMkLst>
        </pc:graphicFrameChg>
        <pc:graphicFrameChg chg="mod topLvl modGraphic">
          <ac:chgData name="DING, Wenlong" userId="2462c282-915a-45d3-817d-b87203e0e2e0" providerId="ADAL" clId="{5D9E8CCF-4134-8C46-86A4-48224424FD0F}" dt="2023-04-13T11:59:50.121" v="2614" actId="255"/>
          <ac:graphicFrameMkLst>
            <pc:docMk/>
            <pc:sldMk cId="1486105223" sldId="285"/>
            <ac:graphicFrameMk id="86" creationId="{00000000-0000-0000-0000-000000000000}"/>
          </ac:graphicFrameMkLst>
        </pc:graphicFrameChg>
        <pc:picChg chg="mod topLvl">
          <ac:chgData name="DING, Wenlong" userId="2462c282-915a-45d3-817d-b87203e0e2e0" providerId="ADAL" clId="{5D9E8CCF-4134-8C46-86A4-48224424FD0F}" dt="2023-04-13T11:58:55.725" v="2602" actId="1076"/>
          <ac:picMkLst>
            <pc:docMk/>
            <pc:sldMk cId="1486105223" sldId="285"/>
            <ac:picMk id="27" creationId="{866755EB-072E-4F0D-DFF9-4CB0F9D165A2}"/>
          </ac:picMkLst>
        </pc:picChg>
        <pc:picChg chg="mod topLvl">
          <ac:chgData name="DING, Wenlong" userId="2462c282-915a-45d3-817d-b87203e0e2e0" providerId="ADAL" clId="{5D9E8CCF-4134-8C46-86A4-48224424FD0F}" dt="2023-04-13T11:58:55.725" v="2602" actId="1076"/>
          <ac:picMkLst>
            <pc:docMk/>
            <pc:sldMk cId="1486105223" sldId="285"/>
            <ac:picMk id="34" creationId="{226E0FBF-1609-C576-813F-38243D797B54}"/>
          </ac:picMkLst>
        </pc:picChg>
        <pc:picChg chg="del">
          <ac:chgData name="DING, Wenlong" userId="2462c282-915a-45d3-817d-b87203e0e2e0" providerId="ADAL" clId="{5D9E8CCF-4134-8C46-86A4-48224424FD0F}" dt="2023-04-13T11:55:40.238" v="2574" actId="478"/>
          <ac:picMkLst>
            <pc:docMk/>
            <pc:sldMk cId="1486105223" sldId="285"/>
            <ac:picMk id="40" creationId="{E0BA8627-0B1D-2C1E-802D-86C4610B41B7}"/>
          </ac:picMkLst>
        </pc:picChg>
        <pc:picChg chg="mod topLvl">
          <ac:chgData name="DING, Wenlong" userId="2462c282-915a-45d3-817d-b87203e0e2e0" providerId="ADAL" clId="{5D9E8CCF-4134-8C46-86A4-48224424FD0F}" dt="2023-04-13T11:58:55.725" v="2602" actId="1076"/>
          <ac:picMkLst>
            <pc:docMk/>
            <pc:sldMk cId="1486105223" sldId="285"/>
            <ac:picMk id="84" creationId="{00000000-0000-0000-0000-000000000000}"/>
          </ac:picMkLst>
        </pc:picChg>
      </pc:sldChg>
      <pc:sldChg chg="addSp delSp modSp add del mod">
        <pc:chgData name="DING, Wenlong" userId="2462c282-915a-45d3-817d-b87203e0e2e0" providerId="ADAL" clId="{5D9E8CCF-4134-8C46-86A4-48224424FD0F}" dt="2023-04-13T11:28:59.017" v="2501" actId="2696"/>
        <pc:sldMkLst>
          <pc:docMk/>
          <pc:sldMk cId="1863590560" sldId="285"/>
        </pc:sldMkLst>
        <pc:spChg chg="del">
          <ac:chgData name="DING, Wenlong" userId="2462c282-915a-45d3-817d-b87203e0e2e0" providerId="ADAL" clId="{5D9E8CCF-4134-8C46-86A4-48224424FD0F}" dt="2023-04-13T10:51:32.282" v="2127" actId="478"/>
          <ac:spMkLst>
            <pc:docMk/>
            <pc:sldMk cId="1863590560" sldId="285"/>
            <ac:spMk id="3" creationId="{5C461B64-2ECC-01DB-2098-1829F77DE978}"/>
          </ac:spMkLst>
        </pc:spChg>
        <pc:spChg chg="add del mod">
          <ac:chgData name="DING, Wenlong" userId="2462c282-915a-45d3-817d-b87203e0e2e0" providerId="ADAL" clId="{5D9E8CCF-4134-8C46-86A4-48224424FD0F}" dt="2023-04-13T10:51:20.497" v="2124" actId="478"/>
          <ac:spMkLst>
            <pc:docMk/>
            <pc:sldMk cId="1863590560" sldId="285"/>
            <ac:spMk id="4" creationId="{ED6F0F7A-08BA-7E5B-141E-5409EF335C52}"/>
          </ac:spMkLst>
        </pc:spChg>
        <pc:spChg chg="add mod">
          <ac:chgData name="DING, Wenlong" userId="2462c282-915a-45d3-817d-b87203e0e2e0" providerId="ADAL" clId="{5D9E8CCF-4134-8C46-86A4-48224424FD0F}" dt="2023-04-13T10:51:24.943" v="2125"/>
          <ac:spMkLst>
            <pc:docMk/>
            <pc:sldMk cId="1863590560" sldId="285"/>
            <ac:spMk id="5" creationId="{D1A8B3F1-AD62-FAA7-725B-B04816C17F9B}"/>
          </ac:spMkLst>
        </pc:spChg>
        <pc:spChg chg="del">
          <ac:chgData name="DING, Wenlong" userId="2462c282-915a-45d3-817d-b87203e0e2e0" providerId="ADAL" clId="{5D9E8CCF-4134-8C46-86A4-48224424FD0F}" dt="2023-04-13T10:51:29.141" v="2126" actId="478"/>
          <ac:spMkLst>
            <pc:docMk/>
            <pc:sldMk cId="1863590560" sldId="285"/>
            <ac:spMk id="6" creationId="{DBDB495C-4A97-E6EC-72D9-515FBBB0B1F2}"/>
          </ac:spMkLst>
        </pc:spChg>
        <pc:spChg chg="del">
          <ac:chgData name="DING, Wenlong" userId="2462c282-915a-45d3-817d-b87203e0e2e0" providerId="ADAL" clId="{5D9E8CCF-4134-8C46-86A4-48224424FD0F}" dt="2023-04-13T10:51:11.556" v="2121" actId="478"/>
          <ac:spMkLst>
            <pc:docMk/>
            <pc:sldMk cId="1863590560" sldId="285"/>
            <ac:spMk id="9" creationId="{D8C5C662-0645-E098-29EB-0E510D400D26}"/>
          </ac:spMkLst>
        </pc:spChg>
        <pc:spChg chg="add mod">
          <ac:chgData name="DING, Wenlong" userId="2462c282-915a-45d3-817d-b87203e0e2e0" providerId="ADAL" clId="{5D9E8CCF-4134-8C46-86A4-48224424FD0F}" dt="2023-04-13T11:00:28.439" v="2202" actId="1076"/>
          <ac:spMkLst>
            <pc:docMk/>
            <pc:sldMk cId="1863590560" sldId="285"/>
            <ac:spMk id="10" creationId="{BE960388-88EE-735E-BA3C-B1D79894C336}"/>
          </ac:spMkLst>
        </pc:spChg>
        <pc:spChg chg="add del mod">
          <ac:chgData name="DING, Wenlong" userId="2462c282-915a-45d3-817d-b87203e0e2e0" providerId="ADAL" clId="{5D9E8CCF-4134-8C46-86A4-48224424FD0F}" dt="2023-04-13T11:12:33.038" v="2455" actId="478"/>
          <ac:spMkLst>
            <pc:docMk/>
            <pc:sldMk cId="1863590560" sldId="285"/>
            <ac:spMk id="11" creationId="{801321AA-43D1-2495-9F26-80D1AA1228E3}"/>
          </ac:spMkLst>
        </pc:spChg>
        <pc:spChg chg="del">
          <ac:chgData name="DING, Wenlong" userId="2462c282-915a-45d3-817d-b87203e0e2e0" providerId="ADAL" clId="{5D9E8CCF-4134-8C46-86A4-48224424FD0F}" dt="2023-04-13T10:51:15.211" v="2122" actId="478"/>
          <ac:spMkLst>
            <pc:docMk/>
            <pc:sldMk cId="1863590560" sldId="285"/>
            <ac:spMk id="67" creationId="{00000000-0000-0000-0000-000000000000}"/>
          </ac:spMkLst>
        </pc:spChg>
        <pc:graphicFrameChg chg="del">
          <ac:chgData name="DING, Wenlong" userId="2462c282-915a-45d3-817d-b87203e0e2e0" providerId="ADAL" clId="{5D9E8CCF-4134-8C46-86A4-48224424FD0F}" dt="2023-04-13T10:51:08.333" v="2120" actId="478"/>
          <ac:graphicFrameMkLst>
            <pc:docMk/>
            <pc:sldMk cId="1863590560" sldId="285"/>
            <ac:graphicFrameMk id="7" creationId="{5EB15423-52CF-6624-16F1-6E14953CDDB3}"/>
          </ac:graphicFrameMkLst>
        </pc:graphicFrameChg>
        <pc:graphicFrameChg chg="add mod modGraphic">
          <ac:chgData name="DING, Wenlong" userId="2462c282-915a-45d3-817d-b87203e0e2e0" providerId="ADAL" clId="{5D9E8CCF-4134-8C46-86A4-48224424FD0F}" dt="2023-04-13T11:12:54.302" v="2458" actId="1076"/>
          <ac:graphicFrameMkLst>
            <pc:docMk/>
            <pc:sldMk cId="1863590560" sldId="285"/>
            <ac:graphicFrameMk id="12" creationId="{9BD35518-BE8C-2C87-D88F-5611B1E3D82A}"/>
          </ac:graphicFrameMkLst>
        </pc:graphicFrameChg>
        <pc:picChg chg="mod">
          <ac:chgData name="DING, Wenlong" userId="2462c282-915a-45d3-817d-b87203e0e2e0" providerId="ADAL" clId="{5D9E8CCF-4134-8C46-86A4-48224424FD0F}" dt="2023-04-13T10:58:44.947" v="2150" actId="1076"/>
          <ac:picMkLst>
            <pc:docMk/>
            <pc:sldMk cId="1863590560" sldId="285"/>
            <ac:picMk id="8" creationId="{E7890EF7-9E0F-B583-BB74-FA5DBEAB98CD}"/>
          </ac:picMkLst>
        </pc:picChg>
      </pc:sldChg>
      <pc:sldChg chg="addSp delSp modSp add del mod">
        <pc:chgData name="DING, Wenlong" userId="2462c282-915a-45d3-817d-b87203e0e2e0" providerId="ADAL" clId="{5D9E8CCF-4134-8C46-86A4-48224424FD0F}" dt="2023-04-13T11:29:02.627" v="2502" actId="2696"/>
        <pc:sldMkLst>
          <pc:docMk/>
          <pc:sldMk cId="820859621" sldId="286"/>
        </pc:sldMkLst>
        <pc:spChg chg="add mod">
          <ac:chgData name="DING, Wenlong" userId="2462c282-915a-45d3-817d-b87203e0e2e0" providerId="ADAL" clId="{5D9E8CCF-4134-8C46-86A4-48224424FD0F}" dt="2023-04-13T11:19:20.306" v="2500" actId="1076"/>
          <ac:spMkLst>
            <pc:docMk/>
            <pc:sldMk cId="820859621" sldId="286"/>
            <ac:spMk id="3" creationId="{A4933374-68D1-204C-E404-EB8408EFA198}"/>
          </ac:spMkLst>
        </pc:spChg>
        <pc:spChg chg="add del mod">
          <ac:chgData name="DING, Wenlong" userId="2462c282-915a-45d3-817d-b87203e0e2e0" providerId="ADAL" clId="{5D9E8CCF-4134-8C46-86A4-48224424FD0F}" dt="2023-04-13T11:19:14.525" v="2499" actId="478"/>
          <ac:spMkLst>
            <pc:docMk/>
            <pc:sldMk cId="820859621" sldId="286"/>
            <ac:spMk id="4" creationId="{E2C60250-C3F0-A064-B0FF-2888658DD2B7}"/>
          </ac:spMkLst>
        </pc:spChg>
      </pc:sldChg>
      <pc:sldChg chg="addSp delSp modSp add mod">
        <pc:chgData name="DING, Wenlong" userId="2462c282-915a-45d3-817d-b87203e0e2e0" providerId="ADAL" clId="{5D9E8CCF-4134-8C46-86A4-48224424FD0F}" dt="2023-04-14T13:59:05.912" v="2978" actId="1076"/>
        <pc:sldMkLst>
          <pc:docMk/>
          <pc:sldMk cId="922675022" sldId="286"/>
        </pc:sldMkLst>
        <pc:spChg chg="add mod">
          <ac:chgData name="DING, Wenlong" userId="2462c282-915a-45d3-817d-b87203e0e2e0" providerId="ADAL" clId="{5D9E8CCF-4134-8C46-86A4-48224424FD0F}" dt="2023-04-13T12:47:33.302" v="2724" actId="1076"/>
          <ac:spMkLst>
            <pc:docMk/>
            <pc:sldMk cId="922675022" sldId="286"/>
            <ac:spMk id="4" creationId="{E504D0EB-F67F-8559-CBD7-BCB123A1155E}"/>
          </ac:spMkLst>
        </pc:spChg>
        <pc:spChg chg="del">
          <ac:chgData name="DING, Wenlong" userId="2462c282-915a-45d3-817d-b87203e0e2e0" providerId="ADAL" clId="{5D9E8CCF-4134-8C46-86A4-48224424FD0F}" dt="2023-04-13T12:46:54.243" v="2715" actId="478"/>
          <ac:spMkLst>
            <pc:docMk/>
            <pc:sldMk cId="922675022" sldId="286"/>
            <ac:spMk id="14" creationId="{00EBFE64-F6C4-2F9F-2C7B-D9BA3E62DFCE}"/>
          </ac:spMkLst>
        </pc:spChg>
        <pc:picChg chg="add del mod">
          <ac:chgData name="DING, Wenlong" userId="2462c282-915a-45d3-817d-b87203e0e2e0" providerId="ADAL" clId="{5D9E8CCF-4134-8C46-86A4-48224424FD0F}" dt="2023-04-14T13:58:47.241" v="2973" actId="478"/>
          <ac:picMkLst>
            <pc:docMk/>
            <pc:sldMk cId="922675022" sldId="286"/>
            <ac:picMk id="2" creationId="{CB39128E-0EE8-96DF-BE34-9E609C025235}"/>
          </ac:picMkLst>
        </pc:picChg>
        <pc:picChg chg="add mod">
          <ac:chgData name="DING, Wenlong" userId="2462c282-915a-45d3-817d-b87203e0e2e0" providerId="ADAL" clId="{5D9E8CCF-4134-8C46-86A4-48224424FD0F}" dt="2023-04-14T13:59:05.912" v="2978" actId="1076"/>
          <ac:picMkLst>
            <pc:docMk/>
            <pc:sldMk cId="922675022" sldId="286"/>
            <ac:picMk id="3" creationId="{3C8FF365-345F-5AB5-AA77-1D277B7346D9}"/>
          </ac:picMkLst>
        </pc:picChg>
        <pc:picChg chg="del">
          <ac:chgData name="DING, Wenlong" userId="2462c282-915a-45d3-817d-b87203e0e2e0" providerId="ADAL" clId="{5D9E8CCF-4134-8C46-86A4-48224424FD0F}" dt="2023-04-13T12:46:54.243" v="2715" actId="478"/>
          <ac:picMkLst>
            <pc:docMk/>
            <pc:sldMk cId="922675022" sldId="286"/>
            <ac:picMk id="12" creationId="{50757896-0592-C360-C80F-291B2205C535}"/>
          </ac:picMkLst>
        </pc:picChg>
      </pc:sldChg>
      <pc:sldChg chg="delSp add del mod">
        <pc:chgData name="DING, Wenlong" userId="2462c282-915a-45d3-817d-b87203e0e2e0" providerId="ADAL" clId="{5D9E8CCF-4134-8C46-86A4-48224424FD0F}" dt="2023-04-13T12:06:17.938" v="2678" actId="2696"/>
        <pc:sldMkLst>
          <pc:docMk/>
          <pc:sldMk cId="2906400452" sldId="286"/>
        </pc:sldMkLst>
        <pc:spChg chg="del">
          <ac:chgData name="DING, Wenlong" userId="2462c282-915a-45d3-817d-b87203e0e2e0" providerId="ADAL" clId="{5D9E8CCF-4134-8C46-86A4-48224424FD0F}" dt="2023-04-13T11:55:48.951" v="2575" actId="478"/>
          <ac:spMkLst>
            <pc:docMk/>
            <pc:sldMk cId="2906400452" sldId="286"/>
            <ac:spMk id="8" creationId="{CAE04416-4C3F-64D8-2929-3B5036E59A88}"/>
          </ac:spMkLst>
        </pc:spChg>
        <pc:graphicFrameChg chg="del">
          <ac:chgData name="DING, Wenlong" userId="2462c282-915a-45d3-817d-b87203e0e2e0" providerId="ADAL" clId="{5D9E8CCF-4134-8C46-86A4-48224424FD0F}" dt="2023-04-13T11:55:48.951" v="2575" actId="478"/>
          <ac:graphicFrameMkLst>
            <pc:docMk/>
            <pc:sldMk cId="2906400452" sldId="286"/>
            <ac:graphicFrameMk id="9" creationId="{39939214-1B30-42CA-41D8-86E4921E643F}"/>
          </ac:graphicFrameMkLst>
        </pc:graphicFrameChg>
        <pc:graphicFrameChg chg="del">
          <ac:chgData name="DING, Wenlong" userId="2462c282-915a-45d3-817d-b87203e0e2e0" providerId="ADAL" clId="{5D9E8CCF-4134-8C46-86A4-48224424FD0F}" dt="2023-04-13T11:55:48.951" v="2575" actId="478"/>
          <ac:graphicFrameMkLst>
            <pc:docMk/>
            <pc:sldMk cId="2906400452" sldId="286"/>
            <ac:graphicFrameMk id="10" creationId="{57395A4E-1256-CC2F-3681-8A2832901D9D}"/>
          </ac:graphicFrameMkLst>
        </pc:graphicFrameChg>
        <pc:graphicFrameChg chg="del">
          <ac:chgData name="DING, Wenlong" userId="2462c282-915a-45d3-817d-b87203e0e2e0" providerId="ADAL" clId="{5D9E8CCF-4134-8C46-86A4-48224424FD0F}" dt="2023-04-13T11:55:48.951" v="2575" actId="478"/>
          <ac:graphicFrameMkLst>
            <pc:docMk/>
            <pc:sldMk cId="2906400452" sldId="286"/>
            <ac:graphicFrameMk id="86" creationId="{00000000-0000-0000-0000-000000000000}"/>
          </ac:graphicFrameMkLst>
        </pc:graphicFrameChg>
        <pc:picChg chg="del">
          <ac:chgData name="DING, Wenlong" userId="2462c282-915a-45d3-817d-b87203e0e2e0" providerId="ADAL" clId="{5D9E8CCF-4134-8C46-86A4-48224424FD0F}" dt="2023-04-13T11:55:48.951" v="2575" actId="478"/>
          <ac:picMkLst>
            <pc:docMk/>
            <pc:sldMk cId="2906400452" sldId="286"/>
            <ac:picMk id="84" creationId="{00000000-0000-0000-0000-000000000000}"/>
          </ac:picMkLst>
        </pc:picChg>
      </pc:sldChg>
      <pc:sldChg chg="addSp modSp add del mod">
        <pc:chgData name="DING, Wenlong" userId="2462c282-915a-45d3-817d-b87203e0e2e0" providerId="ADAL" clId="{5D9E8CCF-4134-8C46-86A4-48224424FD0F}" dt="2023-04-13T12:37:45.214" v="2709" actId="2696"/>
        <pc:sldMkLst>
          <pc:docMk/>
          <pc:sldMk cId="3333264055" sldId="287"/>
        </pc:sldMkLst>
        <pc:spChg chg="add mod">
          <ac:chgData name="DING, Wenlong" userId="2462c282-915a-45d3-817d-b87203e0e2e0" providerId="ADAL" clId="{5D9E8CCF-4134-8C46-86A4-48224424FD0F}" dt="2023-04-13T12:07:26.714" v="2684" actId="1076"/>
          <ac:spMkLst>
            <pc:docMk/>
            <pc:sldMk cId="3333264055" sldId="287"/>
            <ac:spMk id="2" creationId="{4C269C06-05FF-E298-107B-25B2376354D2}"/>
          </ac:spMkLst>
        </pc:spChg>
        <pc:spChg chg="add mod">
          <ac:chgData name="DING, Wenlong" userId="2462c282-915a-45d3-817d-b87203e0e2e0" providerId="ADAL" clId="{5D9E8CCF-4134-8C46-86A4-48224424FD0F}" dt="2023-04-13T12:08:12.691" v="2697" actId="20577"/>
          <ac:spMkLst>
            <pc:docMk/>
            <pc:sldMk cId="3333264055" sldId="287"/>
            <ac:spMk id="5" creationId="{B2C3C421-CFBD-DC36-BC0F-74F2088CDED8}"/>
          </ac:spMkLst>
        </pc:spChg>
        <pc:graphicFrameChg chg="mod">
          <ac:chgData name="DING, Wenlong" userId="2462c282-915a-45d3-817d-b87203e0e2e0" providerId="ADAL" clId="{5D9E8CCF-4134-8C46-86A4-48224424FD0F}" dt="2023-04-13T12:07:34.390" v="2685"/>
          <ac:graphicFrameMkLst>
            <pc:docMk/>
            <pc:sldMk cId="3333264055" sldId="287"/>
            <ac:graphicFrameMk id="10" creationId="{57395A4E-1256-CC2F-3681-8A2832901D9D}"/>
          </ac:graphicFrameMkLst>
        </pc:graphicFrameChg>
      </pc:sldChg>
      <pc:sldChg chg="addSp delSp modSp add mod">
        <pc:chgData name="DING, Wenlong" userId="2462c282-915a-45d3-817d-b87203e0e2e0" providerId="ADAL" clId="{5D9E8CCF-4134-8C46-86A4-48224424FD0F}" dt="2023-04-13T12:48:04.112" v="2732" actId="1076"/>
        <pc:sldMkLst>
          <pc:docMk/>
          <pc:sldMk cId="4093359681" sldId="287"/>
        </pc:sldMkLst>
        <pc:picChg chg="del">
          <ac:chgData name="DING, Wenlong" userId="2462c282-915a-45d3-817d-b87203e0e2e0" providerId="ADAL" clId="{5D9E8CCF-4134-8C46-86A4-48224424FD0F}" dt="2023-04-13T12:47:42.707" v="2727" actId="478"/>
          <ac:picMkLst>
            <pc:docMk/>
            <pc:sldMk cId="4093359681" sldId="287"/>
            <ac:picMk id="2" creationId="{CB39128E-0EE8-96DF-BE34-9E609C025235}"/>
          </ac:picMkLst>
        </pc:picChg>
        <pc:picChg chg="add mod">
          <ac:chgData name="DING, Wenlong" userId="2462c282-915a-45d3-817d-b87203e0e2e0" providerId="ADAL" clId="{5D9E8CCF-4134-8C46-86A4-48224424FD0F}" dt="2023-04-13T12:48:04.112" v="2732" actId="1076"/>
          <ac:picMkLst>
            <pc:docMk/>
            <pc:sldMk cId="4093359681" sldId="287"/>
            <ac:picMk id="3" creationId="{F9965F07-D2EB-8794-4F1E-73677F2857B5}"/>
          </ac:picMkLst>
        </pc:picChg>
      </pc:sldChg>
      <pc:sldChg chg="addSp delSp modSp add mod">
        <pc:chgData name="DING, Wenlong" userId="2462c282-915a-45d3-817d-b87203e0e2e0" providerId="ADAL" clId="{5D9E8CCF-4134-8C46-86A4-48224424FD0F}" dt="2023-04-13T12:48:36.705" v="2739" actId="1076"/>
        <pc:sldMkLst>
          <pc:docMk/>
          <pc:sldMk cId="4263844469" sldId="288"/>
        </pc:sldMkLst>
        <pc:picChg chg="add mod">
          <ac:chgData name="DING, Wenlong" userId="2462c282-915a-45d3-817d-b87203e0e2e0" providerId="ADAL" clId="{5D9E8CCF-4134-8C46-86A4-48224424FD0F}" dt="2023-04-13T12:48:36.705" v="2739" actId="1076"/>
          <ac:picMkLst>
            <pc:docMk/>
            <pc:sldMk cId="4263844469" sldId="288"/>
            <ac:picMk id="2" creationId="{AE25414A-20C8-94A2-8513-82D25BE0F1C7}"/>
          </ac:picMkLst>
        </pc:picChg>
        <pc:picChg chg="del">
          <ac:chgData name="DING, Wenlong" userId="2462c282-915a-45d3-817d-b87203e0e2e0" providerId="ADAL" clId="{5D9E8CCF-4134-8C46-86A4-48224424FD0F}" dt="2023-04-13T12:48:15.169" v="2734" actId="478"/>
          <ac:picMkLst>
            <pc:docMk/>
            <pc:sldMk cId="4263844469" sldId="288"/>
            <ac:picMk id="3" creationId="{F9965F07-D2EB-8794-4F1E-73677F2857B5}"/>
          </ac:picMkLst>
        </pc:picChg>
      </pc:sldChg>
      <pc:sldMasterChg chg="addSldLayout delSldLayout">
        <pc:chgData name="DING, Wenlong" userId="2462c282-915a-45d3-817d-b87203e0e2e0" providerId="ADAL" clId="{5D9E8CCF-4134-8C46-86A4-48224424FD0F}" dt="2023-04-13T12:46:56.669" v="2717" actId="2696"/>
        <pc:sldMasterMkLst>
          <pc:docMk/>
          <pc:sldMasterMk cId="0" sldId="2147483659"/>
        </pc:sldMasterMkLst>
        <pc:sldLayoutChg chg="add del">
          <pc:chgData name="DING, Wenlong" userId="2462c282-915a-45d3-817d-b87203e0e2e0" providerId="ADAL" clId="{5D9E8CCF-4134-8C46-86A4-48224424FD0F}" dt="2023-04-13T12:46:56.669" v="2717" actId="2696"/>
          <pc:sldLayoutMkLst>
            <pc:docMk/>
            <pc:sldMasterMk cId="0" sldId="2147483659"/>
            <pc:sldLayoutMk cId="0" sldId="2147483651"/>
          </pc:sldLayoutMkLst>
        </pc:sldLayoutChg>
      </pc:sldMasterChg>
    </pc:docChg>
  </pc:docChgLst>
  <pc:docChgLst>
    <pc:chgData name="FENG, Yicheng" userId="63ae093e-9cad-467c-bb2d-e823331db8b5" providerId="ADAL" clId="{DCB15515-86C5-48D7-AC53-0146422BAA7B}"/>
    <pc:docChg chg="undo custSel addSld modSld">
      <pc:chgData name="FENG, Yicheng" userId="63ae093e-9cad-467c-bb2d-e823331db8b5" providerId="ADAL" clId="{DCB15515-86C5-48D7-AC53-0146422BAA7B}" dt="2025-04-15T12:29:32.775" v="420" actId="20577"/>
      <pc:docMkLst>
        <pc:docMk/>
      </pc:docMkLst>
      <pc:sldChg chg="modSp mod modNotesTx">
        <pc:chgData name="FENG, Yicheng" userId="63ae093e-9cad-467c-bb2d-e823331db8b5" providerId="ADAL" clId="{DCB15515-86C5-48D7-AC53-0146422BAA7B}" dt="2025-04-15T12:29:29.006" v="419"/>
        <pc:sldMkLst>
          <pc:docMk/>
          <pc:sldMk cId="0" sldId="256"/>
        </pc:sldMkLst>
        <pc:spChg chg="mod">
          <ac:chgData name="FENG, Yicheng" userId="63ae093e-9cad-467c-bb2d-e823331db8b5" providerId="ADAL" clId="{DCB15515-86C5-48D7-AC53-0146422BAA7B}" dt="2025-04-15T11:27:39.972" v="21" actId="108"/>
          <ac:spMkLst>
            <pc:docMk/>
            <pc:sldMk cId="0" sldId="256"/>
            <ac:spMk id="54" creationId="{00000000-0000-0000-0000-000000000000}"/>
          </ac:spMkLst>
        </pc:spChg>
      </pc:sldChg>
      <pc:sldChg chg="modNotesTx">
        <pc:chgData name="FENG, Yicheng" userId="63ae093e-9cad-467c-bb2d-e823331db8b5" providerId="ADAL" clId="{DCB15515-86C5-48D7-AC53-0146422BAA7B}" dt="2025-04-15T12:29:12.358" v="415" actId="20577"/>
        <pc:sldMkLst>
          <pc:docMk/>
          <pc:sldMk cId="0" sldId="257"/>
        </pc:sldMkLst>
      </pc:sldChg>
      <pc:sldChg chg="modNotesTx">
        <pc:chgData name="FENG, Yicheng" userId="63ae093e-9cad-467c-bb2d-e823331db8b5" providerId="ADAL" clId="{DCB15515-86C5-48D7-AC53-0146422BAA7B}" dt="2025-04-15T12:21:15.334" v="345"/>
        <pc:sldMkLst>
          <pc:docMk/>
          <pc:sldMk cId="309673176" sldId="283"/>
        </pc:sldMkLst>
      </pc:sldChg>
      <pc:sldChg chg="addSp modSp mod">
        <pc:chgData name="FENG, Yicheng" userId="63ae093e-9cad-467c-bb2d-e823331db8b5" providerId="ADAL" clId="{DCB15515-86C5-48D7-AC53-0146422BAA7B}" dt="2025-04-15T12:03:47.903" v="342" actId="1076"/>
        <pc:sldMkLst>
          <pc:docMk/>
          <pc:sldMk cId="3134006102" sldId="285"/>
        </pc:sldMkLst>
        <pc:spChg chg="add mod">
          <ac:chgData name="FENG, Yicheng" userId="63ae093e-9cad-467c-bb2d-e823331db8b5" providerId="ADAL" clId="{DCB15515-86C5-48D7-AC53-0146422BAA7B}" dt="2025-04-15T12:00:38.479" v="313" actId="20577"/>
          <ac:spMkLst>
            <pc:docMk/>
            <pc:sldMk cId="3134006102" sldId="285"/>
            <ac:spMk id="30" creationId="{469E61CE-A43E-4942-88DD-D07B5FA1C9D3}"/>
          </ac:spMkLst>
        </pc:spChg>
        <pc:spChg chg="add mod">
          <ac:chgData name="FENG, Yicheng" userId="63ae093e-9cad-467c-bb2d-e823331db8b5" providerId="ADAL" clId="{DCB15515-86C5-48D7-AC53-0146422BAA7B}" dt="2025-04-15T12:00:44.192" v="318" actId="20577"/>
          <ac:spMkLst>
            <pc:docMk/>
            <pc:sldMk cId="3134006102" sldId="285"/>
            <ac:spMk id="31" creationId="{4192F303-AF9F-4A1D-B48F-F60BA7EE1B29}"/>
          </ac:spMkLst>
        </pc:spChg>
        <pc:spChg chg="add mod">
          <ac:chgData name="FENG, Yicheng" userId="63ae093e-9cad-467c-bb2d-e823331db8b5" providerId="ADAL" clId="{DCB15515-86C5-48D7-AC53-0146422BAA7B}" dt="2025-04-15T12:00:55.736" v="323" actId="20577"/>
          <ac:spMkLst>
            <pc:docMk/>
            <pc:sldMk cId="3134006102" sldId="285"/>
            <ac:spMk id="32" creationId="{862BAE82-4A89-4797-B9E8-DF5CA2541F59}"/>
          </ac:spMkLst>
        </pc:spChg>
        <pc:spChg chg="add mod">
          <ac:chgData name="FENG, Yicheng" userId="63ae093e-9cad-467c-bb2d-e823331db8b5" providerId="ADAL" clId="{DCB15515-86C5-48D7-AC53-0146422BAA7B}" dt="2025-04-15T12:01:07.241" v="333" actId="5793"/>
          <ac:spMkLst>
            <pc:docMk/>
            <pc:sldMk cId="3134006102" sldId="285"/>
            <ac:spMk id="33" creationId="{F3B5AEDA-938D-41A3-B5EB-A9ADCD4BED71}"/>
          </ac:spMkLst>
        </pc:spChg>
        <pc:spChg chg="mod">
          <ac:chgData name="FENG, Yicheng" userId="63ae093e-9cad-467c-bb2d-e823331db8b5" providerId="ADAL" clId="{DCB15515-86C5-48D7-AC53-0146422BAA7B}" dt="2025-04-15T12:03:47.903" v="342" actId="1076"/>
          <ac:spMkLst>
            <pc:docMk/>
            <pc:sldMk cId="3134006102" sldId="285"/>
            <ac:spMk id="279" creationId="{5B82D93D-5342-211C-1A68-11F30518F255}"/>
          </ac:spMkLst>
        </pc:spChg>
        <pc:spChg chg="mod">
          <ac:chgData name="FENG, Yicheng" userId="63ae093e-9cad-467c-bb2d-e823331db8b5" providerId="ADAL" clId="{DCB15515-86C5-48D7-AC53-0146422BAA7B}" dt="2025-04-15T12:03:37.975" v="341" actId="1076"/>
          <ac:spMkLst>
            <pc:docMk/>
            <pc:sldMk cId="3134006102" sldId="285"/>
            <ac:spMk id="280" creationId="{78A3376E-0F40-4EBC-F872-938F8889988C}"/>
          </ac:spMkLst>
        </pc:spChg>
        <pc:spChg chg="mod">
          <ac:chgData name="FENG, Yicheng" userId="63ae093e-9cad-467c-bb2d-e823331db8b5" providerId="ADAL" clId="{DCB15515-86C5-48D7-AC53-0146422BAA7B}" dt="2025-04-15T12:03:05.929" v="334" actId="1076"/>
          <ac:spMkLst>
            <pc:docMk/>
            <pc:sldMk cId="3134006102" sldId="285"/>
            <ac:spMk id="282" creationId="{F25CECC6-83F5-4C00-0406-3F017A7AC62A}"/>
          </ac:spMkLst>
        </pc:spChg>
        <pc:spChg chg="mod">
          <ac:chgData name="FENG, Yicheng" userId="63ae093e-9cad-467c-bb2d-e823331db8b5" providerId="ADAL" clId="{DCB15515-86C5-48D7-AC53-0146422BAA7B}" dt="2025-04-15T12:03:26.137" v="340" actId="20577"/>
          <ac:spMkLst>
            <pc:docMk/>
            <pc:sldMk cId="3134006102" sldId="285"/>
            <ac:spMk id="283" creationId="{06933200-98D7-6D36-6831-8483F360A390}"/>
          </ac:spMkLst>
        </pc:spChg>
      </pc:sldChg>
      <pc:sldChg chg="addSp delSp modSp add mod modNotesTx">
        <pc:chgData name="FENG, Yicheng" userId="63ae093e-9cad-467c-bb2d-e823331db8b5" providerId="ADAL" clId="{DCB15515-86C5-48D7-AC53-0146422BAA7B}" dt="2025-04-15T12:29:32.775" v="420" actId="20577"/>
        <pc:sldMkLst>
          <pc:docMk/>
          <pc:sldMk cId="4000189635" sldId="290"/>
        </pc:sldMkLst>
        <pc:spChg chg="add del mod">
          <ac:chgData name="FENG, Yicheng" userId="63ae093e-9cad-467c-bb2d-e823331db8b5" providerId="ADAL" clId="{DCB15515-86C5-48D7-AC53-0146422BAA7B}" dt="2025-04-15T11:29:11.362" v="24" actId="478"/>
          <ac:spMkLst>
            <pc:docMk/>
            <pc:sldMk cId="4000189635" sldId="290"/>
            <ac:spMk id="3" creationId="{A3C29ECA-75C2-4639-AD7C-1C4B2742A008}"/>
          </ac:spMkLst>
        </pc:spChg>
        <pc:spChg chg="add del mod">
          <ac:chgData name="FENG, Yicheng" userId="63ae093e-9cad-467c-bb2d-e823331db8b5" providerId="ADAL" clId="{DCB15515-86C5-48D7-AC53-0146422BAA7B}" dt="2025-04-15T11:29:13.305" v="26" actId="478"/>
          <ac:spMkLst>
            <pc:docMk/>
            <pc:sldMk cId="4000189635" sldId="290"/>
            <ac:spMk id="5" creationId="{47E726E6-45DC-42C6-855B-F4CA0B0DF649}"/>
          </ac:spMkLst>
        </pc:spChg>
        <pc:spChg chg="add mod">
          <ac:chgData name="FENG, Yicheng" userId="63ae093e-9cad-467c-bb2d-e823331db8b5" providerId="ADAL" clId="{DCB15515-86C5-48D7-AC53-0146422BAA7B}" dt="2025-04-15T11:34:30.325" v="169" actId="403"/>
          <ac:spMkLst>
            <pc:docMk/>
            <pc:sldMk cId="4000189635" sldId="290"/>
            <ac:spMk id="8" creationId="{2E269B87-4421-4089-8B52-66DF96E2D699}"/>
          </ac:spMkLst>
        </pc:spChg>
        <pc:spChg chg="add mod">
          <ac:chgData name="FENG, Yicheng" userId="63ae093e-9cad-467c-bb2d-e823331db8b5" providerId="ADAL" clId="{DCB15515-86C5-48D7-AC53-0146422BAA7B}" dt="2025-04-15T11:37:02.273" v="288" actId="20577"/>
          <ac:spMkLst>
            <pc:docMk/>
            <pc:sldMk cId="4000189635" sldId="290"/>
            <ac:spMk id="9" creationId="{E8B763B0-18C2-403B-94E1-6266A88D3C20}"/>
          </ac:spMkLst>
        </pc:spChg>
        <pc:spChg chg="del">
          <ac:chgData name="FENG, Yicheng" userId="63ae093e-9cad-467c-bb2d-e823331db8b5" providerId="ADAL" clId="{DCB15515-86C5-48D7-AC53-0146422BAA7B}" dt="2025-04-15T11:29:09.813" v="23" actId="478"/>
          <ac:spMkLst>
            <pc:docMk/>
            <pc:sldMk cId="4000189635" sldId="290"/>
            <ac:spMk id="54" creationId="{00000000-0000-0000-0000-000000000000}"/>
          </ac:spMkLst>
        </pc:spChg>
        <pc:spChg chg="del">
          <ac:chgData name="FENG, Yicheng" userId="63ae093e-9cad-467c-bb2d-e823331db8b5" providerId="ADAL" clId="{DCB15515-86C5-48D7-AC53-0146422BAA7B}" dt="2025-04-15T11:29:12.172" v="25" actId="478"/>
          <ac:spMkLst>
            <pc:docMk/>
            <pc:sldMk cId="4000189635" sldId="290"/>
            <ac:spMk id="55" creationId="{00000000-0000-0000-0000-000000000000}"/>
          </ac:spMkLst>
        </pc:spChg>
      </pc:sldChg>
    </pc:docChg>
  </pc:docChgLst>
  <pc:docChgLst>
    <pc:chgData name="DING, Wenlong" userId="2462c282-915a-45d3-817d-b87203e0e2e0" providerId="ADAL" clId="{ED5B88C7-1FD3-AE47-AD7F-7618EFE6C884}"/>
    <pc:docChg chg="undo custSel addSld delSld modSld">
      <pc:chgData name="DING, Wenlong" userId="2462c282-915a-45d3-817d-b87203e0e2e0" providerId="ADAL" clId="{ED5B88C7-1FD3-AE47-AD7F-7618EFE6C884}" dt="2023-11-20T05:12:46.342" v="1750" actId="1076"/>
      <pc:docMkLst>
        <pc:docMk/>
      </pc:docMkLst>
      <pc:sldChg chg="modSp mod">
        <pc:chgData name="DING, Wenlong" userId="2462c282-915a-45d3-817d-b87203e0e2e0" providerId="ADAL" clId="{ED5B88C7-1FD3-AE47-AD7F-7618EFE6C884}" dt="2023-10-04T14:13:34.485" v="8" actId="5793"/>
        <pc:sldMkLst>
          <pc:docMk/>
          <pc:sldMk cId="0" sldId="256"/>
        </pc:sldMkLst>
        <pc:spChg chg="mod">
          <ac:chgData name="DING, Wenlong" userId="2462c282-915a-45d3-817d-b87203e0e2e0" providerId="ADAL" clId="{ED5B88C7-1FD3-AE47-AD7F-7618EFE6C884}" dt="2023-10-04T14:13:34.485" v="8" actId="5793"/>
          <ac:spMkLst>
            <pc:docMk/>
            <pc:sldMk cId="0" sldId="256"/>
            <ac:spMk id="54" creationId="{00000000-0000-0000-0000-000000000000}"/>
          </ac:spMkLst>
        </pc:spChg>
        <pc:spChg chg="mod">
          <ac:chgData name="DING, Wenlong" userId="2462c282-915a-45d3-817d-b87203e0e2e0" providerId="ADAL" clId="{ED5B88C7-1FD3-AE47-AD7F-7618EFE6C884}" dt="2023-10-04T14:13:12.039" v="1" actId="20577"/>
          <ac:spMkLst>
            <pc:docMk/>
            <pc:sldMk cId="0" sldId="256"/>
            <ac:spMk id="55" creationId="{00000000-0000-0000-0000-000000000000}"/>
          </ac:spMkLst>
        </pc:spChg>
      </pc:sldChg>
      <pc:sldChg chg="addSp delSp modSp mod">
        <pc:chgData name="DING, Wenlong" userId="2462c282-915a-45d3-817d-b87203e0e2e0" providerId="ADAL" clId="{ED5B88C7-1FD3-AE47-AD7F-7618EFE6C884}" dt="2023-11-13T06:46:14.718" v="1021" actId="1076"/>
        <pc:sldMkLst>
          <pc:docMk/>
          <pc:sldMk cId="0" sldId="257"/>
        </pc:sldMkLst>
        <pc:spChg chg="add mod">
          <ac:chgData name="DING, Wenlong" userId="2462c282-915a-45d3-817d-b87203e0e2e0" providerId="ADAL" clId="{ED5B88C7-1FD3-AE47-AD7F-7618EFE6C884}" dt="2023-11-13T03:59:05.391" v="592" actId="1076"/>
          <ac:spMkLst>
            <pc:docMk/>
            <pc:sldMk cId="0" sldId="257"/>
            <ac:spMk id="2" creationId="{1E41E757-C1A7-EBC3-D77F-6FFC07A69FE4}"/>
          </ac:spMkLst>
        </pc:spChg>
        <pc:spChg chg="add del mod">
          <ac:chgData name="DING, Wenlong" userId="2462c282-915a-45d3-817d-b87203e0e2e0" providerId="ADAL" clId="{ED5B88C7-1FD3-AE47-AD7F-7618EFE6C884}" dt="2023-10-04T14:19:05.650" v="211"/>
          <ac:spMkLst>
            <pc:docMk/>
            <pc:sldMk cId="0" sldId="257"/>
            <ac:spMk id="2" creationId="{B8147A22-2245-5A79-444B-53E8F72D41C1}"/>
          </ac:spMkLst>
        </pc:spChg>
        <pc:spChg chg="add del mod">
          <ac:chgData name="DING, Wenlong" userId="2462c282-915a-45d3-817d-b87203e0e2e0" providerId="ADAL" clId="{ED5B88C7-1FD3-AE47-AD7F-7618EFE6C884}" dt="2023-10-04T14:19:49.560" v="213" actId="478"/>
          <ac:spMkLst>
            <pc:docMk/>
            <pc:sldMk cId="0" sldId="257"/>
            <ac:spMk id="3" creationId="{A45D245B-583B-845A-C958-0BE74347807A}"/>
          </ac:spMkLst>
        </pc:spChg>
        <pc:spChg chg="add del mod">
          <ac:chgData name="DING, Wenlong" userId="2462c282-915a-45d3-817d-b87203e0e2e0" providerId="ADAL" clId="{ED5B88C7-1FD3-AE47-AD7F-7618EFE6C884}" dt="2023-10-04T14:20:01.722" v="216" actId="478"/>
          <ac:spMkLst>
            <pc:docMk/>
            <pc:sldMk cId="0" sldId="257"/>
            <ac:spMk id="4" creationId="{6467AFBB-A84D-66E3-0736-90995F2202F1}"/>
          </ac:spMkLst>
        </pc:spChg>
        <pc:spChg chg="add del">
          <ac:chgData name="DING, Wenlong" userId="2462c282-915a-45d3-817d-b87203e0e2e0" providerId="ADAL" clId="{ED5B88C7-1FD3-AE47-AD7F-7618EFE6C884}" dt="2023-11-13T03:41:14.850" v="222" actId="22"/>
          <ac:spMkLst>
            <pc:docMk/>
            <pc:sldMk cId="0" sldId="257"/>
            <ac:spMk id="4" creationId="{7EFDDAE9-E16E-F6BD-F7E6-99E6AEC736CA}"/>
          </ac:spMkLst>
        </pc:spChg>
        <pc:spChg chg="add del mod">
          <ac:chgData name="DING, Wenlong" userId="2462c282-915a-45d3-817d-b87203e0e2e0" providerId="ADAL" clId="{ED5B88C7-1FD3-AE47-AD7F-7618EFE6C884}" dt="2023-10-04T14:20:01.722" v="216" actId="478"/>
          <ac:spMkLst>
            <pc:docMk/>
            <pc:sldMk cId="0" sldId="257"/>
            <ac:spMk id="5" creationId="{E5C2B426-ADD4-872F-C7E8-BDCF4FF1934D}"/>
          </ac:spMkLst>
        </pc:spChg>
        <pc:spChg chg="del">
          <ac:chgData name="DING, Wenlong" userId="2462c282-915a-45d3-817d-b87203e0e2e0" providerId="ADAL" clId="{ED5B88C7-1FD3-AE47-AD7F-7618EFE6C884}" dt="2023-10-04T14:16:04.250" v="16" actId="478"/>
          <ac:spMkLst>
            <pc:docMk/>
            <pc:sldMk cId="0" sldId="257"/>
            <ac:spMk id="6" creationId="{46CE24D7-20A8-DFC1-1A20-E75F7CD013BF}"/>
          </ac:spMkLst>
        </pc:spChg>
        <pc:spChg chg="add mod">
          <ac:chgData name="DING, Wenlong" userId="2462c282-915a-45d3-817d-b87203e0e2e0" providerId="ADAL" clId="{ED5B88C7-1FD3-AE47-AD7F-7618EFE6C884}" dt="2023-11-13T03:59:05.391" v="592" actId="1076"/>
          <ac:spMkLst>
            <pc:docMk/>
            <pc:sldMk cId="0" sldId="257"/>
            <ac:spMk id="6" creationId="{521354A8-472A-902E-A4DC-C661FF9A4C3B}"/>
          </ac:spMkLst>
        </pc:spChg>
        <pc:spChg chg="add mod">
          <ac:chgData name="DING, Wenlong" userId="2462c282-915a-45d3-817d-b87203e0e2e0" providerId="ADAL" clId="{ED5B88C7-1FD3-AE47-AD7F-7618EFE6C884}" dt="2023-11-13T06:46:14.718" v="1021" actId="1076"/>
          <ac:spMkLst>
            <pc:docMk/>
            <pc:sldMk cId="0" sldId="257"/>
            <ac:spMk id="7" creationId="{F8860281-C070-187F-D59C-E4D76CDF6146}"/>
          </ac:spMkLst>
        </pc:spChg>
        <pc:spChg chg="mod">
          <ac:chgData name="DING, Wenlong" userId="2462c282-915a-45d3-817d-b87203e0e2e0" providerId="ADAL" clId="{ED5B88C7-1FD3-AE47-AD7F-7618EFE6C884}" dt="2023-11-13T03:42:36.217" v="298" actId="20577"/>
          <ac:spMkLst>
            <pc:docMk/>
            <pc:sldMk cId="0" sldId="257"/>
            <ac:spMk id="60" creationId="{00000000-0000-0000-0000-000000000000}"/>
          </ac:spMkLst>
        </pc:spChg>
        <pc:spChg chg="mod">
          <ac:chgData name="DING, Wenlong" userId="2462c282-915a-45d3-817d-b87203e0e2e0" providerId="ADAL" clId="{ED5B88C7-1FD3-AE47-AD7F-7618EFE6C884}" dt="2023-11-13T03:59:05.391" v="592" actId="1076"/>
          <ac:spMkLst>
            <pc:docMk/>
            <pc:sldMk cId="0" sldId="257"/>
            <ac:spMk id="61" creationId="{00000000-0000-0000-0000-000000000000}"/>
          </ac:spMkLst>
        </pc:spChg>
      </pc:sldChg>
      <pc:sldChg chg="addSp delSp modSp mod delAnim">
        <pc:chgData name="DING, Wenlong" userId="2462c282-915a-45d3-817d-b87203e0e2e0" providerId="ADAL" clId="{ED5B88C7-1FD3-AE47-AD7F-7618EFE6C884}" dt="2023-11-20T05:12:46.342" v="1750" actId="1076"/>
        <pc:sldMkLst>
          <pc:docMk/>
          <pc:sldMk cId="0" sldId="258"/>
        </pc:sldMkLst>
        <pc:spChg chg="add del mod">
          <ac:chgData name="DING, Wenlong" userId="2462c282-915a-45d3-817d-b87203e0e2e0" providerId="ADAL" clId="{ED5B88C7-1FD3-AE47-AD7F-7618EFE6C884}" dt="2023-11-13T03:43:59.604" v="415" actId="478"/>
          <ac:spMkLst>
            <pc:docMk/>
            <pc:sldMk cId="0" sldId="258"/>
            <ac:spMk id="3" creationId="{D03650EF-8E43-0419-1E1D-8FA71B97E97F}"/>
          </ac:spMkLst>
        </pc:spChg>
        <pc:spChg chg="mod">
          <ac:chgData name="DING, Wenlong" userId="2462c282-915a-45d3-817d-b87203e0e2e0" providerId="ADAL" clId="{ED5B88C7-1FD3-AE47-AD7F-7618EFE6C884}" dt="2023-11-13T03:43:53.039" v="413" actId="20577"/>
          <ac:spMkLst>
            <pc:docMk/>
            <pc:sldMk cId="0" sldId="258"/>
            <ac:spMk id="67" creationId="{00000000-0000-0000-0000-000000000000}"/>
          </ac:spMkLst>
        </pc:spChg>
        <pc:spChg chg="del">
          <ac:chgData name="DING, Wenlong" userId="2462c282-915a-45d3-817d-b87203e0e2e0" providerId="ADAL" clId="{ED5B88C7-1FD3-AE47-AD7F-7618EFE6C884}" dt="2023-11-13T03:43:56.608" v="414" actId="478"/>
          <ac:spMkLst>
            <pc:docMk/>
            <pc:sldMk cId="0" sldId="258"/>
            <ac:spMk id="68" creationId="{00000000-0000-0000-0000-000000000000}"/>
          </ac:spMkLst>
        </pc:spChg>
        <pc:graphicFrameChg chg="add mod modGraphic">
          <ac:chgData name="DING, Wenlong" userId="2462c282-915a-45d3-817d-b87203e0e2e0" providerId="ADAL" clId="{ED5B88C7-1FD3-AE47-AD7F-7618EFE6C884}" dt="2023-11-20T05:12:46.342" v="1750" actId="1076"/>
          <ac:graphicFrameMkLst>
            <pc:docMk/>
            <pc:sldMk cId="0" sldId="258"/>
            <ac:graphicFrameMk id="4" creationId="{9557E897-EFE5-37E0-9DE3-D07E44ECCFC9}"/>
          </ac:graphicFrameMkLst>
        </pc:graphicFrameChg>
        <pc:graphicFrameChg chg="add del mod">
          <ac:chgData name="DING, Wenlong" userId="2462c282-915a-45d3-817d-b87203e0e2e0" providerId="ADAL" clId="{ED5B88C7-1FD3-AE47-AD7F-7618EFE6C884}" dt="2023-11-13T03:49:10.153" v="492"/>
          <ac:graphicFrameMkLst>
            <pc:docMk/>
            <pc:sldMk cId="0" sldId="258"/>
            <ac:graphicFrameMk id="5" creationId="{417E1344-6AED-4D3B-9D8D-AB7F52FC6FD1}"/>
          </ac:graphicFrameMkLst>
        </pc:graphicFrameChg>
        <pc:graphicFrameChg chg="add del mod">
          <ac:chgData name="DING, Wenlong" userId="2462c282-915a-45d3-817d-b87203e0e2e0" providerId="ADAL" clId="{ED5B88C7-1FD3-AE47-AD7F-7618EFE6C884}" dt="2023-11-13T03:49:20.681" v="495"/>
          <ac:graphicFrameMkLst>
            <pc:docMk/>
            <pc:sldMk cId="0" sldId="258"/>
            <ac:graphicFrameMk id="6" creationId="{0CC51C6E-66B2-FA10-DAA6-50C7622F73B8}"/>
          </ac:graphicFrameMkLst>
        </pc:graphicFrameChg>
      </pc:sldChg>
      <pc:sldChg chg="del">
        <pc:chgData name="DING, Wenlong" userId="2462c282-915a-45d3-817d-b87203e0e2e0" providerId="ADAL" clId="{ED5B88C7-1FD3-AE47-AD7F-7618EFE6C884}" dt="2023-11-13T05:31:15.853" v="604" actId="2696"/>
        <pc:sldMkLst>
          <pc:docMk/>
          <pc:sldMk cId="2475225684" sldId="274"/>
        </pc:sldMkLst>
      </pc:sldChg>
      <pc:sldChg chg="addSp delSp modSp mod">
        <pc:chgData name="DING, Wenlong" userId="2462c282-915a-45d3-817d-b87203e0e2e0" providerId="ADAL" clId="{ED5B88C7-1FD3-AE47-AD7F-7618EFE6C884}" dt="2023-11-13T05:56:47.172" v="643" actId="1076"/>
        <pc:sldMkLst>
          <pc:docMk/>
          <pc:sldMk cId="4188368259" sldId="275"/>
        </pc:sldMkLst>
        <pc:spChg chg="add mod">
          <ac:chgData name="DING, Wenlong" userId="2462c282-915a-45d3-817d-b87203e0e2e0" providerId="ADAL" clId="{ED5B88C7-1FD3-AE47-AD7F-7618EFE6C884}" dt="2023-11-13T05:55:14.665" v="635" actId="20577"/>
          <ac:spMkLst>
            <pc:docMk/>
            <pc:sldMk cId="4188368259" sldId="275"/>
            <ac:spMk id="3" creationId="{92E65FF1-8E66-306E-7899-F047D50C6A8B}"/>
          </ac:spMkLst>
        </pc:spChg>
        <pc:spChg chg="add del">
          <ac:chgData name="DING, Wenlong" userId="2462c282-915a-45d3-817d-b87203e0e2e0" providerId="ADAL" clId="{ED5B88C7-1FD3-AE47-AD7F-7618EFE6C884}" dt="2023-11-13T03:55:24.648" v="575" actId="478"/>
          <ac:spMkLst>
            <pc:docMk/>
            <pc:sldMk cId="4188368259" sldId="275"/>
            <ac:spMk id="4" creationId="{0569DBBD-2188-A0AC-763C-4DF473772C08}"/>
          </ac:spMkLst>
        </pc:spChg>
        <pc:spChg chg="del">
          <ac:chgData name="DING, Wenlong" userId="2462c282-915a-45d3-817d-b87203e0e2e0" providerId="ADAL" clId="{ED5B88C7-1FD3-AE47-AD7F-7618EFE6C884}" dt="2023-11-13T03:55:06.947" v="572" actId="478"/>
          <ac:spMkLst>
            <pc:docMk/>
            <pc:sldMk cId="4188368259" sldId="275"/>
            <ac:spMk id="5" creationId="{D8206A69-3CD6-3B12-E117-F4F8E60EC84B}"/>
          </ac:spMkLst>
        </pc:spChg>
        <pc:spChg chg="del">
          <ac:chgData name="DING, Wenlong" userId="2462c282-915a-45d3-817d-b87203e0e2e0" providerId="ADAL" clId="{ED5B88C7-1FD3-AE47-AD7F-7618EFE6C884}" dt="2023-11-13T03:55:03.274" v="571" actId="478"/>
          <ac:spMkLst>
            <pc:docMk/>
            <pc:sldMk cId="4188368259" sldId="275"/>
            <ac:spMk id="6" creationId="{608514B3-CB1F-A25A-DBFB-FFF7708D1EB9}"/>
          </ac:spMkLst>
        </pc:spChg>
        <pc:spChg chg="mod">
          <ac:chgData name="DING, Wenlong" userId="2462c282-915a-45d3-817d-b87203e0e2e0" providerId="ADAL" clId="{ED5B88C7-1FD3-AE47-AD7F-7618EFE6C884}" dt="2023-11-13T03:54:40.978" v="570" actId="20577"/>
          <ac:spMkLst>
            <pc:docMk/>
            <pc:sldMk cId="4188368259" sldId="275"/>
            <ac:spMk id="67" creationId="{00000000-0000-0000-0000-000000000000}"/>
          </ac:spMkLst>
        </pc:spChg>
        <pc:picChg chg="add del mod">
          <ac:chgData name="DING, Wenlong" userId="2462c282-915a-45d3-817d-b87203e0e2e0" providerId="ADAL" clId="{ED5B88C7-1FD3-AE47-AD7F-7618EFE6C884}" dt="2023-11-13T05:56:35.515" v="638" actId="478"/>
          <ac:picMkLst>
            <pc:docMk/>
            <pc:sldMk cId="4188368259" sldId="275"/>
            <ac:picMk id="2" creationId="{7A50483F-C183-09A4-73AA-A6FFF0BEDD7C}"/>
          </ac:picMkLst>
        </pc:picChg>
        <pc:picChg chg="add mod">
          <ac:chgData name="DING, Wenlong" userId="2462c282-915a-45d3-817d-b87203e0e2e0" providerId="ADAL" clId="{ED5B88C7-1FD3-AE47-AD7F-7618EFE6C884}" dt="2023-11-13T05:56:47.172" v="643" actId="1076"/>
          <ac:picMkLst>
            <pc:docMk/>
            <pc:sldMk cId="4188368259" sldId="275"/>
            <ac:picMk id="4" creationId="{C3D85507-C8E1-C489-761A-79164E81D622}"/>
          </ac:picMkLst>
        </pc:picChg>
      </pc:sldChg>
      <pc:sldChg chg="addSp modSp add mod">
        <pc:chgData name="DING, Wenlong" userId="2462c282-915a-45d3-817d-b87203e0e2e0" providerId="ADAL" clId="{ED5B88C7-1FD3-AE47-AD7F-7618EFE6C884}" dt="2023-11-13T06:49:58.602" v="1259" actId="123"/>
        <pc:sldMkLst>
          <pc:docMk/>
          <pc:sldMk cId="3655629286" sldId="276"/>
        </pc:sldMkLst>
        <pc:spChg chg="mod">
          <ac:chgData name="DING, Wenlong" userId="2462c282-915a-45d3-817d-b87203e0e2e0" providerId="ADAL" clId="{ED5B88C7-1FD3-AE47-AD7F-7618EFE6C884}" dt="2023-11-13T06:49:58.602" v="1259" actId="123"/>
          <ac:spMkLst>
            <pc:docMk/>
            <pc:sldMk cId="3655629286" sldId="276"/>
            <ac:spMk id="3" creationId="{92E65FF1-8E66-306E-7899-F047D50C6A8B}"/>
          </ac:spMkLst>
        </pc:spChg>
        <pc:spChg chg="add mod">
          <ac:chgData name="DING, Wenlong" userId="2462c282-915a-45d3-817d-b87203e0e2e0" providerId="ADAL" clId="{ED5B88C7-1FD3-AE47-AD7F-7618EFE6C884}" dt="2023-11-13T06:39:54.812" v="998" actId="1076"/>
          <ac:spMkLst>
            <pc:docMk/>
            <pc:sldMk cId="3655629286" sldId="276"/>
            <ac:spMk id="5" creationId="{54D851C1-E327-4B78-8163-DF5DD2C542B4}"/>
          </ac:spMkLst>
        </pc:spChg>
        <pc:picChg chg="add mod">
          <ac:chgData name="DING, Wenlong" userId="2462c282-915a-45d3-817d-b87203e0e2e0" providerId="ADAL" clId="{ED5B88C7-1FD3-AE47-AD7F-7618EFE6C884}" dt="2023-11-13T05:58:10.708" v="677" actId="1076"/>
          <ac:picMkLst>
            <pc:docMk/>
            <pc:sldMk cId="3655629286" sldId="276"/>
            <ac:picMk id="2" creationId="{B651DE74-4AAD-7242-7A6B-FA8EE173CD2E}"/>
          </ac:picMkLst>
        </pc:picChg>
      </pc:sldChg>
      <pc:sldChg chg="del">
        <pc:chgData name="DING, Wenlong" userId="2462c282-915a-45d3-817d-b87203e0e2e0" providerId="ADAL" clId="{ED5B88C7-1FD3-AE47-AD7F-7618EFE6C884}" dt="2023-11-13T05:31:14.728" v="598" actId="2696"/>
        <pc:sldMkLst>
          <pc:docMk/>
          <pc:sldMk cId="4248956976" sldId="276"/>
        </pc:sldMkLst>
      </pc:sldChg>
      <pc:sldChg chg="addSp delSp modSp add mod">
        <pc:chgData name="DING, Wenlong" userId="2462c282-915a-45d3-817d-b87203e0e2e0" providerId="ADAL" clId="{ED5B88C7-1FD3-AE47-AD7F-7618EFE6C884}" dt="2023-11-13T06:50:19.044" v="1260" actId="123"/>
        <pc:sldMkLst>
          <pc:docMk/>
          <pc:sldMk cId="417617620" sldId="277"/>
        </pc:sldMkLst>
        <pc:spChg chg="mod">
          <ac:chgData name="DING, Wenlong" userId="2462c282-915a-45d3-817d-b87203e0e2e0" providerId="ADAL" clId="{ED5B88C7-1FD3-AE47-AD7F-7618EFE6C884}" dt="2023-11-13T06:23:05.967" v="719" actId="20577"/>
          <ac:spMkLst>
            <pc:docMk/>
            <pc:sldMk cId="417617620" sldId="277"/>
            <ac:spMk id="3" creationId="{92E65FF1-8E66-306E-7899-F047D50C6A8B}"/>
          </ac:spMkLst>
        </pc:spChg>
        <pc:spChg chg="add del mod">
          <ac:chgData name="DING, Wenlong" userId="2462c282-915a-45d3-817d-b87203e0e2e0" providerId="ADAL" clId="{ED5B88C7-1FD3-AE47-AD7F-7618EFE6C884}" dt="2023-11-13T06:14:16.217" v="702" actId="478"/>
          <ac:spMkLst>
            <pc:docMk/>
            <pc:sldMk cId="417617620" sldId="277"/>
            <ac:spMk id="5" creationId="{218955E6-154E-2E12-AB1B-5488C5B61C0B}"/>
          </ac:spMkLst>
        </pc:spChg>
        <pc:spChg chg="add del mod">
          <ac:chgData name="DING, Wenlong" userId="2462c282-915a-45d3-817d-b87203e0e2e0" providerId="ADAL" clId="{ED5B88C7-1FD3-AE47-AD7F-7618EFE6C884}" dt="2023-11-13T06:29:00.640" v="727"/>
          <ac:spMkLst>
            <pc:docMk/>
            <pc:sldMk cId="417617620" sldId="277"/>
            <ac:spMk id="6" creationId="{E96467BD-FE3A-6290-31C5-2A9FB13034D1}"/>
          </ac:spMkLst>
        </pc:spChg>
        <pc:spChg chg="add mod">
          <ac:chgData name="DING, Wenlong" userId="2462c282-915a-45d3-817d-b87203e0e2e0" providerId="ADAL" clId="{ED5B88C7-1FD3-AE47-AD7F-7618EFE6C884}" dt="2023-11-13T06:50:19.044" v="1260" actId="123"/>
          <ac:spMkLst>
            <pc:docMk/>
            <pc:sldMk cId="417617620" sldId="277"/>
            <ac:spMk id="8" creationId="{D8E6B4AD-F27F-E988-03BA-3EFE72BB3022}"/>
          </ac:spMkLst>
        </pc:spChg>
        <pc:spChg chg="mod">
          <ac:chgData name="DING, Wenlong" userId="2462c282-915a-45d3-817d-b87203e0e2e0" providerId="ADAL" clId="{ED5B88C7-1FD3-AE47-AD7F-7618EFE6C884}" dt="2023-11-13T05:58:35.781" v="680" actId="20577"/>
          <ac:spMkLst>
            <pc:docMk/>
            <pc:sldMk cId="417617620" sldId="277"/>
            <ac:spMk id="67" creationId="{00000000-0000-0000-0000-000000000000}"/>
          </ac:spMkLst>
        </pc:spChg>
        <pc:picChg chg="del">
          <ac:chgData name="DING, Wenlong" userId="2462c282-915a-45d3-817d-b87203e0e2e0" providerId="ADAL" clId="{ED5B88C7-1FD3-AE47-AD7F-7618EFE6C884}" dt="2023-11-13T05:58:53.432" v="682" actId="478"/>
          <ac:picMkLst>
            <pc:docMk/>
            <pc:sldMk cId="417617620" sldId="277"/>
            <ac:picMk id="2" creationId="{B651DE74-4AAD-7242-7A6B-FA8EE173CD2E}"/>
          </ac:picMkLst>
        </pc:picChg>
        <pc:picChg chg="add mod">
          <ac:chgData name="DING, Wenlong" userId="2462c282-915a-45d3-817d-b87203e0e2e0" providerId="ADAL" clId="{ED5B88C7-1FD3-AE47-AD7F-7618EFE6C884}" dt="2023-11-13T06:32:16.293" v="967" actId="1076"/>
          <ac:picMkLst>
            <pc:docMk/>
            <pc:sldMk cId="417617620" sldId="277"/>
            <ac:picMk id="4" creationId="{77A06123-DE12-82BD-BBDC-1B7724808F83}"/>
          </ac:picMkLst>
        </pc:picChg>
      </pc:sldChg>
      <pc:sldChg chg="addSp delSp modSp add mod">
        <pc:chgData name="DING, Wenlong" userId="2462c282-915a-45d3-817d-b87203e0e2e0" providerId="ADAL" clId="{ED5B88C7-1FD3-AE47-AD7F-7618EFE6C884}" dt="2023-11-20T00:54:05.389" v="1274" actId="478"/>
        <pc:sldMkLst>
          <pc:docMk/>
          <pc:sldMk cId="2156317371" sldId="278"/>
        </pc:sldMkLst>
        <pc:spChg chg="mod">
          <ac:chgData name="DING, Wenlong" userId="2462c282-915a-45d3-817d-b87203e0e2e0" providerId="ADAL" clId="{ED5B88C7-1FD3-AE47-AD7F-7618EFE6C884}" dt="2023-11-13T06:40:43.611" v="1002"/>
          <ac:spMkLst>
            <pc:docMk/>
            <pc:sldMk cId="2156317371" sldId="278"/>
            <ac:spMk id="3" creationId="{92E65FF1-8E66-306E-7899-F047D50C6A8B}"/>
          </ac:spMkLst>
        </pc:spChg>
        <pc:spChg chg="del">
          <ac:chgData name="DING, Wenlong" userId="2462c282-915a-45d3-817d-b87203e0e2e0" providerId="ADAL" clId="{ED5B88C7-1FD3-AE47-AD7F-7618EFE6C884}" dt="2023-11-13T06:40:52.716" v="1004" actId="478"/>
          <ac:spMkLst>
            <pc:docMk/>
            <pc:sldMk cId="2156317371" sldId="278"/>
            <ac:spMk id="8" creationId="{D8E6B4AD-F27F-E988-03BA-3EFE72BB3022}"/>
          </ac:spMkLst>
        </pc:spChg>
        <pc:spChg chg="mod">
          <ac:chgData name="DING, Wenlong" userId="2462c282-915a-45d3-817d-b87203e0e2e0" providerId="ADAL" clId="{ED5B88C7-1FD3-AE47-AD7F-7618EFE6C884}" dt="2023-11-13T06:40:37.371" v="1001" actId="20577"/>
          <ac:spMkLst>
            <pc:docMk/>
            <pc:sldMk cId="2156317371" sldId="278"/>
            <ac:spMk id="67" creationId="{00000000-0000-0000-0000-000000000000}"/>
          </ac:spMkLst>
        </pc:spChg>
        <pc:picChg chg="add del">
          <ac:chgData name="DING, Wenlong" userId="2462c282-915a-45d3-817d-b87203e0e2e0" providerId="ADAL" clId="{ED5B88C7-1FD3-AE47-AD7F-7618EFE6C884}" dt="2023-11-20T00:54:05.389" v="1274" actId="478"/>
          <ac:picMkLst>
            <pc:docMk/>
            <pc:sldMk cId="2156317371" sldId="278"/>
            <ac:picMk id="2" creationId="{3C3263E9-FE0C-5C00-235E-FA996CB5A686}"/>
          </ac:picMkLst>
        </pc:picChg>
        <pc:picChg chg="add del">
          <ac:chgData name="DING, Wenlong" userId="2462c282-915a-45d3-817d-b87203e0e2e0" providerId="ADAL" clId="{ED5B88C7-1FD3-AE47-AD7F-7618EFE6C884}" dt="2023-11-13T06:45:27.520" v="1006" actId="478"/>
          <ac:picMkLst>
            <pc:docMk/>
            <pc:sldMk cId="2156317371" sldId="278"/>
            <ac:picMk id="2" creationId="{531F8D93-D54C-0AA5-8960-E453A01D2CE2}"/>
          </ac:picMkLst>
        </pc:picChg>
        <pc:picChg chg="del">
          <ac:chgData name="DING, Wenlong" userId="2462c282-915a-45d3-817d-b87203e0e2e0" providerId="ADAL" clId="{ED5B88C7-1FD3-AE47-AD7F-7618EFE6C884}" dt="2023-11-13T06:40:49.499" v="1003" actId="478"/>
          <ac:picMkLst>
            <pc:docMk/>
            <pc:sldMk cId="2156317371" sldId="278"/>
            <ac:picMk id="4" creationId="{77A06123-DE12-82BD-BBDC-1B7724808F83}"/>
          </ac:picMkLst>
        </pc:picChg>
        <pc:picChg chg="add mod">
          <ac:chgData name="DING, Wenlong" userId="2462c282-915a-45d3-817d-b87203e0e2e0" providerId="ADAL" clId="{ED5B88C7-1FD3-AE47-AD7F-7618EFE6C884}" dt="2023-11-15T08:13:38.829" v="1272" actId="1076"/>
          <ac:picMkLst>
            <pc:docMk/>
            <pc:sldMk cId="2156317371" sldId="278"/>
            <ac:picMk id="5" creationId="{BC50AFD5-2AD7-F967-3287-992121703ECD}"/>
          </ac:picMkLst>
        </pc:picChg>
      </pc:sldChg>
      <pc:sldChg chg="del">
        <pc:chgData name="DING, Wenlong" userId="2462c282-915a-45d3-817d-b87203e0e2e0" providerId="ADAL" clId="{ED5B88C7-1FD3-AE47-AD7F-7618EFE6C884}" dt="2023-11-13T05:31:14.860" v="599" actId="2696"/>
        <pc:sldMkLst>
          <pc:docMk/>
          <pc:sldMk cId="2286679438" sldId="278"/>
        </pc:sldMkLst>
      </pc:sldChg>
      <pc:sldChg chg="addSp delSp modSp add mod">
        <pc:chgData name="DING, Wenlong" userId="2462c282-915a-45d3-817d-b87203e0e2e0" providerId="ADAL" clId="{ED5B88C7-1FD3-AE47-AD7F-7618EFE6C884}" dt="2023-11-20T04:59:17.875" v="1561" actId="1076"/>
        <pc:sldMkLst>
          <pc:docMk/>
          <pc:sldMk cId="2684432229" sldId="279"/>
        </pc:sldMkLst>
        <pc:spChg chg="del">
          <ac:chgData name="DING, Wenlong" userId="2462c282-915a-45d3-817d-b87203e0e2e0" providerId="ADAL" clId="{ED5B88C7-1FD3-AE47-AD7F-7618EFE6C884}" dt="2023-11-13T06:45:59.967" v="1013" actId="478"/>
          <ac:spMkLst>
            <pc:docMk/>
            <pc:sldMk cId="2684432229" sldId="279"/>
            <ac:spMk id="3" creationId="{92E65FF1-8E66-306E-7899-F047D50C6A8B}"/>
          </ac:spMkLst>
        </pc:spChg>
        <pc:spChg chg="add del mod">
          <ac:chgData name="DING, Wenlong" userId="2462c282-915a-45d3-817d-b87203e0e2e0" providerId="ADAL" clId="{ED5B88C7-1FD3-AE47-AD7F-7618EFE6C884}" dt="2023-11-13T06:46:10.040" v="1017" actId="22"/>
          <ac:spMkLst>
            <pc:docMk/>
            <pc:sldMk cId="2684432229" sldId="279"/>
            <ac:spMk id="4" creationId="{761C3AE9-E25C-A04C-54BF-EE0CD39F41E9}"/>
          </ac:spMkLst>
        </pc:spChg>
        <pc:spChg chg="add del mod">
          <ac:chgData name="DING, Wenlong" userId="2462c282-915a-45d3-817d-b87203e0e2e0" providerId="ADAL" clId="{ED5B88C7-1FD3-AE47-AD7F-7618EFE6C884}" dt="2023-11-13T06:48:09.432" v="1237" actId="478"/>
          <ac:spMkLst>
            <pc:docMk/>
            <pc:sldMk cId="2684432229" sldId="279"/>
            <ac:spMk id="6" creationId="{00829BAD-5EDB-DABF-0188-0870C4780237}"/>
          </ac:spMkLst>
        </pc:spChg>
        <pc:spChg chg="add mod">
          <ac:chgData name="DING, Wenlong" userId="2462c282-915a-45d3-817d-b87203e0e2e0" providerId="ADAL" clId="{ED5B88C7-1FD3-AE47-AD7F-7618EFE6C884}" dt="2023-11-20T04:51:14.283" v="1353" actId="1076"/>
          <ac:spMkLst>
            <pc:docMk/>
            <pc:sldMk cId="2684432229" sldId="279"/>
            <ac:spMk id="8" creationId="{9202A0FA-C97F-DCDA-9447-BDBEE55B1BAB}"/>
          </ac:spMkLst>
        </pc:spChg>
        <pc:spChg chg="mod">
          <ac:chgData name="DING, Wenlong" userId="2462c282-915a-45d3-817d-b87203e0e2e0" providerId="ADAL" clId="{ED5B88C7-1FD3-AE47-AD7F-7618EFE6C884}" dt="2023-11-13T06:45:51.404" v="1012" actId="20577"/>
          <ac:spMkLst>
            <pc:docMk/>
            <pc:sldMk cId="2684432229" sldId="279"/>
            <ac:spMk id="67" creationId="{00000000-0000-0000-0000-000000000000}"/>
          </ac:spMkLst>
        </pc:spChg>
        <pc:picChg chg="add del mod">
          <ac:chgData name="DING, Wenlong" userId="2462c282-915a-45d3-817d-b87203e0e2e0" providerId="ADAL" clId="{ED5B88C7-1FD3-AE47-AD7F-7618EFE6C884}" dt="2023-11-20T04:59:02.241" v="1556" actId="478"/>
          <ac:picMkLst>
            <pc:docMk/>
            <pc:sldMk cId="2684432229" sldId="279"/>
            <ac:picMk id="2" creationId="{E0603387-680B-B063-22A7-B7121FE29032}"/>
          </ac:picMkLst>
        </pc:picChg>
        <pc:picChg chg="add mod">
          <ac:chgData name="DING, Wenlong" userId="2462c282-915a-45d3-817d-b87203e0e2e0" providerId="ADAL" clId="{ED5B88C7-1FD3-AE47-AD7F-7618EFE6C884}" dt="2023-11-20T04:59:17.875" v="1561" actId="1076"/>
          <ac:picMkLst>
            <pc:docMk/>
            <pc:sldMk cId="2684432229" sldId="279"/>
            <ac:picMk id="3" creationId="{C0EF5ACA-4C5F-9627-8D5C-9F71C105BACF}"/>
          </ac:picMkLst>
        </pc:picChg>
      </pc:sldChg>
      <pc:sldChg chg="del">
        <pc:chgData name="DING, Wenlong" userId="2462c282-915a-45d3-817d-b87203e0e2e0" providerId="ADAL" clId="{ED5B88C7-1FD3-AE47-AD7F-7618EFE6C884}" dt="2023-11-13T05:31:15.102" v="600" actId="2696"/>
        <pc:sldMkLst>
          <pc:docMk/>
          <pc:sldMk cId="3205117471" sldId="280"/>
        </pc:sldMkLst>
      </pc:sldChg>
      <pc:sldChg chg="addSp delSp modSp add mod">
        <pc:chgData name="DING, Wenlong" userId="2462c282-915a-45d3-817d-b87203e0e2e0" providerId="ADAL" clId="{ED5B88C7-1FD3-AE47-AD7F-7618EFE6C884}" dt="2023-11-20T04:57:22.848" v="1555" actId="1076"/>
        <pc:sldMkLst>
          <pc:docMk/>
          <pc:sldMk cId="3844427625" sldId="280"/>
        </pc:sldMkLst>
        <pc:spChg chg="add mod">
          <ac:chgData name="DING, Wenlong" userId="2462c282-915a-45d3-817d-b87203e0e2e0" providerId="ADAL" clId="{ED5B88C7-1FD3-AE47-AD7F-7618EFE6C884}" dt="2023-11-20T04:57:17.213" v="1553" actId="1076"/>
          <ac:spMkLst>
            <pc:docMk/>
            <pc:sldMk cId="3844427625" sldId="280"/>
            <ac:spMk id="4" creationId="{8090F6F2-6FC5-D6D6-7035-6B09F247F7A6}"/>
          </ac:spMkLst>
        </pc:spChg>
        <pc:spChg chg="del">
          <ac:chgData name="DING, Wenlong" userId="2462c282-915a-45d3-817d-b87203e0e2e0" providerId="ADAL" clId="{ED5B88C7-1FD3-AE47-AD7F-7618EFE6C884}" dt="2023-11-20T04:51:35.707" v="1355" actId="478"/>
          <ac:spMkLst>
            <pc:docMk/>
            <pc:sldMk cId="3844427625" sldId="280"/>
            <ac:spMk id="8" creationId="{9202A0FA-C97F-DCDA-9447-BDBEE55B1BAB}"/>
          </ac:spMkLst>
        </pc:spChg>
        <pc:spChg chg="mod">
          <ac:chgData name="DING, Wenlong" userId="2462c282-915a-45d3-817d-b87203e0e2e0" providerId="ADAL" clId="{ED5B88C7-1FD3-AE47-AD7F-7618EFE6C884}" dt="2023-11-20T04:52:15.310" v="1364" actId="20577"/>
          <ac:spMkLst>
            <pc:docMk/>
            <pc:sldMk cId="3844427625" sldId="280"/>
            <ac:spMk id="67" creationId="{00000000-0000-0000-0000-000000000000}"/>
          </ac:spMkLst>
        </pc:spChg>
        <pc:picChg chg="del">
          <ac:chgData name="DING, Wenlong" userId="2462c282-915a-45d3-817d-b87203e0e2e0" providerId="ADAL" clId="{ED5B88C7-1FD3-AE47-AD7F-7618EFE6C884}" dt="2023-11-20T04:52:07.950" v="1356" actId="478"/>
          <ac:picMkLst>
            <pc:docMk/>
            <pc:sldMk cId="3844427625" sldId="280"/>
            <ac:picMk id="2" creationId="{E0603387-680B-B063-22A7-B7121FE29032}"/>
          </ac:picMkLst>
        </pc:picChg>
        <pc:picChg chg="add mod">
          <ac:chgData name="DING, Wenlong" userId="2462c282-915a-45d3-817d-b87203e0e2e0" providerId="ADAL" clId="{ED5B88C7-1FD3-AE47-AD7F-7618EFE6C884}" dt="2023-11-20T04:57:22.848" v="1555" actId="1076"/>
          <ac:picMkLst>
            <pc:docMk/>
            <pc:sldMk cId="3844427625" sldId="280"/>
            <ac:picMk id="3" creationId="{FE972176-B195-1B31-D6F6-9802331C4D46}"/>
          </ac:picMkLst>
        </pc:picChg>
      </pc:sldChg>
      <pc:sldChg chg="del">
        <pc:chgData name="DING, Wenlong" userId="2462c282-915a-45d3-817d-b87203e0e2e0" providerId="ADAL" clId="{ED5B88C7-1FD3-AE47-AD7F-7618EFE6C884}" dt="2023-11-13T05:31:15.488" v="602" actId="2696"/>
        <pc:sldMkLst>
          <pc:docMk/>
          <pc:sldMk cId="3684504715" sldId="281"/>
        </pc:sldMkLst>
      </pc:sldChg>
      <pc:sldChg chg="del">
        <pc:chgData name="DING, Wenlong" userId="2462c282-915a-45d3-817d-b87203e0e2e0" providerId="ADAL" clId="{ED5B88C7-1FD3-AE47-AD7F-7618EFE6C884}" dt="2023-11-13T05:31:15.321" v="601" actId="2696"/>
        <pc:sldMkLst>
          <pc:docMk/>
          <pc:sldMk cId="2965921930" sldId="283"/>
        </pc:sldMkLst>
      </pc:sldChg>
      <pc:sldChg chg="del">
        <pc:chgData name="DING, Wenlong" userId="2462c282-915a-45d3-817d-b87203e0e2e0" providerId="ADAL" clId="{ED5B88C7-1FD3-AE47-AD7F-7618EFE6C884}" dt="2023-11-13T05:31:15.687" v="603" actId="2696"/>
        <pc:sldMkLst>
          <pc:docMk/>
          <pc:sldMk cId="1057335085" sldId="284"/>
        </pc:sldMkLst>
      </pc:sldChg>
      <pc:sldChg chg="del">
        <pc:chgData name="DING, Wenlong" userId="2462c282-915a-45d3-817d-b87203e0e2e0" providerId="ADAL" clId="{ED5B88C7-1FD3-AE47-AD7F-7618EFE6C884}" dt="2023-11-13T05:31:16.033" v="605" actId="2696"/>
        <pc:sldMkLst>
          <pc:docMk/>
          <pc:sldMk cId="922675022" sldId="286"/>
        </pc:sldMkLst>
      </pc:sldChg>
      <pc:sldChg chg="del">
        <pc:chgData name="DING, Wenlong" userId="2462c282-915a-45d3-817d-b87203e0e2e0" providerId="ADAL" clId="{ED5B88C7-1FD3-AE47-AD7F-7618EFE6C884}" dt="2023-11-13T05:31:16.572" v="606" actId="2696"/>
        <pc:sldMkLst>
          <pc:docMk/>
          <pc:sldMk cId="4093359681" sldId="287"/>
        </pc:sldMkLst>
      </pc:sldChg>
      <pc:sldChg chg="del">
        <pc:chgData name="DING, Wenlong" userId="2462c282-915a-45d3-817d-b87203e0e2e0" providerId="ADAL" clId="{ED5B88C7-1FD3-AE47-AD7F-7618EFE6C884}" dt="2023-11-13T05:31:18.837" v="607" actId="2696"/>
        <pc:sldMkLst>
          <pc:docMk/>
          <pc:sldMk cId="4263844469" sldId="288"/>
        </pc:sldMkLst>
      </pc:sldChg>
    </pc:docChg>
  </pc:docChgLst>
  <pc:docChgLst>
    <pc:chgData name="DING, Wenlong" userId="2462c282-915a-45d3-817d-b87203e0e2e0" providerId="ADAL" clId="{2CDD1876-28DB-B948-ACF9-F9A2A6DDAF5B}"/>
    <pc:docChg chg="undo custSel addSld delSld modSld sldOrd">
      <pc:chgData name="DING, Wenlong" userId="2462c282-915a-45d3-817d-b87203e0e2e0" providerId="ADAL" clId="{2CDD1876-28DB-B948-ACF9-F9A2A6DDAF5B}" dt="2023-11-21T14:00:25.679" v="2658" actId="20577"/>
      <pc:docMkLst>
        <pc:docMk/>
      </pc:docMkLst>
      <pc:sldChg chg="modSp mod">
        <pc:chgData name="DING, Wenlong" userId="2462c282-915a-45d3-817d-b87203e0e2e0" providerId="ADAL" clId="{2CDD1876-28DB-B948-ACF9-F9A2A6DDAF5B}" dt="2023-11-20T05:18:15.080" v="1" actId="20577"/>
        <pc:sldMkLst>
          <pc:docMk/>
          <pc:sldMk cId="0" sldId="256"/>
        </pc:sldMkLst>
        <pc:spChg chg="mod">
          <ac:chgData name="DING, Wenlong" userId="2462c282-915a-45d3-817d-b87203e0e2e0" providerId="ADAL" clId="{2CDD1876-28DB-B948-ACF9-F9A2A6DDAF5B}" dt="2023-11-20T05:18:15.080" v="1" actId="20577"/>
          <ac:spMkLst>
            <pc:docMk/>
            <pc:sldMk cId="0" sldId="256"/>
            <ac:spMk id="55" creationId="{00000000-0000-0000-0000-000000000000}"/>
          </ac:spMkLst>
        </pc:spChg>
      </pc:sldChg>
      <pc:sldChg chg="delSp modSp mod">
        <pc:chgData name="DING, Wenlong" userId="2462c282-915a-45d3-817d-b87203e0e2e0" providerId="ADAL" clId="{2CDD1876-28DB-B948-ACF9-F9A2A6DDAF5B}" dt="2023-11-21T13:23:20.186" v="2591" actId="20577"/>
        <pc:sldMkLst>
          <pc:docMk/>
          <pc:sldMk cId="0" sldId="257"/>
        </pc:sldMkLst>
        <pc:spChg chg="del">
          <ac:chgData name="DING, Wenlong" userId="2462c282-915a-45d3-817d-b87203e0e2e0" providerId="ADAL" clId="{2CDD1876-28DB-B948-ACF9-F9A2A6DDAF5B}" dt="2023-11-20T05:21:01.871" v="56" actId="478"/>
          <ac:spMkLst>
            <pc:docMk/>
            <pc:sldMk cId="0" sldId="257"/>
            <ac:spMk id="2" creationId="{1E41E757-C1A7-EBC3-D77F-6FFC07A69FE4}"/>
          </ac:spMkLst>
        </pc:spChg>
        <pc:spChg chg="del">
          <ac:chgData name="DING, Wenlong" userId="2462c282-915a-45d3-817d-b87203e0e2e0" providerId="ADAL" clId="{2CDD1876-28DB-B948-ACF9-F9A2A6DDAF5B}" dt="2023-11-20T05:21:04.592" v="57" actId="478"/>
          <ac:spMkLst>
            <pc:docMk/>
            <pc:sldMk cId="0" sldId="257"/>
            <ac:spMk id="6" creationId="{521354A8-472A-902E-A4DC-C661FF9A4C3B}"/>
          </ac:spMkLst>
        </pc:spChg>
        <pc:spChg chg="mod">
          <ac:chgData name="DING, Wenlong" userId="2462c282-915a-45d3-817d-b87203e0e2e0" providerId="ADAL" clId="{2CDD1876-28DB-B948-ACF9-F9A2A6DDAF5B}" dt="2023-11-20T05:25:31.674" v="335" actId="1076"/>
          <ac:spMkLst>
            <pc:docMk/>
            <pc:sldMk cId="0" sldId="257"/>
            <ac:spMk id="7" creationId="{F8860281-C070-187F-D59C-E4D76CDF6146}"/>
          </ac:spMkLst>
        </pc:spChg>
        <pc:spChg chg="mod">
          <ac:chgData name="DING, Wenlong" userId="2462c282-915a-45d3-817d-b87203e0e2e0" providerId="ADAL" clId="{2CDD1876-28DB-B948-ACF9-F9A2A6DDAF5B}" dt="2023-11-20T05:18:27.223" v="24" actId="20577"/>
          <ac:spMkLst>
            <pc:docMk/>
            <pc:sldMk cId="0" sldId="257"/>
            <ac:spMk id="60" creationId="{00000000-0000-0000-0000-000000000000}"/>
          </ac:spMkLst>
        </pc:spChg>
        <pc:spChg chg="mod">
          <ac:chgData name="DING, Wenlong" userId="2462c282-915a-45d3-817d-b87203e0e2e0" providerId="ADAL" clId="{2CDD1876-28DB-B948-ACF9-F9A2A6DDAF5B}" dt="2023-11-21T13:23:20.186" v="2591" actId="20577"/>
          <ac:spMkLst>
            <pc:docMk/>
            <pc:sldMk cId="0" sldId="257"/>
            <ac:spMk id="61" creationId="{00000000-0000-0000-0000-000000000000}"/>
          </ac:spMkLst>
        </pc:spChg>
      </pc:sldChg>
      <pc:sldChg chg="addSp delSp modSp mod">
        <pc:chgData name="DING, Wenlong" userId="2462c282-915a-45d3-817d-b87203e0e2e0" providerId="ADAL" clId="{2CDD1876-28DB-B948-ACF9-F9A2A6DDAF5B}" dt="2023-11-21T13:49:16.270" v="2642" actId="20577"/>
        <pc:sldMkLst>
          <pc:docMk/>
          <pc:sldMk cId="0" sldId="258"/>
        </pc:sldMkLst>
        <pc:spChg chg="add mod">
          <ac:chgData name="DING, Wenlong" userId="2462c282-915a-45d3-817d-b87203e0e2e0" providerId="ADAL" clId="{2CDD1876-28DB-B948-ACF9-F9A2A6DDAF5B}" dt="2023-11-21T13:49:16.270" v="2642" actId="20577"/>
          <ac:spMkLst>
            <pc:docMk/>
            <pc:sldMk cId="0" sldId="258"/>
            <ac:spMk id="2" creationId="{844B64A7-521F-D840-0895-9559096877C6}"/>
          </ac:spMkLst>
        </pc:spChg>
        <pc:spChg chg="add del mod">
          <ac:chgData name="DING, Wenlong" userId="2462c282-915a-45d3-817d-b87203e0e2e0" providerId="ADAL" clId="{2CDD1876-28DB-B948-ACF9-F9A2A6DDAF5B}" dt="2023-11-21T12:48:59.903" v="2562" actId="478"/>
          <ac:spMkLst>
            <pc:docMk/>
            <pc:sldMk cId="0" sldId="258"/>
            <ac:spMk id="3" creationId="{62CF3E2B-0662-6A32-29E3-600788904D4D}"/>
          </ac:spMkLst>
        </pc:spChg>
        <pc:spChg chg="mod">
          <ac:chgData name="DING, Wenlong" userId="2462c282-915a-45d3-817d-b87203e0e2e0" providerId="ADAL" clId="{2CDD1876-28DB-B948-ACF9-F9A2A6DDAF5B}" dt="2023-11-20T09:50:26.606" v="819" actId="20577"/>
          <ac:spMkLst>
            <pc:docMk/>
            <pc:sldMk cId="0" sldId="258"/>
            <ac:spMk id="67" creationId="{00000000-0000-0000-0000-000000000000}"/>
          </ac:spMkLst>
        </pc:spChg>
        <pc:graphicFrameChg chg="del">
          <ac:chgData name="DING, Wenlong" userId="2462c282-915a-45d3-817d-b87203e0e2e0" providerId="ADAL" clId="{2CDD1876-28DB-B948-ACF9-F9A2A6DDAF5B}" dt="2023-11-20T05:26:02.534" v="367" actId="478"/>
          <ac:graphicFrameMkLst>
            <pc:docMk/>
            <pc:sldMk cId="0" sldId="258"/>
            <ac:graphicFrameMk id="4" creationId="{9557E897-EFE5-37E0-9DE3-D07E44ECCFC9}"/>
          </ac:graphicFrameMkLst>
        </pc:graphicFrameChg>
        <pc:picChg chg="add del mod">
          <ac:chgData name="DING, Wenlong" userId="2462c282-915a-45d3-817d-b87203e0e2e0" providerId="ADAL" clId="{2CDD1876-28DB-B948-ACF9-F9A2A6DDAF5B}" dt="2023-11-21T13:21:34.641" v="2568" actId="478"/>
          <ac:picMkLst>
            <pc:docMk/>
            <pc:sldMk cId="0" sldId="258"/>
            <ac:picMk id="4" creationId="{FD7A6FFD-6F05-C070-2C20-0FA0D1FF3B74}"/>
          </ac:picMkLst>
        </pc:picChg>
        <pc:picChg chg="add mod">
          <ac:chgData name="DING, Wenlong" userId="2462c282-915a-45d3-817d-b87203e0e2e0" providerId="ADAL" clId="{2CDD1876-28DB-B948-ACF9-F9A2A6DDAF5B}" dt="2023-11-21T13:21:47.290" v="2572" actId="1076"/>
          <ac:picMkLst>
            <pc:docMk/>
            <pc:sldMk cId="0" sldId="258"/>
            <ac:picMk id="5" creationId="{9AB02A15-4FD1-5F23-7703-F64D083F7D58}"/>
          </ac:picMkLst>
        </pc:picChg>
      </pc:sldChg>
      <pc:sldChg chg="addSp delSp modSp mod">
        <pc:chgData name="DING, Wenlong" userId="2462c282-915a-45d3-817d-b87203e0e2e0" providerId="ADAL" clId="{2CDD1876-28DB-B948-ACF9-F9A2A6DDAF5B}" dt="2023-11-20T08:53:27.794" v="699" actId="1076"/>
        <pc:sldMkLst>
          <pc:docMk/>
          <pc:sldMk cId="4188368259" sldId="275"/>
        </pc:sldMkLst>
        <pc:spChg chg="mod">
          <ac:chgData name="DING, Wenlong" userId="2462c282-915a-45d3-817d-b87203e0e2e0" providerId="ADAL" clId="{2CDD1876-28DB-B948-ACF9-F9A2A6DDAF5B}" dt="2023-11-20T08:53:27.794" v="699" actId="1076"/>
          <ac:spMkLst>
            <pc:docMk/>
            <pc:sldMk cId="4188368259" sldId="275"/>
            <ac:spMk id="3" creationId="{92E65FF1-8E66-306E-7899-F047D50C6A8B}"/>
          </ac:spMkLst>
        </pc:spChg>
        <pc:spChg chg="add mod">
          <ac:chgData name="DING, Wenlong" userId="2462c282-915a-45d3-817d-b87203e0e2e0" providerId="ADAL" clId="{2CDD1876-28DB-B948-ACF9-F9A2A6DDAF5B}" dt="2023-11-20T08:53:27.794" v="699" actId="1076"/>
          <ac:spMkLst>
            <pc:docMk/>
            <pc:sldMk cId="4188368259" sldId="275"/>
            <ac:spMk id="5" creationId="{789B1149-85BE-95B9-3B24-783B97B8D79F}"/>
          </ac:spMkLst>
        </pc:spChg>
        <pc:spChg chg="mod">
          <ac:chgData name="DING, Wenlong" userId="2462c282-915a-45d3-817d-b87203e0e2e0" providerId="ADAL" clId="{2CDD1876-28DB-B948-ACF9-F9A2A6DDAF5B}" dt="2023-11-20T05:30:54.482" v="382" actId="20577"/>
          <ac:spMkLst>
            <pc:docMk/>
            <pc:sldMk cId="4188368259" sldId="275"/>
            <ac:spMk id="67" creationId="{00000000-0000-0000-0000-000000000000}"/>
          </ac:spMkLst>
        </pc:spChg>
        <pc:picChg chg="add del mod">
          <ac:chgData name="DING, Wenlong" userId="2462c282-915a-45d3-817d-b87203e0e2e0" providerId="ADAL" clId="{2CDD1876-28DB-B948-ACF9-F9A2A6DDAF5B}" dt="2023-11-20T06:28:47.335" v="629" actId="478"/>
          <ac:picMkLst>
            <pc:docMk/>
            <pc:sldMk cId="4188368259" sldId="275"/>
            <ac:picMk id="2" creationId="{3B2197C7-3411-FAD3-325C-ACDF52B305BD}"/>
          </ac:picMkLst>
        </pc:picChg>
        <pc:picChg chg="add mod">
          <ac:chgData name="DING, Wenlong" userId="2462c282-915a-45d3-817d-b87203e0e2e0" providerId="ADAL" clId="{2CDD1876-28DB-B948-ACF9-F9A2A6DDAF5B}" dt="2023-11-20T08:53:27.794" v="699" actId="1076"/>
          <ac:picMkLst>
            <pc:docMk/>
            <pc:sldMk cId="4188368259" sldId="275"/>
            <ac:picMk id="2" creationId="{F8E3E2A1-78FA-0587-3B45-141C484C473D}"/>
          </ac:picMkLst>
        </pc:picChg>
        <pc:picChg chg="del">
          <ac:chgData name="DING, Wenlong" userId="2462c282-915a-45d3-817d-b87203e0e2e0" providerId="ADAL" clId="{2CDD1876-28DB-B948-ACF9-F9A2A6DDAF5B}" dt="2023-11-20T05:32:10.310" v="499" actId="478"/>
          <ac:picMkLst>
            <pc:docMk/>
            <pc:sldMk cId="4188368259" sldId="275"/>
            <ac:picMk id="4" creationId="{C3D85507-C8E1-C489-761A-79164E81D622}"/>
          </ac:picMkLst>
        </pc:picChg>
      </pc:sldChg>
      <pc:sldChg chg="del">
        <pc:chgData name="DING, Wenlong" userId="2462c282-915a-45d3-817d-b87203e0e2e0" providerId="ADAL" clId="{2CDD1876-28DB-B948-ACF9-F9A2A6DDAF5B}" dt="2023-11-20T05:32:07" v="498" actId="2696"/>
        <pc:sldMkLst>
          <pc:docMk/>
          <pc:sldMk cId="3655629286" sldId="276"/>
        </pc:sldMkLst>
      </pc:sldChg>
      <pc:sldChg chg="del">
        <pc:chgData name="DING, Wenlong" userId="2462c282-915a-45d3-817d-b87203e0e2e0" providerId="ADAL" clId="{2CDD1876-28DB-B948-ACF9-F9A2A6DDAF5B}" dt="2023-11-20T05:36:07.016" v="594" actId="2696"/>
        <pc:sldMkLst>
          <pc:docMk/>
          <pc:sldMk cId="417617620" sldId="277"/>
        </pc:sldMkLst>
      </pc:sldChg>
      <pc:sldChg chg="del">
        <pc:chgData name="DING, Wenlong" userId="2462c282-915a-45d3-817d-b87203e0e2e0" providerId="ADAL" clId="{2CDD1876-28DB-B948-ACF9-F9A2A6DDAF5B}" dt="2023-11-20T05:36:07.232" v="595" actId="2696"/>
        <pc:sldMkLst>
          <pc:docMk/>
          <pc:sldMk cId="2156317371" sldId="278"/>
        </pc:sldMkLst>
      </pc:sldChg>
      <pc:sldChg chg="del">
        <pc:chgData name="DING, Wenlong" userId="2462c282-915a-45d3-817d-b87203e0e2e0" providerId="ADAL" clId="{2CDD1876-28DB-B948-ACF9-F9A2A6DDAF5B}" dt="2023-11-20T05:36:07.780" v="596" actId="2696"/>
        <pc:sldMkLst>
          <pc:docMk/>
          <pc:sldMk cId="2684432229" sldId="279"/>
        </pc:sldMkLst>
      </pc:sldChg>
      <pc:sldChg chg="del">
        <pc:chgData name="DING, Wenlong" userId="2462c282-915a-45d3-817d-b87203e0e2e0" providerId="ADAL" clId="{2CDD1876-28DB-B948-ACF9-F9A2A6DDAF5B}" dt="2023-11-20T05:36:08.179" v="597" actId="2696"/>
        <pc:sldMkLst>
          <pc:docMk/>
          <pc:sldMk cId="3844427625" sldId="280"/>
        </pc:sldMkLst>
      </pc:sldChg>
      <pc:sldChg chg="addSp modSp add del mod">
        <pc:chgData name="DING, Wenlong" userId="2462c282-915a-45d3-817d-b87203e0e2e0" providerId="ADAL" clId="{2CDD1876-28DB-B948-ACF9-F9A2A6DDAF5B}" dt="2023-11-20T05:34:02.787" v="538" actId="2696"/>
        <pc:sldMkLst>
          <pc:docMk/>
          <pc:sldMk cId="3158096190" sldId="281"/>
        </pc:sldMkLst>
        <pc:spChg chg="add mod">
          <ac:chgData name="DING, Wenlong" userId="2462c282-915a-45d3-817d-b87203e0e2e0" providerId="ADAL" clId="{2CDD1876-28DB-B948-ACF9-F9A2A6DDAF5B}" dt="2023-11-20T05:33:44.906" v="535" actId="20577"/>
          <ac:spMkLst>
            <pc:docMk/>
            <pc:sldMk cId="3158096190" sldId="281"/>
            <ac:spMk id="2" creationId="{D7C77FBA-7D1D-E04E-4877-838C06AEFD55}"/>
          </ac:spMkLst>
        </pc:spChg>
        <pc:spChg chg="mod">
          <ac:chgData name="DING, Wenlong" userId="2462c282-915a-45d3-817d-b87203e0e2e0" providerId="ADAL" clId="{2CDD1876-28DB-B948-ACF9-F9A2A6DDAF5B}" dt="2023-11-20T05:33:30.818" v="529" actId="20577"/>
          <ac:spMkLst>
            <pc:docMk/>
            <pc:sldMk cId="3158096190" sldId="281"/>
            <ac:spMk id="3" creationId="{92E65FF1-8E66-306E-7899-F047D50C6A8B}"/>
          </ac:spMkLst>
        </pc:spChg>
        <pc:spChg chg="mod">
          <ac:chgData name="DING, Wenlong" userId="2462c282-915a-45d3-817d-b87203e0e2e0" providerId="ADAL" clId="{2CDD1876-28DB-B948-ACF9-F9A2A6DDAF5B}" dt="2023-11-20T05:33:14.181" v="526" actId="20577"/>
          <ac:spMkLst>
            <pc:docMk/>
            <pc:sldMk cId="3158096190" sldId="281"/>
            <ac:spMk id="67" creationId="{00000000-0000-0000-0000-000000000000}"/>
          </ac:spMkLst>
        </pc:spChg>
      </pc:sldChg>
      <pc:sldChg chg="addSp modSp add mod">
        <pc:chgData name="DING, Wenlong" userId="2462c282-915a-45d3-817d-b87203e0e2e0" providerId="ADAL" clId="{2CDD1876-28DB-B948-ACF9-F9A2A6DDAF5B}" dt="2023-11-20T10:17:41.603" v="1052" actId="14100"/>
        <pc:sldMkLst>
          <pc:docMk/>
          <pc:sldMk cId="3078507968" sldId="282"/>
        </pc:sldMkLst>
        <pc:spChg chg="add mod">
          <ac:chgData name="DING, Wenlong" userId="2462c282-915a-45d3-817d-b87203e0e2e0" providerId="ADAL" clId="{2CDD1876-28DB-B948-ACF9-F9A2A6DDAF5B}" dt="2023-11-20T08:53:46.122" v="702" actId="1076"/>
          <ac:spMkLst>
            <pc:docMk/>
            <pc:sldMk cId="3078507968" sldId="282"/>
            <ac:spMk id="2" creationId="{C2518180-B1DD-D817-2A1C-D8D64380E47B}"/>
          </ac:spMkLst>
        </pc:spChg>
        <pc:spChg chg="mod">
          <ac:chgData name="DING, Wenlong" userId="2462c282-915a-45d3-817d-b87203e0e2e0" providerId="ADAL" clId="{2CDD1876-28DB-B948-ACF9-F9A2A6DDAF5B}" dt="2023-11-20T08:53:46.122" v="702" actId="1076"/>
          <ac:spMkLst>
            <pc:docMk/>
            <pc:sldMk cId="3078507968" sldId="282"/>
            <ac:spMk id="3" creationId="{92E65FF1-8E66-306E-7899-F047D50C6A8B}"/>
          </ac:spMkLst>
        </pc:spChg>
        <pc:spChg chg="add mod">
          <ac:chgData name="DING, Wenlong" userId="2462c282-915a-45d3-817d-b87203e0e2e0" providerId="ADAL" clId="{2CDD1876-28DB-B948-ACF9-F9A2A6DDAF5B}" dt="2023-11-20T08:53:46.122" v="702" actId="1076"/>
          <ac:spMkLst>
            <pc:docMk/>
            <pc:sldMk cId="3078507968" sldId="282"/>
            <ac:spMk id="5" creationId="{9E7BE34E-2A34-8AC2-3DFC-4D940846BA26}"/>
          </ac:spMkLst>
        </pc:spChg>
        <pc:spChg chg="add mod">
          <ac:chgData name="DING, Wenlong" userId="2462c282-915a-45d3-817d-b87203e0e2e0" providerId="ADAL" clId="{2CDD1876-28DB-B948-ACF9-F9A2A6DDAF5B}" dt="2023-11-20T10:17:41.603" v="1052" actId="14100"/>
          <ac:spMkLst>
            <pc:docMk/>
            <pc:sldMk cId="3078507968" sldId="282"/>
            <ac:spMk id="7" creationId="{2D778A9D-7583-15FF-C9CE-23B40D4C6F90}"/>
          </ac:spMkLst>
        </pc:spChg>
        <pc:spChg chg="mod">
          <ac:chgData name="DING, Wenlong" userId="2462c282-915a-45d3-817d-b87203e0e2e0" providerId="ADAL" clId="{2CDD1876-28DB-B948-ACF9-F9A2A6DDAF5B}" dt="2023-11-20T05:34:11.853" v="553" actId="20577"/>
          <ac:spMkLst>
            <pc:docMk/>
            <pc:sldMk cId="3078507968" sldId="282"/>
            <ac:spMk id="67" creationId="{00000000-0000-0000-0000-000000000000}"/>
          </ac:spMkLst>
        </pc:spChg>
        <pc:picChg chg="add mod">
          <ac:chgData name="DING, Wenlong" userId="2462c282-915a-45d3-817d-b87203e0e2e0" providerId="ADAL" clId="{2CDD1876-28DB-B948-ACF9-F9A2A6DDAF5B}" dt="2023-11-20T08:53:46.122" v="702" actId="1076"/>
          <ac:picMkLst>
            <pc:docMk/>
            <pc:sldMk cId="3078507968" sldId="282"/>
            <ac:picMk id="4" creationId="{2217B574-7DFF-E883-9FF5-B35E69F17FE9}"/>
          </ac:picMkLst>
        </pc:picChg>
      </pc:sldChg>
      <pc:sldChg chg="addSp delSp modSp add mod">
        <pc:chgData name="DING, Wenlong" userId="2462c282-915a-45d3-817d-b87203e0e2e0" providerId="ADAL" clId="{2CDD1876-28DB-B948-ACF9-F9A2A6DDAF5B}" dt="2023-11-20T10:18:13.965" v="1065" actId="20577"/>
        <pc:sldMkLst>
          <pc:docMk/>
          <pc:sldMk cId="309673176" sldId="283"/>
        </pc:sldMkLst>
        <pc:spChg chg="del mod">
          <ac:chgData name="DING, Wenlong" userId="2462c282-915a-45d3-817d-b87203e0e2e0" providerId="ADAL" clId="{2CDD1876-28DB-B948-ACF9-F9A2A6DDAF5B}" dt="2023-11-20T05:35:56.578" v="593" actId="478"/>
          <ac:spMkLst>
            <pc:docMk/>
            <pc:sldMk cId="309673176" sldId="283"/>
            <ac:spMk id="2" creationId="{C2518180-B1DD-D817-2A1C-D8D64380E47B}"/>
          </ac:spMkLst>
        </pc:spChg>
        <pc:spChg chg="mod">
          <ac:chgData name="DING, Wenlong" userId="2462c282-915a-45d3-817d-b87203e0e2e0" providerId="ADAL" clId="{2CDD1876-28DB-B948-ACF9-F9A2A6DDAF5B}" dt="2023-11-20T08:55:51.759" v="718" actId="1076"/>
          <ac:spMkLst>
            <pc:docMk/>
            <pc:sldMk cId="309673176" sldId="283"/>
            <ac:spMk id="3" creationId="{92E65FF1-8E66-306E-7899-F047D50C6A8B}"/>
          </ac:spMkLst>
        </pc:spChg>
        <pc:spChg chg="add mod">
          <ac:chgData name="DING, Wenlong" userId="2462c282-915a-45d3-817d-b87203e0e2e0" providerId="ADAL" clId="{2CDD1876-28DB-B948-ACF9-F9A2A6DDAF5B}" dt="2023-11-20T10:18:13.965" v="1065" actId="20577"/>
          <ac:spMkLst>
            <pc:docMk/>
            <pc:sldMk cId="309673176" sldId="283"/>
            <ac:spMk id="6" creationId="{E36DADC6-E966-85EC-605A-DBB695B1E474}"/>
          </ac:spMkLst>
        </pc:spChg>
        <pc:spChg chg="add mod">
          <ac:chgData name="DING, Wenlong" userId="2462c282-915a-45d3-817d-b87203e0e2e0" providerId="ADAL" clId="{2CDD1876-28DB-B948-ACF9-F9A2A6DDAF5B}" dt="2023-11-20T08:56:06.135" v="721" actId="1076"/>
          <ac:spMkLst>
            <pc:docMk/>
            <pc:sldMk cId="309673176" sldId="283"/>
            <ac:spMk id="7" creationId="{7FDA3B08-54AF-5EB9-06DD-EEDEFBB30AD7}"/>
          </ac:spMkLst>
        </pc:spChg>
        <pc:spChg chg="mod">
          <ac:chgData name="DING, Wenlong" userId="2462c282-915a-45d3-817d-b87203e0e2e0" providerId="ADAL" clId="{2CDD1876-28DB-B948-ACF9-F9A2A6DDAF5B}" dt="2023-11-20T05:35:51.738" v="590" actId="20577"/>
          <ac:spMkLst>
            <pc:docMk/>
            <pc:sldMk cId="309673176" sldId="283"/>
            <ac:spMk id="67" creationId="{00000000-0000-0000-0000-000000000000}"/>
          </ac:spMkLst>
        </pc:spChg>
        <pc:graphicFrameChg chg="add del mod">
          <ac:chgData name="DING, Wenlong" userId="2462c282-915a-45d3-817d-b87203e0e2e0" providerId="ADAL" clId="{2CDD1876-28DB-B948-ACF9-F9A2A6DDAF5B}" dt="2023-11-20T05:35:05.007" v="573"/>
          <ac:graphicFrameMkLst>
            <pc:docMk/>
            <pc:sldMk cId="309673176" sldId="283"/>
            <ac:graphicFrameMk id="4" creationId="{134A50A2-973C-04F3-EC01-34C4D0C9295F}"/>
          </ac:graphicFrameMkLst>
        </pc:graphicFrameChg>
        <pc:picChg chg="add del mod">
          <ac:chgData name="DING, Wenlong" userId="2462c282-915a-45d3-817d-b87203e0e2e0" providerId="ADAL" clId="{2CDD1876-28DB-B948-ACF9-F9A2A6DDAF5B}" dt="2023-11-20T08:54:41.933" v="706" actId="478"/>
          <ac:picMkLst>
            <pc:docMk/>
            <pc:sldMk cId="309673176" sldId="283"/>
            <ac:picMk id="2" creationId="{F8B55EB5-86F2-D4C3-6EED-B2EC98A0F265}"/>
          </ac:picMkLst>
        </pc:picChg>
        <pc:picChg chg="add mod">
          <ac:chgData name="DING, Wenlong" userId="2462c282-915a-45d3-817d-b87203e0e2e0" providerId="ADAL" clId="{2CDD1876-28DB-B948-ACF9-F9A2A6DDAF5B}" dt="2023-11-20T08:55:48.427" v="717" actId="1076"/>
          <ac:picMkLst>
            <pc:docMk/>
            <pc:sldMk cId="309673176" sldId="283"/>
            <ac:picMk id="4" creationId="{E425C9F8-3F60-9745-31E9-5C0C49065AC4}"/>
          </ac:picMkLst>
        </pc:picChg>
      </pc:sldChg>
      <pc:sldChg chg="addSp delSp modSp add mod delAnim modAnim">
        <pc:chgData name="DING, Wenlong" userId="2462c282-915a-45d3-817d-b87203e0e2e0" providerId="ADAL" clId="{2CDD1876-28DB-B948-ACF9-F9A2A6DDAF5B}" dt="2023-11-21T12:28:30.968" v="2012" actId="1076"/>
        <pc:sldMkLst>
          <pc:docMk/>
          <pc:sldMk cId="3082053680" sldId="284"/>
        </pc:sldMkLst>
        <pc:spChg chg="add del mod">
          <ac:chgData name="DING, Wenlong" userId="2462c282-915a-45d3-817d-b87203e0e2e0" providerId="ADAL" clId="{2CDD1876-28DB-B948-ACF9-F9A2A6DDAF5B}" dt="2023-11-21T12:22:25.724" v="1935" actId="478"/>
          <ac:spMkLst>
            <pc:docMk/>
            <pc:sldMk cId="3082053680" sldId="284"/>
            <ac:spMk id="3" creationId="{5EC19962-39C8-3A31-8249-34015E9933FC}"/>
          </ac:spMkLst>
        </pc:spChg>
        <pc:spChg chg="add del mod">
          <ac:chgData name="DING, Wenlong" userId="2462c282-915a-45d3-817d-b87203e0e2e0" providerId="ADAL" clId="{2CDD1876-28DB-B948-ACF9-F9A2A6DDAF5B}" dt="2023-11-21T11:55:14.721" v="1513" actId="478"/>
          <ac:spMkLst>
            <pc:docMk/>
            <pc:sldMk cId="3082053680" sldId="284"/>
            <ac:spMk id="4" creationId="{11711ED4-8055-8A5A-3912-4E68A2DAFAE4}"/>
          </ac:spMkLst>
        </pc:spChg>
        <pc:spChg chg="add mod">
          <ac:chgData name="DING, Wenlong" userId="2462c282-915a-45d3-817d-b87203e0e2e0" providerId="ADAL" clId="{2CDD1876-28DB-B948-ACF9-F9A2A6DDAF5B}" dt="2023-11-21T12:28:30.968" v="2012" actId="1076"/>
          <ac:spMkLst>
            <pc:docMk/>
            <pc:sldMk cId="3082053680" sldId="284"/>
            <ac:spMk id="5" creationId="{5845A0C0-CB30-F40D-AEB5-1B1FFE6F2D3F}"/>
          </ac:spMkLst>
        </pc:spChg>
        <pc:spChg chg="mod">
          <ac:chgData name="DING, Wenlong" userId="2462c282-915a-45d3-817d-b87203e0e2e0" providerId="ADAL" clId="{2CDD1876-28DB-B948-ACF9-F9A2A6DDAF5B}" dt="2023-11-20T05:36:28.722" v="622" actId="20577"/>
          <ac:spMkLst>
            <pc:docMk/>
            <pc:sldMk cId="3082053680" sldId="284"/>
            <ac:spMk id="67" creationId="{00000000-0000-0000-0000-000000000000}"/>
          </ac:spMkLst>
        </pc:spChg>
      </pc:sldChg>
      <pc:sldChg chg="addSp delSp modSp add mod delAnim modAnim">
        <pc:chgData name="DING, Wenlong" userId="2462c282-915a-45d3-817d-b87203e0e2e0" providerId="ADAL" clId="{2CDD1876-28DB-B948-ACF9-F9A2A6DDAF5B}" dt="2023-11-21T14:00:25.679" v="2658" actId="20577"/>
        <pc:sldMkLst>
          <pc:docMk/>
          <pc:sldMk cId="3134006102" sldId="285"/>
        </pc:sldMkLst>
        <pc:spChg chg="add mod">
          <ac:chgData name="DING, Wenlong" userId="2462c282-915a-45d3-817d-b87203e0e2e0" providerId="ADAL" clId="{2CDD1876-28DB-B948-ACF9-F9A2A6DDAF5B}" dt="2023-11-21T11:34:42.203" v="1070"/>
          <ac:spMkLst>
            <pc:docMk/>
            <pc:sldMk cId="3134006102" sldId="285"/>
            <ac:spMk id="2" creationId="{BE8FFCEF-C019-E1D8-2D06-ECCD317FA73F}"/>
          </ac:spMkLst>
        </pc:spChg>
        <pc:spChg chg="mod">
          <ac:chgData name="DING, Wenlong" userId="2462c282-915a-45d3-817d-b87203e0e2e0" providerId="ADAL" clId="{2CDD1876-28DB-B948-ACF9-F9A2A6DDAF5B}" dt="2023-11-21T11:34:42.203" v="1070"/>
          <ac:spMkLst>
            <pc:docMk/>
            <pc:sldMk cId="3134006102" sldId="285"/>
            <ac:spMk id="4" creationId="{08EDAC77-B299-973A-2B70-04A22D8B50E9}"/>
          </ac:spMkLst>
        </pc:spChg>
        <pc:spChg chg="mod">
          <ac:chgData name="DING, Wenlong" userId="2462c282-915a-45d3-817d-b87203e0e2e0" providerId="ADAL" clId="{2CDD1876-28DB-B948-ACF9-F9A2A6DDAF5B}" dt="2023-11-21T11:34:42.203" v="1070"/>
          <ac:spMkLst>
            <pc:docMk/>
            <pc:sldMk cId="3134006102" sldId="285"/>
            <ac:spMk id="5" creationId="{96C2A629-AAA9-1091-FB32-0162AFDF364C}"/>
          </ac:spMkLst>
        </pc:spChg>
        <pc:spChg chg="mod">
          <ac:chgData name="DING, Wenlong" userId="2462c282-915a-45d3-817d-b87203e0e2e0" providerId="ADAL" clId="{2CDD1876-28DB-B948-ACF9-F9A2A6DDAF5B}" dt="2023-11-21T11:34:42.203" v="1070"/>
          <ac:spMkLst>
            <pc:docMk/>
            <pc:sldMk cId="3134006102" sldId="285"/>
            <ac:spMk id="6" creationId="{4FD0C6A5-EE77-710A-6345-6ECAECE8843A}"/>
          </ac:spMkLst>
        </pc:spChg>
        <pc:spChg chg="mod">
          <ac:chgData name="DING, Wenlong" userId="2462c282-915a-45d3-817d-b87203e0e2e0" providerId="ADAL" clId="{2CDD1876-28DB-B948-ACF9-F9A2A6DDAF5B}" dt="2023-11-21T11:34:42.203" v="1070"/>
          <ac:spMkLst>
            <pc:docMk/>
            <pc:sldMk cId="3134006102" sldId="285"/>
            <ac:spMk id="7" creationId="{7A619030-C153-3008-CFDB-D750B85C43A7}"/>
          </ac:spMkLst>
        </pc:spChg>
        <pc:spChg chg="mod">
          <ac:chgData name="DING, Wenlong" userId="2462c282-915a-45d3-817d-b87203e0e2e0" providerId="ADAL" clId="{2CDD1876-28DB-B948-ACF9-F9A2A6DDAF5B}" dt="2023-11-21T11:34:42.203" v="1070"/>
          <ac:spMkLst>
            <pc:docMk/>
            <pc:sldMk cId="3134006102" sldId="285"/>
            <ac:spMk id="8" creationId="{F52FDF7B-73B8-99CC-7480-F2CE24B5BA20}"/>
          </ac:spMkLst>
        </pc:spChg>
        <pc:spChg chg="mod">
          <ac:chgData name="DING, Wenlong" userId="2462c282-915a-45d3-817d-b87203e0e2e0" providerId="ADAL" clId="{2CDD1876-28DB-B948-ACF9-F9A2A6DDAF5B}" dt="2023-11-21T11:34:42.203" v="1070"/>
          <ac:spMkLst>
            <pc:docMk/>
            <pc:sldMk cId="3134006102" sldId="285"/>
            <ac:spMk id="9" creationId="{D8A2ECDA-3C25-E0A4-C1EB-CB7AD9823A8E}"/>
          </ac:spMkLst>
        </pc:spChg>
        <pc:spChg chg="mod">
          <ac:chgData name="DING, Wenlong" userId="2462c282-915a-45d3-817d-b87203e0e2e0" providerId="ADAL" clId="{2CDD1876-28DB-B948-ACF9-F9A2A6DDAF5B}" dt="2023-11-21T11:34:42.203" v="1070"/>
          <ac:spMkLst>
            <pc:docMk/>
            <pc:sldMk cId="3134006102" sldId="285"/>
            <ac:spMk id="10" creationId="{228EFCF7-5AD1-AA7A-8F29-2A0212E2FDBE}"/>
          </ac:spMkLst>
        </pc:spChg>
        <pc:spChg chg="mod">
          <ac:chgData name="DING, Wenlong" userId="2462c282-915a-45d3-817d-b87203e0e2e0" providerId="ADAL" clId="{2CDD1876-28DB-B948-ACF9-F9A2A6DDAF5B}" dt="2023-11-21T11:34:42.203" v="1070"/>
          <ac:spMkLst>
            <pc:docMk/>
            <pc:sldMk cId="3134006102" sldId="285"/>
            <ac:spMk id="11" creationId="{B2F19D52-C174-7F81-2CBE-F7CB2F4BA20E}"/>
          </ac:spMkLst>
        </pc:spChg>
        <pc:spChg chg="mod">
          <ac:chgData name="DING, Wenlong" userId="2462c282-915a-45d3-817d-b87203e0e2e0" providerId="ADAL" clId="{2CDD1876-28DB-B948-ACF9-F9A2A6DDAF5B}" dt="2023-11-21T11:34:42.203" v="1070"/>
          <ac:spMkLst>
            <pc:docMk/>
            <pc:sldMk cId="3134006102" sldId="285"/>
            <ac:spMk id="12" creationId="{EE7E607F-8820-0B25-A3B2-122211C49B81}"/>
          </ac:spMkLst>
        </pc:spChg>
        <pc:spChg chg="mod">
          <ac:chgData name="DING, Wenlong" userId="2462c282-915a-45d3-817d-b87203e0e2e0" providerId="ADAL" clId="{2CDD1876-28DB-B948-ACF9-F9A2A6DDAF5B}" dt="2023-11-21T11:34:42.203" v="1070"/>
          <ac:spMkLst>
            <pc:docMk/>
            <pc:sldMk cId="3134006102" sldId="285"/>
            <ac:spMk id="13" creationId="{6417DE31-2B7E-B444-D85D-64CD2719BA4C}"/>
          </ac:spMkLst>
        </pc:spChg>
        <pc:spChg chg="mod">
          <ac:chgData name="DING, Wenlong" userId="2462c282-915a-45d3-817d-b87203e0e2e0" providerId="ADAL" clId="{2CDD1876-28DB-B948-ACF9-F9A2A6DDAF5B}" dt="2023-11-21T11:34:42.203" v="1070"/>
          <ac:spMkLst>
            <pc:docMk/>
            <pc:sldMk cId="3134006102" sldId="285"/>
            <ac:spMk id="14" creationId="{674BC4A0-BE01-B3CA-1E75-BF745BFE4D05}"/>
          </ac:spMkLst>
        </pc:spChg>
        <pc:spChg chg="mod">
          <ac:chgData name="DING, Wenlong" userId="2462c282-915a-45d3-817d-b87203e0e2e0" providerId="ADAL" clId="{2CDD1876-28DB-B948-ACF9-F9A2A6DDAF5B}" dt="2023-11-21T11:34:42.203" v="1070"/>
          <ac:spMkLst>
            <pc:docMk/>
            <pc:sldMk cId="3134006102" sldId="285"/>
            <ac:spMk id="15" creationId="{9EBF7CC2-5973-7800-73EF-08ECF9C79E75}"/>
          </ac:spMkLst>
        </pc:spChg>
        <pc:spChg chg="mod">
          <ac:chgData name="DING, Wenlong" userId="2462c282-915a-45d3-817d-b87203e0e2e0" providerId="ADAL" clId="{2CDD1876-28DB-B948-ACF9-F9A2A6DDAF5B}" dt="2023-11-21T11:34:42.203" v="1070"/>
          <ac:spMkLst>
            <pc:docMk/>
            <pc:sldMk cId="3134006102" sldId="285"/>
            <ac:spMk id="16" creationId="{DAD955A9-5969-8333-8388-3B04ABC9B962}"/>
          </ac:spMkLst>
        </pc:spChg>
        <pc:spChg chg="mod">
          <ac:chgData name="DING, Wenlong" userId="2462c282-915a-45d3-817d-b87203e0e2e0" providerId="ADAL" clId="{2CDD1876-28DB-B948-ACF9-F9A2A6DDAF5B}" dt="2023-11-21T11:34:42.203" v="1070"/>
          <ac:spMkLst>
            <pc:docMk/>
            <pc:sldMk cId="3134006102" sldId="285"/>
            <ac:spMk id="17" creationId="{AF26689D-BBE9-DBEE-EB14-0CF1E81AE7F2}"/>
          </ac:spMkLst>
        </pc:spChg>
        <pc:spChg chg="mod">
          <ac:chgData name="DING, Wenlong" userId="2462c282-915a-45d3-817d-b87203e0e2e0" providerId="ADAL" clId="{2CDD1876-28DB-B948-ACF9-F9A2A6DDAF5B}" dt="2023-11-21T11:34:42.203" v="1070"/>
          <ac:spMkLst>
            <pc:docMk/>
            <pc:sldMk cId="3134006102" sldId="285"/>
            <ac:spMk id="18" creationId="{8B7692F2-66DE-D522-DAF8-97D296A9F9F7}"/>
          </ac:spMkLst>
        </pc:spChg>
        <pc:spChg chg="mod">
          <ac:chgData name="DING, Wenlong" userId="2462c282-915a-45d3-817d-b87203e0e2e0" providerId="ADAL" clId="{2CDD1876-28DB-B948-ACF9-F9A2A6DDAF5B}" dt="2023-11-21T11:34:42.203" v="1070"/>
          <ac:spMkLst>
            <pc:docMk/>
            <pc:sldMk cId="3134006102" sldId="285"/>
            <ac:spMk id="19" creationId="{1F461508-59DF-2103-0CA1-DC2CFA2EFB43}"/>
          </ac:spMkLst>
        </pc:spChg>
        <pc:spChg chg="mod">
          <ac:chgData name="DING, Wenlong" userId="2462c282-915a-45d3-817d-b87203e0e2e0" providerId="ADAL" clId="{2CDD1876-28DB-B948-ACF9-F9A2A6DDAF5B}" dt="2023-11-21T11:34:42.203" v="1070"/>
          <ac:spMkLst>
            <pc:docMk/>
            <pc:sldMk cId="3134006102" sldId="285"/>
            <ac:spMk id="20" creationId="{BC45297A-27BE-6AE8-34FA-51A02688F7FA}"/>
          </ac:spMkLst>
        </pc:spChg>
        <pc:spChg chg="mod">
          <ac:chgData name="DING, Wenlong" userId="2462c282-915a-45d3-817d-b87203e0e2e0" providerId="ADAL" clId="{2CDD1876-28DB-B948-ACF9-F9A2A6DDAF5B}" dt="2023-11-21T11:34:42.203" v="1070"/>
          <ac:spMkLst>
            <pc:docMk/>
            <pc:sldMk cId="3134006102" sldId="285"/>
            <ac:spMk id="21" creationId="{C0230B85-4AD4-F1E6-FF6D-A234CE12DA2B}"/>
          </ac:spMkLst>
        </pc:spChg>
        <pc:spChg chg="mod">
          <ac:chgData name="DING, Wenlong" userId="2462c282-915a-45d3-817d-b87203e0e2e0" providerId="ADAL" clId="{2CDD1876-28DB-B948-ACF9-F9A2A6DDAF5B}" dt="2023-11-21T11:34:42.203" v="1070"/>
          <ac:spMkLst>
            <pc:docMk/>
            <pc:sldMk cId="3134006102" sldId="285"/>
            <ac:spMk id="22" creationId="{E7E48CF8-22B0-F5F7-95A7-3B7BC7091832}"/>
          </ac:spMkLst>
        </pc:spChg>
        <pc:spChg chg="mod">
          <ac:chgData name="DING, Wenlong" userId="2462c282-915a-45d3-817d-b87203e0e2e0" providerId="ADAL" clId="{2CDD1876-28DB-B948-ACF9-F9A2A6DDAF5B}" dt="2023-11-21T11:34:42.203" v="1070"/>
          <ac:spMkLst>
            <pc:docMk/>
            <pc:sldMk cId="3134006102" sldId="285"/>
            <ac:spMk id="23" creationId="{B06A189C-2C47-81AB-5592-37501D116E09}"/>
          </ac:spMkLst>
        </pc:spChg>
        <pc:spChg chg="mod">
          <ac:chgData name="DING, Wenlong" userId="2462c282-915a-45d3-817d-b87203e0e2e0" providerId="ADAL" clId="{2CDD1876-28DB-B948-ACF9-F9A2A6DDAF5B}" dt="2023-11-21T11:34:42.203" v="1070"/>
          <ac:spMkLst>
            <pc:docMk/>
            <pc:sldMk cId="3134006102" sldId="285"/>
            <ac:spMk id="24" creationId="{E804EE33-9773-A497-BBC2-A5FE2723EB75}"/>
          </ac:spMkLst>
        </pc:spChg>
        <pc:spChg chg="mod">
          <ac:chgData name="DING, Wenlong" userId="2462c282-915a-45d3-817d-b87203e0e2e0" providerId="ADAL" clId="{2CDD1876-28DB-B948-ACF9-F9A2A6DDAF5B}" dt="2023-11-21T11:34:42.203" v="1070"/>
          <ac:spMkLst>
            <pc:docMk/>
            <pc:sldMk cId="3134006102" sldId="285"/>
            <ac:spMk id="25" creationId="{CF2EE1B2-1323-0609-D750-BCAE9CE0BF69}"/>
          </ac:spMkLst>
        </pc:spChg>
        <pc:spChg chg="mod">
          <ac:chgData name="DING, Wenlong" userId="2462c282-915a-45d3-817d-b87203e0e2e0" providerId="ADAL" clId="{2CDD1876-28DB-B948-ACF9-F9A2A6DDAF5B}" dt="2023-11-21T11:34:42.203" v="1070"/>
          <ac:spMkLst>
            <pc:docMk/>
            <pc:sldMk cId="3134006102" sldId="285"/>
            <ac:spMk id="27" creationId="{3B844A00-5519-E954-7AFE-77A330F2FB2A}"/>
          </ac:spMkLst>
        </pc:spChg>
        <pc:spChg chg="mod">
          <ac:chgData name="DING, Wenlong" userId="2462c282-915a-45d3-817d-b87203e0e2e0" providerId="ADAL" clId="{2CDD1876-28DB-B948-ACF9-F9A2A6DDAF5B}" dt="2023-11-21T11:34:42.203" v="1070"/>
          <ac:spMkLst>
            <pc:docMk/>
            <pc:sldMk cId="3134006102" sldId="285"/>
            <ac:spMk id="28" creationId="{58E91982-95DE-87CB-6BD0-A16DC5BDBF99}"/>
          </ac:spMkLst>
        </pc:spChg>
        <pc:spChg chg="mod">
          <ac:chgData name="DING, Wenlong" userId="2462c282-915a-45d3-817d-b87203e0e2e0" providerId="ADAL" clId="{2CDD1876-28DB-B948-ACF9-F9A2A6DDAF5B}" dt="2023-11-21T11:34:42.203" v="1070"/>
          <ac:spMkLst>
            <pc:docMk/>
            <pc:sldMk cId="3134006102" sldId="285"/>
            <ac:spMk id="29" creationId="{393DA151-89D2-DCA9-86F6-6050D28EF54C}"/>
          </ac:spMkLst>
        </pc:spChg>
        <pc:spChg chg="mod">
          <ac:chgData name="DING, Wenlong" userId="2462c282-915a-45d3-817d-b87203e0e2e0" providerId="ADAL" clId="{2CDD1876-28DB-B948-ACF9-F9A2A6DDAF5B}" dt="2023-11-21T11:34:42.203" v="1070"/>
          <ac:spMkLst>
            <pc:docMk/>
            <pc:sldMk cId="3134006102" sldId="285"/>
            <ac:spMk id="30" creationId="{94CDB88F-6EC7-6C07-416F-DE790350C7C4}"/>
          </ac:spMkLst>
        </pc:spChg>
        <pc:spChg chg="mod">
          <ac:chgData name="DING, Wenlong" userId="2462c282-915a-45d3-817d-b87203e0e2e0" providerId="ADAL" clId="{2CDD1876-28DB-B948-ACF9-F9A2A6DDAF5B}" dt="2023-11-21T11:34:42.203" v="1070"/>
          <ac:spMkLst>
            <pc:docMk/>
            <pc:sldMk cId="3134006102" sldId="285"/>
            <ac:spMk id="31" creationId="{31DB3D80-0A7F-D9A9-F5C8-75274E444745}"/>
          </ac:spMkLst>
        </pc:spChg>
        <pc:spChg chg="mod">
          <ac:chgData name="DING, Wenlong" userId="2462c282-915a-45d3-817d-b87203e0e2e0" providerId="ADAL" clId="{2CDD1876-28DB-B948-ACF9-F9A2A6DDAF5B}" dt="2023-11-21T11:34:42.203" v="1070"/>
          <ac:spMkLst>
            <pc:docMk/>
            <pc:sldMk cId="3134006102" sldId="285"/>
            <ac:spMk id="32" creationId="{26B365C9-5BD9-A445-9224-D52801D416F1}"/>
          </ac:spMkLst>
        </pc:spChg>
        <pc:spChg chg="mod">
          <ac:chgData name="DING, Wenlong" userId="2462c282-915a-45d3-817d-b87203e0e2e0" providerId="ADAL" clId="{2CDD1876-28DB-B948-ACF9-F9A2A6DDAF5B}" dt="2023-11-21T11:34:42.203" v="1070"/>
          <ac:spMkLst>
            <pc:docMk/>
            <pc:sldMk cId="3134006102" sldId="285"/>
            <ac:spMk id="33" creationId="{25C771ED-203C-F670-651C-2303F1EF1282}"/>
          </ac:spMkLst>
        </pc:spChg>
        <pc:spChg chg="mod">
          <ac:chgData name="DING, Wenlong" userId="2462c282-915a-45d3-817d-b87203e0e2e0" providerId="ADAL" clId="{2CDD1876-28DB-B948-ACF9-F9A2A6DDAF5B}" dt="2023-11-21T11:34:42.203" v="1070"/>
          <ac:spMkLst>
            <pc:docMk/>
            <pc:sldMk cId="3134006102" sldId="285"/>
            <ac:spMk id="35" creationId="{A3148308-369F-0AF3-4760-8FF86B76D974}"/>
          </ac:spMkLst>
        </pc:spChg>
        <pc:spChg chg="mod">
          <ac:chgData name="DING, Wenlong" userId="2462c282-915a-45d3-817d-b87203e0e2e0" providerId="ADAL" clId="{2CDD1876-28DB-B948-ACF9-F9A2A6DDAF5B}" dt="2023-11-21T11:34:42.203" v="1070"/>
          <ac:spMkLst>
            <pc:docMk/>
            <pc:sldMk cId="3134006102" sldId="285"/>
            <ac:spMk id="36" creationId="{E4D7827C-AA17-CCB3-874A-28CF9072D5B2}"/>
          </ac:spMkLst>
        </pc:spChg>
        <pc:spChg chg="mod">
          <ac:chgData name="DING, Wenlong" userId="2462c282-915a-45d3-817d-b87203e0e2e0" providerId="ADAL" clId="{2CDD1876-28DB-B948-ACF9-F9A2A6DDAF5B}" dt="2023-11-21T11:34:42.203" v="1070"/>
          <ac:spMkLst>
            <pc:docMk/>
            <pc:sldMk cId="3134006102" sldId="285"/>
            <ac:spMk id="37" creationId="{DFD751D2-12A4-7F8C-0C60-49E86703D920}"/>
          </ac:spMkLst>
        </pc:spChg>
        <pc:spChg chg="mod">
          <ac:chgData name="DING, Wenlong" userId="2462c282-915a-45d3-817d-b87203e0e2e0" providerId="ADAL" clId="{2CDD1876-28DB-B948-ACF9-F9A2A6DDAF5B}" dt="2023-11-21T11:34:42.203" v="1070"/>
          <ac:spMkLst>
            <pc:docMk/>
            <pc:sldMk cId="3134006102" sldId="285"/>
            <ac:spMk id="38" creationId="{84D48067-D949-9BFF-B790-6493441AE859}"/>
          </ac:spMkLst>
        </pc:spChg>
        <pc:spChg chg="mod">
          <ac:chgData name="DING, Wenlong" userId="2462c282-915a-45d3-817d-b87203e0e2e0" providerId="ADAL" clId="{2CDD1876-28DB-B948-ACF9-F9A2A6DDAF5B}" dt="2023-11-21T11:34:42.203" v="1070"/>
          <ac:spMkLst>
            <pc:docMk/>
            <pc:sldMk cId="3134006102" sldId="285"/>
            <ac:spMk id="39" creationId="{7D74A24D-BD0B-5E3E-12D7-6D5B41B69AF6}"/>
          </ac:spMkLst>
        </pc:spChg>
        <pc:spChg chg="mod">
          <ac:chgData name="DING, Wenlong" userId="2462c282-915a-45d3-817d-b87203e0e2e0" providerId="ADAL" clId="{2CDD1876-28DB-B948-ACF9-F9A2A6DDAF5B}" dt="2023-11-21T11:34:42.203" v="1070"/>
          <ac:spMkLst>
            <pc:docMk/>
            <pc:sldMk cId="3134006102" sldId="285"/>
            <ac:spMk id="40" creationId="{A068DD38-7D1B-CBF7-CFD4-2EB5AC387317}"/>
          </ac:spMkLst>
        </pc:spChg>
        <pc:spChg chg="mod">
          <ac:chgData name="DING, Wenlong" userId="2462c282-915a-45d3-817d-b87203e0e2e0" providerId="ADAL" clId="{2CDD1876-28DB-B948-ACF9-F9A2A6DDAF5B}" dt="2023-11-21T11:34:42.203" v="1070"/>
          <ac:spMkLst>
            <pc:docMk/>
            <pc:sldMk cId="3134006102" sldId="285"/>
            <ac:spMk id="41" creationId="{8CC7E21E-875F-54BF-14A9-1992D4AE2963}"/>
          </ac:spMkLst>
        </pc:spChg>
        <pc:spChg chg="mod">
          <ac:chgData name="DING, Wenlong" userId="2462c282-915a-45d3-817d-b87203e0e2e0" providerId="ADAL" clId="{2CDD1876-28DB-B948-ACF9-F9A2A6DDAF5B}" dt="2023-11-21T11:34:42.203" v="1070"/>
          <ac:spMkLst>
            <pc:docMk/>
            <pc:sldMk cId="3134006102" sldId="285"/>
            <ac:spMk id="42" creationId="{D34B436D-FF37-2BB9-02F8-DAD68D756A70}"/>
          </ac:spMkLst>
        </pc:spChg>
        <pc:spChg chg="mod">
          <ac:chgData name="DING, Wenlong" userId="2462c282-915a-45d3-817d-b87203e0e2e0" providerId="ADAL" clId="{2CDD1876-28DB-B948-ACF9-F9A2A6DDAF5B}" dt="2023-11-21T11:34:42.203" v="1070"/>
          <ac:spMkLst>
            <pc:docMk/>
            <pc:sldMk cId="3134006102" sldId="285"/>
            <ac:spMk id="43" creationId="{F039E25F-DB03-42D7-46CA-8D78AA948EB9}"/>
          </ac:spMkLst>
        </pc:spChg>
        <pc:spChg chg="mod">
          <ac:chgData name="DING, Wenlong" userId="2462c282-915a-45d3-817d-b87203e0e2e0" providerId="ADAL" clId="{2CDD1876-28DB-B948-ACF9-F9A2A6DDAF5B}" dt="2023-11-21T11:34:42.203" v="1070"/>
          <ac:spMkLst>
            <pc:docMk/>
            <pc:sldMk cId="3134006102" sldId="285"/>
            <ac:spMk id="44" creationId="{48EEBAA8-D857-9789-B690-2E6D58822A43}"/>
          </ac:spMkLst>
        </pc:spChg>
        <pc:spChg chg="mod">
          <ac:chgData name="DING, Wenlong" userId="2462c282-915a-45d3-817d-b87203e0e2e0" providerId="ADAL" clId="{2CDD1876-28DB-B948-ACF9-F9A2A6DDAF5B}" dt="2023-11-21T11:34:42.203" v="1070"/>
          <ac:spMkLst>
            <pc:docMk/>
            <pc:sldMk cId="3134006102" sldId="285"/>
            <ac:spMk id="45" creationId="{CB8F8515-DCDD-26FA-B3E7-F29654EAFC43}"/>
          </ac:spMkLst>
        </pc:spChg>
        <pc:spChg chg="mod">
          <ac:chgData name="DING, Wenlong" userId="2462c282-915a-45d3-817d-b87203e0e2e0" providerId="ADAL" clId="{2CDD1876-28DB-B948-ACF9-F9A2A6DDAF5B}" dt="2023-11-21T11:34:42.203" v="1070"/>
          <ac:spMkLst>
            <pc:docMk/>
            <pc:sldMk cId="3134006102" sldId="285"/>
            <ac:spMk id="46" creationId="{E9947F6A-947D-94AE-B4EF-3B3853EEC674}"/>
          </ac:spMkLst>
        </pc:spChg>
        <pc:spChg chg="mod">
          <ac:chgData name="DING, Wenlong" userId="2462c282-915a-45d3-817d-b87203e0e2e0" providerId="ADAL" clId="{2CDD1876-28DB-B948-ACF9-F9A2A6DDAF5B}" dt="2023-11-21T11:34:42.203" v="1070"/>
          <ac:spMkLst>
            <pc:docMk/>
            <pc:sldMk cId="3134006102" sldId="285"/>
            <ac:spMk id="47" creationId="{7FA51D26-F977-61A0-5216-FC4C15C7B467}"/>
          </ac:spMkLst>
        </pc:spChg>
        <pc:spChg chg="mod">
          <ac:chgData name="DING, Wenlong" userId="2462c282-915a-45d3-817d-b87203e0e2e0" providerId="ADAL" clId="{2CDD1876-28DB-B948-ACF9-F9A2A6DDAF5B}" dt="2023-11-21T11:34:42.203" v="1070"/>
          <ac:spMkLst>
            <pc:docMk/>
            <pc:sldMk cId="3134006102" sldId="285"/>
            <ac:spMk id="48" creationId="{B634F37F-E903-FFE2-82A4-29F7DCE64C6F}"/>
          </ac:spMkLst>
        </pc:spChg>
        <pc:spChg chg="mod">
          <ac:chgData name="DING, Wenlong" userId="2462c282-915a-45d3-817d-b87203e0e2e0" providerId="ADAL" clId="{2CDD1876-28DB-B948-ACF9-F9A2A6DDAF5B}" dt="2023-11-21T11:34:42.203" v="1070"/>
          <ac:spMkLst>
            <pc:docMk/>
            <pc:sldMk cId="3134006102" sldId="285"/>
            <ac:spMk id="49" creationId="{2E71F0AB-CBBB-50D5-2999-08A54A6DA4A1}"/>
          </ac:spMkLst>
        </pc:spChg>
        <pc:spChg chg="mod">
          <ac:chgData name="DING, Wenlong" userId="2462c282-915a-45d3-817d-b87203e0e2e0" providerId="ADAL" clId="{2CDD1876-28DB-B948-ACF9-F9A2A6DDAF5B}" dt="2023-11-21T11:34:42.203" v="1070"/>
          <ac:spMkLst>
            <pc:docMk/>
            <pc:sldMk cId="3134006102" sldId="285"/>
            <ac:spMk id="50" creationId="{142B087D-C270-8046-C733-A2AABBDACB13}"/>
          </ac:spMkLst>
        </pc:spChg>
        <pc:spChg chg="mod">
          <ac:chgData name="DING, Wenlong" userId="2462c282-915a-45d3-817d-b87203e0e2e0" providerId="ADAL" clId="{2CDD1876-28DB-B948-ACF9-F9A2A6DDAF5B}" dt="2023-11-21T11:34:42.203" v="1070"/>
          <ac:spMkLst>
            <pc:docMk/>
            <pc:sldMk cId="3134006102" sldId="285"/>
            <ac:spMk id="51" creationId="{8D51DDBF-B01D-0A58-1F68-7A9781047923}"/>
          </ac:spMkLst>
        </pc:spChg>
        <pc:spChg chg="mod">
          <ac:chgData name="DING, Wenlong" userId="2462c282-915a-45d3-817d-b87203e0e2e0" providerId="ADAL" clId="{2CDD1876-28DB-B948-ACF9-F9A2A6DDAF5B}" dt="2023-11-21T11:34:42.203" v="1070"/>
          <ac:spMkLst>
            <pc:docMk/>
            <pc:sldMk cId="3134006102" sldId="285"/>
            <ac:spMk id="52" creationId="{3A6C2AD6-1814-90C7-3792-4B70E56F08CD}"/>
          </ac:spMkLst>
        </pc:spChg>
        <pc:spChg chg="mod">
          <ac:chgData name="DING, Wenlong" userId="2462c282-915a-45d3-817d-b87203e0e2e0" providerId="ADAL" clId="{2CDD1876-28DB-B948-ACF9-F9A2A6DDAF5B}" dt="2023-11-21T11:34:42.203" v="1070"/>
          <ac:spMkLst>
            <pc:docMk/>
            <pc:sldMk cId="3134006102" sldId="285"/>
            <ac:spMk id="53" creationId="{34FD7CE1-F5ED-D86D-C6C3-28364008B25B}"/>
          </ac:spMkLst>
        </pc:spChg>
        <pc:spChg chg="mod">
          <ac:chgData name="DING, Wenlong" userId="2462c282-915a-45d3-817d-b87203e0e2e0" providerId="ADAL" clId="{2CDD1876-28DB-B948-ACF9-F9A2A6DDAF5B}" dt="2023-11-21T11:34:42.203" v="1070"/>
          <ac:spMkLst>
            <pc:docMk/>
            <pc:sldMk cId="3134006102" sldId="285"/>
            <ac:spMk id="54" creationId="{75E396EF-A958-2FCD-4D75-E362E5E3DC25}"/>
          </ac:spMkLst>
        </pc:spChg>
        <pc:spChg chg="mod">
          <ac:chgData name="DING, Wenlong" userId="2462c282-915a-45d3-817d-b87203e0e2e0" providerId="ADAL" clId="{2CDD1876-28DB-B948-ACF9-F9A2A6DDAF5B}" dt="2023-11-21T11:34:42.203" v="1070"/>
          <ac:spMkLst>
            <pc:docMk/>
            <pc:sldMk cId="3134006102" sldId="285"/>
            <ac:spMk id="55" creationId="{EE510931-20F5-AA04-9F29-5F128D48D081}"/>
          </ac:spMkLst>
        </pc:spChg>
        <pc:spChg chg="mod">
          <ac:chgData name="DING, Wenlong" userId="2462c282-915a-45d3-817d-b87203e0e2e0" providerId="ADAL" clId="{2CDD1876-28DB-B948-ACF9-F9A2A6DDAF5B}" dt="2023-11-21T11:34:42.203" v="1070"/>
          <ac:spMkLst>
            <pc:docMk/>
            <pc:sldMk cId="3134006102" sldId="285"/>
            <ac:spMk id="56" creationId="{B91554BC-C4F5-5EAC-2111-60F4E5F1120D}"/>
          </ac:spMkLst>
        </pc:spChg>
        <pc:spChg chg="add mod">
          <ac:chgData name="DING, Wenlong" userId="2462c282-915a-45d3-817d-b87203e0e2e0" providerId="ADAL" clId="{2CDD1876-28DB-B948-ACF9-F9A2A6DDAF5B}" dt="2023-11-21T11:34:42.203" v="1070"/>
          <ac:spMkLst>
            <pc:docMk/>
            <pc:sldMk cId="3134006102" sldId="285"/>
            <ac:spMk id="57" creationId="{26B8B959-7C77-EC0E-6DFB-11026D327A7D}"/>
          </ac:spMkLst>
        </pc:spChg>
        <pc:spChg chg="add mod">
          <ac:chgData name="DING, Wenlong" userId="2462c282-915a-45d3-817d-b87203e0e2e0" providerId="ADAL" clId="{2CDD1876-28DB-B948-ACF9-F9A2A6DDAF5B}" dt="2023-11-21T11:34:42.203" v="1070"/>
          <ac:spMkLst>
            <pc:docMk/>
            <pc:sldMk cId="3134006102" sldId="285"/>
            <ac:spMk id="58" creationId="{585BEFB4-73C3-3938-B4DE-9246F44BF3D2}"/>
          </ac:spMkLst>
        </pc:spChg>
        <pc:spChg chg="add mod">
          <ac:chgData name="DING, Wenlong" userId="2462c282-915a-45d3-817d-b87203e0e2e0" providerId="ADAL" clId="{2CDD1876-28DB-B948-ACF9-F9A2A6DDAF5B}" dt="2023-11-21T11:34:42.203" v="1070"/>
          <ac:spMkLst>
            <pc:docMk/>
            <pc:sldMk cId="3134006102" sldId="285"/>
            <ac:spMk id="59" creationId="{05CFC8AB-9E0A-4C0E-CF89-47026AAE22ED}"/>
          </ac:spMkLst>
        </pc:spChg>
        <pc:spChg chg="add mod">
          <ac:chgData name="DING, Wenlong" userId="2462c282-915a-45d3-817d-b87203e0e2e0" providerId="ADAL" clId="{2CDD1876-28DB-B948-ACF9-F9A2A6DDAF5B}" dt="2023-11-21T11:34:42.203" v="1070"/>
          <ac:spMkLst>
            <pc:docMk/>
            <pc:sldMk cId="3134006102" sldId="285"/>
            <ac:spMk id="60" creationId="{ECD105F7-22EE-39C1-F2B1-D94F0ECB9374}"/>
          </ac:spMkLst>
        </pc:spChg>
        <pc:spChg chg="add mod">
          <ac:chgData name="DING, Wenlong" userId="2462c282-915a-45d3-817d-b87203e0e2e0" providerId="ADAL" clId="{2CDD1876-28DB-B948-ACF9-F9A2A6DDAF5B}" dt="2023-11-21T11:34:42.203" v="1070"/>
          <ac:spMkLst>
            <pc:docMk/>
            <pc:sldMk cId="3134006102" sldId="285"/>
            <ac:spMk id="61" creationId="{6871198A-7E1C-1366-4451-B0292DA2BCC1}"/>
          </ac:spMkLst>
        </pc:spChg>
        <pc:spChg chg="add mod">
          <ac:chgData name="DING, Wenlong" userId="2462c282-915a-45d3-817d-b87203e0e2e0" providerId="ADAL" clId="{2CDD1876-28DB-B948-ACF9-F9A2A6DDAF5B}" dt="2023-11-21T11:34:42.203" v="1070"/>
          <ac:spMkLst>
            <pc:docMk/>
            <pc:sldMk cId="3134006102" sldId="285"/>
            <ac:spMk id="62" creationId="{807DA0F2-3AA4-BCA0-B006-C7E77B9BDDCF}"/>
          </ac:spMkLst>
        </pc:spChg>
        <pc:spChg chg="add mod">
          <ac:chgData name="DING, Wenlong" userId="2462c282-915a-45d3-817d-b87203e0e2e0" providerId="ADAL" clId="{2CDD1876-28DB-B948-ACF9-F9A2A6DDAF5B}" dt="2023-11-21T11:34:42.203" v="1070"/>
          <ac:spMkLst>
            <pc:docMk/>
            <pc:sldMk cId="3134006102" sldId="285"/>
            <ac:spMk id="63" creationId="{96B327DF-AD14-42CD-3F66-906E381C1C5D}"/>
          </ac:spMkLst>
        </pc:spChg>
        <pc:spChg chg="del">
          <ac:chgData name="DING, Wenlong" userId="2462c282-915a-45d3-817d-b87203e0e2e0" providerId="ADAL" clId="{2CDD1876-28DB-B948-ACF9-F9A2A6DDAF5B}" dt="2023-11-21T11:37:09.946" v="1081" actId="478"/>
          <ac:spMkLst>
            <pc:docMk/>
            <pc:sldMk cId="3134006102" sldId="285"/>
            <ac:spMk id="67" creationId="{00000000-0000-0000-0000-000000000000}"/>
          </ac:spMkLst>
        </pc:spChg>
        <pc:spChg chg="mod">
          <ac:chgData name="DING, Wenlong" userId="2462c282-915a-45d3-817d-b87203e0e2e0" providerId="ADAL" clId="{2CDD1876-28DB-B948-ACF9-F9A2A6DDAF5B}" dt="2023-11-21T11:34:42.203" v="1070"/>
          <ac:spMkLst>
            <pc:docMk/>
            <pc:sldMk cId="3134006102" sldId="285"/>
            <ac:spMk id="68" creationId="{05F80279-C584-7714-F3DD-2961412F0317}"/>
          </ac:spMkLst>
        </pc:spChg>
        <pc:spChg chg="mod">
          <ac:chgData name="DING, Wenlong" userId="2462c282-915a-45d3-817d-b87203e0e2e0" providerId="ADAL" clId="{2CDD1876-28DB-B948-ACF9-F9A2A6DDAF5B}" dt="2023-11-21T11:34:42.203" v="1070"/>
          <ac:spMkLst>
            <pc:docMk/>
            <pc:sldMk cId="3134006102" sldId="285"/>
            <ac:spMk id="69" creationId="{555880C9-B6DC-AABF-EB17-A85E8BAE35F8}"/>
          </ac:spMkLst>
        </pc:spChg>
        <pc:spChg chg="mod">
          <ac:chgData name="DING, Wenlong" userId="2462c282-915a-45d3-817d-b87203e0e2e0" providerId="ADAL" clId="{2CDD1876-28DB-B948-ACF9-F9A2A6DDAF5B}" dt="2023-11-21T11:34:42.203" v="1070"/>
          <ac:spMkLst>
            <pc:docMk/>
            <pc:sldMk cId="3134006102" sldId="285"/>
            <ac:spMk id="70" creationId="{DC270CCE-41B8-4CA3-9277-FACA60D4B6D9}"/>
          </ac:spMkLst>
        </pc:spChg>
        <pc:spChg chg="mod">
          <ac:chgData name="DING, Wenlong" userId="2462c282-915a-45d3-817d-b87203e0e2e0" providerId="ADAL" clId="{2CDD1876-28DB-B948-ACF9-F9A2A6DDAF5B}" dt="2023-11-21T11:34:42.203" v="1070"/>
          <ac:spMkLst>
            <pc:docMk/>
            <pc:sldMk cId="3134006102" sldId="285"/>
            <ac:spMk id="71" creationId="{60795C59-35D8-BB3B-EF10-628375361763}"/>
          </ac:spMkLst>
        </pc:spChg>
        <pc:spChg chg="mod">
          <ac:chgData name="DING, Wenlong" userId="2462c282-915a-45d3-817d-b87203e0e2e0" providerId="ADAL" clId="{2CDD1876-28DB-B948-ACF9-F9A2A6DDAF5B}" dt="2023-11-21T11:34:42.203" v="1070"/>
          <ac:spMkLst>
            <pc:docMk/>
            <pc:sldMk cId="3134006102" sldId="285"/>
            <ac:spMk id="72" creationId="{D7CE7F61-0880-93C0-2A98-818A601BC1F5}"/>
          </ac:spMkLst>
        </pc:spChg>
        <pc:spChg chg="mod">
          <ac:chgData name="DING, Wenlong" userId="2462c282-915a-45d3-817d-b87203e0e2e0" providerId="ADAL" clId="{2CDD1876-28DB-B948-ACF9-F9A2A6DDAF5B}" dt="2023-11-21T11:34:42.203" v="1070"/>
          <ac:spMkLst>
            <pc:docMk/>
            <pc:sldMk cId="3134006102" sldId="285"/>
            <ac:spMk id="73" creationId="{3DDC71BF-CC7B-771F-6403-5DB4C6946767}"/>
          </ac:spMkLst>
        </pc:spChg>
        <pc:spChg chg="mod">
          <ac:chgData name="DING, Wenlong" userId="2462c282-915a-45d3-817d-b87203e0e2e0" providerId="ADAL" clId="{2CDD1876-28DB-B948-ACF9-F9A2A6DDAF5B}" dt="2023-11-21T11:34:42.203" v="1070"/>
          <ac:spMkLst>
            <pc:docMk/>
            <pc:sldMk cId="3134006102" sldId="285"/>
            <ac:spMk id="74" creationId="{6F6000E8-ED95-20BD-2238-87641D8478A8}"/>
          </ac:spMkLst>
        </pc:spChg>
        <pc:spChg chg="mod">
          <ac:chgData name="DING, Wenlong" userId="2462c282-915a-45d3-817d-b87203e0e2e0" providerId="ADAL" clId="{2CDD1876-28DB-B948-ACF9-F9A2A6DDAF5B}" dt="2023-11-21T11:34:42.203" v="1070"/>
          <ac:spMkLst>
            <pc:docMk/>
            <pc:sldMk cId="3134006102" sldId="285"/>
            <ac:spMk id="75" creationId="{81C97131-6BCC-69B7-8423-42A78B6D3A70}"/>
          </ac:spMkLst>
        </pc:spChg>
        <pc:spChg chg="mod">
          <ac:chgData name="DING, Wenlong" userId="2462c282-915a-45d3-817d-b87203e0e2e0" providerId="ADAL" clId="{2CDD1876-28DB-B948-ACF9-F9A2A6DDAF5B}" dt="2023-11-21T11:34:42.203" v="1070"/>
          <ac:spMkLst>
            <pc:docMk/>
            <pc:sldMk cId="3134006102" sldId="285"/>
            <ac:spMk id="76" creationId="{2B673A13-812D-61ED-505B-111E21A51FE0}"/>
          </ac:spMkLst>
        </pc:spChg>
        <pc:spChg chg="mod">
          <ac:chgData name="DING, Wenlong" userId="2462c282-915a-45d3-817d-b87203e0e2e0" providerId="ADAL" clId="{2CDD1876-28DB-B948-ACF9-F9A2A6DDAF5B}" dt="2023-11-21T11:34:42.203" v="1070"/>
          <ac:spMkLst>
            <pc:docMk/>
            <pc:sldMk cId="3134006102" sldId="285"/>
            <ac:spMk id="77" creationId="{C5571833-FEDB-404B-0BB3-14AAEE7AAF3E}"/>
          </ac:spMkLst>
        </pc:spChg>
        <pc:spChg chg="mod">
          <ac:chgData name="DING, Wenlong" userId="2462c282-915a-45d3-817d-b87203e0e2e0" providerId="ADAL" clId="{2CDD1876-28DB-B948-ACF9-F9A2A6DDAF5B}" dt="2023-11-21T11:34:42.203" v="1070"/>
          <ac:spMkLst>
            <pc:docMk/>
            <pc:sldMk cId="3134006102" sldId="285"/>
            <ac:spMk id="78" creationId="{FAD78F35-65BB-84EB-302F-FF31B8777C10}"/>
          </ac:spMkLst>
        </pc:spChg>
        <pc:spChg chg="mod">
          <ac:chgData name="DING, Wenlong" userId="2462c282-915a-45d3-817d-b87203e0e2e0" providerId="ADAL" clId="{2CDD1876-28DB-B948-ACF9-F9A2A6DDAF5B}" dt="2023-11-21T11:34:42.203" v="1070"/>
          <ac:spMkLst>
            <pc:docMk/>
            <pc:sldMk cId="3134006102" sldId="285"/>
            <ac:spMk id="79" creationId="{F49E31D4-B501-A843-AA0D-2560F56AC5D1}"/>
          </ac:spMkLst>
        </pc:spChg>
        <pc:spChg chg="mod">
          <ac:chgData name="DING, Wenlong" userId="2462c282-915a-45d3-817d-b87203e0e2e0" providerId="ADAL" clId="{2CDD1876-28DB-B948-ACF9-F9A2A6DDAF5B}" dt="2023-11-21T11:34:42.203" v="1070"/>
          <ac:spMkLst>
            <pc:docMk/>
            <pc:sldMk cId="3134006102" sldId="285"/>
            <ac:spMk id="80" creationId="{BCFD4908-C8A7-3117-5630-C5B7DB816ECB}"/>
          </ac:spMkLst>
        </pc:spChg>
        <pc:spChg chg="mod">
          <ac:chgData name="DING, Wenlong" userId="2462c282-915a-45d3-817d-b87203e0e2e0" providerId="ADAL" clId="{2CDD1876-28DB-B948-ACF9-F9A2A6DDAF5B}" dt="2023-11-21T11:34:42.203" v="1070"/>
          <ac:spMkLst>
            <pc:docMk/>
            <pc:sldMk cId="3134006102" sldId="285"/>
            <ac:spMk id="81" creationId="{91DEA2BF-096A-D58F-2A05-97ABB1942996}"/>
          </ac:spMkLst>
        </pc:spChg>
        <pc:spChg chg="mod">
          <ac:chgData name="DING, Wenlong" userId="2462c282-915a-45d3-817d-b87203e0e2e0" providerId="ADAL" clId="{2CDD1876-28DB-B948-ACF9-F9A2A6DDAF5B}" dt="2023-11-21T11:34:42.203" v="1070"/>
          <ac:spMkLst>
            <pc:docMk/>
            <pc:sldMk cId="3134006102" sldId="285"/>
            <ac:spMk id="82" creationId="{A12EC2AA-4207-3B54-270D-28828DD34A04}"/>
          </ac:spMkLst>
        </pc:spChg>
        <pc:spChg chg="mod">
          <ac:chgData name="DING, Wenlong" userId="2462c282-915a-45d3-817d-b87203e0e2e0" providerId="ADAL" clId="{2CDD1876-28DB-B948-ACF9-F9A2A6DDAF5B}" dt="2023-11-21T11:34:42.203" v="1070"/>
          <ac:spMkLst>
            <pc:docMk/>
            <pc:sldMk cId="3134006102" sldId="285"/>
            <ac:spMk id="83" creationId="{F3365FD0-2BF0-927B-1CF1-C63B716CCDD1}"/>
          </ac:spMkLst>
        </pc:spChg>
        <pc:spChg chg="mod">
          <ac:chgData name="DING, Wenlong" userId="2462c282-915a-45d3-817d-b87203e0e2e0" providerId="ADAL" clId="{2CDD1876-28DB-B948-ACF9-F9A2A6DDAF5B}" dt="2023-11-21T11:34:42.203" v="1070"/>
          <ac:spMkLst>
            <pc:docMk/>
            <pc:sldMk cId="3134006102" sldId="285"/>
            <ac:spMk id="84" creationId="{F88D0B31-AB77-ABAF-E646-4B1D166A1BA9}"/>
          </ac:spMkLst>
        </pc:spChg>
        <pc:spChg chg="mod">
          <ac:chgData name="DING, Wenlong" userId="2462c282-915a-45d3-817d-b87203e0e2e0" providerId="ADAL" clId="{2CDD1876-28DB-B948-ACF9-F9A2A6DDAF5B}" dt="2023-11-21T11:34:42.203" v="1070"/>
          <ac:spMkLst>
            <pc:docMk/>
            <pc:sldMk cId="3134006102" sldId="285"/>
            <ac:spMk id="85" creationId="{36620413-F9C8-B37D-BA14-A0230F070EF9}"/>
          </ac:spMkLst>
        </pc:spChg>
        <pc:spChg chg="mod">
          <ac:chgData name="DING, Wenlong" userId="2462c282-915a-45d3-817d-b87203e0e2e0" providerId="ADAL" clId="{2CDD1876-28DB-B948-ACF9-F9A2A6DDAF5B}" dt="2023-11-21T11:34:42.203" v="1070"/>
          <ac:spMkLst>
            <pc:docMk/>
            <pc:sldMk cId="3134006102" sldId="285"/>
            <ac:spMk id="86" creationId="{F2935E96-4D23-627E-4F37-D8BABE1856DC}"/>
          </ac:spMkLst>
        </pc:spChg>
        <pc:spChg chg="mod">
          <ac:chgData name="DING, Wenlong" userId="2462c282-915a-45d3-817d-b87203e0e2e0" providerId="ADAL" clId="{2CDD1876-28DB-B948-ACF9-F9A2A6DDAF5B}" dt="2023-11-21T11:34:42.203" v="1070"/>
          <ac:spMkLst>
            <pc:docMk/>
            <pc:sldMk cId="3134006102" sldId="285"/>
            <ac:spMk id="87" creationId="{C8C65063-149E-2445-D032-93AFCC1C3234}"/>
          </ac:spMkLst>
        </pc:spChg>
        <pc:spChg chg="mod">
          <ac:chgData name="DING, Wenlong" userId="2462c282-915a-45d3-817d-b87203e0e2e0" providerId="ADAL" clId="{2CDD1876-28DB-B948-ACF9-F9A2A6DDAF5B}" dt="2023-11-21T11:34:42.203" v="1070"/>
          <ac:spMkLst>
            <pc:docMk/>
            <pc:sldMk cId="3134006102" sldId="285"/>
            <ac:spMk id="88" creationId="{B9855697-C06C-9CB4-2D35-2EF5DE1F4482}"/>
          </ac:spMkLst>
        </pc:spChg>
        <pc:spChg chg="mod">
          <ac:chgData name="DING, Wenlong" userId="2462c282-915a-45d3-817d-b87203e0e2e0" providerId="ADAL" clId="{2CDD1876-28DB-B948-ACF9-F9A2A6DDAF5B}" dt="2023-11-21T11:34:42.203" v="1070"/>
          <ac:spMkLst>
            <pc:docMk/>
            <pc:sldMk cId="3134006102" sldId="285"/>
            <ac:spMk id="89" creationId="{87AE4213-EF87-A266-CDC2-5553FADA5141}"/>
          </ac:spMkLst>
        </pc:spChg>
        <pc:spChg chg="add mod">
          <ac:chgData name="DING, Wenlong" userId="2462c282-915a-45d3-817d-b87203e0e2e0" providerId="ADAL" clId="{2CDD1876-28DB-B948-ACF9-F9A2A6DDAF5B}" dt="2023-11-21T11:34:42.203" v="1070"/>
          <ac:spMkLst>
            <pc:docMk/>
            <pc:sldMk cId="3134006102" sldId="285"/>
            <ac:spMk id="90" creationId="{FFA5A497-35E0-EA95-C77C-A58AC9FE276B}"/>
          </ac:spMkLst>
        </pc:spChg>
        <pc:spChg chg="add mod">
          <ac:chgData name="DING, Wenlong" userId="2462c282-915a-45d3-817d-b87203e0e2e0" providerId="ADAL" clId="{2CDD1876-28DB-B948-ACF9-F9A2A6DDAF5B}" dt="2023-11-21T11:34:42.203" v="1070"/>
          <ac:spMkLst>
            <pc:docMk/>
            <pc:sldMk cId="3134006102" sldId="285"/>
            <ac:spMk id="91" creationId="{36F7724B-C31B-4CAD-2687-6A8512A9F0B0}"/>
          </ac:spMkLst>
        </pc:spChg>
        <pc:spChg chg="add mod">
          <ac:chgData name="DING, Wenlong" userId="2462c282-915a-45d3-817d-b87203e0e2e0" providerId="ADAL" clId="{2CDD1876-28DB-B948-ACF9-F9A2A6DDAF5B}" dt="2023-11-21T11:34:42.203" v="1070"/>
          <ac:spMkLst>
            <pc:docMk/>
            <pc:sldMk cId="3134006102" sldId="285"/>
            <ac:spMk id="92" creationId="{A00181BB-E5C4-BF64-EA1D-DD5412BFEC9B}"/>
          </ac:spMkLst>
        </pc:spChg>
        <pc:spChg chg="add mod">
          <ac:chgData name="DING, Wenlong" userId="2462c282-915a-45d3-817d-b87203e0e2e0" providerId="ADAL" clId="{2CDD1876-28DB-B948-ACF9-F9A2A6DDAF5B}" dt="2023-11-21T11:34:42.203" v="1070"/>
          <ac:spMkLst>
            <pc:docMk/>
            <pc:sldMk cId="3134006102" sldId="285"/>
            <ac:spMk id="93" creationId="{9BD7B5CC-7865-0723-92B6-1A4855132CD9}"/>
          </ac:spMkLst>
        </pc:spChg>
        <pc:spChg chg="add mod">
          <ac:chgData name="DING, Wenlong" userId="2462c282-915a-45d3-817d-b87203e0e2e0" providerId="ADAL" clId="{2CDD1876-28DB-B948-ACF9-F9A2A6DDAF5B}" dt="2023-11-21T11:34:42.203" v="1070"/>
          <ac:spMkLst>
            <pc:docMk/>
            <pc:sldMk cId="3134006102" sldId="285"/>
            <ac:spMk id="94" creationId="{A51863A3-1C2D-71BA-5B08-891A02EBDDEA}"/>
          </ac:spMkLst>
        </pc:spChg>
        <pc:spChg chg="add mod">
          <ac:chgData name="DING, Wenlong" userId="2462c282-915a-45d3-817d-b87203e0e2e0" providerId="ADAL" clId="{2CDD1876-28DB-B948-ACF9-F9A2A6DDAF5B}" dt="2023-11-21T11:34:42.203" v="1070"/>
          <ac:spMkLst>
            <pc:docMk/>
            <pc:sldMk cId="3134006102" sldId="285"/>
            <ac:spMk id="95" creationId="{F28C88F3-2129-E6B6-A464-496A28D34E2F}"/>
          </ac:spMkLst>
        </pc:spChg>
        <pc:spChg chg="add mod">
          <ac:chgData name="DING, Wenlong" userId="2462c282-915a-45d3-817d-b87203e0e2e0" providerId="ADAL" clId="{2CDD1876-28DB-B948-ACF9-F9A2A6DDAF5B}" dt="2023-11-21T11:34:42.203" v="1070"/>
          <ac:spMkLst>
            <pc:docMk/>
            <pc:sldMk cId="3134006102" sldId="285"/>
            <ac:spMk id="96" creationId="{A9F3A370-3F8D-B139-6948-BE83E9722D2D}"/>
          </ac:spMkLst>
        </pc:spChg>
        <pc:spChg chg="add mod">
          <ac:chgData name="DING, Wenlong" userId="2462c282-915a-45d3-817d-b87203e0e2e0" providerId="ADAL" clId="{2CDD1876-28DB-B948-ACF9-F9A2A6DDAF5B}" dt="2023-11-21T11:34:42.203" v="1070"/>
          <ac:spMkLst>
            <pc:docMk/>
            <pc:sldMk cId="3134006102" sldId="285"/>
            <ac:spMk id="97" creationId="{190765BF-3457-C465-A0BB-DC5118D35D6B}"/>
          </ac:spMkLst>
        </pc:spChg>
        <pc:spChg chg="add mod">
          <ac:chgData name="DING, Wenlong" userId="2462c282-915a-45d3-817d-b87203e0e2e0" providerId="ADAL" clId="{2CDD1876-28DB-B948-ACF9-F9A2A6DDAF5B}" dt="2023-11-21T11:34:42.203" v="1070"/>
          <ac:spMkLst>
            <pc:docMk/>
            <pc:sldMk cId="3134006102" sldId="285"/>
            <ac:spMk id="98" creationId="{1F733E9F-47E2-CCFB-1D7C-42A39B039075}"/>
          </ac:spMkLst>
        </pc:spChg>
        <pc:spChg chg="add mod">
          <ac:chgData name="DING, Wenlong" userId="2462c282-915a-45d3-817d-b87203e0e2e0" providerId="ADAL" clId="{2CDD1876-28DB-B948-ACF9-F9A2A6DDAF5B}" dt="2023-11-21T11:34:42.203" v="1070"/>
          <ac:spMkLst>
            <pc:docMk/>
            <pc:sldMk cId="3134006102" sldId="285"/>
            <ac:spMk id="99" creationId="{48C6AD49-A8F7-5D37-E63B-95CD60121C9F}"/>
          </ac:spMkLst>
        </pc:spChg>
        <pc:spChg chg="add mod">
          <ac:chgData name="DING, Wenlong" userId="2462c282-915a-45d3-817d-b87203e0e2e0" providerId="ADAL" clId="{2CDD1876-28DB-B948-ACF9-F9A2A6DDAF5B}" dt="2023-11-21T11:34:42.203" v="1070"/>
          <ac:spMkLst>
            <pc:docMk/>
            <pc:sldMk cId="3134006102" sldId="285"/>
            <ac:spMk id="100" creationId="{7390B3BF-AB00-2AF3-067B-26A19425AC2C}"/>
          </ac:spMkLst>
        </pc:spChg>
        <pc:spChg chg="add mod">
          <ac:chgData name="DING, Wenlong" userId="2462c282-915a-45d3-817d-b87203e0e2e0" providerId="ADAL" clId="{2CDD1876-28DB-B948-ACF9-F9A2A6DDAF5B}" dt="2023-11-21T11:34:42.203" v="1070"/>
          <ac:spMkLst>
            <pc:docMk/>
            <pc:sldMk cId="3134006102" sldId="285"/>
            <ac:spMk id="101" creationId="{AB57480C-7868-1BE3-197E-829BAC3DCD50}"/>
          </ac:spMkLst>
        </pc:spChg>
        <pc:spChg chg="add mod">
          <ac:chgData name="DING, Wenlong" userId="2462c282-915a-45d3-817d-b87203e0e2e0" providerId="ADAL" clId="{2CDD1876-28DB-B948-ACF9-F9A2A6DDAF5B}" dt="2023-11-21T11:34:42.203" v="1070"/>
          <ac:spMkLst>
            <pc:docMk/>
            <pc:sldMk cId="3134006102" sldId="285"/>
            <ac:spMk id="102" creationId="{BB527447-868F-85A0-DD39-0E3E06E6E078}"/>
          </ac:spMkLst>
        </pc:spChg>
        <pc:spChg chg="add mod">
          <ac:chgData name="DING, Wenlong" userId="2462c282-915a-45d3-817d-b87203e0e2e0" providerId="ADAL" clId="{2CDD1876-28DB-B948-ACF9-F9A2A6DDAF5B}" dt="2023-11-21T11:34:42.203" v="1070"/>
          <ac:spMkLst>
            <pc:docMk/>
            <pc:sldMk cId="3134006102" sldId="285"/>
            <ac:spMk id="103" creationId="{392055C1-DDCE-E302-D8F6-F57B74F3CB39}"/>
          </ac:spMkLst>
        </pc:spChg>
        <pc:spChg chg="add mod">
          <ac:chgData name="DING, Wenlong" userId="2462c282-915a-45d3-817d-b87203e0e2e0" providerId="ADAL" clId="{2CDD1876-28DB-B948-ACF9-F9A2A6DDAF5B}" dt="2023-11-21T11:34:42.203" v="1070"/>
          <ac:spMkLst>
            <pc:docMk/>
            <pc:sldMk cId="3134006102" sldId="285"/>
            <ac:spMk id="104" creationId="{83810F58-268F-0B4D-B837-0FF280CB2259}"/>
          </ac:spMkLst>
        </pc:spChg>
        <pc:spChg chg="add mod">
          <ac:chgData name="DING, Wenlong" userId="2462c282-915a-45d3-817d-b87203e0e2e0" providerId="ADAL" clId="{2CDD1876-28DB-B948-ACF9-F9A2A6DDAF5B}" dt="2023-11-21T11:34:42.203" v="1070"/>
          <ac:spMkLst>
            <pc:docMk/>
            <pc:sldMk cId="3134006102" sldId="285"/>
            <ac:spMk id="105" creationId="{CD1EE7C2-4DFB-EB4A-F6E1-4F85BD5086E7}"/>
          </ac:spMkLst>
        </pc:spChg>
        <pc:spChg chg="add mod">
          <ac:chgData name="DING, Wenlong" userId="2462c282-915a-45d3-817d-b87203e0e2e0" providerId="ADAL" clId="{2CDD1876-28DB-B948-ACF9-F9A2A6DDAF5B}" dt="2023-11-21T11:34:42.203" v="1070"/>
          <ac:spMkLst>
            <pc:docMk/>
            <pc:sldMk cId="3134006102" sldId="285"/>
            <ac:spMk id="106" creationId="{74337325-26E5-EE0F-2B84-510CB9878CFE}"/>
          </ac:spMkLst>
        </pc:spChg>
        <pc:spChg chg="add mod">
          <ac:chgData name="DING, Wenlong" userId="2462c282-915a-45d3-817d-b87203e0e2e0" providerId="ADAL" clId="{2CDD1876-28DB-B948-ACF9-F9A2A6DDAF5B}" dt="2023-11-21T11:34:42.203" v="1070"/>
          <ac:spMkLst>
            <pc:docMk/>
            <pc:sldMk cId="3134006102" sldId="285"/>
            <ac:spMk id="107" creationId="{86D6E606-C6CC-DC73-C618-1FB8084E840D}"/>
          </ac:spMkLst>
        </pc:spChg>
        <pc:spChg chg="add mod">
          <ac:chgData name="DING, Wenlong" userId="2462c282-915a-45d3-817d-b87203e0e2e0" providerId="ADAL" clId="{2CDD1876-28DB-B948-ACF9-F9A2A6DDAF5B}" dt="2023-11-21T11:34:42.203" v="1070"/>
          <ac:spMkLst>
            <pc:docMk/>
            <pc:sldMk cId="3134006102" sldId="285"/>
            <ac:spMk id="108" creationId="{70146D3F-BC09-9339-285F-5584293D27B1}"/>
          </ac:spMkLst>
        </pc:spChg>
        <pc:spChg chg="add mod">
          <ac:chgData name="DING, Wenlong" userId="2462c282-915a-45d3-817d-b87203e0e2e0" providerId="ADAL" clId="{2CDD1876-28DB-B948-ACF9-F9A2A6DDAF5B}" dt="2023-11-21T11:34:42.203" v="1070"/>
          <ac:spMkLst>
            <pc:docMk/>
            <pc:sldMk cId="3134006102" sldId="285"/>
            <ac:spMk id="109" creationId="{727307C9-6684-88D8-EC5C-F037F3F6218E}"/>
          </ac:spMkLst>
        </pc:spChg>
        <pc:spChg chg="add mod">
          <ac:chgData name="DING, Wenlong" userId="2462c282-915a-45d3-817d-b87203e0e2e0" providerId="ADAL" clId="{2CDD1876-28DB-B948-ACF9-F9A2A6DDAF5B}" dt="2023-11-21T11:34:42.203" v="1070"/>
          <ac:spMkLst>
            <pc:docMk/>
            <pc:sldMk cId="3134006102" sldId="285"/>
            <ac:spMk id="110" creationId="{3F366A23-5B79-C45C-E545-6A1828F12EBF}"/>
          </ac:spMkLst>
        </pc:spChg>
        <pc:spChg chg="add mod">
          <ac:chgData name="DING, Wenlong" userId="2462c282-915a-45d3-817d-b87203e0e2e0" providerId="ADAL" clId="{2CDD1876-28DB-B948-ACF9-F9A2A6DDAF5B}" dt="2023-11-21T11:34:42.203" v="1070"/>
          <ac:spMkLst>
            <pc:docMk/>
            <pc:sldMk cId="3134006102" sldId="285"/>
            <ac:spMk id="111" creationId="{5041D141-68F7-109D-7B1F-79BA6DCEDE39}"/>
          </ac:spMkLst>
        </pc:spChg>
        <pc:spChg chg="add mod">
          <ac:chgData name="DING, Wenlong" userId="2462c282-915a-45d3-817d-b87203e0e2e0" providerId="ADAL" clId="{2CDD1876-28DB-B948-ACF9-F9A2A6DDAF5B}" dt="2023-11-21T11:34:42.203" v="1070"/>
          <ac:spMkLst>
            <pc:docMk/>
            <pc:sldMk cId="3134006102" sldId="285"/>
            <ac:spMk id="112" creationId="{4A04C616-5D25-72FD-DFD7-40F39D5A6291}"/>
          </ac:spMkLst>
        </pc:spChg>
        <pc:spChg chg="add mod">
          <ac:chgData name="DING, Wenlong" userId="2462c282-915a-45d3-817d-b87203e0e2e0" providerId="ADAL" clId="{2CDD1876-28DB-B948-ACF9-F9A2A6DDAF5B}" dt="2023-11-21T11:34:42.203" v="1070"/>
          <ac:spMkLst>
            <pc:docMk/>
            <pc:sldMk cId="3134006102" sldId="285"/>
            <ac:spMk id="113" creationId="{DD9CDFFE-8986-BAEF-395B-C96AFA75024B}"/>
          </ac:spMkLst>
        </pc:spChg>
        <pc:spChg chg="add mod">
          <ac:chgData name="DING, Wenlong" userId="2462c282-915a-45d3-817d-b87203e0e2e0" providerId="ADAL" clId="{2CDD1876-28DB-B948-ACF9-F9A2A6DDAF5B}" dt="2023-11-21T11:34:42.203" v="1070"/>
          <ac:spMkLst>
            <pc:docMk/>
            <pc:sldMk cId="3134006102" sldId="285"/>
            <ac:spMk id="114" creationId="{EB7E4998-135D-BF94-255B-9CE78FFADBB5}"/>
          </ac:spMkLst>
        </pc:spChg>
        <pc:spChg chg="add mod">
          <ac:chgData name="DING, Wenlong" userId="2462c282-915a-45d3-817d-b87203e0e2e0" providerId="ADAL" clId="{2CDD1876-28DB-B948-ACF9-F9A2A6DDAF5B}" dt="2023-11-21T11:34:42.203" v="1070"/>
          <ac:spMkLst>
            <pc:docMk/>
            <pc:sldMk cId="3134006102" sldId="285"/>
            <ac:spMk id="115" creationId="{A5371351-F359-2ADF-6883-4582F572CF8F}"/>
          </ac:spMkLst>
        </pc:spChg>
        <pc:spChg chg="add mod">
          <ac:chgData name="DING, Wenlong" userId="2462c282-915a-45d3-817d-b87203e0e2e0" providerId="ADAL" clId="{2CDD1876-28DB-B948-ACF9-F9A2A6DDAF5B}" dt="2023-11-21T11:34:42.203" v="1070"/>
          <ac:spMkLst>
            <pc:docMk/>
            <pc:sldMk cId="3134006102" sldId="285"/>
            <ac:spMk id="116" creationId="{9AF6C873-5999-98F1-F21F-704A774BA567}"/>
          </ac:spMkLst>
        </pc:spChg>
        <pc:spChg chg="add mod">
          <ac:chgData name="DING, Wenlong" userId="2462c282-915a-45d3-817d-b87203e0e2e0" providerId="ADAL" clId="{2CDD1876-28DB-B948-ACF9-F9A2A6DDAF5B}" dt="2023-11-21T11:34:42.203" v="1070"/>
          <ac:spMkLst>
            <pc:docMk/>
            <pc:sldMk cId="3134006102" sldId="285"/>
            <ac:spMk id="117" creationId="{C3ACEB6D-2365-FE67-62FC-D71498B91A5E}"/>
          </ac:spMkLst>
        </pc:spChg>
        <pc:spChg chg="add mod">
          <ac:chgData name="DING, Wenlong" userId="2462c282-915a-45d3-817d-b87203e0e2e0" providerId="ADAL" clId="{2CDD1876-28DB-B948-ACF9-F9A2A6DDAF5B}" dt="2023-11-21T11:34:42.203" v="1070"/>
          <ac:spMkLst>
            <pc:docMk/>
            <pc:sldMk cId="3134006102" sldId="285"/>
            <ac:spMk id="118" creationId="{C4BF89E5-C5AE-CAAA-EC15-2BE773E96F08}"/>
          </ac:spMkLst>
        </pc:spChg>
        <pc:spChg chg="add mod">
          <ac:chgData name="DING, Wenlong" userId="2462c282-915a-45d3-817d-b87203e0e2e0" providerId="ADAL" clId="{2CDD1876-28DB-B948-ACF9-F9A2A6DDAF5B}" dt="2023-11-21T11:34:42.203" v="1070"/>
          <ac:spMkLst>
            <pc:docMk/>
            <pc:sldMk cId="3134006102" sldId="285"/>
            <ac:spMk id="119" creationId="{4688F1FC-5778-22BA-56B4-42AF5F1A0DF3}"/>
          </ac:spMkLst>
        </pc:spChg>
        <pc:spChg chg="add mod">
          <ac:chgData name="DING, Wenlong" userId="2462c282-915a-45d3-817d-b87203e0e2e0" providerId="ADAL" clId="{2CDD1876-28DB-B948-ACF9-F9A2A6DDAF5B}" dt="2023-11-21T11:34:42.203" v="1070"/>
          <ac:spMkLst>
            <pc:docMk/>
            <pc:sldMk cId="3134006102" sldId="285"/>
            <ac:spMk id="120" creationId="{0AB41207-B66C-21C7-6414-0194226F0F14}"/>
          </ac:spMkLst>
        </pc:spChg>
        <pc:spChg chg="add mod">
          <ac:chgData name="DING, Wenlong" userId="2462c282-915a-45d3-817d-b87203e0e2e0" providerId="ADAL" clId="{2CDD1876-28DB-B948-ACF9-F9A2A6DDAF5B}" dt="2023-11-21T11:34:42.203" v="1070"/>
          <ac:spMkLst>
            <pc:docMk/>
            <pc:sldMk cId="3134006102" sldId="285"/>
            <ac:spMk id="121" creationId="{F5E02EDF-200B-3B5A-5F2F-47D20633AAF8}"/>
          </ac:spMkLst>
        </pc:spChg>
        <pc:spChg chg="add mod">
          <ac:chgData name="DING, Wenlong" userId="2462c282-915a-45d3-817d-b87203e0e2e0" providerId="ADAL" clId="{2CDD1876-28DB-B948-ACF9-F9A2A6DDAF5B}" dt="2023-11-21T11:34:42.203" v="1070"/>
          <ac:spMkLst>
            <pc:docMk/>
            <pc:sldMk cId="3134006102" sldId="285"/>
            <ac:spMk id="122" creationId="{D7CDD9E0-B52A-A4B8-A4AC-B034444FF9AD}"/>
          </ac:spMkLst>
        </pc:spChg>
        <pc:spChg chg="add mod">
          <ac:chgData name="DING, Wenlong" userId="2462c282-915a-45d3-817d-b87203e0e2e0" providerId="ADAL" clId="{2CDD1876-28DB-B948-ACF9-F9A2A6DDAF5B}" dt="2023-11-21T11:34:42.203" v="1070"/>
          <ac:spMkLst>
            <pc:docMk/>
            <pc:sldMk cId="3134006102" sldId="285"/>
            <ac:spMk id="123" creationId="{27A0665E-092E-6A8C-90A5-C815466CBE91}"/>
          </ac:spMkLst>
        </pc:spChg>
        <pc:spChg chg="add mod">
          <ac:chgData name="DING, Wenlong" userId="2462c282-915a-45d3-817d-b87203e0e2e0" providerId="ADAL" clId="{2CDD1876-28DB-B948-ACF9-F9A2A6DDAF5B}" dt="2023-11-21T11:34:42.203" v="1070"/>
          <ac:spMkLst>
            <pc:docMk/>
            <pc:sldMk cId="3134006102" sldId="285"/>
            <ac:spMk id="124" creationId="{CC03231F-67F0-EA18-758C-78E8EBD7C726}"/>
          </ac:spMkLst>
        </pc:spChg>
        <pc:spChg chg="add mod">
          <ac:chgData name="DING, Wenlong" userId="2462c282-915a-45d3-817d-b87203e0e2e0" providerId="ADAL" clId="{2CDD1876-28DB-B948-ACF9-F9A2A6DDAF5B}" dt="2023-11-21T11:34:42.203" v="1070"/>
          <ac:spMkLst>
            <pc:docMk/>
            <pc:sldMk cId="3134006102" sldId="285"/>
            <ac:spMk id="125" creationId="{316E488E-707A-A9CF-678A-243CBA452D49}"/>
          </ac:spMkLst>
        </pc:spChg>
        <pc:spChg chg="add mod">
          <ac:chgData name="DING, Wenlong" userId="2462c282-915a-45d3-817d-b87203e0e2e0" providerId="ADAL" clId="{2CDD1876-28DB-B948-ACF9-F9A2A6DDAF5B}" dt="2023-11-21T11:34:42.203" v="1070"/>
          <ac:spMkLst>
            <pc:docMk/>
            <pc:sldMk cId="3134006102" sldId="285"/>
            <ac:spMk id="127" creationId="{D335353E-A196-573E-D3C8-507C63CA29E6}"/>
          </ac:spMkLst>
        </pc:spChg>
        <pc:spChg chg="add del mod">
          <ac:chgData name="DING, Wenlong" userId="2462c282-915a-45d3-817d-b87203e0e2e0" providerId="ADAL" clId="{2CDD1876-28DB-B948-ACF9-F9A2A6DDAF5B}" dt="2023-11-21T11:37:12.131" v="1083" actId="478"/>
          <ac:spMkLst>
            <pc:docMk/>
            <pc:sldMk cId="3134006102" sldId="285"/>
            <ac:spMk id="131" creationId="{E66D1F9E-4072-E33F-3EC2-4FB70919303A}"/>
          </ac:spMkLst>
        </pc:spChg>
        <pc:spChg chg="add del mod">
          <ac:chgData name="DING, Wenlong" userId="2462c282-915a-45d3-817d-b87203e0e2e0" providerId="ADAL" clId="{2CDD1876-28DB-B948-ACF9-F9A2A6DDAF5B}" dt="2023-11-21T11:37:28.635" v="1086" actId="478"/>
          <ac:spMkLst>
            <pc:docMk/>
            <pc:sldMk cId="3134006102" sldId="285"/>
            <ac:spMk id="132" creationId="{2B4915F9-CEE5-D6D6-6D0C-5B68241DB259}"/>
          </ac:spMkLst>
        </pc:spChg>
        <pc:spChg chg="mod">
          <ac:chgData name="DING, Wenlong" userId="2462c282-915a-45d3-817d-b87203e0e2e0" providerId="ADAL" clId="{2CDD1876-28DB-B948-ACF9-F9A2A6DDAF5B}" dt="2023-11-21T11:37:23.315" v="1085"/>
          <ac:spMkLst>
            <pc:docMk/>
            <pc:sldMk cId="3134006102" sldId="285"/>
            <ac:spMk id="134" creationId="{2E8E97DF-0D9A-2402-2356-7242A3148F98}"/>
          </ac:spMkLst>
        </pc:spChg>
        <pc:spChg chg="mod">
          <ac:chgData name="DING, Wenlong" userId="2462c282-915a-45d3-817d-b87203e0e2e0" providerId="ADAL" clId="{2CDD1876-28DB-B948-ACF9-F9A2A6DDAF5B}" dt="2023-11-21T11:37:23.315" v="1085"/>
          <ac:spMkLst>
            <pc:docMk/>
            <pc:sldMk cId="3134006102" sldId="285"/>
            <ac:spMk id="135" creationId="{68D99A65-1510-8BC4-FFAF-9280E7157702}"/>
          </ac:spMkLst>
        </pc:spChg>
        <pc:spChg chg="mod">
          <ac:chgData name="DING, Wenlong" userId="2462c282-915a-45d3-817d-b87203e0e2e0" providerId="ADAL" clId="{2CDD1876-28DB-B948-ACF9-F9A2A6DDAF5B}" dt="2023-11-21T11:37:23.315" v="1085"/>
          <ac:spMkLst>
            <pc:docMk/>
            <pc:sldMk cId="3134006102" sldId="285"/>
            <ac:spMk id="136" creationId="{E766F318-49EB-C0CD-82EB-5B19834554B5}"/>
          </ac:spMkLst>
        </pc:spChg>
        <pc:spChg chg="mod">
          <ac:chgData name="DING, Wenlong" userId="2462c282-915a-45d3-817d-b87203e0e2e0" providerId="ADAL" clId="{2CDD1876-28DB-B948-ACF9-F9A2A6DDAF5B}" dt="2023-11-21T11:37:23.315" v="1085"/>
          <ac:spMkLst>
            <pc:docMk/>
            <pc:sldMk cId="3134006102" sldId="285"/>
            <ac:spMk id="137" creationId="{3AA789FE-94E0-57A5-49C3-FB4E3664B946}"/>
          </ac:spMkLst>
        </pc:spChg>
        <pc:spChg chg="mod">
          <ac:chgData name="DING, Wenlong" userId="2462c282-915a-45d3-817d-b87203e0e2e0" providerId="ADAL" clId="{2CDD1876-28DB-B948-ACF9-F9A2A6DDAF5B}" dt="2023-11-21T11:37:23.315" v="1085"/>
          <ac:spMkLst>
            <pc:docMk/>
            <pc:sldMk cId="3134006102" sldId="285"/>
            <ac:spMk id="138" creationId="{DC95B10D-4231-9E84-7F97-58C054C112F4}"/>
          </ac:spMkLst>
        </pc:spChg>
        <pc:spChg chg="mod">
          <ac:chgData name="DING, Wenlong" userId="2462c282-915a-45d3-817d-b87203e0e2e0" providerId="ADAL" clId="{2CDD1876-28DB-B948-ACF9-F9A2A6DDAF5B}" dt="2023-11-21T11:37:23.315" v="1085"/>
          <ac:spMkLst>
            <pc:docMk/>
            <pc:sldMk cId="3134006102" sldId="285"/>
            <ac:spMk id="139" creationId="{4163F1D3-8BE6-F52F-BE6C-46C61547F2DF}"/>
          </ac:spMkLst>
        </pc:spChg>
        <pc:spChg chg="mod">
          <ac:chgData name="DING, Wenlong" userId="2462c282-915a-45d3-817d-b87203e0e2e0" providerId="ADAL" clId="{2CDD1876-28DB-B948-ACF9-F9A2A6DDAF5B}" dt="2023-11-21T11:37:23.315" v="1085"/>
          <ac:spMkLst>
            <pc:docMk/>
            <pc:sldMk cId="3134006102" sldId="285"/>
            <ac:spMk id="140" creationId="{EFC1A07D-CAF5-DA5C-4FC4-269952185C65}"/>
          </ac:spMkLst>
        </pc:spChg>
        <pc:spChg chg="mod">
          <ac:chgData name="DING, Wenlong" userId="2462c282-915a-45d3-817d-b87203e0e2e0" providerId="ADAL" clId="{2CDD1876-28DB-B948-ACF9-F9A2A6DDAF5B}" dt="2023-11-21T11:37:23.315" v="1085"/>
          <ac:spMkLst>
            <pc:docMk/>
            <pc:sldMk cId="3134006102" sldId="285"/>
            <ac:spMk id="141" creationId="{142D3292-E130-923D-B364-EB2534CBA5F0}"/>
          </ac:spMkLst>
        </pc:spChg>
        <pc:spChg chg="mod">
          <ac:chgData name="DING, Wenlong" userId="2462c282-915a-45d3-817d-b87203e0e2e0" providerId="ADAL" clId="{2CDD1876-28DB-B948-ACF9-F9A2A6DDAF5B}" dt="2023-11-21T11:37:23.315" v="1085"/>
          <ac:spMkLst>
            <pc:docMk/>
            <pc:sldMk cId="3134006102" sldId="285"/>
            <ac:spMk id="142" creationId="{7B52AF62-FE17-71E8-EBBC-32AA339D0F47}"/>
          </ac:spMkLst>
        </pc:spChg>
        <pc:spChg chg="mod">
          <ac:chgData name="DING, Wenlong" userId="2462c282-915a-45d3-817d-b87203e0e2e0" providerId="ADAL" clId="{2CDD1876-28DB-B948-ACF9-F9A2A6DDAF5B}" dt="2023-11-21T11:37:23.315" v="1085"/>
          <ac:spMkLst>
            <pc:docMk/>
            <pc:sldMk cId="3134006102" sldId="285"/>
            <ac:spMk id="143" creationId="{B3BF68BE-8437-3AE1-0E57-510F8FFE898E}"/>
          </ac:spMkLst>
        </pc:spChg>
        <pc:spChg chg="mod">
          <ac:chgData name="DING, Wenlong" userId="2462c282-915a-45d3-817d-b87203e0e2e0" providerId="ADAL" clId="{2CDD1876-28DB-B948-ACF9-F9A2A6DDAF5B}" dt="2023-11-21T11:37:23.315" v="1085"/>
          <ac:spMkLst>
            <pc:docMk/>
            <pc:sldMk cId="3134006102" sldId="285"/>
            <ac:spMk id="144" creationId="{A8BBC58F-B425-8245-D77E-0BDD1BA0B334}"/>
          </ac:spMkLst>
        </pc:spChg>
        <pc:spChg chg="mod">
          <ac:chgData name="DING, Wenlong" userId="2462c282-915a-45d3-817d-b87203e0e2e0" providerId="ADAL" clId="{2CDD1876-28DB-B948-ACF9-F9A2A6DDAF5B}" dt="2023-11-21T11:37:23.315" v="1085"/>
          <ac:spMkLst>
            <pc:docMk/>
            <pc:sldMk cId="3134006102" sldId="285"/>
            <ac:spMk id="145" creationId="{B60AEA58-5764-2D7E-35B0-586324C08BA6}"/>
          </ac:spMkLst>
        </pc:spChg>
        <pc:spChg chg="mod">
          <ac:chgData name="DING, Wenlong" userId="2462c282-915a-45d3-817d-b87203e0e2e0" providerId="ADAL" clId="{2CDD1876-28DB-B948-ACF9-F9A2A6DDAF5B}" dt="2023-11-21T11:37:23.315" v="1085"/>
          <ac:spMkLst>
            <pc:docMk/>
            <pc:sldMk cId="3134006102" sldId="285"/>
            <ac:spMk id="146" creationId="{0A43F9F7-47C1-2D12-845F-41867D5E5C60}"/>
          </ac:spMkLst>
        </pc:spChg>
        <pc:spChg chg="mod">
          <ac:chgData name="DING, Wenlong" userId="2462c282-915a-45d3-817d-b87203e0e2e0" providerId="ADAL" clId="{2CDD1876-28DB-B948-ACF9-F9A2A6DDAF5B}" dt="2023-11-21T11:37:23.315" v="1085"/>
          <ac:spMkLst>
            <pc:docMk/>
            <pc:sldMk cId="3134006102" sldId="285"/>
            <ac:spMk id="147" creationId="{F667BAC1-2018-F3A0-2F18-437F07E7B7BC}"/>
          </ac:spMkLst>
        </pc:spChg>
        <pc:spChg chg="mod">
          <ac:chgData name="DING, Wenlong" userId="2462c282-915a-45d3-817d-b87203e0e2e0" providerId="ADAL" clId="{2CDD1876-28DB-B948-ACF9-F9A2A6DDAF5B}" dt="2023-11-21T11:37:23.315" v="1085"/>
          <ac:spMkLst>
            <pc:docMk/>
            <pc:sldMk cId="3134006102" sldId="285"/>
            <ac:spMk id="148" creationId="{A6091D52-3F7F-4703-AF08-8CFCD34AC73E}"/>
          </ac:spMkLst>
        </pc:spChg>
        <pc:spChg chg="mod">
          <ac:chgData name="DING, Wenlong" userId="2462c282-915a-45d3-817d-b87203e0e2e0" providerId="ADAL" clId="{2CDD1876-28DB-B948-ACF9-F9A2A6DDAF5B}" dt="2023-11-21T11:37:23.315" v="1085"/>
          <ac:spMkLst>
            <pc:docMk/>
            <pc:sldMk cId="3134006102" sldId="285"/>
            <ac:spMk id="149" creationId="{D58D671E-E054-BE07-BBA8-571C71645BF5}"/>
          </ac:spMkLst>
        </pc:spChg>
        <pc:spChg chg="mod">
          <ac:chgData name="DING, Wenlong" userId="2462c282-915a-45d3-817d-b87203e0e2e0" providerId="ADAL" clId="{2CDD1876-28DB-B948-ACF9-F9A2A6DDAF5B}" dt="2023-11-21T11:37:23.315" v="1085"/>
          <ac:spMkLst>
            <pc:docMk/>
            <pc:sldMk cId="3134006102" sldId="285"/>
            <ac:spMk id="150" creationId="{45CDA1BE-335A-3D8C-ED98-88C7696FE323}"/>
          </ac:spMkLst>
        </pc:spChg>
        <pc:spChg chg="mod">
          <ac:chgData name="DING, Wenlong" userId="2462c282-915a-45d3-817d-b87203e0e2e0" providerId="ADAL" clId="{2CDD1876-28DB-B948-ACF9-F9A2A6DDAF5B}" dt="2023-11-21T11:37:23.315" v="1085"/>
          <ac:spMkLst>
            <pc:docMk/>
            <pc:sldMk cId="3134006102" sldId="285"/>
            <ac:spMk id="151" creationId="{D6CC46B5-AD75-6800-9A09-29821D573D5A}"/>
          </ac:spMkLst>
        </pc:spChg>
        <pc:spChg chg="mod">
          <ac:chgData name="DING, Wenlong" userId="2462c282-915a-45d3-817d-b87203e0e2e0" providerId="ADAL" clId="{2CDD1876-28DB-B948-ACF9-F9A2A6DDAF5B}" dt="2023-11-21T11:37:23.315" v="1085"/>
          <ac:spMkLst>
            <pc:docMk/>
            <pc:sldMk cId="3134006102" sldId="285"/>
            <ac:spMk id="152" creationId="{B51982B6-4897-F21C-D14B-1B82F2944A34}"/>
          </ac:spMkLst>
        </pc:spChg>
        <pc:spChg chg="mod">
          <ac:chgData name="DING, Wenlong" userId="2462c282-915a-45d3-817d-b87203e0e2e0" providerId="ADAL" clId="{2CDD1876-28DB-B948-ACF9-F9A2A6DDAF5B}" dt="2023-11-21T11:37:23.315" v="1085"/>
          <ac:spMkLst>
            <pc:docMk/>
            <pc:sldMk cId="3134006102" sldId="285"/>
            <ac:spMk id="153" creationId="{E82D1F21-9E9F-20CC-D4BF-F54FBE5B0C98}"/>
          </ac:spMkLst>
        </pc:spChg>
        <pc:spChg chg="mod">
          <ac:chgData name="DING, Wenlong" userId="2462c282-915a-45d3-817d-b87203e0e2e0" providerId="ADAL" clId="{2CDD1876-28DB-B948-ACF9-F9A2A6DDAF5B}" dt="2023-11-21T11:37:23.315" v="1085"/>
          <ac:spMkLst>
            <pc:docMk/>
            <pc:sldMk cId="3134006102" sldId="285"/>
            <ac:spMk id="154" creationId="{54766CE4-8839-2F7A-FDFC-D3C2493EA6C5}"/>
          </ac:spMkLst>
        </pc:spChg>
        <pc:spChg chg="mod">
          <ac:chgData name="DING, Wenlong" userId="2462c282-915a-45d3-817d-b87203e0e2e0" providerId="ADAL" clId="{2CDD1876-28DB-B948-ACF9-F9A2A6DDAF5B}" dt="2023-11-21T11:37:23.315" v="1085"/>
          <ac:spMkLst>
            <pc:docMk/>
            <pc:sldMk cId="3134006102" sldId="285"/>
            <ac:spMk id="155" creationId="{E62AE2AF-166E-2465-0F8F-0CE963189D90}"/>
          </ac:spMkLst>
        </pc:spChg>
        <pc:spChg chg="mod">
          <ac:chgData name="DING, Wenlong" userId="2462c282-915a-45d3-817d-b87203e0e2e0" providerId="ADAL" clId="{2CDD1876-28DB-B948-ACF9-F9A2A6DDAF5B}" dt="2023-11-21T11:37:23.315" v="1085"/>
          <ac:spMkLst>
            <pc:docMk/>
            <pc:sldMk cId="3134006102" sldId="285"/>
            <ac:spMk id="157" creationId="{D66FADA0-98D9-2BFB-CF07-593E9C740880}"/>
          </ac:spMkLst>
        </pc:spChg>
        <pc:spChg chg="mod">
          <ac:chgData name="DING, Wenlong" userId="2462c282-915a-45d3-817d-b87203e0e2e0" providerId="ADAL" clId="{2CDD1876-28DB-B948-ACF9-F9A2A6DDAF5B}" dt="2023-11-21T11:37:23.315" v="1085"/>
          <ac:spMkLst>
            <pc:docMk/>
            <pc:sldMk cId="3134006102" sldId="285"/>
            <ac:spMk id="158" creationId="{2E37272F-8E05-ECCD-0F24-51212B0CD772}"/>
          </ac:spMkLst>
        </pc:spChg>
        <pc:spChg chg="mod">
          <ac:chgData name="DING, Wenlong" userId="2462c282-915a-45d3-817d-b87203e0e2e0" providerId="ADAL" clId="{2CDD1876-28DB-B948-ACF9-F9A2A6DDAF5B}" dt="2023-11-21T11:37:23.315" v="1085"/>
          <ac:spMkLst>
            <pc:docMk/>
            <pc:sldMk cId="3134006102" sldId="285"/>
            <ac:spMk id="159" creationId="{F66C3223-DB52-726E-9E4C-3B8D3C017B77}"/>
          </ac:spMkLst>
        </pc:spChg>
        <pc:spChg chg="mod">
          <ac:chgData name="DING, Wenlong" userId="2462c282-915a-45d3-817d-b87203e0e2e0" providerId="ADAL" clId="{2CDD1876-28DB-B948-ACF9-F9A2A6DDAF5B}" dt="2023-11-21T11:37:23.315" v="1085"/>
          <ac:spMkLst>
            <pc:docMk/>
            <pc:sldMk cId="3134006102" sldId="285"/>
            <ac:spMk id="160" creationId="{AC95377D-58B7-8BBC-8C02-9968AF76DA8C}"/>
          </ac:spMkLst>
        </pc:spChg>
        <pc:spChg chg="mod">
          <ac:chgData name="DING, Wenlong" userId="2462c282-915a-45d3-817d-b87203e0e2e0" providerId="ADAL" clId="{2CDD1876-28DB-B948-ACF9-F9A2A6DDAF5B}" dt="2023-11-21T11:37:23.315" v="1085"/>
          <ac:spMkLst>
            <pc:docMk/>
            <pc:sldMk cId="3134006102" sldId="285"/>
            <ac:spMk id="161" creationId="{7E8EF6AF-A83F-D5AB-ECA3-80C912A9D06A}"/>
          </ac:spMkLst>
        </pc:spChg>
        <pc:spChg chg="mod">
          <ac:chgData name="DING, Wenlong" userId="2462c282-915a-45d3-817d-b87203e0e2e0" providerId="ADAL" clId="{2CDD1876-28DB-B948-ACF9-F9A2A6DDAF5B}" dt="2023-11-21T11:37:23.315" v="1085"/>
          <ac:spMkLst>
            <pc:docMk/>
            <pc:sldMk cId="3134006102" sldId="285"/>
            <ac:spMk id="162" creationId="{2F2589E0-2816-09BC-6EF2-15FB295ADEC0}"/>
          </ac:spMkLst>
        </pc:spChg>
        <pc:spChg chg="mod">
          <ac:chgData name="DING, Wenlong" userId="2462c282-915a-45d3-817d-b87203e0e2e0" providerId="ADAL" clId="{2CDD1876-28DB-B948-ACF9-F9A2A6DDAF5B}" dt="2023-11-21T11:37:23.315" v="1085"/>
          <ac:spMkLst>
            <pc:docMk/>
            <pc:sldMk cId="3134006102" sldId="285"/>
            <ac:spMk id="163" creationId="{6596FCDB-B3F2-E5D7-E3B7-3E6827AA2F94}"/>
          </ac:spMkLst>
        </pc:spChg>
        <pc:spChg chg="mod">
          <ac:chgData name="DING, Wenlong" userId="2462c282-915a-45d3-817d-b87203e0e2e0" providerId="ADAL" clId="{2CDD1876-28DB-B948-ACF9-F9A2A6DDAF5B}" dt="2023-11-21T11:37:23.315" v="1085"/>
          <ac:spMkLst>
            <pc:docMk/>
            <pc:sldMk cId="3134006102" sldId="285"/>
            <ac:spMk id="165" creationId="{4110C32C-0C2B-12AB-3AF3-E1EC034F1122}"/>
          </ac:spMkLst>
        </pc:spChg>
        <pc:spChg chg="mod">
          <ac:chgData name="DING, Wenlong" userId="2462c282-915a-45d3-817d-b87203e0e2e0" providerId="ADAL" clId="{2CDD1876-28DB-B948-ACF9-F9A2A6DDAF5B}" dt="2023-11-21T11:37:23.315" v="1085"/>
          <ac:spMkLst>
            <pc:docMk/>
            <pc:sldMk cId="3134006102" sldId="285"/>
            <ac:spMk id="166" creationId="{7AEDBAB4-DAE0-0225-3A0C-D100DBE2A653}"/>
          </ac:spMkLst>
        </pc:spChg>
        <pc:spChg chg="mod">
          <ac:chgData name="DING, Wenlong" userId="2462c282-915a-45d3-817d-b87203e0e2e0" providerId="ADAL" clId="{2CDD1876-28DB-B948-ACF9-F9A2A6DDAF5B}" dt="2023-11-21T11:37:23.315" v="1085"/>
          <ac:spMkLst>
            <pc:docMk/>
            <pc:sldMk cId="3134006102" sldId="285"/>
            <ac:spMk id="167" creationId="{794DEAEB-B6EA-DB37-D72F-29B7D6059428}"/>
          </ac:spMkLst>
        </pc:spChg>
        <pc:spChg chg="mod">
          <ac:chgData name="DING, Wenlong" userId="2462c282-915a-45d3-817d-b87203e0e2e0" providerId="ADAL" clId="{2CDD1876-28DB-B948-ACF9-F9A2A6DDAF5B}" dt="2023-11-21T11:37:23.315" v="1085"/>
          <ac:spMkLst>
            <pc:docMk/>
            <pc:sldMk cId="3134006102" sldId="285"/>
            <ac:spMk id="168" creationId="{4D5A8DD2-7D80-FD31-46E1-F9F20DD91383}"/>
          </ac:spMkLst>
        </pc:spChg>
        <pc:spChg chg="mod">
          <ac:chgData name="DING, Wenlong" userId="2462c282-915a-45d3-817d-b87203e0e2e0" providerId="ADAL" clId="{2CDD1876-28DB-B948-ACF9-F9A2A6DDAF5B}" dt="2023-11-21T11:37:23.315" v="1085"/>
          <ac:spMkLst>
            <pc:docMk/>
            <pc:sldMk cId="3134006102" sldId="285"/>
            <ac:spMk id="169" creationId="{7E13954A-3B5C-7563-302A-BF4CAFFE3C6B}"/>
          </ac:spMkLst>
        </pc:spChg>
        <pc:spChg chg="mod">
          <ac:chgData name="DING, Wenlong" userId="2462c282-915a-45d3-817d-b87203e0e2e0" providerId="ADAL" clId="{2CDD1876-28DB-B948-ACF9-F9A2A6DDAF5B}" dt="2023-11-21T11:37:23.315" v="1085"/>
          <ac:spMkLst>
            <pc:docMk/>
            <pc:sldMk cId="3134006102" sldId="285"/>
            <ac:spMk id="170" creationId="{262B9E49-B42B-4F45-DA79-F4B6612C923B}"/>
          </ac:spMkLst>
        </pc:spChg>
        <pc:spChg chg="mod">
          <ac:chgData name="DING, Wenlong" userId="2462c282-915a-45d3-817d-b87203e0e2e0" providerId="ADAL" clId="{2CDD1876-28DB-B948-ACF9-F9A2A6DDAF5B}" dt="2023-11-21T11:37:23.315" v="1085"/>
          <ac:spMkLst>
            <pc:docMk/>
            <pc:sldMk cId="3134006102" sldId="285"/>
            <ac:spMk id="171" creationId="{5D31E4F4-1841-D6AF-3BB7-7F3170047C01}"/>
          </ac:spMkLst>
        </pc:spChg>
        <pc:spChg chg="mod">
          <ac:chgData name="DING, Wenlong" userId="2462c282-915a-45d3-817d-b87203e0e2e0" providerId="ADAL" clId="{2CDD1876-28DB-B948-ACF9-F9A2A6DDAF5B}" dt="2023-11-21T11:37:23.315" v="1085"/>
          <ac:spMkLst>
            <pc:docMk/>
            <pc:sldMk cId="3134006102" sldId="285"/>
            <ac:spMk id="172" creationId="{4AAAC33E-ECAC-8433-9B7B-2E1766C6971E}"/>
          </ac:spMkLst>
        </pc:spChg>
        <pc:spChg chg="mod">
          <ac:chgData name="DING, Wenlong" userId="2462c282-915a-45d3-817d-b87203e0e2e0" providerId="ADAL" clId="{2CDD1876-28DB-B948-ACF9-F9A2A6DDAF5B}" dt="2023-11-21T11:37:23.315" v="1085"/>
          <ac:spMkLst>
            <pc:docMk/>
            <pc:sldMk cId="3134006102" sldId="285"/>
            <ac:spMk id="173" creationId="{7F8568AE-EB54-255E-738D-9E65BE6A4086}"/>
          </ac:spMkLst>
        </pc:spChg>
        <pc:spChg chg="mod">
          <ac:chgData name="DING, Wenlong" userId="2462c282-915a-45d3-817d-b87203e0e2e0" providerId="ADAL" clId="{2CDD1876-28DB-B948-ACF9-F9A2A6DDAF5B}" dt="2023-11-21T11:37:23.315" v="1085"/>
          <ac:spMkLst>
            <pc:docMk/>
            <pc:sldMk cId="3134006102" sldId="285"/>
            <ac:spMk id="174" creationId="{9E671089-642E-37A8-8054-8D00592D7BC9}"/>
          </ac:spMkLst>
        </pc:spChg>
        <pc:spChg chg="mod">
          <ac:chgData name="DING, Wenlong" userId="2462c282-915a-45d3-817d-b87203e0e2e0" providerId="ADAL" clId="{2CDD1876-28DB-B948-ACF9-F9A2A6DDAF5B}" dt="2023-11-21T11:37:23.315" v="1085"/>
          <ac:spMkLst>
            <pc:docMk/>
            <pc:sldMk cId="3134006102" sldId="285"/>
            <ac:spMk id="175" creationId="{FC510022-A924-7185-D42B-396933EB177B}"/>
          </ac:spMkLst>
        </pc:spChg>
        <pc:spChg chg="mod">
          <ac:chgData name="DING, Wenlong" userId="2462c282-915a-45d3-817d-b87203e0e2e0" providerId="ADAL" clId="{2CDD1876-28DB-B948-ACF9-F9A2A6DDAF5B}" dt="2023-11-21T11:37:23.315" v="1085"/>
          <ac:spMkLst>
            <pc:docMk/>
            <pc:sldMk cId="3134006102" sldId="285"/>
            <ac:spMk id="176" creationId="{BB178A66-0362-8B24-2C90-5B365AA98B47}"/>
          </ac:spMkLst>
        </pc:spChg>
        <pc:spChg chg="mod">
          <ac:chgData name="DING, Wenlong" userId="2462c282-915a-45d3-817d-b87203e0e2e0" providerId="ADAL" clId="{2CDD1876-28DB-B948-ACF9-F9A2A6DDAF5B}" dt="2023-11-21T11:37:23.315" v="1085"/>
          <ac:spMkLst>
            <pc:docMk/>
            <pc:sldMk cId="3134006102" sldId="285"/>
            <ac:spMk id="177" creationId="{AAFD177E-75AE-9B27-E6DC-67FBBD39AE0B}"/>
          </ac:spMkLst>
        </pc:spChg>
        <pc:spChg chg="mod">
          <ac:chgData name="DING, Wenlong" userId="2462c282-915a-45d3-817d-b87203e0e2e0" providerId="ADAL" clId="{2CDD1876-28DB-B948-ACF9-F9A2A6DDAF5B}" dt="2023-11-21T11:37:23.315" v="1085"/>
          <ac:spMkLst>
            <pc:docMk/>
            <pc:sldMk cId="3134006102" sldId="285"/>
            <ac:spMk id="178" creationId="{3C6E5BD0-869A-C3D4-A8D1-877B7E3D3486}"/>
          </ac:spMkLst>
        </pc:spChg>
        <pc:spChg chg="mod">
          <ac:chgData name="DING, Wenlong" userId="2462c282-915a-45d3-817d-b87203e0e2e0" providerId="ADAL" clId="{2CDD1876-28DB-B948-ACF9-F9A2A6DDAF5B}" dt="2023-11-21T11:37:23.315" v="1085"/>
          <ac:spMkLst>
            <pc:docMk/>
            <pc:sldMk cId="3134006102" sldId="285"/>
            <ac:spMk id="179" creationId="{197E0CCA-1738-282C-E20F-8B5166976227}"/>
          </ac:spMkLst>
        </pc:spChg>
        <pc:spChg chg="mod">
          <ac:chgData name="DING, Wenlong" userId="2462c282-915a-45d3-817d-b87203e0e2e0" providerId="ADAL" clId="{2CDD1876-28DB-B948-ACF9-F9A2A6DDAF5B}" dt="2023-11-21T11:37:23.315" v="1085"/>
          <ac:spMkLst>
            <pc:docMk/>
            <pc:sldMk cId="3134006102" sldId="285"/>
            <ac:spMk id="180" creationId="{40D50B18-8668-D531-6BFE-938E19F29703}"/>
          </ac:spMkLst>
        </pc:spChg>
        <pc:spChg chg="mod">
          <ac:chgData name="DING, Wenlong" userId="2462c282-915a-45d3-817d-b87203e0e2e0" providerId="ADAL" clId="{2CDD1876-28DB-B948-ACF9-F9A2A6DDAF5B}" dt="2023-11-21T11:37:23.315" v="1085"/>
          <ac:spMkLst>
            <pc:docMk/>
            <pc:sldMk cId="3134006102" sldId="285"/>
            <ac:spMk id="181" creationId="{E9203660-52D7-F725-5D7D-4B86297BFB9B}"/>
          </ac:spMkLst>
        </pc:spChg>
        <pc:spChg chg="mod">
          <ac:chgData name="DING, Wenlong" userId="2462c282-915a-45d3-817d-b87203e0e2e0" providerId="ADAL" clId="{2CDD1876-28DB-B948-ACF9-F9A2A6DDAF5B}" dt="2023-11-21T11:37:23.315" v="1085"/>
          <ac:spMkLst>
            <pc:docMk/>
            <pc:sldMk cId="3134006102" sldId="285"/>
            <ac:spMk id="182" creationId="{54241740-D7FF-D32C-DE62-E284AEFE7F2E}"/>
          </ac:spMkLst>
        </pc:spChg>
        <pc:spChg chg="mod">
          <ac:chgData name="DING, Wenlong" userId="2462c282-915a-45d3-817d-b87203e0e2e0" providerId="ADAL" clId="{2CDD1876-28DB-B948-ACF9-F9A2A6DDAF5B}" dt="2023-11-21T11:37:23.315" v="1085"/>
          <ac:spMkLst>
            <pc:docMk/>
            <pc:sldMk cId="3134006102" sldId="285"/>
            <ac:spMk id="183" creationId="{43729FD3-73FE-212B-C1A5-0933A6FEE25C}"/>
          </ac:spMkLst>
        </pc:spChg>
        <pc:spChg chg="mod">
          <ac:chgData name="DING, Wenlong" userId="2462c282-915a-45d3-817d-b87203e0e2e0" providerId="ADAL" clId="{2CDD1876-28DB-B948-ACF9-F9A2A6DDAF5B}" dt="2023-11-21T11:37:23.315" v="1085"/>
          <ac:spMkLst>
            <pc:docMk/>
            <pc:sldMk cId="3134006102" sldId="285"/>
            <ac:spMk id="184" creationId="{9686B408-0133-4852-D2D9-E2DF87C7D8C1}"/>
          </ac:spMkLst>
        </pc:spChg>
        <pc:spChg chg="mod">
          <ac:chgData name="DING, Wenlong" userId="2462c282-915a-45d3-817d-b87203e0e2e0" providerId="ADAL" clId="{2CDD1876-28DB-B948-ACF9-F9A2A6DDAF5B}" dt="2023-11-21T11:37:23.315" v="1085"/>
          <ac:spMkLst>
            <pc:docMk/>
            <pc:sldMk cId="3134006102" sldId="285"/>
            <ac:spMk id="185" creationId="{597FF80F-C36F-555A-8811-2DB7440C2EB3}"/>
          </ac:spMkLst>
        </pc:spChg>
        <pc:spChg chg="mod">
          <ac:chgData name="DING, Wenlong" userId="2462c282-915a-45d3-817d-b87203e0e2e0" providerId="ADAL" clId="{2CDD1876-28DB-B948-ACF9-F9A2A6DDAF5B}" dt="2023-11-21T11:37:23.315" v="1085"/>
          <ac:spMkLst>
            <pc:docMk/>
            <pc:sldMk cId="3134006102" sldId="285"/>
            <ac:spMk id="186" creationId="{90F5D471-E8F0-6186-58E1-CF115C0C17D4}"/>
          </ac:spMkLst>
        </pc:spChg>
        <pc:spChg chg="add del mod">
          <ac:chgData name="DING, Wenlong" userId="2462c282-915a-45d3-817d-b87203e0e2e0" providerId="ADAL" clId="{2CDD1876-28DB-B948-ACF9-F9A2A6DDAF5B}" dt="2023-11-21T11:37:28.635" v="1086" actId="478"/>
          <ac:spMkLst>
            <pc:docMk/>
            <pc:sldMk cId="3134006102" sldId="285"/>
            <ac:spMk id="187" creationId="{002F3748-2399-B7CA-2C11-164EBBB9E786}"/>
          </ac:spMkLst>
        </pc:spChg>
        <pc:spChg chg="add del mod">
          <ac:chgData name="DING, Wenlong" userId="2462c282-915a-45d3-817d-b87203e0e2e0" providerId="ADAL" clId="{2CDD1876-28DB-B948-ACF9-F9A2A6DDAF5B}" dt="2023-11-21T11:37:28.635" v="1086" actId="478"/>
          <ac:spMkLst>
            <pc:docMk/>
            <pc:sldMk cId="3134006102" sldId="285"/>
            <ac:spMk id="188" creationId="{78375ABB-ADD9-0D4F-F738-D2389DAD7F9E}"/>
          </ac:spMkLst>
        </pc:spChg>
        <pc:spChg chg="add del mod">
          <ac:chgData name="DING, Wenlong" userId="2462c282-915a-45d3-817d-b87203e0e2e0" providerId="ADAL" clId="{2CDD1876-28DB-B948-ACF9-F9A2A6DDAF5B}" dt="2023-11-21T11:37:28.635" v="1086" actId="478"/>
          <ac:spMkLst>
            <pc:docMk/>
            <pc:sldMk cId="3134006102" sldId="285"/>
            <ac:spMk id="189" creationId="{847E6EC4-905C-6D0F-502C-8CC93524DCD6}"/>
          </ac:spMkLst>
        </pc:spChg>
        <pc:spChg chg="add del mod">
          <ac:chgData name="DING, Wenlong" userId="2462c282-915a-45d3-817d-b87203e0e2e0" providerId="ADAL" clId="{2CDD1876-28DB-B948-ACF9-F9A2A6DDAF5B}" dt="2023-11-21T11:37:28.635" v="1086" actId="478"/>
          <ac:spMkLst>
            <pc:docMk/>
            <pc:sldMk cId="3134006102" sldId="285"/>
            <ac:spMk id="190" creationId="{1BE491A9-9DAC-F296-768A-B7BF77991E8C}"/>
          </ac:spMkLst>
        </pc:spChg>
        <pc:spChg chg="add del mod">
          <ac:chgData name="DING, Wenlong" userId="2462c282-915a-45d3-817d-b87203e0e2e0" providerId="ADAL" clId="{2CDD1876-28DB-B948-ACF9-F9A2A6DDAF5B}" dt="2023-11-21T11:37:28.635" v="1086" actId="478"/>
          <ac:spMkLst>
            <pc:docMk/>
            <pc:sldMk cId="3134006102" sldId="285"/>
            <ac:spMk id="191" creationId="{D527943F-047B-D684-3D1A-F491EB467A6F}"/>
          </ac:spMkLst>
        </pc:spChg>
        <pc:spChg chg="add del mod">
          <ac:chgData name="DING, Wenlong" userId="2462c282-915a-45d3-817d-b87203e0e2e0" providerId="ADAL" clId="{2CDD1876-28DB-B948-ACF9-F9A2A6DDAF5B}" dt="2023-11-21T11:37:28.635" v="1086" actId="478"/>
          <ac:spMkLst>
            <pc:docMk/>
            <pc:sldMk cId="3134006102" sldId="285"/>
            <ac:spMk id="192" creationId="{07996B03-4983-AD86-11CF-17CAC9F552D7}"/>
          </ac:spMkLst>
        </pc:spChg>
        <pc:spChg chg="add del mod">
          <ac:chgData name="DING, Wenlong" userId="2462c282-915a-45d3-817d-b87203e0e2e0" providerId="ADAL" clId="{2CDD1876-28DB-B948-ACF9-F9A2A6DDAF5B}" dt="2023-11-21T11:37:28.635" v="1086" actId="478"/>
          <ac:spMkLst>
            <pc:docMk/>
            <pc:sldMk cId="3134006102" sldId="285"/>
            <ac:spMk id="193" creationId="{11C3AF34-3572-EEF2-2DBD-DE141F5E459A}"/>
          </ac:spMkLst>
        </pc:spChg>
        <pc:spChg chg="mod">
          <ac:chgData name="DING, Wenlong" userId="2462c282-915a-45d3-817d-b87203e0e2e0" providerId="ADAL" clId="{2CDD1876-28DB-B948-ACF9-F9A2A6DDAF5B}" dt="2023-11-21T11:37:23.315" v="1085"/>
          <ac:spMkLst>
            <pc:docMk/>
            <pc:sldMk cId="3134006102" sldId="285"/>
            <ac:spMk id="197" creationId="{887F47A7-0A9C-D5F9-1E52-D225A9C5EF89}"/>
          </ac:spMkLst>
        </pc:spChg>
        <pc:spChg chg="mod">
          <ac:chgData name="DING, Wenlong" userId="2462c282-915a-45d3-817d-b87203e0e2e0" providerId="ADAL" clId="{2CDD1876-28DB-B948-ACF9-F9A2A6DDAF5B}" dt="2023-11-21T11:37:23.315" v="1085"/>
          <ac:spMkLst>
            <pc:docMk/>
            <pc:sldMk cId="3134006102" sldId="285"/>
            <ac:spMk id="198" creationId="{4A5348D6-34DD-BC5C-D047-03F272FC7042}"/>
          </ac:spMkLst>
        </pc:spChg>
        <pc:spChg chg="mod">
          <ac:chgData name="DING, Wenlong" userId="2462c282-915a-45d3-817d-b87203e0e2e0" providerId="ADAL" clId="{2CDD1876-28DB-B948-ACF9-F9A2A6DDAF5B}" dt="2023-11-21T11:37:23.315" v="1085"/>
          <ac:spMkLst>
            <pc:docMk/>
            <pc:sldMk cId="3134006102" sldId="285"/>
            <ac:spMk id="199" creationId="{E253445D-C528-158B-DBD7-2C053823DD1F}"/>
          </ac:spMkLst>
        </pc:spChg>
        <pc:spChg chg="mod">
          <ac:chgData name="DING, Wenlong" userId="2462c282-915a-45d3-817d-b87203e0e2e0" providerId="ADAL" clId="{2CDD1876-28DB-B948-ACF9-F9A2A6DDAF5B}" dt="2023-11-21T11:37:23.315" v="1085"/>
          <ac:spMkLst>
            <pc:docMk/>
            <pc:sldMk cId="3134006102" sldId="285"/>
            <ac:spMk id="200" creationId="{F8D962F4-4E20-9940-3425-9F4DB70189AF}"/>
          </ac:spMkLst>
        </pc:spChg>
        <pc:spChg chg="mod">
          <ac:chgData name="DING, Wenlong" userId="2462c282-915a-45d3-817d-b87203e0e2e0" providerId="ADAL" clId="{2CDD1876-28DB-B948-ACF9-F9A2A6DDAF5B}" dt="2023-11-21T11:37:23.315" v="1085"/>
          <ac:spMkLst>
            <pc:docMk/>
            <pc:sldMk cId="3134006102" sldId="285"/>
            <ac:spMk id="201" creationId="{A63697A2-FD6E-3AA3-5D4C-D43DF192A9F5}"/>
          </ac:spMkLst>
        </pc:spChg>
        <pc:spChg chg="mod">
          <ac:chgData name="DING, Wenlong" userId="2462c282-915a-45d3-817d-b87203e0e2e0" providerId="ADAL" clId="{2CDD1876-28DB-B948-ACF9-F9A2A6DDAF5B}" dt="2023-11-21T11:37:23.315" v="1085"/>
          <ac:spMkLst>
            <pc:docMk/>
            <pc:sldMk cId="3134006102" sldId="285"/>
            <ac:spMk id="202" creationId="{360CF2F1-7CD4-C19B-8017-775893BFB5CE}"/>
          </ac:spMkLst>
        </pc:spChg>
        <pc:spChg chg="mod">
          <ac:chgData name="DING, Wenlong" userId="2462c282-915a-45d3-817d-b87203e0e2e0" providerId="ADAL" clId="{2CDD1876-28DB-B948-ACF9-F9A2A6DDAF5B}" dt="2023-11-21T11:37:23.315" v="1085"/>
          <ac:spMkLst>
            <pc:docMk/>
            <pc:sldMk cId="3134006102" sldId="285"/>
            <ac:spMk id="203" creationId="{8B687F7B-1828-6AD3-2ECB-C1E28C660AFA}"/>
          </ac:spMkLst>
        </pc:spChg>
        <pc:spChg chg="mod">
          <ac:chgData name="DING, Wenlong" userId="2462c282-915a-45d3-817d-b87203e0e2e0" providerId="ADAL" clId="{2CDD1876-28DB-B948-ACF9-F9A2A6DDAF5B}" dt="2023-11-21T11:37:23.315" v="1085"/>
          <ac:spMkLst>
            <pc:docMk/>
            <pc:sldMk cId="3134006102" sldId="285"/>
            <ac:spMk id="204" creationId="{BB682578-E6AD-3F3A-E10B-FCC6EB714AFF}"/>
          </ac:spMkLst>
        </pc:spChg>
        <pc:spChg chg="mod">
          <ac:chgData name="DING, Wenlong" userId="2462c282-915a-45d3-817d-b87203e0e2e0" providerId="ADAL" clId="{2CDD1876-28DB-B948-ACF9-F9A2A6DDAF5B}" dt="2023-11-21T11:37:23.315" v="1085"/>
          <ac:spMkLst>
            <pc:docMk/>
            <pc:sldMk cId="3134006102" sldId="285"/>
            <ac:spMk id="205" creationId="{9BDA41A1-16AF-FB00-6B24-7C7AE6C21A79}"/>
          </ac:spMkLst>
        </pc:spChg>
        <pc:spChg chg="mod">
          <ac:chgData name="DING, Wenlong" userId="2462c282-915a-45d3-817d-b87203e0e2e0" providerId="ADAL" clId="{2CDD1876-28DB-B948-ACF9-F9A2A6DDAF5B}" dt="2023-11-21T11:37:23.315" v="1085"/>
          <ac:spMkLst>
            <pc:docMk/>
            <pc:sldMk cId="3134006102" sldId="285"/>
            <ac:spMk id="206" creationId="{9DDB6ED1-289E-1984-D8F9-972D81BCD5D7}"/>
          </ac:spMkLst>
        </pc:spChg>
        <pc:spChg chg="mod">
          <ac:chgData name="DING, Wenlong" userId="2462c282-915a-45d3-817d-b87203e0e2e0" providerId="ADAL" clId="{2CDD1876-28DB-B948-ACF9-F9A2A6DDAF5B}" dt="2023-11-21T11:37:23.315" v="1085"/>
          <ac:spMkLst>
            <pc:docMk/>
            <pc:sldMk cId="3134006102" sldId="285"/>
            <ac:spMk id="207" creationId="{C1722794-3688-5A3C-6105-F26E712CB92C}"/>
          </ac:spMkLst>
        </pc:spChg>
        <pc:spChg chg="mod">
          <ac:chgData name="DING, Wenlong" userId="2462c282-915a-45d3-817d-b87203e0e2e0" providerId="ADAL" clId="{2CDD1876-28DB-B948-ACF9-F9A2A6DDAF5B}" dt="2023-11-21T11:37:23.315" v="1085"/>
          <ac:spMkLst>
            <pc:docMk/>
            <pc:sldMk cId="3134006102" sldId="285"/>
            <ac:spMk id="208" creationId="{81F213E7-7CFC-E555-9067-6FAFC97D0005}"/>
          </ac:spMkLst>
        </pc:spChg>
        <pc:spChg chg="mod">
          <ac:chgData name="DING, Wenlong" userId="2462c282-915a-45d3-817d-b87203e0e2e0" providerId="ADAL" clId="{2CDD1876-28DB-B948-ACF9-F9A2A6DDAF5B}" dt="2023-11-21T11:37:23.315" v="1085"/>
          <ac:spMkLst>
            <pc:docMk/>
            <pc:sldMk cId="3134006102" sldId="285"/>
            <ac:spMk id="209" creationId="{22F9F13A-9053-D904-AF7B-53B479A9437F}"/>
          </ac:spMkLst>
        </pc:spChg>
        <pc:spChg chg="mod">
          <ac:chgData name="DING, Wenlong" userId="2462c282-915a-45d3-817d-b87203e0e2e0" providerId="ADAL" clId="{2CDD1876-28DB-B948-ACF9-F9A2A6DDAF5B}" dt="2023-11-21T11:37:23.315" v="1085"/>
          <ac:spMkLst>
            <pc:docMk/>
            <pc:sldMk cId="3134006102" sldId="285"/>
            <ac:spMk id="210" creationId="{AC49AEEE-78DC-EE92-C5BB-2DE1324A2B33}"/>
          </ac:spMkLst>
        </pc:spChg>
        <pc:spChg chg="mod">
          <ac:chgData name="DING, Wenlong" userId="2462c282-915a-45d3-817d-b87203e0e2e0" providerId="ADAL" clId="{2CDD1876-28DB-B948-ACF9-F9A2A6DDAF5B}" dt="2023-11-21T11:37:23.315" v="1085"/>
          <ac:spMkLst>
            <pc:docMk/>
            <pc:sldMk cId="3134006102" sldId="285"/>
            <ac:spMk id="211" creationId="{4246CF37-CCC0-5085-DD51-7CFD5C5DF15D}"/>
          </ac:spMkLst>
        </pc:spChg>
        <pc:spChg chg="mod">
          <ac:chgData name="DING, Wenlong" userId="2462c282-915a-45d3-817d-b87203e0e2e0" providerId="ADAL" clId="{2CDD1876-28DB-B948-ACF9-F9A2A6DDAF5B}" dt="2023-11-21T11:37:23.315" v="1085"/>
          <ac:spMkLst>
            <pc:docMk/>
            <pc:sldMk cId="3134006102" sldId="285"/>
            <ac:spMk id="212" creationId="{DD8D34F0-69DE-20DF-6063-F9720D2CB3C8}"/>
          </ac:spMkLst>
        </pc:spChg>
        <pc:spChg chg="mod">
          <ac:chgData name="DING, Wenlong" userId="2462c282-915a-45d3-817d-b87203e0e2e0" providerId="ADAL" clId="{2CDD1876-28DB-B948-ACF9-F9A2A6DDAF5B}" dt="2023-11-21T11:37:23.315" v="1085"/>
          <ac:spMkLst>
            <pc:docMk/>
            <pc:sldMk cId="3134006102" sldId="285"/>
            <ac:spMk id="213" creationId="{082B62A6-6F5C-3C42-ED2F-22EFC8D40532}"/>
          </ac:spMkLst>
        </pc:spChg>
        <pc:spChg chg="mod">
          <ac:chgData name="DING, Wenlong" userId="2462c282-915a-45d3-817d-b87203e0e2e0" providerId="ADAL" clId="{2CDD1876-28DB-B948-ACF9-F9A2A6DDAF5B}" dt="2023-11-21T11:37:23.315" v="1085"/>
          <ac:spMkLst>
            <pc:docMk/>
            <pc:sldMk cId="3134006102" sldId="285"/>
            <ac:spMk id="214" creationId="{C8CD083C-A526-8610-C439-C7A343674686}"/>
          </ac:spMkLst>
        </pc:spChg>
        <pc:spChg chg="mod">
          <ac:chgData name="DING, Wenlong" userId="2462c282-915a-45d3-817d-b87203e0e2e0" providerId="ADAL" clId="{2CDD1876-28DB-B948-ACF9-F9A2A6DDAF5B}" dt="2023-11-21T11:37:23.315" v="1085"/>
          <ac:spMkLst>
            <pc:docMk/>
            <pc:sldMk cId="3134006102" sldId="285"/>
            <ac:spMk id="215" creationId="{D5AD0939-50C5-34C7-F4FF-12FD27A1367F}"/>
          </ac:spMkLst>
        </pc:spChg>
        <pc:spChg chg="mod">
          <ac:chgData name="DING, Wenlong" userId="2462c282-915a-45d3-817d-b87203e0e2e0" providerId="ADAL" clId="{2CDD1876-28DB-B948-ACF9-F9A2A6DDAF5B}" dt="2023-11-21T11:37:23.315" v="1085"/>
          <ac:spMkLst>
            <pc:docMk/>
            <pc:sldMk cId="3134006102" sldId="285"/>
            <ac:spMk id="216" creationId="{3E3590C8-7672-8F81-AA5D-9E0EC79150BE}"/>
          </ac:spMkLst>
        </pc:spChg>
        <pc:spChg chg="mod">
          <ac:chgData name="DING, Wenlong" userId="2462c282-915a-45d3-817d-b87203e0e2e0" providerId="ADAL" clId="{2CDD1876-28DB-B948-ACF9-F9A2A6DDAF5B}" dt="2023-11-21T11:37:23.315" v="1085"/>
          <ac:spMkLst>
            <pc:docMk/>
            <pc:sldMk cId="3134006102" sldId="285"/>
            <ac:spMk id="217" creationId="{44170C4A-EB6E-9876-E4A1-8B6D16123C47}"/>
          </ac:spMkLst>
        </pc:spChg>
        <pc:spChg chg="mod">
          <ac:chgData name="DING, Wenlong" userId="2462c282-915a-45d3-817d-b87203e0e2e0" providerId="ADAL" clId="{2CDD1876-28DB-B948-ACF9-F9A2A6DDAF5B}" dt="2023-11-21T11:37:23.315" v="1085"/>
          <ac:spMkLst>
            <pc:docMk/>
            <pc:sldMk cId="3134006102" sldId="285"/>
            <ac:spMk id="218" creationId="{AE3CCBBD-E37F-0CF3-DB6D-DB46694D4D4A}"/>
          </ac:spMkLst>
        </pc:spChg>
        <pc:spChg chg="add del mod">
          <ac:chgData name="DING, Wenlong" userId="2462c282-915a-45d3-817d-b87203e0e2e0" providerId="ADAL" clId="{2CDD1876-28DB-B948-ACF9-F9A2A6DDAF5B}" dt="2023-11-21T11:37:28.635" v="1086" actId="478"/>
          <ac:spMkLst>
            <pc:docMk/>
            <pc:sldMk cId="3134006102" sldId="285"/>
            <ac:spMk id="219" creationId="{C0CAC87F-C391-8780-41DB-400D3F934447}"/>
          </ac:spMkLst>
        </pc:spChg>
        <pc:spChg chg="add del mod">
          <ac:chgData name="DING, Wenlong" userId="2462c282-915a-45d3-817d-b87203e0e2e0" providerId="ADAL" clId="{2CDD1876-28DB-B948-ACF9-F9A2A6DDAF5B}" dt="2023-11-21T11:37:28.635" v="1086" actId="478"/>
          <ac:spMkLst>
            <pc:docMk/>
            <pc:sldMk cId="3134006102" sldId="285"/>
            <ac:spMk id="220" creationId="{1EBB8820-E207-888D-A633-6A40DAD656C7}"/>
          </ac:spMkLst>
        </pc:spChg>
        <pc:spChg chg="add del mod">
          <ac:chgData name="DING, Wenlong" userId="2462c282-915a-45d3-817d-b87203e0e2e0" providerId="ADAL" clId="{2CDD1876-28DB-B948-ACF9-F9A2A6DDAF5B}" dt="2023-11-21T11:37:28.635" v="1086" actId="478"/>
          <ac:spMkLst>
            <pc:docMk/>
            <pc:sldMk cId="3134006102" sldId="285"/>
            <ac:spMk id="221" creationId="{64E7DFDE-D369-2DB0-6E60-1A8D1A8D900C}"/>
          </ac:spMkLst>
        </pc:spChg>
        <pc:spChg chg="add del mod">
          <ac:chgData name="DING, Wenlong" userId="2462c282-915a-45d3-817d-b87203e0e2e0" providerId="ADAL" clId="{2CDD1876-28DB-B948-ACF9-F9A2A6DDAF5B}" dt="2023-11-21T11:37:28.635" v="1086" actId="478"/>
          <ac:spMkLst>
            <pc:docMk/>
            <pc:sldMk cId="3134006102" sldId="285"/>
            <ac:spMk id="222" creationId="{09BFDB03-D7C5-8A32-B05A-928351954C80}"/>
          </ac:spMkLst>
        </pc:spChg>
        <pc:spChg chg="add del mod">
          <ac:chgData name="DING, Wenlong" userId="2462c282-915a-45d3-817d-b87203e0e2e0" providerId="ADAL" clId="{2CDD1876-28DB-B948-ACF9-F9A2A6DDAF5B}" dt="2023-11-21T11:37:28.635" v="1086" actId="478"/>
          <ac:spMkLst>
            <pc:docMk/>
            <pc:sldMk cId="3134006102" sldId="285"/>
            <ac:spMk id="223" creationId="{72A5548E-88B8-23DE-2DFC-BA6A34D621E5}"/>
          </ac:spMkLst>
        </pc:spChg>
        <pc:spChg chg="add del mod">
          <ac:chgData name="DING, Wenlong" userId="2462c282-915a-45d3-817d-b87203e0e2e0" providerId="ADAL" clId="{2CDD1876-28DB-B948-ACF9-F9A2A6DDAF5B}" dt="2023-11-21T11:37:28.635" v="1086" actId="478"/>
          <ac:spMkLst>
            <pc:docMk/>
            <pc:sldMk cId="3134006102" sldId="285"/>
            <ac:spMk id="224" creationId="{1A103A75-531A-9D79-0C58-51CE9353B2C8}"/>
          </ac:spMkLst>
        </pc:spChg>
        <pc:spChg chg="add del mod">
          <ac:chgData name="DING, Wenlong" userId="2462c282-915a-45d3-817d-b87203e0e2e0" providerId="ADAL" clId="{2CDD1876-28DB-B948-ACF9-F9A2A6DDAF5B}" dt="2023-11-21T11:37:28.635" v="1086" actId="478"/>
          <ac:spMkLst>
            <pc:docMk/>
            <pc:sldMk cId="3134006102" sldId="285"/>
            <ac:spMk id="225" creationId="{4348E96B-B175-E0B4-3730-41DD68AE3AA5}"/>
          </ac:spMkLst>
        </pc:spChg>
        <pc:spChg chg="add del mod">
          <ac:chgData name="DING, Wenlong" userId="2462c282-915a-45d3-817d-b87203e0e2e0" providerId="ADAL" clId="{2CDD1876-28DB-B948-ACF9-F9A2A6DDAF5B}" dt="2023-11-21T11:37:28.635" v="1086" actId="478"/>
          <ac:spMkLst>
            <pc:docMk/>
            <pc:sldMk cId="3134006102" sldId="285"/>
            <ac:spMk id="226" creationId="{8A183AF0-129B-6759-5970-70A9649B40D9}"/>
          </ac:spMkLst>
        </pc:spChg>
        <pc:spChg chg="add del mod">
          <ac:chgData name="DING, Wenlong" userId="2462c282-915a-45d3-817d-b87203e0e2e0" providerId="ADAL" clId="{2CDD1876-28DB-B948-ACF9-F9A2A6DDAF5B}" dt="2023-11-21T11:37:28.635" v="1086" actId="478"/>
          <ac:spMkLst>
            <pc:docMk/>
            <pc:sldMk cId="3134006102" sldId="285"/>
            <ac:spMk id="227" creationId="{D2CA67A3-5E47-DF8F-BA60-ABDB09966316}"/>
          </ac:spMkLst>
        </pc:spChg>
        <pc:spChg chg="add del mod">
          <ac:chgData name="DING, Wenlong" userId="2462c282-915a-45d3-817d-b87203e0e2e0" providerId="ADAL" clId="{2CDD1876-28DB-B948-ACF9-F9A2A6DDAF5B}" dt="2023-11-21T11:37:28.635" v="1086" actId="478"/>
          <ac:spMkLst>
            <pc:docMk/>
            <pc:sldMk cId="3134006102" sldId="285"/>
            <ac:spMk id="228" creationId="{E7B9E8C2-B724-9F25-1A3A-547729BF622B}"/>
          </ac:spMkLst>
        </pc:spChg>
        <pc:spChg chg="add del mod">
          <ac:chgData name="DING, Wenlong" userId="2462c282-915a-45d3-817d-b87203e0e2e0" providerId="ADAL" clId="{2CDD1876-28DB-B948-ACF9-F9A2A6DDAF5B}" dt="2023-11-21T11:37:28.635" v="1086" actId="478"/>
          <ac:spMkLst>
            <pc:docMk/>
            <pc:sldMk cId="3134006102" sldId="285"/>
            <ac:spMk id="229" creationId="{735A2D50-EFE9-1E47-1E36-D5ED1EB292CC}"/>
          </ac:spMkLst>
        </pc:spChg>
        <pc:spChg chg="add del mod">
          <ac:chgData name="DING, Wenlong" userId="2462c282-915a-45d3-817d-b87203e0e2e0" providerId="ADAL" clId="{2CDD1876-28DB-B948-ACF9-F9A2A6DDAF5B}" dt="2023-11-21T11:37:28.635" v="1086" actId="478"/>
          <ac:spMkLst>
            <pc:docMk/>
            <pc:sldMk cId="3134006102" sldId="285"/>
            <ac:spMk id="230" creationId="{E7B751D3-FB48-4304-4D54-876600196D87}"/>
          </ac:spMkLst>
        </pc:spChg>
        <pc:spChg chg="add del mod">
          <ac:chgData name="DING, Wenlong" userId="2462c282-915a-45d3-817d-b87203e0e2e0" providerId="ADAL" clId="{2CDD1876-28DB-B948-ACF9-F9A2A6DDAF5B}" dt="2023-11-21T11:37:28.635" v="1086" actId="478"/>
          <ac:spMkLst>
            <pc:docMk/>
            <pc:sldMk cId="3134006102" sldId="285"/>
            <ac:spMk id="231" creationId="{13DCD3B1-1C92-2CF3-2B48-4EF4E2CA2219}"/>
          </ac:spMkLst>
        </pc:spChg>
        <pc:spChg chg="add del mod">
          <ac:chgData name="DING, Wenlong" userId="2462c282-915a-45d3-817d-b87203e0e2e0" providerId="ADAL" clId="{2CDD1876-28DB-B948-ACF9-F9A2A6DDAF5B}" dt="2023-11-21T11:37:28.635" v="1086" actId="478"/>
          <ac:spMkLst>
            <pc:docMk/>
            <pc:sldMk cId="3134006102" sldId="285"/>
            <ac:spMk id="232" creationId="{E17E3E16-BB71-349F-A681-889D5812A805}"/>
          </ac:spMkLst>
        </pc:spChg>
        <pc:spChg chg="add del mod">
          <ac:chgData name="DING, Wenlong" userId="2462c282-915a-45d3-817d-b87203e0e2e0" providerId="ADAL" clId="{2CDD1876-28DB-B948-ACF9-F9A2A6DDAF5B}" dt="2023-11-21T11:37:28.635" v="1086" actId="478"/>
          <ac:spMkLst>
            <pc:docMk/>
            <pc:sldMk cId="3134006102" sldId="285"/>
            <ac:spMk id="233" creationId="{B6084FC0-30A6-40DB-C480-1313320F9658}"/>
          </ac:spMkLst>
        </pc:spChg>
        <pc:spChg chg="add del mod">
          <ac:chgData name="DING, Wenlong" userId="2462c282-915a-45d3-817d-b87203e0e2e0" providerId="ADAL" clId="{2CDD1876-28DB-B948-ACF9-F9A2A6DDAF5B}" dt="2023-11-21T11:37:28.635" v="1086" actId="478"/>
          <ac:spMkLst>
            <pc:docMk/>
            <pc:sldMk cId="3134006102" sldId="285"/>
            <ac:spMk id="234" creationId="{2E224BDB-D108-EDE2-E2C6-02C458E36786}"/>
          </ac:spMkLst>
        </pc:spChg>
        <pc:spChg chg="add del mod">
          <ac:chgData name="DING, Wenlong" userId="2462c282-915a-45d3-817d-b87203e0e2e0" providerId="ADAL" clId="{2CDD1876-28DB-B948-ACF9-F9A2A6DDAF5B}" dt="2023-11-21T11:37:28.635" v="1086" actId="478"/>
          <ac:spMkLst>
            <pc:docMk/>
            <pc:sldMk cId="3134006102" sldId="285"/>
            <ac:spMk id="235" creationId="{1300D91D-EF05-E0D3-5E9C-056CD3911CFB}"/>
          </ac:spMkLst>
        </pc:spChg>
        <pc:spChg chg="add del mod">
          <ac:chgData name="DING, Wenlong" userId="2462c282-915a-45d3-817d-b87203e0e2e0" providerId="ADAL" clId="{2CDD1876-28DB-B948-ACF9-F9A2A6DDAF5B}" dt="2023-11-21T11:37:28.635" v="1086" actId="478"/>
          <ac:spMkLst>
            <pc:docMk/>
            <pc:sldMk cId="3134006102" sldId="285"/>
            <ac:spMk id="236" creationId="{F50D9FA1-B0A6-7407-1495-F1322BE9E72F}"/>
          </ac:spMkLst>
        </pc:spChg>
        <pc:spChg chg="add del mod">
          <ac:chgData name="DING, Wenlong" userId="2462c282-915a-45d3-817d-b87203e0e2e0" providerId="ADAL" clId="{2CDD1876-28DB-B948-ACF9-F9A2A6DDAF5B}" dt="2023-11-21T11:37:28.635" v="1086" actId="478"/>
          <ac:spMkLst>
            <pc:docMk/>
            <pc:sldMk cId="3134006102" sldId="285"/>
            <ac:spMk id="237" creationId="{FE455EFE-7E20-DC8E-9540-D3F5EE7EB135}"/>
          </ac:spMkLst>
        </pc:spChg>
        <pc:spChg chg="add del mod">
          <ac:chgData name="DING, Wenlong" userId="2462c282-915a-45d3-817d-b87203e0e2e0" providerId="ADAL" clId="{2CDD1876-28DB-B948-ACF9-F9A2A6DDAF5B}" dt="2023-11-21T11:37:28.635" v="1086" actId="478"/>
          <ac:spMkLst>
            <pc:docMk/>
            <pc:sldMk cId="3134006102" sldId="285"/>
            <ac:spMk id="238" creationId="{DD2C637A-219E-56E5-4051-35A7B91B172A}"/>
          </ac:spMkLst>
        </pc:spChg>
        <pc:spChg chg="add del mod">
          <ac:chgData name="DING, Wenlong" userId="2462c282-915a-45d3-817d-b87203e0e2e0" providerId="ADAL" clId="{2CDD1876-28DB-B948-ACF9-F9A2A6DDAF5B}" dt="2023-11-21T11:37:28.635" v="1086" actId="478"/>
          <ac:spMkLst>
            <pc:docMk/>
            <pc:sldMk cId="3134006102" sldId="285"/>
            <ac:spMk id="239" creationId="{2A28F359-42E4-BE50-6066-CF0937C2DC1F}"/>
          </ac:spMkLst>
        </pc:spChg>
        <pc:spChg chg="add del mod">
          <ac:chgData name="DING, Wenlong" userId="2462c282-915a-45d3-817d-b87203e0e2e0" providerId="ADAL" clId="{2CDD1876-28DB-B948-ACF9-F9A2A6DDAF5B}" dt="2023-11-21T11:37:28.635" v="1086" actId="478"/>
          <ac:spMkLst>
            <pc:docMk/>
            <pc:sldMk cId="3134006102" sldId="285"/>
            <ac:spMk id="240" creationId="{E3A7DEA4-290C-FBCF-51D4-39A97C38B8A7}"/>
          </ac:spMkLst>
        </pc:spChg>
        <pc:spChg chg="add del mod">
          <ac:chgData name="DING, Wenlong" userId="2462c282-915a-45d3-817d-b87203e0e2e0" providerId="ADAL" clId="{2CDD1876-28DB-B948-ACF9-F9A2A6DDAF5B}" dt="2023-11-21T11:37:28.635" v="1086" actId="478"/>
          <ac:spMkLst>
            <pc:docMk/>
            <pc:sldMk cId="3134006102" sldId="285"/>
            <ac:spMk id="241" creationId="{01236C45-7835-4390-68AA-FC5289B1C537}"/>
          </ac:spMkLst>
        </pc:spChg>
        <pc:spChg chg="add del mod">
          <ac:chgData name="DING, Wenlong" userId="2462c282-915a-45d3-817d-b87203e0e2e0" providerId="ADAL" clId="{2CDD1876-28DB-B948-ACF9-F9A2A6DDAF5B}" dt="2023-11-21T11:37:28.635" v="1086" actId="478"/>
          <ac:spMkLst>
            <pc:docMk/>
            <pc:sldMk cId="3134006102" sldId="285"/>
            <ac:spMk id="242" creationId="{E18A900F-0B03-C9F9-6EB0-58EB146E4647}"/>
          </ac:spMkLst>
        </pc:spChg>
        <pc:spChg chg="add del mod">
          <ac:chgData name="DING, Wenlong" userId="2462c282-915a-45d3-817d-b87203e0e2e0" providerId="ADAL" clId="{2CDD1876-28DB-B948-ACF9-F9A2A6DDAF5B}" dt="2023-11-21T11:37:28.635" v="1086" actId="478"/>
          <ac:spMkLst>
            <pc:docMk/>
            <pc:sldMk cId="3134006102" sldId="285"/>
            <ac:spMk id="243" creationId="{E41DF620-33F7-0A6F-A009-A930BF2B35A1}"/>
          </ac:spMkLst>
        </pc:spChg>
        <pc:spChg chg="add del mod">
          <ac:chgData name="DING, Wenlong" userId="2462c282-915a-45d3-817d-b87203e0e2e0" providerId="ADAL" clId="{2CDD1876-28DB-B948-ACF9-F9A2A6DDAF5B}" dt="2023-11-21T11:37:28.635" v="1086" actId="478"/>
          <ac:spMkLst>
            <pc:docMk/>
            <pc:sldMk cId="3134006102" sldId="285"/>
            <ac:spMk id="244" creationId="{768270A0-E632-DDC2-5E18-809ABBF088C5}"/>
          </ac:spMkLst>
        </pc:spChg>
        <pc:spChg chg="add del mod">
          <ac:chgData name="DING, Wenlong" userId="2462c282-915a-45d3-817d-b87203e0e2e0" providerId="ADAL" clId="{2CDD1876-28DB-B948-ACF9-F9A2A6DDAF5B}" dt="2023-11-21T11:37:28.635" v="1086" actId="478"/>
          <ac:spMkLst>
            <pc:docMk/>
            <pc:sldMk cId="3134006102" sldId="285"/>
            <ac:spMk id="245" creationId="{3A5B6724-A29F-CBD1-5B31-2BA5BEA7EA67}"/>
          </ac:spMkLst>
        </pc:spChg>
        <pc:spChg chg="add del mod">
          <ac:chgData name="DING, Wenlong" userId="2462c282-915a-45d3-817d-b87203e0e2e0" providerId="ADAL" clId="{2CDD1876-28DB-B948-ACF9-F9A2A6DDAF5B}" dt="2023-11-21T11:37:28.635" v="1086" actId="478"/>
          <ac:spMkLst>
            <pc:docMk/>
            <pc:sldMk cId="3134006102" sldId="285"/>
            <ac:spMk id="246" creationId="{D17A28EC-9CA8-C677-60BA-7900FA3924B6}"/>
          </ac:spMkLst>
        </pc:spChg>
        <pc:spChg chg="add del mod">
          <ac:chgData name="DING, Wenlong" userId="2462c282-915a-45d3-817d-b87203e0e2e0" providerId="ADAL" clId="{2CDD1876-28DB-B948-ACF9-F9A2A6DDAF5B}" dt="2023-11-21T11:37:28.635" v="1086" actId="478"/>
          <ac:spMkLst>
            <pc:docMk/>
            <pc:sldMk cId="3134006102" sldId="285"/>
            <ac:spMk id="247" creationId="{732C77D3-9100-E15F-B291-2ED1A7258E45}"/>
          </ac:spMkLst>
        </pc:spChg>
        <pc:spChg chg="add del mod">
          <ac:chgData name="DING, Wenlong" userId="2462c282-915a-45d3-817d-b87203e0e2e0" providerId="ADAL" clId="{2CDD1876-28DB-B948-ACF9-F9A2A6DDAF5B}" dt="2023-11-21T11:37:28.635" v="1086" actId="478"/>
          <ac:spMkLst>
            <pc:docMk/>
            <pc:sldMk cId="3134006102" sldId="285"/>
            <ac:spMk id="248" creationId="{CB1C1D57-BADE-E09A-E814-6B6AB049038A}"/>
          </ac:spMkLst>
        </pc:spChg>
        <pc:spChg chg="add del mod">
          <ac:chgData name="DING, Wenlong" userId="2462c282-915a-45d3-817d-b87203e0e2e0" providerId="ADAL" clId="{2CDD1876-28DB-B948-ACF9-F9A2A6DDAF5B}" dt="2023-11-21T11:37:28.635" v="1086" actId="478"/>
          <ac:spMkLst>
            <pc:docMk/>
            <pc:sldMk cId="3134006102" sldId="285"/>
            <ac:spMk id="249" creationId="{201161ED-A85B-0C7D-ACE4-30BA7E1F2B42}"/>
          </ac:spMkLst>
        </pc:spChg>
        <pc:spChg chg="add del mod">
          <ac:chgData name="DING, Wenlong" userId="2462c282-915a-45d3-817d-b87203e0e2e0" providerId="ADAL" clId="{2CDD1876-28DB-B948-ACF9-F9A2A6DDAF5B}" dt="2023-11-21T11:37:28.635" v="1086" actId="478"/>
          <ac:spMkLst>
            <pc:docMk/>
            <pc:sldMk cId="3134006102" sldId="285"/>
            <ac:spMk id="250" creationId="{730E6C44-5CF0-C72D-4270-B2BF5DFE3E81}"/>
          </ac:spMkLst>
        </pc:spChg>
        <pc:spChg chg="add del mod">
          <ac:chgData name="DING, Wenlong" userId="2462c282-915a-45d3-817d-b87203e0e2e0" providerId="ADAL" clId="{2CDD1876-28DB-B948-ACF9-F9A2A6DDAF5B}" dt="2023-11-21T11:37:28.635" v="1086" actId="478"/>
          <ac:spMkLst>
            <pc:docMk/>
            <pc:sldMk cId="3134006102" sldId="285"/>
            <ac:spMk id="251" creationId="{48BE0B83-663E-9C7A-D7C0-23EECE5E3936}"/>
          </ac:spMkLst>
        </pc:spChg>
        <pc:spChg chg="add del mod">
          <ac:chgData name="DING, Wenlong" userId="2462c282-915a-45d3-817d-b87203e0e2e0" providerId="ADAL" clId="{2CDD1876-28DB-B948-ACF9-F9A2A6DDAF5B}" dt="2023-11-21T11:37:28.635" v="1086" actId="478"/>
          <ac:spMkLst>
            <pc:docMk/>
            <pc:sldMk cId="3134006102" sldId="285"/>
            <ac:spMk id="252" creationId="{972B5AB8-6B48-1A96-02CA-F003683F572D}"/>
          </ac:spMkLst>
        </pc:spChg>
        <pc:spChg chg="add del mod">
          <ac:chgData name="DING, Wenlong" userId="2462c282-915a-45d3-817d-b87203e0e2e0" providerId="ADAL" clId="{2CDD1876-28DB-B948-ACF9-F9A2A6DDAF5B}" dt="2023-11-21T11:37:28.635" v="1086" actId="478"/>
          <ac:spMkLst>
            <pc:docMk/>
            <pc:sldMk cId="3134006102" sldId="285"/>
            <ac:spMk id="253" creationId="{D9275311-68F5-4EC2-92D7-DC61F3EE462F}"/>
          </ac:spMkLst>
        </pc:spChg>
        <pc:spChg chg="add del mod">
          <ac:chgData name="DING, Wenlong" userId="2462c282-915a-45d3-817d-b87203e0e2e0" providerId="ADAL" clId="{2CDD1876-28DB-B948-ACF9-F9A2A6DDAF5B}" dt="2023-11-21T11:37:28.635" v="1086" actId="478"/>
          <ac:spMkLst>
            <pc:docMk/>
            <pc:sldMk cId="3134006102" sldId="285"/>
            <ac:spMk id="254" creationId="{3AB16F55-8892-5DD7-35E8-EFB283550E21}"/>
          </ac:spMkLst>
        </pc:spChg>
        <pc:spChg chg="add del mod">
          <ac:chgData name="DING, Wenlong" userId="2462c282-915a-45d3-817d-b87203e0e2e0" providerId="ADAL" clId="{2CDD1876-28DB-B948-ACF9-F9A2A6DDAF5B}" dt="2023-11-21T11:49:32.162" v="1422" actId="478"/>
          <ac:spMkLst>
            <pc:docMk/>
            <pc:sldMk cId="3134006102" sldId="285"/>
            <ac:spMk id="258" creationId="{3F0647F9-1238-60F1-804B-90DBD5F71330}"/>
          </ac:spMkLst>
        </pc:spChg>
        <pc:spChg chg="add del mod">
          <ac:chgData name="DING, Wenlong" userId="2462c282-915a-45d3-817d-b87203e0e2e0" providerId="ADAL" clId="{2CDD1876-28DB-B948-ACF9-F9A2A6DDAF5B}" dt="2023-11-21T11:46:15.462" v="1317" actId="22"/>
          <ac:spMkLst>
            <pc:docMk/>
            <pc:sldMk cId="3134006102" sldId="285"/>
            <ac:spMk id="260" creationId="{349C588C-B86E-9C6F-7889-C840DB6D62B2}"/>
          </ac:spMkLst>
        </pc:spChg>
        <pc:spChg chg="add del mod">
          <ac:chgData name="DING, Wenlong" userId="2462c282-915a-45d3-817d-b87203e0e2e0" providerId="ADAL" clId="{2CDD1876-28DB-B948-ACF9-F9A2A6DDAF5B}" dt="2023-11-21T11:48:08.646" v="1363" actId="478"/>
          <ac:spMkLst>
            <pc:docMk/>
            <pc:sldMk cId="3134006102" sldId="285"/>
            <ac:spMk id="262" creationId="{952CAFB3-2061-D465-9440-DFD62C3DAA82}"/>
          </ac:spMkLst>
        </pc:spChg>
        <pc:spChg chg="add del">
          <ac:chgData name="DING, Wenlong" userId="2462c282-915a-45d3-817d-b87203e0e2e0" providerId="ADAL" clId="{2CDD1876-28DB-B948-ACF9-F9A2A6DDAF5B}" dt="2023-11-21T11:48:19.145" v="1365" actId="22"/>
          <ac:spMkLst>
            <pc:docMk/>
            <pc:sldMk cId="3134006102" sldId="285"/>
            <ac:spMk id="264" creationId="{E218B1F4-5BE1-B070-B2F9-8ABC99D65AD0}"/>
          </ac:spMkLst>
        </pc:spChg>
        <pc:spChg chg="add del mod">
          <ac:chgData name="DING, Wenlong" userId="2462c282-915a-45d3-817d-b87203e0e2e0" providerId="ADAL" clId="{2CDD1876-28DB-B948-ACF9-F9A2A6DDAF5B}" dt="2023-11-21T11:49:32.852" v="1424"/>
          <ac:spMkLst>
            <pc:docMk/>
            <pc:sldMk cId="3134006102" sldId="285"/>
            <ac:spMk id="265" creationId="{B2551D45-1621-7693-28B8-D2AC1B4F2BF7}"/>
          </ac:spMkLst>
        </pc:spChg>
        <pc:spChg chg="add del mod">
          <ac:chgData name="DING, Wenlong" userId="2462c282-915a-45d3-817d-b87203e0e2e0" providerId="ADAL" clId="{2CDD1876-28DB-B948-ACF9-F9A2A6DDAF5B}" dt="2023-11-21T11:49:49.588" v="1428" actId="478"/>
          <ac:spMkLst>
            <pc:docMk/>
            <pc:sldMk cId="3134006102" sldId="285"/>
            <ac:spMk id="266" creationId="{3A456828-E98F-DB91-23CB-393BDAB12877}"/>
          </ac:spMkLst>
        </pc:spChg>
        <pc:spChg chg="add del mod">
          <ac:chgData name="DING, Wenlong" userId="2462c282-915a-45d3-817d-b87203e0e2e0" providerId="ADAL" clId="{2CDD1876-28DB-B948-ACF9-F9A2A6DDAF5B}" dt="2023-11-21T12:24:42.821" v="1980" actId="478"/>
          <ac:spMkLst>
            <pc:docMk/>
            <pc:sldMk cId="3134006102" sldId="285"/>
            <ac:spMk id="268" creationId="{B0765507-A773-5871-9CC0-35964DCFCBEA}"/>
          </ac:spMkLst>
        </pc:spChg>
        <pc:spChg chg="add del mod">
          <ac:chgData name="DING, Wenlong" userId="2462c282-915a-45d3-817d-b87203e0e2e0" providerId="ADAL" clId="{2CDD1876-28DB-B948-ACF9-F9A2A6DDAF5B}" dt="2023-11-21T11:50:27.223" v="1437"/>
          <ac:spMkLst>
            <pc:docMk/>
            <pc:sldMk cId="3134006102" sldId="285"/>
            <ac:spMk id="269" creationId="{7E047237-7547-E11E-5DD6-5D5A6FF0FA3B}"/>
          </ac:spMkLst>
        </pc:spChg>
        <pc:spChg chg="add del mod">
          <ac:chgData name="DING, Wenlong" userId="2462c282-915a-45d3-817d-b87203e0e2e0" providerId="ADAL" clId="{2CDD1876-28DB-B948-ACF9-F9A2A6DDAF5B}" dt="2023-11-21T11:57:21.298" v="1550" actId="478"/>
          <ac:spMkLst>
            <pc:docMk/>
            <pc:sldMk cId="3134006102" sldId="285"/>
            <ac:spMk id="270" creationId="{6CEB4156-AD1B-A1B5-C665-D560246D97CD}"/>
          </ac:spMkLst>
        </pc:spChg>
        <pc:spChg chg="add del mod">
          <ac:chgData name="DING, Wenlong" userId="2462c282-915a-45d3-817d-b87203e0e2e0" providerId="ADAL" clId="{2CDD1876-28DB-B948-ACF9-F9A2A6DDAF5B}" dt="2023-11-21T11:51:19.727" v="1460" actId="478"/>
          <ac:spMkLst>
            <pc:docMk/>
            <pc:sldMk cId="3134006102" sldId="285"/>
            <ac:spMk id="272" creationId="{5263FDD4-1D71-262D-7A70-27F0182ADF02}"/>
          </ac:spMkLst>
        </pc:spChg>
        <pc:spChg chg="add del mod">
          <ac:chgData name="DING, Wenlong" userId="2462c282-915a-45d3-817d-b87203e0e2e0" providerId="ADAL" clId="{2CDD1876-28DB-B948-ACF9-F9A2A6DDAF5B}" dt="2023-11-21T11:57:23.897" v="1551" actId="478"/>
          <ac:spMkLst>
            <pc:docMk/>
            <pc:sldMk cId="3134006102" sldId="285"/>
            <ac:spMk id="273" creationId="{2BAA125A-323D-C3D1-4504-E5D226670844}"/>
          </ac:spMkLst>
        </pc:spChg>
        <pc:spChg chg="add del">
          <ac:chgData name="DING, Wenlong" userId="2462c282-915a-45d3-817d-b87203e0e2e0" providerId="ADAL" clId="{2CDD1876-28DB-B948-ACF9-F9A2A6DDAF5B}" dt="2023-11-21T11:52:46.354" v="1485" actId="478"/>
          <ac:spMkLst>
            <pc:docMk/>
            <pc:sldMk cId="3134006102" sldId="285"/>
            <ac:spMk id="275" creationId="{C7E9EBE5-31EC-B3F6-90A2-E31C907016FC}"/>
          </ac:spMkLst>
        </pc:spChg>
        <pc:spChg chg="add del mod">
          <ac:chgData name="DING, Wenlong" userId="2462c282-915a-45d3-817d-b87203e0e2e0" providerId="ADAL" clId="{2CDD1876-28DB-B948-ACF9-F9A2A6DDAF5B}" dt="2023-11-21T11:57:25.927" v="1552" actId="478"/>
          <ac:spMkLst>
            <pc:docMk/>
            <pc:sldMk cId="3134006102" sldId="285"/>
            <ac:spMk id="277" creationId="{B6F69EAA-7C4E-B447-A254-0865AD29A15C}"/>
          </ac:spMkLst>
        </pc:spChg>
        <pc:spChg chg="add del mod">
          <ac:chgData name="DING, Wenlong" userId="2462c282-915a-45d3-817d-b87203e0e2e0" providerId="ADAL" clId="{2CDD1876-28DB-B948-ACF9-F9A2A6DDAF5B}" dt="2023-11-21T12:24:46.622" v="1981" actId="478"/>
          <ac:spMkLst>
            <pc:docMk/>
            <pc:sldMk cId="3134006102" sldId="285"/>
            <ac:spMk id="278" creationId="{53222315-4EF1-EFE4-2B39-5F1026F93DB5}"/>
          </ac:spMkLst>
        </pc:spChg>
        <pc:spChg chg="add mod">
          <ac:chgData name="DING, Wenlong" userId="2462c282-915a-45d3-817d-b87203e0e2e0" providerId="ADAL" clId="{2CDD1876-28DB-B948-ACF9-F9A2A6DDAF5B}" dt="2023-11-21T12:25:13.730" v="1989" actId="14100"/>
          <ac:spMkLst>
            <pc:docMk/>
            <pc:sldMk cId="3134006102" sldId="285"/>
            <ac:spMk id="279" creationId="{5B82D93D-5342-211C-1A68-11F30518F255}"/>
          </ac:spMkLst>
        </pc:spChg>
        <pc:spChg chg="add mod">
          <ac:chgData name="DING, Wenlong" userId="2462c282-915a-45d3-817d-b87203e0e2e0" providerId="ADAL" clId="{2CDD1876-28DB-B948-ACF9-F9A2A6DDAF5B}" dt="2023-11-21T12:25:13.730" v="1989" actId="14100"/>
          <ac:spMkLst>
            <pc:docMk/>
            <pc:sldMk cId="3134006102" sldId="285"/>
            <ac:spMk id="280" creationId="{78A3376E-0F40-4EBC-F872-938F8889988C}"/>
          </ac:spMkLst>
        </pc:spChg>
        <pc:spChg chg="add mod">
          <ac:chgData name="DING, Wenlong" userId="2462c282-915a-45d3-817d-b87203e0e2e0" providerId="ADAL" clId="{2CDD1876-28DB-B948-ACF9-F9A2A6DDAF5B}" dt="2023-11-21T14:00:25.679" v="2658" actId="20577"/>
          <ac:spMkLst>
            <pc:docMk/>
            <pc:sldMk cId="3134006102" sldId="285"/>
            <ac:spMk id="281" creationId="{E876E349-8F39-044B-6148-188D6C29DD0B}"/>
          </ac:spMkLst>
        </pc:spChg>
        <pc:spChg chg="add mod">
          <ac:chgData name="DING, Wenlong" userId="2462c282-915a-45d3-817d-b87203e0e2e0" providerId="ADAL" clId="{2CDD1876-28DB-B948-ACF9-F9A2A6DDAF5B}" dt="2023-11-21T12:25:13.730" v="1989" actId="14100"/>
          <ac:spMkLst>
            <pc:docMk/>
            <pc:sldMk cId="3134006102" sldId="285"/>
            <ac:spMk id="282" creationId="{F25CECC6-83F5-4C00-0406-3F017A7AC62A}"/>
          </ac:spMkLst>
        </pc:spChg>
        <pc:spChg chg="add mod">
          <ac:chgData name="DING, Wenlong" userId="2462c282-915a-45d3-817d-b87203e0e2e0" providerId="ADAL" clId="{2CDD1876-28DB-B948-ACF9-F9A2A6DDAF5B}" dt="2023-11-21T12:25:13.730" v="1989" actId="14100"/>
          <ac:spMkLst>
            <pc:docMk/>
            <pc:sldMk cId="3134006102" sldId="285"/>
            <ac:spMk id="283" creationId="{06933200-98D7-6D36-6831-8483F360A390}"/>
          </ac:spMkLst>
        </pc:spChg>
        <pc:spChg chg="add mod">
          <ac:chgData name="DING, Wenlong" userId="2462c282-915a-45d3-817d-b87203e0e2e0" providerId="ADAL" clId="{2CDD1876-28DB-B948-ACF9-F9A2A6DDAF5B}" dt="2023-11-21T12:25:13.730" v="1989" actId="14100"/>
          <ac:spMkLst>
            <pc:docMk/>
            <pc:sldMk cId="3134006102" sldId="285"/>
            <ac:spMk id="333" creationId="{3BD4463B-FB17-5636-FCA5-5CA876EEEB48}"/>
          </ac:spMkLst>
        </pc:spChg>
        <pc:spChg chg="add mod">
          <ac:chgData name="DING, Wenlong" userId="2462c282-915a-45d3-817d-b87203e0e2e0" providerId="ADAL" clId="{2CDD1876-28DB-B948-ACF9-F9A2A6DDAF5B}" dt="2023-11-21T12:26:58.821" v="2005" actId="1076"/>
          <ac:spMkLst>
            <pc:docMk/>
            <pc:sldMk cId="3134006102" sldId="285"/>
            <ac:spMk id="337" creationId="{30F4B174-D16A-BB5A-E576-48FE7F3E7DFD}"/>
          </ac:spMkLst>
        </pc:spChg>
        <pc:spChg chg="add mod">
          <ac:chgData name="DING, Wenlong" userId="2462c282-915a-45d3-817d-b87203e0e2e0" providerId="ADAL" clId="{2CDD1876-28DB-B948-ACF9-F9A2A6DDAF5B}" dt="2023-11-21T12:26:48.495" v="2001" actId="1076"/>
          <ac:spMkLst>
            <pc:docMk/>
            <pc:sldMk cId="3134006102" sldId="285"/>
            <ac:spMk id="338" creationId="{DECE55DA-5C2F-48CD-7F6B-F1E5797BBCCD}"/>
          </ac:spMkLst>
        </pc:spChg>
        <pc:spChg chg="add mod">
          <ac:chgData name="DING, Wenlong" userId="2462c282-915a-45d3-817d-b87203e0e2e0" providerId="ADAL" clId="{2CDD1876-28DB-B948-ACF9-F9A2A6DDAF5B}" dt="2023-11-21T12:26:56.720" v="2004" actId="1076"/>
          <ac:spMkLst>
            <pc:docMk/>
            <pc:sldMk cId="3134006102" sldId="285"/>
            <ac:spMk id="339" creationId="{1AF0AE5B-C8B0-252D-5442-DBAA187CB514}"/>
          </ac:spMkLst>
        </pc:spChg>
        <pc:spChg chg="add del mod">
          <ac:chgData name="DING, Wenlong" userId="2462c282-915a-45d3-817d-b87203e0e2e0" providerId="ADAL" clId="{2CDD1876-28DB-B948-ACF9-F9A2A6DDAF5B}" dt="2023-11-21T12:24:49.957" v="1983" actId="478"/>
          <ac:spMkLst>
            <pc:docMk/>
            <pc:sldMk cId="3134006102" sldId="285"/>
            <ac:spMk id="361" creationId="{28ECDD8F-7D62-B539-715A-A9FCA7B935AD}"/>
          </ac:spMkLst>
        </pc:spChg>
        <pc:grpChg chg="add mod">
          <ac:chgData name="DING, Wenlong" userId="2462c282-915a-45d3-817d-b87203e0e2e0" providerId="ADAL" clId="{2CDD1876-28DB-B948-ACF9-F9A2A6DDAF5B}" dt="2023-11-21T11:34:42.203" v="1070"/>
          <ac:grpSpMkLst>
            <pc:docMk/>
            <pc:sldMk cId="3134006102" sldId="285"/>
            <ac:grpSpMk id="3" creationId="{DD0EC42A-1197-10C0-9592-AD7758185F21}"/>
          </ac:grpSpMkLst>
        </pc:grpChg>
        <pc:grpChg chg="add mod">
          <ac:chgData name="DING, Wenlong" userId="2462c282-915a-45d3-817d-b87203e0e2e0" providerId="ADAL" clId="{2CDD1876-28DB-B948-ACF9-F9A2A6DDAF5B}" dt="2023-11-21T11:34:42.203" v="1070"/>
          <ac:grpSpMkLst>
            <pc:docMk/>
            <pc:sldMk cId="3134006102" sldId="285"/>
            <ac:grpSpMk id="26" creationId="{787BBE76-DDCC-C3AE-7D9E-8C68E9ACA7E3}"/>
          </ac:grpSpMkLst>
        </pc:grpChg>
        <pc:grpChg chg="add mod">
          <ac:chgData name="DING, Wenlong" userId="2462c282-915a-45d3-817d-b87203e0e2e0" providerId="ADAL" clId="{2CDD1876-28DB-B948-ACF9-F9A2A6DDAF5B}" dt="2023-11-21T11:34:42.203" v="1070"/>
          <ac:grpSpMkLst>
            <pc:docMk/>
            <pc:sldMk cId="3134006102" sldId="285"/>
            <ac:grpSpMk id="34" creationId="{BC78B277-8876-3977-DD09-A5048D04358D}"/>
          </ac:grpSpMkLst>
        </pc:grpChg>
        <pc:grpChg chg="add mod">
          <ac:chgData name="DING, Wenlong" userId="2462c282-915a-45d3-817d-b87203e0e2e0" providerId="ADAL" clId="{2CDD1876-28DB-B948-ACF9-F9A2A6DDAF5B}" dt="2023-11-21T11:34:42.203" v="1070"/>
          <ac:grpSpMkLst>
            <pc:docMk/>
            <pc:sldMk cId="3134006102" sldId="285"/>
            <ac:grpSpMk id="66" creationId="{DDEFD497-277E-EDF0-FB51-94870CADF19B}"/>
          </ac:grpSpMkLst>
        </pc:grpChg>
        <pc:grpChg chg="add del mod">
          <ac:chgData name="DING, Wenlong" userId="2462c282-915a-45d3-817d-b87203e0e2e0" providerId="ADAL" clId="{2CDD1876-28DB-B948-ACF9-F9A2A6DDAF5B}" dt="2023-11-21T11:35:03.808" v="1075" actId="478"/>
          <ac:grpSpMkLst>
            <pc:docMk/>
            <pc:sldMk cId="3134006102" sldId="285"/>
            <ac:grpSpMk id="128" creationId="{6CF5CFC8-5B2B-7299-1C3F-8BA335A8FFED}"/>
          </ac:grpSpMkLst>
        </pc:grpChg>
        <pc:grpChg chg="add del mod">
          <ac:chgData name="DING, Wenlong" userId="2462c282-915a-45d3-817d-b87203e0e2e0" providerId="ADAL" clId="{2CDD1876-28DB-B948-ACF9-F9A2A6DDAF5B}" dt="2023-11-21T11:37:28.635" v="1086" actId="478"/>
          <ac:grpSpMkLst>
            <pc:docMk/>
            <pc:sldMk cId="3134006102" sldId="285"/>
            <ac:grpSpMk id="133" creationId="{3861DFE2-6F31-A8E2-AD2B-9AA8E0ABF52B}"/>
          </ac:grpSpMkLst>
        </pc:grpChg>
        <pc:grpChg chg="add del mod">
          <ac:chgData name="DING, Wenlong" userId="2462c282-915a-45d3-817d-b87203e0e2e0" providerId="ADAL" clId="{2CDD1876-28DB-B948-ACF9-F9A2A6DDAF5B}" dt="2023-11-21T11:37:28.635" v="1086" actId="478"/>
          <ac:grpSpMkLst>
            <pc:docMk/>
            <pc:sldMk cId="3134006102" sldId="285"/>
            <ac:grpSpMk id="156" creationId="{536AE35C-CCFC-5783-B372-CB66599BD6A2}"/>
          </ac:grpSpMkLst>
        </pc:grpChg>
        <pc:grpChg chg="add del mod">
          <ac:chgData name="DING, Wenlong" userId="2462c282-915a-45d3-817d-b87203e0e2e0" providerId="ADAL" clId="{2CDD1876-28DB-B948-ACF9-F9A2A6DDAF5B}" dt="2023-11-21T11:37:28.635" v="1086" actId="478"/>
          <ac:grpSpMkLst>
            <pc:docMk/>
            <pc:sldMk cId="3134006102" sldId="285"/>
            <ac:grpSpMk id="164" creationId="{5392C3BA-A5CB-911D-895E-B1562647135E}"/>
          </ac:grpSpMkLst>
        </pc:grpChg>
        <pc:grpChg chg="add del mod">
          <ac:chgData name="DING, Wenlong" userId="2462c282-915a-45d3-817d-b87203e0e2e0" providerId="ADAL" clId="{2CDD1876-28DB-B948-ACF9-F9A2A6DDAF5B}" dt="2023-11-21T11:37:28.635" v="1086" actId="478"/>
          <ac:grpSpMkLst>
            <pc:docMk/>
            <pc:sldMk cId="3134006102" sldId="285"/>
            <ac:grpSpMk id="196" creationId="{3D1E1D0E-343E-1F13-8694-07FC341007C7}"/>
          </ac:grpSpMkLst>
        </pc:grpChg>
        <pc:grpChg chg="add mod">
          <ac:chgData name="DING, Wenlong" userId="2462c282-915a-45d3-817d-b87203e0e2e0" providerId="ADAL" clId="{2CDD1876-28DB-B948-ACF9-F9A2A6DDAF5B}" dt="2023-11-21T12:28:11.683" v="2010" actId="1076"/>
          <ac:grpSpMkLst>
            <pc:docMk/>
            <pc:sldMk cId="3134006102" sldId="285"/>
            <ac:grpSpMk id="396" creationId="{6BCAFEDD-8905-7F32-7552-399037E7DDFE}"/>
          </ac:grpSpMkLst>
        </pc:grpChg>
        <pc:picChg chg="add del mod">
          <ac:chgData name="DING, Wenlong" userId="2462c282-915a-45d3-817d-b87203e0e2e0" providerId="ADAL" clId="{2CDD1876-28DB-B948-ACF9-F9A2A6DDAF5B}" dt="2023-11-21T11:37:22.764" v="1084" actId="478"/>
          <ac:picMkLst>
            <pc:docMk/>
            <pc:sldMk cId="3134006102" sldId="285"/>
            <ac:picMk id="129" creationId="{CB7CA1D7-9BE9-0239-3D87-A865F7706B95}"/>
          </ac:picMkLst>
        </pc:picChg>
        <pc:picChg chg="add mod">
          <ac:chgData name="DING, Wenlong" userId="2462c282-915a-45d3-817d-b87203e0e2e0" providerId="ADAL" clId="{2CDD1876-28DB-B948-ACF9-F9A2A6DDAF5B}" dt="2023-11-21T12:25:21.506" v="1991" actId="1076"/>
          <ac:picMkLst>
            <pc:docMk/>
            <pc:sldMk cId="3134006102" sldId="285"/>
            <ac:picMk id="256" creationId="{AA546E69-FB28-2EAF-2C74-C1D17954DC97}"/>
          </ac:picMkLst>
        </pc:picChg>
        <pc:cxnChg chg="add mod">
          <ac:chgData name="DING, Wenlong" userId="2462c282-915a-45d3-817d-b87203e0e2e0" providerId="ADAL" clId="{2CDD1876-28DB-B948-ACF9-F9A2A6DDAF5B}" dt="2023-11-21T11:34:42.203" v="1070"/>
          <ac:cxnSpMkLst>
            <pc:docMk/>
            <pc:sldMk cId="3134006102" sldId="285"/>
            <ac:cxnSpMk id="64" creationId="{0BC545CD-ACD9-6AF8-D04B-DB10E0DCEF14}"/>
          </ac:cxnSpMkLst>
        </pc:cxnChg>
        <pc:cxnChg chg="add mod">
          <ac:chgData name="DING, Wenlong" userId="2462c282-915a-45d3-817d-b87203e0e2e0" providerId="ADAL" clId="{2CDD1876-28DB-B948-ACF9-F9A2A6DDAF5B}" dt="2023-11-21T11:34:42.203" v="1070"/>
          <ac:cxnSpMkLst>
            <pc:docMk/>
            <pc:sldMk cId="3134006102" sldId="285"/>
            <ac:cxnSpMk id="65" creationId="{23E98BF2-37B4-99F3-DA0B-A77EDA6E4424}"/>
          </ac:cxnSpMkLst>
        </pc:cxnChg>
        <pc:cxnChg chg="add mod">
          <ac:chgData name="DING, Wenlong" userId="2462c282-915a-45d3-817d-b87203e0e2e0" providerId="ADAL" clId="{2CDD1876-28DB-B948-ACF9-F9A2A6DDAF5B}" dt="2023-11-21T11:34:42.203" v="1070"/>
          <ac:cxnSpMkLst>
            <pc:docMk/>
            <pc:sldMk cId="3134006102" sldId="285"/>
            <ac:cxnSpMk id="126" creationId="{48F2255F-105A-B73E-4972-08F34F70F197}"/>
          </ac:cxnSpMkLst>
        </pc:cxnChg>
        <pc:cxnChg chg="add del mod">
          <ac:chgData name="DING, Wenlong" userId="2462c282-915a-45d3-817d-b87203e0e2e0" providerId="ADAL" clId="{2CDD1876-28DB-B948-ACF9-F9A2A6DDAF5B}" dt="2023-11-21T11:37:28.635" v="1086" actId="478"/>
          <ac:cxnSpMkLst>
            <pc:docMk/>
            <pc:sldMk cId="3134006102" sldId="285"/>
            <ac:cxnSpMk id="194" creationId="{EB29B8AF-A4C5-D09D-D067-C2E0DA4D7B25}"/>
          </ac:cxnSpMkLst>
        </pc:cxnChg>
        <pc:cxnChg chg="add del mod">
          <ac:chgData name="DING, Wenlong" userId="2462c282-915a-45d3-817d-b87203e0e2e0" providerId="ADAL" clId="{2CDD1876-28DB-B948-ACF9-F9A2A6DDAF5B}" dt="2023-11-21T11:37:28.635" v="1086" actId="478"/>
          <ac:cxnSpMkLst>
            <pc:docMk/>
            <pc:sldMk cId="3134006102" sldId="285"/>
            <ac:cxnSpMk id="195" creationId="{06CCE18D-1DED-E17A-7BD7-49B9EC54B69B}"/>
          </ac:cxnSpMkLst>
        </pc:cxnChg>
        <pc:cxnChg chg="add del mod">
          <ac:chgData name="DING, Wenlong" userId="2462c282-915a-45d3-817d-b87203e0e2e0" providerId="ADAL" clId="{2CDD1876-28DB-B948-ACF9-F9A2A6DDAF5B}" dt="2023-11-21T11:37:28.635" v="1086" actId="478"/>
          <ac:cxnSpMkLst>
            <pc:docMk/>
            <pc:sldMk cId="3134006102" sldId="285"/>
            <ac:cxnSpMk id="255" creationId="{D0791792-20DE-FAC9-8AC5-EB0D1BDFD0AF}"/>
          </ac:cxnSpMkLst>
        </pc:cxnChg>
        <pc:cxnChg chg="add mod">
          <ac:chgData name="DING, Wenlong" userId="2462c282-915a-45d3-817d-b87203e0e2e0" providerId="ADAL" clId="{2CDD1876-28DB-B948-ACF9-F9A2A6DDAF5B}" dt="2023-11-21T12:25:13.730" v="1989" actId="14100"/>
          <ac:cxnSpMkLst>
            <pc:docMk/>
            <pc:sldMk cId="3134006102" sldId="285"/>
            <ac:cxnSpMk id="285" creationId="{FFF1F84E-4879-AEAE-7D08-DCE5F7AE80E3}"/>
          </ac:cxnSpMkLst>
        </pc:cxnChg>
        <pc:cxnChg chg="add mod">
          <ac:chgData name="DING, Wenlong" userId="2462c282-915a-45d3-817d-b87203e0e2e0" providerId="ADAL" clId="{2CDD1876-28DB-B948-ACF9-F9A2A6DDAF5B}" dt="2023-11-21T12:25:13.730" v="1989" actId="14100"/>
          <ac:cxnSpMkLst>
            <pc:docMk/>
            <pc:sldMk cId="3134006102" sldId="285"/>
            <ac:cxnSpMk id="286" creationId="{49A39AE6-7BAF-0960-170E-F5BDA870C41A}"/>
          </ac:cxnSpMkLst>
        </pc:cxnChg>
        <pc:cxnChg chg="add mod">
          <ac:chgData name="DING, Wenlong" userId="2462c282-915a-45d3-817d-b87203e0e2e0" providerId="ADAL" clId="{2CDD1876-28DB-B948-ACF9-F9A2A6DDAF5B}" dt="2023-11-21T12:25:13.730" v="1989" actId="14100"/>
          <ac:cxnSpMkLst>
            <pc:docMk/>
            <pc:sldMk cId="3134006102" sldId="285"/>
            <ac:cxnSpMk id="292" creationId="{42663AB3-D91F-4CAD-A8E4-4F6831B55CB1}"/>
          </ac:cxnSpMkLst>
        </pc:cxnChg>
        <pc:cxnChg chg="add mod">
          <ac:chgData name="DING, Wenlong" userId="2462c282-915a-45d3-817d-b87203e0e2e0" providerId="ADAL" clId="{2CDD1876-28DB-B948-ACF9-F9A2A6DDAF5B}" dt="2023-11-21T12:25:13.730" v="1989" actId="14100"/>
          <ac:cxnSpMkLst>
            <pc:docMk/>
            <pc:sldMk cId="3134006102" sldId="285"/>
            <ac:cxnSpMk id="298" creationId="{63598AD3-6C29-60C4-9575-690A31116155}"/>
          </ac:cxnSpMkLst>
        </pc:cxnChg>
        <pc:cxnChg chg="add mod">
          <ac:chgData name="DING, Wenlong" userId="2462c282-915a-45d3-817d-b87203e0e2e0" providerId="ADAL" clId="{2CDD1876-28DB-B948-ACF9-F9A2A6DDAF5B}" dt="2023-11-21T12:26:37.692" v="1999" actId="14100"/>
          <ac:cxnSpMkLst>
            <pc:docMk/>
            <pc:sldMk cId="3134006102" sldId="285"/>
            <ac:cxnSpMk id="302" creationId="{679C7927-404E-8555-D1F5-C7C0360EA44E}"/>
          </ac:cxnSpMkLst>
        </pc:cxnChg>
        <pc:cxnChg chg="add mod">
          <ac:chgData name="DING, Wenlong" userId="2462c282-915a-45d3-817d-b87203e0e2e0" providerId="ADAL" clId="{2CDD1876-28DB-B948-ACF9-F9A2A6DDAF5B}" dt="2023-11-21T12:25:13.730" v="1989" actId="14100"/>
          <ac:cxnSpMkLst>
            <pc:docMk/>
            <pc:sldMk cId="3134006102" sldId="285"/>
            <ac:cxnSpMk id="306" creationId="{513A1E90-3EDD-2F88-61D0-AF9C43CB560D}"/>
          </ac:cxnSpMkLst>
        </pc:cxnChg>
        <pc:cxnChg chg="add mod">
          <ac:chgData name="DING, Wenlong" userId="2462c282-915a-45d3-817d-b87203e0e2e0" providerId="ADAL" clId="{2CDD1876-28DB-B948-ACF9-F9A2A6DDAF5B}" dt="2023-11-21T12:25:13.730" v="1989" actId="14100"/>
          <ac:cxnSpMkLst>
            <pc:docMk/>
            <pc:sldMk cId="3134006102" sldId="285"/>
            <ac:cxnSpMk id="311" creationId="{E8F629FD-AEB4-FE3C-8DA2-E65D836CC504}"/>
          </ac:cxnSpMkLst>
        </pc:cxnChg>
        <pc:cxnChg chg="add mod">
          <ac:chgData name="DING, Wenlong" userId="2462c282-915a-45d3-817d-b87203e0e2e0" providerId="ADAL" clId="{2CDD1876-28DB-B948-ACF9-F9A2A6DDAF5B}" dt="2023-11-21T12:25:13.730" v="1989" actId="14100"/>
          <ac:cxnSpMkLst>
            <pc:docMk/>
            <pc:sldMk cId="3134006102" sldId="285"/>
            <ac:cxnSpMk id="315" creationId="{099FCBB2-B562-8B66-B2C4-847549B240C2}"/>
          </ac:cxnSpMkLst>
        </pc:cxnChg>
        <pc:cxnChg chg="add mod">
          <ac:chgData name="DING, Wenlong" userId="2462c282-915a-45d3-817d-b87203e0e2e0" providerId="ADAL" clId="{2CDD1876-28DB-B948-ACF9-F9A2A6DDAF5B}" dt="2023-11-21T12:25:13.730" v="1989" actId="14100"/>
          <ac:cxnSpMkLst>
            <pc:docMk/>
            <pc:sldMk cId="3134006102" sldId="285"/>
            <ac:cxnSpMk id="318" creationId="{7A071C96-0458-6EA7-7492-5764891C0916}"/>
          </ac:cxnSpMkLst>
        </pc:cxnChg>
        <pc:cxnChg chg="add mod">
          <ac:chgData name="DING, Wenlong" userId="2462c282-915a-45d3-817d-b87203e0e2e0" providerId="ADAL" clId="{2CDD1876-28DB-B948-ACF9-F9A2A6DDAF5B}" dt="2023-11-21T12:25:13.730" v="1989" actId="14100"/>
          <ac:cxnSpMkLst>
            <pc:docMk/>
            <pc:sldMk cId="3134006102" sldId="285"/>
            <ac:cxnSpMk id="322" creationId="{1D5CF1BD-01EA-6285-E404-FD4D64F4774D}"/>
          </ac:cxnSpMkLst>
        </pc:cxnChg>
        <pc:cxnChg chg="add mod">
          <ac:chgData name="DING, Wenlong" userId="2462c282-915a-45d3-817d-b87203e0e2e0" providerId="ADAL" clId="{2CDD1876-28DB-B948-ACF9-F9A2A6DDAF5B}" dt="2023-11-21T12:25:13.730" v="1989" actId="14100"/>
          <ac:cxnSpMkLst>
            <pc:docMk/>
            <pc:sldMk cId="3134006102" sldId="285"/>
            <ac:cxnSpMk id="327" creationId="{AAA54557-E128-2747-FAE9-DD94EF63FDFC}"/>
          </ac:cxnSpMkLst>
        </pc:cxnChg>
        <pc:cxnChg chg="add mod">
          <ac:chgData name="DING, Wenlong" userId="2462c282-915a-45d3-817d-b87203e0e2e0" providerId="ADAL" clId="{2CDD1876-28DB-B948-ACF9-F9A2A6DDAF5B}" dt="2023-11-21T12:25:13.730" v="1989" actId="14100"/>
          <ac:cxnSpMkLst>
            <pc:docMk/>
            <pc:sldMk cId="3134006102" sldId="285"/>
            <ac:cxnSpMk id="334" creationId="{6D8CF4F2-DB29-5448-8C49-82CDCCB443AD}"/>
          </ac:cxnSpMkLst>
        </pc:cxnChg>
        <pc:cxnChg chg="add mod">
          <ac:chgData name="DING, Wenlong" userId="2462c282-915a-45d3-817d-b87203e0e2e0" providerId="ADAL" clId="{2CDD1876-28DB-B948-ACF9-F9A2A6DDAF5B}" dt="2023-11-21T12:25:13.730" v="1989" actId="14100"/>
          <ac:cxnSpMkLst>
            <pc:docMk/>
            <pc:sldMk cId="3134006102" sldId="285"/>
            <ac:cxnSpMk id="342" creationId="{9B5C48F5-E3DC-F3C4-CBF8-A4ED7DA74668}"/>
          </ac:cxnSpMkLst>
        </pc:cxnChg>
        <pc:cxnChg chg="add mod">
          <ac:chgData name="DING, Wenlong" userId="2462c282-915a-45d3-817d-b87203e0e2e0" providerId="ADAL" clId="{2CDD1876-28DB-B948-ACF9-F9A2A6DDAF5B}" dt="2023-11-21T12:25:13.730" v="1989" actId="14100"/>
          <ac:cxnSpMkLst>
            <pc:docMk/>
            <pc:sldMk cId="3134006102" sldId="285"/>
            <ac:cxnSpMk id="348" creationId="{51F27FEE-FA14-1DE0-4465-77640D3F5FD0}"/>
          </ac:cxnSpMkLst>
        </pc:cxnChg>
        <pc:cxnChg chg="add mod">
          <ac:chgData name="DING, Wenlong" userId="2462c282-915a-45d3-817d-b87203e0e2e0" providerId="ADAL" clId="{2CDD1876-28DB-B948-ACF9-F9A2A6DDAF5B}" dt="2023-11-21T12:25:13.730" v="1989" actId="14100"/>
          <ac:cxnSpMkLst>
            <pc:docMk/>
            <pc:sldMk cId="3134006102" sldId="285"/>
            <ac:cxnSpMk id="351" creationId="{B5A3678F-F140-5FA1-6A4C-ED39D5BA27BE}"/>
          </ac:cxnSpMkLst>
        </pc:cxnChg>
        <pc:cxnChg chg="add mod">
          <ac:chgData name="DING, Wenlong" userId="2462c282-915a-45d3-817d-b87203e0e2e0" providerId="ADAL" clId="{2CDD1876-28DB-B948-ACF9-F9A2A6DDAF5B}" dt="2023-11-21T12:25:13.730" v="1989" actId="14100"/>
          <ac:cxnSpMkLst>
            <pc:docMk/>
            <pc:sldMk cId="3134006102" sldId="285"/>
            <ac:cxnSpMk id="354" creationId="{18B7096B-EE9C-82A4-29E7-49DE9E1387B6}"/>
          </ac:cxnSpMkLst>
        </pc:cxnChg>
        <pc:cxnChg chg="add mod">
          <ac:chgData name="DING, Wenlong" userId="2462c282-915a-45d3-817d-b87203e0e2e0" providerId="ADAL" clId="{2CDD1876-28DB-B948-ACF9-F9A2A6DDAF5B}" dt="2023-11-21T12:25:13.730" v="1989" actId="14100"/>
          <ac:cxnSpMkLst>
            <pc:docMk/>
            <pc:sldMk cId="3134006102" sldId="285"/>
            <ac:cxnSpMk id="357" creationId="{1EA58CDF-C3E6-130E-DE81-BC29B9FF47A3}"/>
          </ac:cxnSpMkLst>
        </pc:cxnChg>
      </pc:sldChg>
      <pc:sldChg chg="addSp delSp modSp add mod ord">
        <pc:chgData name="DING, Wenlong" userId="2462c282-915a-45d3-817d-b87203e0e2e0" providerId="ADAL" clId="{2CDD1876-28DB-B948-ACF9-F9A2A6DDAF5B}" dt="2023-11-21T13:59:37.327" v="2655" actId="20577"/>
        <pc:sldMkLst>
          <pc:docMk/>
          <pc:sldMk cId="4239519463" sldId="286"/>
        </pc:sldMkLst>
        <pc:spChg chg="add del mod">
          <ac:chgData name="DING, Wenlong" userId="2462c282-915a-45d3-817d-b87203e0e2e0" providerId="ADAL" clId="{2CDD1876-28DB-B948-ACF9-F9A2A6DDAF5B}" dt="2023-11-21T12:36:43.682" v="2276" actId="478"/>
          <ac:spMkLst>
            <pc:docMk/>
            <pc:sldMk cId="4239519463" sldId="286"/>
            <ac:spMk id="3" creationId="{5EC19962-39C8-3A31-8249-34015E9933FC}"/>
          </ac:spMkLst>
        </pc:spChg>
        <pc:spChg chg="add del mod">
          <ac:chgData name="DING, Wenlong" userId="2462c282-915a-45d3-817d-b87203e0e2e0" providerId="ADAL" clId="{2CDD1876-28DB-B948-ACF9-F9A2A6DDAF5B}" dt="2023-11-21T12:32:38.363" v="2132" actId="478"/>
          <ac:spMkLst>
            <pc:docMk/>
            <pc:sldMk cId="4239519463" sldId="286"/>
            <ac:spMk id="4" creationId="{88FB9089-3F1D-4D7A-BC0B-0BA33741D72E}"/>
          </ac:spMkLst>
        </pc:spChg>
        <pc:spChg chg="add del mod">
          <ac:chgData name="DING, Wenlong" userId="2462c282-915a-45d3-817d-b87203e0e2e0" providerId="ADAL" clId="{2CDD1876-28DB-B948-ACF9-F9A2A6DDAF5B}" dt="2023-11-21T12:30:47.139" v="2068" actId="478"/>
          <ac:spMkLst>
            <pc:docMk/>
            <pc:sldMk cId="4239519463" sldId="286"/>
            <ac:spMk id="6" creationId="{F7033DBB-F807-3B3C-1D93-D9F054308AF3}"/>
          </ac:spMkLst>
        </pc:spChg>
        <pc:spChg chg="add mod">
          <ac:chgData name="DING, Wenlong" userId="2462c282-915a-45d3-817d-b87203e0e2e0" providerId="ADAL" clId="{2CDD1876-28DB-B948-ACF9-F9A2A6DDAF5B}" dt="2023-11-21T13:59:37.327" v="2655" actId="20577"/>
          <ac:spMkLst>
            <pc:docMk/>
            <pc:sldMk cId="4239519463" sldId="286"/>
            <ac:spMk id="7" creationId="{F27E9944-75B6-657D-AFD2-44C25E02F1B8}"/>
          </ac:spMkLst>
        </pc:spChg>
      </pc:sldChg>
      <pc:sldChg chg="addSp delSp modSp add mod">
        <pc:chgData name="DING, Wenlong" userId="2462c282-915a-45d3-817d-b87203e0e2e0" providerId="ADAL" clId="{2CDD1876-28DB-B948-ACF9-F9A2A6DDAF5B}" dt="2023-11-21T13:44:22.899" v="2616" actId="1076"/>
        <pc:sldMkLst>
          <pc:docMk/>
          <pc:sldMk cId="3660762370" sldId="287"/>
        </pc:sldMkLst>
        <pc:spChg chg="del">
          <ac:chgData name="DING, Wenlong" userId="2462c282-915a-45d3-817d-b87203e0e2e0" providerId="ADAL" clId="{2CDD1876-28DB-B948-ACF9-F9A2A6DDAF5B}" dt="2023-11-21T13:23:40.622" v="2593" actId="478"/>
          <ac:spMkLst>
            <pc:docMk/>
            <pc:sldMk cId="3660762370" sldId="287"/>
            <ac:spMk id="2" creationId="{844B64A7-521F-D840-0895-9559096877C6}"/>
          </ac:spMkLst>
        </pc:spChg>
        <pc:spChg chg="add del mod">
          <ac:chgData name="DING, Wenlong" userId="2462c282-915a-45d3-817d-b87203e0e2e0" providerId="ADAL" clId="{2CDD1876-28DB-B948-ACF9-F9A2A6DDAF5B}" dt="2023-11-21T13:23:43.599" v="2594" actId="478"/>
          <ac:spMkLst>
            <pc:docMk/>
            <pc:sldMk cId="3660762370" sldId="287"/>
            <ac:spMk id="4" creationId="{45EC81B8-0CCA-26EB-7367-85F59B180445}"/>
          </ac:spMkLst>
        </pc:spChg>
        <pc:picChg chg="del">
          <ac:chgData name="DING, Wenlong" userId="2462c282-915a-45d3-817d-b87203e0e2e0" providerId="ADAL" clId="{2CDD1876-28DB-B948-ACF9-F9A2A6DDAF5B}" dt="2023-11-21T13:38:28.709" v="2595" actId="478"/>
          <ac:picMkLst>
            <pc:docMk/>
            <pc:sldMk cId="3660762370" sldId="287"/>
            <ac:picMk id="5" creationId="{9AB02A15-4FD1-5F23-7703-F64D083F7D58}"/>
          </ac:picMkLst>
        </pc:picChg>
        <pc:picChg chg="add mod">
          <ac:chgData name="DING, Wenlong" userId="2462c282-915a-45d3-817d-b87203e0e2e0" providerId="ADAL" clId="{2CDD1876-28DB-B948-ACF9-F9A2A6DDAF5B}" dt="2023-11-21T13:44:22.899" v="2616" actId="1076"/>
          <ac:picMkLst>
            <pc:docMk/>
            <pc:sldMk cId="3660762370" sldId="287"/>
            <ac:picMk id="6" creationId="{7145FA77-8881-B310-A7DE-BF9F87149FC7}"/>
          </ac:picMkLst>
        </pc:picChg>
        <pc:picChg chg="add del mod">
          <ac:chgData name="DING, Wenlong" userId="2462c282-915a-45d3-817d-b87203e0e2e0" providerId="ADAL" clId="{2CDD1876-28DB-B948-ACF9-F9A2A6DDAF5B}" dt="2023-11-21T13:38:58.334" v="2601" actId="478"/>
          <ac:picMkLst>
            <pc:docMk/>
            <pc:sldMk cId="3660762370" sldId="287"/>
            <ac:picMk id="7" creationId="{B5D1830B-577F-4705-1373-46EF6B56FC2B}"/>
          </ac:picMkLst>
        </pc:picChg>
      </pc:sldChg>
      <pc:sldChg chg="addSp delSp modSp add mod">
        <pc:chgData name="DING, Wenlong" userId="2462c282-915a-45d3-817d-b87203e0e2e0" providerId="ADAL" clId="{2CDD1876-28DB-B948-ACF9-F9A2A6DDAF5B}" dt="2023-11-21T13:44:40.435" v="2617" actId="1076"/>
        <pc:sldMkLst>
          <pc:docMk/>
          <pc:sldMk cId="4019796802" sldId="288"/>
        </pc:sldMkLst>
        <pc:picChg chg="add del">
          <ac:chgData name="DING, Wenlong" userId="2462c282-915a-45d3-817d-b87203e0e2e0" providerId="ADAL" clId="{2CDD1876-28DB-B948-ACF9-F9A2A6DDAF5B}" dt="2023-11-21T13:43:35.712" v="2606" actId="478"/>
          <ac:picMkLst>
            <pc:docMk/>
            <pc:sldMk cId="4019796802" sldId="288"/>
            <ac:picMk id="2" creationId="{AD5EFF69-4701-EE96-A6E9-13415CA408FC}"/>
          </ac:picMkLst>
        </pc:picChg>
        <pc:picChg chg="add mod">
          <ac:chgData name="DING, Wenlong" userId="2462c282-915a-45d3-817d-b87203e0e2e0" providerId="ADAL" clId="{2CDD1876-28DB-B948-ACF9-F9A2A6DDAF5B}" dt="2023-11-21T13:44:40.435" v="2617" actId="1076"/>
          <ac:picMkLst>
            <pc:docMk/>
            <pc:sldMk cId="4019796802" sldId="288"/>
            <ac:picMk id="3" creationId="{EC534094-5B51-F2DE-F699-8629AF205EF0}"/>
          </ac:picMkLst>
        </pc:picChg>
        <pc:picChg chg="del">
          <ac:chgData name="DING, Wenlong" userId="2462c282-915a-45d3-817d-b87203e0e2e0" providerId="ADAL" clId="{2CDD1876-28DB-B948-ACF9-F9A2A6DDAF5B}" dt="2023-11-21T13:39:02.700" v="2603" actId="478"/>
          <ac:picMkLst>
            <pc:docMk/>
            <pc:sldMk cId="4019796802" sldId="288"/>
            <ac:picMk id="6" creationId="{7145FA77-8881-B310-A7DE-BF9F87149FC7}"/>
          </ac:picMkLst>
        </pc:picChg>
      </pc:sldChg>
      <pc:sldChg chg="addSp delSp modSp add mod">
        <pc:chgData name="DING, Wenlong" userId="2462c282-915a-45d3-817d-b87203e0e2e0" providerId="ADAL" clId="{2CDD1876-28DB-B948-ACF9-F9A2A6DDAF5B}" dt="2023-11-21T13:47:34.307" v="2634" actId="1076"/>
        <pc:sldMkLst>
          <pc:docMk/>
          <pc:sldMk cId="540976856" sldId="289"/>
        </pc:sldMkLst>
        <pc:picChg chg="add del mod">
          <ac:chgData name="DING, Wenlong" userId="2462c282-915a-45d3-817d-b87203e0e2e0" providerId="ADAL" clId="{2CDD1876-28DB-B948-ACF9-F9A2A6DDAF5B}" dt="2023-11-21T13:47:21.483" v="2627" actId="478"/>
          <ac:picMkLst>
            <pc:docMk/>
            <pc:sldMk cId="540976856" sldId="289"/>
            <ac:picMk id="2" creationId="{C3DB5673-6F32-BF11-9D93-0366469A3059}"/>
          </ac:picMkLst>
        </pc:picChg>
        <pc:picChg chg="del">
          <ac:chgData name="DING, Wenlong" userId="2462c282-915a-45d3-817d-b87203e0e2e0" providerId="ADAL" clId="{2CDD1876-28DB-B948-ACF9-F9A2A6DDAF5B}" dt="2023-11-21T13:44:49.090" v="2619" actId="478"/>
          <ac:picMkLst>
            <pc:docMk/>
            <pc:sldMk cId="540976856" sldId="289"/>
            <ac:picMk id="3" creationId="{EC534094-5B51-F2DE-F699-8629AF205EF0}"/>
          </ac:picMkLst>
        </pc:picChg>
        <pc:picChg chg="add mod">
          <ac:chgData name="DING, Wenlong" userId="2462c282-915a-45d3-817d-b87203e0e2e0" providerId="ADAL" clId="{2CDD1876-28DB-B948-ACF9-F9A2A6DDAF5B}" dt="2023-11-21T13:47:34.307" v="2634" actId="1076"/>
          <ac:picMkLst>
            <pc:docMk/>
            <pc:sldMk cId="540976856" sldId="289"/>
            <ac:picMk id="4" creationId="{F58D1135-D967-80B4-25E3-37A03262D8F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HK" dirty="0"/>
              <a:t>Hi everyone, welcome back! This is Tutorial 13 for CSCI 4430 — our Computer Networks course this Spring and this is the last tut in this term.</a:t>
            </a:r>
          </a:p>
          <a:p>
            <a:pPr marL="0" lvl="0" indent="0" algn="l" rtl="0">
              <a:spcBef>
                <a:spcPts val="0"/>
              </a:spcBef>
              <a:spcAft>
                <a:spcPts val="0"/>
              </a:spcAft>
              <a:buNone/>
            </a:pPr>
            <a:endParaRPr lang="en-HK" dirty="0"/>
          </a:p>
          <a:p>
            <a:pPr marL="0" lvl="0" indent="0" algn="l" rtl="0">
              <a:spcBef>
                <a:spcPts val="0"/>
              </a:spcBef>
              <a:spcAft>
                <a:spcPts val="0"/>
              </a:spcAft>
              <a:buNone/>
            </a:pPr>
            <a:r>
              <a:rPr lang="en-HK" dirty="0"/>
              <a:t>We’re getting closer to the end of the semester, and today’s session will focus on some key concepts at the data link and network layers. So let’s dive in and reinforce what you’ve been learning in lectures!</a:t>
            </a: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HK" i="0" dirty="0"/>
              <a:t>Before we get into the main content today, just a quick reminder to check your grades on Blackboard. You should be able to see your scores for all assignments and quizzes — except for assignment 3, which hasn’t been uploaded yet.</a:t>
            </a:r>
          </a:p>
          <a:p>
            <a:pPr marL="158750" indent="0">
              <a:buNone/>
            </a:pPr>
            <a:endParaRPr lang="en-HK" i="0" dirty="0"/>
          </a:p>
          <a:p>
            <a:pPr marL="158750" indent="0">
              <a:buNone/>
            </a:pPr>
            <a:r>
              <a:rPr lang="en-HK" i="0" dirty="0"/>
              <a:t>If you spot anything strange, like a missing grade or an error, don’t worry — just leave a message on Piazza and we’ll take care of it. Thanks for staying on top of things!"</a:t>
            </a:r>
          </a:p>
          <a:p>
            <a:pPr marL="0" lvl="0" indent="0" algn="l" rtl="0">
              <a:spcBef>
                <a:spcPts val="0"/>
              </a:spcBef>
              <a:spcAft>
                <a:spcPts val="0"/>
              </a:spcAft>
              <a:buNone/>
            </a:pPr>
            <a:endParaRPr lang="en-HK"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390833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20da7fe0c5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20da7fe0c5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6085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8327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6901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6573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0398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7360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3088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4358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t>因为网络层负责端到端通信，源地址是发送者 </a:t>
            </a:r>
            <a:r>
              <a:rPr lang="en-US" altLang="zh-CN" dirty="0"/>
              <a:t>E</a:t>
            </a:r>
            <a:r>
              <a:rPr lang="zh-CN" altLang="en-US" dirty="0"/>
              <a:t>，目的地址是接收者 </a:t>
            </a:r>
            <a:r>
              <a:rPr lang="en-US" altLang="zh-CN" dirty="0"/>
              <a:t>B</a:t>
            </a:r>
            <a:r>
              <a:rPr lang="zh-CN" altLang="en-US" dirty="0"/>
              <a:t>，</a:t>
            </a:r>
            <a:r>
              <a:rPr lang="zh-CN" altLang="en-US" b="1" dirty="0"/>
              <a:t>中间路由器只是转发者</a:t>
            </a:r>
            <a:r>
              <a:rPr lang="zh-CN" altLang="en-US" dirty="0"/>
              <a:t>，不能篡改 </a:t>
            </a:r>
            <a:r>
              <a:rPr lang="en-US" altLang="zh-CN" dirty="0"/>
              <a:t>IP </a:t>
            </a:r>
            <a:r>
              <a:rPr lang="zh-CN" altLang="en-US" dirty="0"/>
              <a:t>头部。</a:t>
            </a:r>
            <a:r>
              <a:rPr lang="en-US" altLang="zh-CN" dirty="0"/>
              <a:t>MAC </a:t>
            </a:r>
            <a:r>
              <a:rPr lang="zh-CN" altLang="en-US" dirty="0"/>
              <a:t>地址是局域网（一个子网）内部使用的，</a:t>
            </a:r>
            <a:r>
              <a:rPr lang="zh-CN" altLang="en-US" b="1" dirty="0"/>
              <a:t>只在每一跳（</a:t>
            </a:r>
            <a:r>
              <a:rPr lang="en-US" altLang="zh-CN" b="1" dirty="0"/>
              <a:t>hop</a:t>
            </a:r>
            <a:r>
              <a:rPr lang="zh-CN" altLang="en-US" b="1" dirty="0"/>
              <a:t>）中起作用</a:t>
            </a:r>
            <a:r>
              <a:rPr lang="zh-CN" altLang="en-US" dirty="0"/>
              <a:t>。</a:t>
            </a:r>
            <a:endParaRPr dirty="0"/>
          </a:p>
        </p:txBody>
      </p:sp>
    </p:spTree>
    <p:extLst>
      <p:ext uri="{BB962C8B-B14F-4D97-AF65-F5344CB8AC3E}">
        <p14:creationId xmlns:p14="http://schemas.microsoft.com/office/powerpoint/2010/main" val="843506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D011E-DCDE-C342-A56C-2EAC9B225B8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498A12E-F58F-7A41-BFC0-F72ABF92C8F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59EBF6-8755-7E49-B0D7-FB2F3BB92CFA}"/>
              </a:ext>
            </a:extLst>
          </p:cNvPr>
          <p:cNvSpPr>
            <a:spLocks noGrp="1"/>
          </p:cNvSpPr>
          <p:nvPr>
            <p:ph type="dt" sz="half" idx="10"/>
          </p:nvPr>
        </p:nvSpPr>
        <p:spPr/>
        <p:txBody>
          <a:bodyPr/>
          <a:lstStyle/>
          <a:p>
            <a:fld id="{2425905D-C0C4-D040-B3F5-79CCA23FA4EB}" type="datetimeFigureOut">
              <a:rPr lang="en-US" smtClean="0"/>
              <a:t>4/15/2025</a:t>
            </a:fld>
            <a:endParaRPr lang="en-US"/>
          </a:p>
        </p:txBody>
      </p:sp>
      <p:sp>
        <p:nvSpPr>
          <p:cNvPr id="5" name="Footer Placeholder 4">
            <a:extLst>
              <a:ext uri="{FF2B5EF4-FFF2-40B4-BE49-F238E27FC236}">
                <a16:creationId xmlns:a16="http://schemas.microsoft.com/office/drawing/2014/main" id="{CAFEA0E9-4BD6-7644-BA8D-7470DF766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40FEFB-6605-6C41-87AB-0F5AA21FDECA}"/>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2882772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1pPr>
            <a:lvl2pPr lvl="1">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2pPr>
            <a:lvl3pPr lvl="2">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3pPr>
            <a:lvl4pPr lvl="3">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4pPr>
            <a:lvl5pPr lvl="4">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5pPr>
            <a:lvl6pPr lvl="5">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6pPr>
            <a:lvl7pPr lvl="6">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7pPr>
            <a:lvl8pPr lvl="7">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8pPr>
            <a:lvl9pPr lvl="8">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Ubuntu"/>
              <a:buChar char="●"/>
              <a:defRPr sz="1800">
                <a:solidFill>
                  <a:schemeClr val="dk2"/>
                </a:solidFill>
                <a:latin typeface="Ubuntu"/>
                <a:ea typeface="Ubuntu"/>
                <a:cs typeface="Ubuntu"/>
                <a:sym typeface="Ubuntu"/>
              </a:defRPr>
            </a:lvl1pPr>
            <a:lvl2pPr marL="914400" lvl="1"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2pPr>
            <a:lvl3pPr marL="1371600" lvl="2"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3pPr>
            <a:lvl4pPr marL="1828800" lvl="3"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4pPr>
            <a:lvl5pPr marL="2286000" lvl="4"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5pPr>
            <a:lvl6pPr marL="2743200" lvl="5"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6pPr>
            <a:lvl7pPr marL="3200400" lvl="6"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7pPr>
            <a:lvl8pPr marL="3657600" lvl="7"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8pPr>
            <a:lvl9pPr marL="4114800" lvl="8"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Ubuntu"/>
                <a:ea typeface="Ubuntu"/>
                <a:cs typeface="Ubuntu"/>
                <a:sym typeface="Ubuntu"/>
              </a:defRPr>
            </a:lvl1pPr>
            <a:lvl2pPr lvl="1" algn="r">
              <a:buNone/>
              <a:defRPr sz="1000">
                <a:solidFill>
                  <a:schemeClr val="dk2"/>
                </a:solidFill>
                <a:latin typeface="Ubuntu"/>
                <a:ea typeface="Ubuntu"/>
                <a:cs typeface="Ubuntu"/>
                <a:sym typeface="Ubuntu"/>
              </a:defRPr>
            </a:lvl2pPr>
            <a:lvl3pPr lvl="2" algn="r">
              <a:buNone/>
              <a:defRPr sz="1000">
                <a:solidFill>
                  <a:schemeClr val="dk2"/>
                </a:solidFill>
                <a:latin typeface="Ubuntu"/>
                <a:ea typeface="Ubuntu"/>
                <a:cs typeface="Ubuntu"/>
                <a:sym typeface="Ubuntu"/>
              </a:defRPr>
            </a:lvl3pPr>
            <a:lvl4pPr lvl="3" algn="r">
              <a:buNone/>
              <a:defRPr sz="1000">
                <a:solidFill>
                  <a:schemeClr val="dk2"/>
                </a:solidFill>
                <a:latin typeface="Ubuntu"/>
                <a:ea typeface="Ubuntu"/>
                <a:cs typeface="Ubuntu"/>
                <a:sym typeface="Ubuntu"/>
              </a:defRPr>
            </a:lvl4pPr>
            <a:lvl5pPr lvl="4" algn="r">
              <a:buNone/>
              <a:defRPr sz="1000">
                <a:solidFill>
                  <a:schemeClr val="dk2"/>
                </a:solidFill>
                <a:latin typeface="Ubuntu"/>
                <a:ea typeface="Ubuntu"/>
                <a:cs typeface="Ubuntu"/>
                <a:sym typeface="Ubuntu"/>
              </a:defRPr>
            </a:lvl5pPr>
            <a:lvl6pPr lvl="5" algn="r">
              <a:buNone/>
              <a:defRPr sz="1000">
                <a:solidFill>
                  <a:schemeClr val="dk2"/>
                </a:solidFill>
                <a:latin typeface="Ubuntu"/>
                <a:ea typeface="Ubuntu"/>
                <a:cs typeface="Ubuntu"/>
                <a:sym typeface="Ubuntu"/>
              </a:defRPr>
            </a:lvl6pPr>
            <a:lvl7pPr lvl="6" algn="r">
              <a:buNone/>
              <a:defRPr sz="1000">
                <a:solidFill>
                  <a:schemeClr val="dk2"/>
                </a:solidFill>
                <a:latin typeface="Ubuntu"/>
                <a:ea typeface="Ubuntu"/>
                <a:cs typeface="Ubuntu"/>
                <a:sym typeface="Ubuntu"/>
              </a:defRPr>
            </a:lvl7pPr>
            <a:lvl8pPr lvl="7" algn="r">
              <a:buNone/>
              <a:defRPr sz="1000">
                <a:solidFill>
                  <a:schemeClr val="dk2"/>
                </a:solidFill>
                <a:latin typeface="Ubuntu"/>
                <a:ea typeface="Ubuntu"/>
                <a:cs typeface="Ubuntu"/>
                <a:sym typeface="Ubuntu"/>
              </a:defRPr>
            </a:lvl8pPr>
            <a:lvl9pPr lvl="8" algn="r">
              <a:buNone/>
              <a:defRPr sz="1000">
                <a:solidFill>
                  <a:schemeClr val="dk2"/>
                </a:solidFill>
                <a:latin typeface="Ubuntu"/>
                <a:ea typeface="Ubuntu"/>
                <a:cs typeface="Ubuntu"/>
                <a:sym typeface="Ubuntu"/>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zh-CN" dirty="0">
                <a:latin typeface="Calibri" panose="020F0502020204030204" pitchFamily="34" charset="0"/>
                <a:cs typeface="Calibri" panose="020F0502020204030204" pitchFamily="34" charset="0"/>
              </a:rPr>
              <a:t>CSCI 4430 </a:t>
            </a:r>
            <a:r>
              <a:rPr lang="en-US" altLang="zh-CN" dirty="0">
                <a:latin typeface="Calibri" panose="020F0502020204030204" pitchFamily="34" charset="0"/>
                <a:cs typeface="Calibri" panose="020F0502020204030204" pitchFamily="34" charset="0"/>
              </a:rPr>
              <a:t>–</a:t>
            </a:r>
            <a:r>
              <a:rPr lang="zh-CN" dirty="0">
                <a:latin typeface="Calibri" panose="020F0502020204030204" pitchFamily="34" charset="0"/>
                <a:cs typeface="Calibri" panose="020F0502020204030204" pitchFamily="34" charset="0"/>
              </a:rPr>
              <a:t> </a:t>
            </a:r>
            <a:r>
              <a:rPr lang="en-HK" altLang="zh-CN" dirty="0">
                <a:latin typeface="Calibri" panose="020F0502020204030204" pitchFamily="34" charset="0"/>
                <a:cs typeface="Calibri" panose="020F0502020204030204" pitchFamily="34" charset="0"/>
              </a:rPr>
              <a:t>S</a:t>
            </a:r>
            <a:r>
              <a:rPr lang="en-US" altLang="zh-CN" dirty="0" err="1">
                <a:latin typeface="Calibri" panose="020F0502020204030204" pitchFamily="34" charset="0"/>
                <a:cs typeface="Calibri" panose="020F0502020204030204" pitchFamily="34" charset="0"/>
              </a:rPr>
              <a:t>pring</a:t>
            </a:r>
            <a:r>
              <a:rPr lang="en-US" altLang="zh-CN" dirty="0">
                <a:latin typeface="Calibri" panose="020F0502020204030204" pitchFamily="34" charset="0"/>
                <a:cs typeface="Calibri" panose="020F0502020204030204" pitchFamily="34" charset="0"/>
              </a:rPr>
              <a:t> 25</a:t>
            </a:r>
            <a:endParaRPr dirty="0">
              <a:latin typeface="Calibri" panose="020F0502020204030204" pitchFamily="34" charset="0"/>
              <a:cs typeface="Calibri" panose="020F0502020204030204" pitchFamily="34" charset="0"/>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zh-CN" dirty="0">
                <a:solidFill>
                  <a:schemeClr val="tx1"/>
                </a:solidFill>
                <a:latin typeface="Calibri" panose="020F0502020204030204" pitchFamily="34" charset="0"/>
                <a:cs typeface="Calibri" panose="020F0502020204030204" pitchFamily="34" charset="0"/>
              </a:rPr>
              <a:t>Tutorial 1</a:t>
            </a:r>
            <a:r>
              <a:rPr lang="en-US" altLang="zh-CN" dirty="0">
                <a:solidFill>
                  <a:schemeClr val="tx1"/>
                </a:solidFill>
                <a:latin typeface="Calibri" panose="020F0502020204030204" pitchFamily="34" charset="0"/>
                <a:cs typeface="Calibri" panose="020F0502020204030204" pitchFamily="34" charset="0"/>
              </a:rPr>
              <a:t>3</a:t>
            </a:r>
            <a:endParaRPr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8" name="Google Shape;60;p14">
            <a:extLst>
              <a:ext uri="{FF2B5EF4-FFF2-40B4-BE49-F238E27FC236}">
                <a16:creationId xmlns:a16="http://schemas.microsoft.com/office/drawing/2014/main" id="{2E269B87-4421-4089-8B52-66DF96E2D699}"/>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1pPr>
            <a:lvl2pPr marR="0" lvl="1"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2pPr>
            <a:lvl3pPr marR="0" lvl="2"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3pPr>
            <a:lvl4pPr marR="0" lvl="3"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4pPr>
            <a:lvl5pPr marR="0" lvl="4"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5pPr>
            <a:lvl6pPr marR="0" lvl="5"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6pPr>
            <a:lvl7pPr marR="0" lvl="6"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7pPr>
            <a:lvl8pPr marR="0" lvl="7"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8pPr>
            <a:lvl9pPr marR="0" lvl="8"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9pPr>
          </a:lstStyle>
          <a:p>
            <a:pPr algn="l"/>
            <a:r>
              <a:rPr lang="en-US" altLang="zh-CN" sz="2800" dirty="0">
                <a:latin typeface="Arial" panose="020B0604020202020204" pitchFamily="34" charset="0"/>
                <a:cs typeface="Arial" panose="020B0604020202020204" pitchFamily="34" charset="0"/>
              </a:rPr>
              <a:t>Grade Check</a:t>
            </a:r>
            <a:endParaRPr lang="en-US" sz="2800" dirty="0">
              <a:latin typeface="Arial" panose="020B0604020202020204" pitchFamily="34" charset="0"/>
              <a:cs typeface="Arial" panose="020B0604020202020204" pitchFamily="34" charset="0"/>
            </a:endParaRPr>
          </a:p>
        </p:txBody>
      </p:sp>
      <p:sp>
        <p:nvSpPr>
          <p:cNvPr id="9" name="Google Shape;61;p14">
            <a:extLst>
              <a:ext uri="{FF2B5EF4-FFF2-40B4-BE49-F238E27FC236}">
                <a16:creationId xmlns:a16="http://schemas.microsoft.com/office/drawing/2014/main" id="{E8B763B0-18C2-403B-94E1-6266A88D3C20}"/>
              </a:ext>
            </a:extLst>
          </p:cNvPr>
          <p:cNvSpPr txBox="1">
            <a:spLocks/>
          </p:cNvSpPr>
          <p:nvPr/>
        </p:nvSpPr>
        <p:spPr>
          <a:xfrm>
            <a:off x="311700" y="1329831"/>
            <a:ext cx="7562563" cy="5273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Ubuntu"/>
              <a:buChar char="●"/>
              <a:defRPr sz="1800" b="0" i="0" u="none" strike="noStrike" cap="none">
                <a:solidFill>
                  <a:schemeClr val="dk2"/>
                </a:solidFill>
                <a:latin typeface="Ubuntu"/>
                <a:ea typeface="Ubuntu"/>
                <a:cs typeface="Ubuntu"/>
                <a:sym typeface="Ubuntu"/>
              </a:defRPr>
            </a:lvl1pPr>
            <a:lvl2pPr marL="914400" marR="0" lvl="1"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2pPr>
            <a:lvl3pPr marL="1371600" marR="0" lvl="2"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3pPr>
            <a:lvl4pPr marL="1828800" marR="0" lvl="3"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4pPr>
            <a:lvl5pPr marL="2286000" marR="0" lvl="4"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5pPr>
            <a:lvl6pPr marL="2743200" marR="0" lvl="5"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6pPr>
            <a:lvl7pPr marL="3200400" marR="0" lvl="6"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7pPr>
            <a:lvl8pPr marL="3657600" marR="0" lvl="7"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8pPr>
            <a:lvl9pPr marL="4114800" marR="0" lvl="8"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9pPr>
          </a:lstStyle>
          <a:p>
            <a:pPr>
              <a:lnSpc>
                <a:spcPct val="125000"/>
              </a:lnSpc>
            </a:pPr>
            <a:r>
              <a:rPr lang="en-US" sz="2000" dirty="0">
                <a:solidFill>
                  <a:schemeClr val="tx1"/>
                </a:solidFill>
                <a:latin typeface="Arial" panose="020B0604020202020204" pitchFamily="34" charset="0"/>
                <a:cs typeface="Arial" panose="020B0604020202020204" pitchFamily="34" charset="0"/>
              </a:rPr>
              <a:t>P</a:t>
            </a:r>
            <a:r>
              <a:rPr lang="en-US" altLang="zh-CN" sz="2000" dirty="0">
                <a:solidFill>
                  <a:schemeClr val="tx1"/>
                </a:solidFill>
                <a:latin typeface="Arial" panose="020B0604020202020204" pitchFamily="34" charset="0"/>
                <a:cs typeface="Arial" panose="020B0604020202020204" pitchFamily="34" charset="0"/>
              </a:rPr>
              <a:t>lease check your assignments and quizzes grades on Blackboard</a:t>
            </a:r>
            <a:r>
              <a:rPr lang="zh-CN" altLang="en-US" sz="2000" dirty="0">
                <a:solidFill>
                  <a:schemeClr val="tx1"/>
                </a:solidFill>
                <a:latin typeface="Arial" panose="020B0604020202020204" pitchFamily="34" charset="0"/>
                <a:cs typeface="Arial" panose="020B0604020202020204" pitchFamily="34" charset="0"/>
              </a:rPr>
              <a:t>（</a:t>
            </a:r>
            <a:r>
              <a:rPr lang="en-US" altLang="zh-CN" sz="2000" dirty="0">
                <a:solidFill>
                  <a:schemeClr val="tx1"/>
                </a:solidFill>
                <a:latin typeface="Arial" panose="020B0604020202020204" pitchFamily="34" charset="0"/>
                <a:cs typeface="Arial" panose="020B0604020202020204" pitchFamily="34" charset="0"/>
              </a:rPr>
              <a:t>except asg3</a:t>
            </a:r>
            <a:r>
              <a:rPr lang="zh-CN" altLang="en-US" sz="2000" dirty="0">
                <a:solidFill>
                  <a:schemeClr val="tx1"/>
                </a:solidFill>
                <a:latin typeface="Arial" panose="020B0604020202020204" pitchFamily="34" charset="0"/>
                <a:cs typeface="Arial" panose="020B0604020202020204" pitchFamily="34" charset="0"/>
              </a:rPr>
              <a:t>）</a:t>
            </a:r>
            <a:endParaRPr lang="en-HK" altLang="zh-CN" sz="2000" dirty="0">
              <a:solidFill>
                <a:schemeClr val="tx1"/>
              </a:solidFill>
              <a:latin typeface="Arial" panose="020B0604020202020204" pitchFamily="34" charset="0"/>
              <a:cs typeface="Arial" panose="020B0604020202020204" pitchFamily="34" charset="0"/>
            </a:endParaRPr>
          </a:p>
          <a:p>
            <a:pPr>
              <a:lnSpc>
                <a:spcPct val="125000"/>
              </a:lnSpc>
            </a:pPr>
            <a:r>
              <a:rPr lang="en-HK" sz="2000" dirty="0">
                <a:solidFill>
                  <a:schemeClr val="tx1"/>
                </a:solidFill>
                <a:latin typeface="Arial" panose="020B0604020202020204" pitchFamily="34" charset="0"/>
                <a:cs typeface="Arial" panose="020B0604020202020204" pitchFamily="34" charset="0"/>
              </a:rPr>
              <a:t>Any problem like missing grades, please leave your message on</a:t>
            </a:r>
            <a:r>
              <a:rPr lang="en-US" sz="2000" dirty="0">
                <a:solidFill>
                  <a:schemeClr val="tx1"/>
                </a:solidFill>
                <a:latin typeface="Arial" panose="020B0604020202020204" pitchFamily="34" charset="0"/>
                <a:cs typeface="Arial" panose="020B0604020202020204" pitchFamily="34" charset="0"/>
              </a:rPr>
              <a:t> Piazza.</a:t>
            </a:r>
            <a:endParaRPr lang="en-HK"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0189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500" dirty="0">
                <a:latin typeface="Arial" panose="020B0604020202020204" pitchFamily="34" charset="0"/>
                <a:cs typeface="Arial" panose="020B0604020202020204" pitchFamily="34" charset="0"/>
              </a:rPr>
              <a:t>Data Link Layer</a:t>
            </a:r>
            <a:endParaRPr sz="2500" dirty="0">
              <a:latin typeface="Arial" panose="020B0604020202020204" pitchFamily="34" charset="0"/>
              <a:cs typeface="Arial" panose="020B0604020202020204" pitchFamily="34" charset="0"/>
            </a:endParaRPr>
          </a:p>
        </p:txBody>
      </p:sp>
      <p:sp>
        <p:nvSpPr>
          <p:cNvPr id="61" name="Google Shape;61;p14"/>
          <p:cNvSpPr txBox="1">
            <a:spLocks noGrp="1"/>
          </p:cNvSpPr>
          <p:nvPr>
            <p:ph type="body" idx="1"/>
          </p:nvPr>
        </p:nvSpPr>
        <p:spPr>
          <a:xfrm>
            <a:off x="311700" y="904970"/>
            <a:ext cx="8520600" cy="3144372"/>
          </a:xfrm>
          <a:prstGeom prst="rect">
            <a:avLst/>
          </a:prstGeom>
        </p:spPr>
        <p:txBody>
          <a:bodyPr spcFirstLastPara="1" wrap="square" lIns="91425" tIns="91425" rIns="91425" bIns="91425" anchor="t" anchorCtr="0">
            <a:noAutofit/>
          </a:bodyPr>
          <a:lstStyle/>
          <a:p>
            <a:pPr marL="457200" lvl="0" indent="-342900" algn="l" rtl="0">
              <a:lnSpc>
                <a:spcPct val="150000"/>
              </a:lnSpc>
              <a:spcAft>
                <a:spcPts val="0"/>
              </a:spcAft>
              <a:buSzPts val="1800"/>
              <a:buChar char="●"/>
            </a:pPr>
            <a:r>
              <a:rPr lang="en-US" sz="2000" dirty="0">
                <a:solidFill>
                  <a:schemeClr val="tx1"/>
                </a:solidFill>
                <a:latin typeface="Arial" panose="020B0604020202020204" pitchFamily="34" charset="0"/>
                <a:cs typeface="Arial" panose="020B0604020202020204" pitchFamily="34" charset="0"/>
              </a:rPr>
              <a:t>Protocols</a:t>
            </a:r>
          </a:p>
          <a:p>
            <a:pPr marL="914400" lvl="1" indent="-317500" algn="l" rtl="0">
              <a:lnSpc>
                <a:spcPct val="150000"/>
              </a:lnSpc>
              <a:spcAft>
                <a:spcPts val="0"/>
              </a:spcAft>
              <a:buSzPts val="1400"/>
              <a:buChar char="○"/>
            </a:pPr>
            <a:r>
              <a:rPr lang="en-US" altLang="zh-CN" sz="1600" dirty="0">
                <a:solidFill>
                  <a:schemeClr val="tx1"/>
                </a:solidFill>
                <a:latin typeface="Arial" panose="020B0604020202020204" pitchFamily="34" charset="0"/>
                <a:cs typeface="Arial" panose="020B0604020202020204" pitchFamily="34" charset="0"/>
              </a:rPr>
              <a:t>Ethernet (IEEE 802.3)</a:t>
            </a:r>
          </a:p>
          <a:p>
            <a:pPr lvl="2">
              <a:lnSpc>
                <a:spcPct val="150000"/>
              </a:lnSpc>
              <a:buClr>
                <a:schemeClr val="tx1">
                  <a:lumMod val="50000"/>
                  <a:lumOff val="50000"/>
                </a:schemeClr>
              </a:buClr>
              <a:buSzPct val="45000"/>
              <a:buFont typeface="Wingdings" pitchFamily="2" charset="2"/>
              <a:buChar char="n"/>
            </a:pPr>
            <a:r>
              <a:rPr lang="en-US" altLang="zh-CN" sz="1600" dirty="0">
                <a:solidFill>
                  <a:schemeClr val="tx1"/>
                </a:solidFill>
                <a:latin typeface="Arial" panose="020B0604020202020204" pitchFamily="34" charset="0"/>
                <a:cs typeface="Arial" panose="020B0604020202020204" pitchFamily="34" charset="0"/>
              </a:rPr>
              <a:t>CSMA (Carrier-sense multiple access)/CD</a:t>
            </a:r>
            <a:r>
              <a:rPr lang="zh-CN" altLang="en-US" sz="1600" dirty="0">
                <a:solidFill>
                  <a:schemeClr val="tx1"/>
                </a:solidFill>
                <a:latin typeface="Arial" panose="020B0604020202020204" pitchFamily="34" charset="0"/>
                <a:cs typeface="Arial" panose="020B0604020202020204" pitchFamily="34" charset="0"/>
              </a:rPr>
              <a:t> </a:t>
            </a:r>
            <a:r>
              <a:rPr lang="en-US" altLang="zh-CN" sz="1600" dirty="0">
                <a:solidFill>
                  <a:schemeClr val="tx1"/>
                </a:solidFill>
                <a:latin typeface="Arial" panose="020B0604020202020204" pitchFamily="34" charset="0"/>
                <a:cs typeface="Arial" panose="020B0604020202020204" pitchFamily="34" charset="0"/>
              </a:rPr>
              <a:t>(Collision detection)</a:t>
            </a:r>
          </a:p>
          <a:p>
            <a:pPr lvl="3">
              <a:lnSpc>
                <a:spcPct val="150000"/>
              </a:lnSpc>
              <a:buClr>
                <a:schemeClr val="tx1">
                  <a:lumMod val="50000"/>
                  <a:lumOff val="50000"/>
                </a:schemeClr>
              </a:buClr>
              <a:buSzPct val="45000"/>
              <a:buFont typeface="Wingdings" pitchFamily="2" charset="2"/>
              <a:buChar char="l"/>
            </a:pPr>
            <a:r>
              <a:rPr lang="en-US" altLang="zh-CN" sz="1600" dirty="0">
                <a:solidFill>
                  <a:schemeClr val="tx1"/>
                </a:solidFill>
                <a:latin typeface="Arial" panose="020B0604020202020204" pitchFamily="34" charset="0"/>
                <a:cs typeface="Arial" panose="020B0604020202020204" pitchFamily="34" charset="0"/>
              </a:rPr>
              <a:t>Recover</a:t>
            </a:r>
            <a:r>
              <a:rPr lang="zh-CN" altLang="en-US" sz="1600" dirty="0">
                <a:solidFill>
                  <a:schemeClr val="tx1"/>
                </a:solidFill>
                <a:latin typeface="Arial" panose="020B0604020202020204" pitchFamily="34" charset="0"/>
                <a:cs typeface="Arial" panose="020B0604020202020204" pitchFamily="34" charset="0"/>
              </a:rPr>
              <a:t> </a:t>
            </a:r>
            <a:r>
              <a:rPr lang="en-US" altLang="zh-CN" sz="1600" dirty="0">
                <a:solidFill>
                  <a:schemeClr val="tx1"/>
                </a:solidFill>
                <a:latin typeface="Arial" panose="020B0604020202020204" pitchFamily="34" charset="0"/>
                <a:cs typeface="Arial" panose="020B0604020202020204" pitchFamily="34" charset="0"/>
              </a:rPr>
              <a:t>after collision is detected </a:t>
            </a:r>
          </a:p>
          <a:p>
            <a:pPr marL="914400" lvl="1" indent="-317500" algn="l" rtl="0">
              <a:lnSpc>
                <a:spcPct val="150000"/>
              </a:lnSpc>
              <a:spcAft>
                <a:spcPts val="0"/>
              </a:spcAft>
              <a:buSzPts val="1400"/>
              <a:buChar char="○"/>
            </a:pPr>
            <a:r>
              <a:rPr lang="en-US" sz="1600" dirty="0">
                <a:solidFill>
                  <a:schemeClr val="tx1"/>
                </a:solidFill>
                <a:latin typeface="Arial" panose="020B0604020202020204" pitchFamily="34" charset="0"/>
                <a:cs typeface="Arial" panose="020B0604020202020204" pitchFamily="34" charset="0"/>
              </a:rPr>
              <a:t>Wi-Fi (IEEE 802.11)</a:t>
            </a:r>
          </a:p>
          <a:p>
            <a:pPr lvl="2">
              <a:lnSpc>
                <a:spcPct val="150000"/>
              </a:lnSpc>
              <a:buClr>
                <a:schemeClr val="tx1">
                  <a:lumMod val="50000"/>
                  <a:lumOff val="50000"/>
                </a:schemeClr>
              </a:buClr>
              <a:buSzPct val="45000"/>
              <a:buFont typeface="Wingdings" pitchFamily="2" charset="2"/>
              <a:buChar char="n"/>
            </a:pPr>
            <a:r>
              <a:rPr lang="en-US" altLang="zh-CN" sz="1600" dirty="0">
                <a:solidFill>
                  <a:schemeClr val="tx1"/>
                </a:solidFill>
                <a:latin typeface="Arial" panose="020B0604020202020204" pitchFamily="34" charset="0"/>
                <a:cs typeface="Arial" panose="020B0604020202020204" pitchFamily="34" charset="0"/>
              </a:rPr>
              <a:t>CSMA/CA (collision avoidance)</a:t>
            </a:r>
          </a:p>
          <a:p>
            <a:pPr lvl="3">
              <a:lnSpc>
                <a:spcPct val="150000"/>
              </a:lnSpc>
              <a:buClr>
                <a:schemeClr val="tx1">
                  <a:lumMod val="50000"/>
                  <a:lumOff val="50000"/>
                </a:schemeClr>
              </a:buClr>
              <a:buSzPct val="45000"/>
              <a:buFont typeface="Wingdings" pitchFamily="2" charset="2"/>
              <a:buChar char="l"/>
            </a:pPr>
            <a:r>
              <a:rPr lang="en-US" altLang="zh-CN" sz="1600" dirty="0">
                <a:solidFill>
                  <a:schemeClr val="tx1"/>
                </a:solidFill>
                <a:latin typeface="Arial" panose="020B0604020202020204" pitchFamily="34" charset="0"/>
                <a:cs typeface="Arial" panose="020B0604020202020204" pitchFamily="34" charset="0"/>
              </a:rPr>
              <a:t>Designed</a:t>
            </a:r>
            <a:r>
              <a:rPr lang="zh-CN" altLang="en-US" sz="1600" dirty="0">
                <a:solidFill>
                  <a:schemeClr val="tx1"/>
                </a:solidFill>
                <a:latin typeface="Arial" panose="020B0604020202020204" pitchFamily="34" charset="0"/>
                <a:cs typeface="Arial" panose="020B0604020202020204" pitchFamily="34" charset="0"/>
              </a:rPr>
              <a:t> </a:t>
            </a:r>
            <a:r>
              <a:rPr lang="en-US" altLang="zh-CN" sz="1600" dirty="0">
                <a:solidFill>
                  <a:schemeClr val="tx1"/>
                </a:solidFill>
                <a:latin typeface="Arial" panose="020B0604020202020204" pitchFamily="34" charset="0"/>
                <a:cs typeface="Arial" panose="020B0604020202020204" pitchFamily="34" charset="0"/>
              </a:rPr>
              <a:t>to</a:t>
            </a:r>
            <a:r>
              <a:rPr lang="zh-CN" altLang="en-US" sz="1600" dirty="0">
                <a:solidFill>
                  <a:schemeClr val="tx1"/>
                </a:solidFill>
                <a:latin typeface="Arial" panose="020B0604020202020204" pitchFamily="34" charset="0"/>
                <a:cs typeface="Arial" panose="020B0604020202020204" pitchFamily="34" charset="0"/>
              </a:rPr>
              <a:t> </a:t>
            </a:r>
            <a:r>
              <a:rPr lang="en-US" altLang="zh-CN" sz="1600" dirty="0">
                <a:solidFill>
                  <a:schemeClr val="tx1"/>
                </a:solidFill>
                <a:latin typeface="Arial" panose="020B0604020202020204" pitchFamily="34" charset="0"/>
                <a:cs typeface="Arial" panose="020B0604020202020204" pitchFamily="34" charset="0"/>
              </a:rPr>
              <a:t>avoid collision</a:t>
            </a:r>
          </a:p>
          <a:p>
            <a:pPr marL="914400" lvl="1" indent="-317500" algn="l" rtl="0">
              <a:lnSpc>
                <a:spcPct val="150000"/>
              </a:lnSpc>
              <a:spcAft>
                <a:spcPts val="0"/>
              </a:spcAft>
              <a:buSzPts val="1400"/>
              <a:buChar char="○"/>
            </a:pPr>
            <a:r>
              <a:rPr lang="en-US" altLang="zh-CN" sz="1600" dirty="0">
                <a:solidFill>
                  <a:schemeClr val="tx1"/>
                </a:solidFill>
                <a:latin typeface="Arial" panose="020B0604020202020204" pitchFamily="34" charset="0"/>
                <a:cs typeface="Arial" panose="020B0604020202020204" pitchFamily="34" charset="0"/>
              </a:rPr>
              <a:t>etc.</a:t>
            </a:r>
          </a:p>
        </p:txBody>
      </p:sp>
      <p:sp>
        <p:nvSpPr>
          <p:cNvPr id="7" name="Google Shape;61;p14">
            <a:extLst>
              <a:ext uri="{FF2B5EF4-FFF2-40B4-BE49-F238E27FC236}">
                <a16:creationId xmlns:a16="http://schemas.microsoft.com/office/drawing/2014/main" id="{F8860281-C070-187F-D59C-E4D76CDF6146}"/>
              </a:ext>
            </a:extLst>
          </p:cNvPr>
          <p:cNvSpPr txBox="1">
            <a:spLocks/>
          </p:cNvSpPr>
          <p:nvPr/>
        </p:nvSpPr>
        <p:spPr>
          <a:xfrm>
            <a:off x="311700" y="4049342"/>
            <a:ext cx="8520600" cy="5273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Ubuntu"/>
              <a:buChar char="●"/>
              <a:defRPr sz="1800" b="0" i="0" u="none" strike="noStrike" cap="none">
                <a:solidFill>
                  <a:schemeClr val="dk2"/>
                </a:solidFill>
                <a:latin typeface="Ubuntu"/>
                <a:ea typeface="Ubuntu"/>
                <a:cs typeface="Ubuntu"/>
                <a:sym typeface="Ubuntu"/>
              </a:defRPr>
            </a:lvl1pPr>
            <a:lvl2pPr marL="914400" marR="0" lvl="1"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2pPr>
            <a:lvl3pPr marL="1371600" marR="0" lvl="2"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3pPr>
            <a:lvl4pPr marL="1828800" marR="0" lvl="3"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4pPr>
            <a:lvl5pPr marL="2286000" marR="0" lvl="4"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5pPr>
            <a:lvl6pPr marL="2743200" marR="0" lvl="5"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6pPr>
            <a:lvl7pPr marL="3200400" marR="0" lvl="6"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7pPr>
            <a:lvl8pPr marL="3657600" marR="0" lvl="7"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8pPr>
            <a:lvl9pPr marL="4114800" marR="0" lvl="8"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9pPr>
          </a:lstStyle>
          <a:p>
            <a:pPr>
              <a:lnSpc>
                <a:spcPct val="125000"/>
              </a:lnSpc>
            </a:pPr>
            <a:r>
              <a:rPr lang="en-US" sz="2000" dirty="0">
                <a:solidFill>
                  <a:schemeClr val="tx1"/>
                </a:solidFill>
                <a:latin typeface="Arial" panose="020B0604020202020204" pitchFamily="34" charset="0"/>
                <a:cs typeface="Arial" panose="020B0604020202020204" pitchFamily="34" charset="0"/>
              </a:rPr>
              <a:t>Device working in this layer use MAC address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Address Resolution Protocol (ARP)</a:t>
            </a:r>
            <a:endParaRPr dirty="0">
              <a:latin typeface="Arial" panose="020B0604020202020204" pitchFamily="34" charset="0"/>
              <a:cs typeface="Arial" panose="020B0604020202020204" pitchFamily="34" charset="0"/>
            </a:endParaRPr>
          </a:p>
        </p:txBody>
      </p:sp>
      <p:sp>
        <p:nvSpPr>
          <p:cNvPr id="2" name="Google Shape;61;p14">
            <a:extLst>
              <a:ext uri="{FF2B5EF4-FFF2-40B4-BE49-F238E27FC236}">
                <a16:creationId xmlns:a16="http://schemas.microsoft.com/office/drawing/2014/main" id="{844B64A7-521F-D840-0895-9559096877C6}"/>
              </a:ext>
            </a:extLst>
          </p:cNvPr>
          <p:cNvSpPr txBox="1">
            <a:spLocks noGrp="1"/>
          </p:cNvSpPr>
          <p:nvPr>
            <p:ph type="body" idx="1"/>
          </p:nvPr>
        </p:nvSpPr>
        <p:spPr>
          <a:xfrm>
            <a:off x="311700" y="904970"/>
            <a:ext cx="8520600" cy="3144372"/>
          </a:xfrm>
          <a:prstGeom prst="rect">
            <a:avLst/>
          </a:prstGeom>
        </p:spPr>
        <p:txBody>
          <a:bodyPr spcFirstLastPara="1" wrap="square" lIns="91425" tIns="91425" rIns="91425" bIns="91425" anchor="t" anchorCtr="0">
            <a:noAutofit/>
          </a:bodyPr>
          <a:lstStyle/>
          <a:p>
            <a:pPr marL="457200" lvl="0" indent="-342900" algn="l" rtl="0">
              <a:lnSpc>
                <a:spcPct val="150000"/>
              </a:lnSpc>
              <a:spcAft>
                <a:spcPts val="0"/>
              </a:spcAft>
              <a:buSzPts val="1800"/>
              <a:buChar char="●"/>
            </a:pPr>
            <a:r>
              <a:rPr lang="en-US" sz="2000" dirty="0">
                <a:solidFill>
                  <a:schemeClr val="tx1"/>
                </a:solidFill>
                <a:latin typeface="Arial" panose="020B0604020202020204" pitchFamily="34" charset="0"/>
                <a:cs typeface="Arial" panose="020B0604020202020204" pitchFamily="34" charset="0"/>
              </a:rPr>
              <a:t>Used to find the MAC address of another device within subnet</a:t>
            </a:r>
          </a:p>
          <a:p>
            <a:pPr marL="914400" lvl="1" indent="-317500" algn="l" rtl="0">
              <a:lnSpc>
                <a:spcPct val="150000"/>
              </a:lnSpc>
              <a:spcAft>
                <a:spcPts val="0"/>
              </a:spcAft>
              <a:buSzPts val="1400"/>
              <a:buChar char="○"/>
            </a:pPr>
            <a:r>
              <a:rPr lang="en-US" altLang="zh-CN" sz="1600" dirty="0">
                <a:solidFill>
                  <a:schemeClr val="tx1"/>
                </a:solidFill>
                <a:latin typeface="Arial" panose="020B0604020202020204" pitchFamily="34" charset="0"/>
                <a:cs typeface="Arial" panose="020B0604020202020204" pitchFamily="34" charset="0"/>
              </a:rPr>
              <a:t>ARP cache: A list from </a:t>
            </a:r>
            <a:r>
              <a:rPr lang="en-US" altLang="zh-CN" sz="1600" i="1" dirty="0">
                <a:solidFill>
                  <a:schemeClr val="tx1"/>
                </a:solidFill>
                <a:latin typeface="Arial" panose="020B0604020202020204" pitchFamily="34" charset="0"/>
                <a:cs typeface="Arial" panose="020B0604020202020204" pitchFamily="34" charset="0"/>
              </a:rPr>
              <a:t>IPv4 address (32 bits) </a:t>
            </a:r>
            <a:r>
              <a:rPr lang="en-US" altLang="zh-CN" sz="1600" dirty="0">
                <a:solidFill>
                  <a:schemeClr val="tx1"/>
                </a:solidFill>
                <a:latin typeface="Arial" panose="020B0604020202020204" pitchFamily="34" charset="0"/>
                <a:cs typeface="Arial" panose="020B0604020202020204" pitchFamily="34" charset="0"/>
              </a:rPr>
              <a:t>to </a:t>
            </a:r>
            <a:r>
              <a:rPr lang="en-US" altLang="zh-CN" sz="1600" i="1" dirty="0">
                <a:solidFill>
                  <a:schemeClr val="tx1"/>
                </a:solidFill>
                <a:latin typeface="Arial" panose="020B0604020202020204" pitchFamily="34" charset="0"/>
                <a:cs typeface="Arial" panose="020B0604020202020204" pitchFamily="34" charset="0"/>
              </a:rPr>
              <a:t>MAC address (48 bits)</a:t>
            </a:r>
          </a:p>
          <a:p>
            <a:pPr marL="914400" lvl="1" indent="-317500" algn="l" rtl="0">
              <a:lnSpc>
                <a:spcPct val="150000"/>
              </a:lnSpc>
              <a:spcAft>
                <a:spcPts val="0"/>
              </a:spcAft>
              <a:buSzPts val="1400"/>
              <a:buChar char="○"/>
            </a:pPr>
            <a:r>
              <a:rPr lang="en-US" altLang="zh-CN" sz="1600" dirty="0">
                <a:solidFill>
                  <a:schemeClr val="tx1"/>
                </a:solidFill>
                <a:latin typeface="Arial" panose="020B0604020202020204" pitchFamily="34" charset="0"/>
                <a:cs typeface="Arial" panose="020B0604020202020204" pitchFamily="34" charset="0"/>
              </a:rPr>
              <a:t>ARP broadcast address (when sending an ARP finding request): </a:t>
            </a:r>
            <a:r>
              <a:rPr lang="en-US" altLang="zh-CN" sz="1600" dirty="0" err="1">
                <a:solidFill>
                  <a:schemeClr val="tx1"/>
                </a:solidFill>
                <a:latin typeface="Arial" panose="020B0604020202020204" pitchFamily="34" charset="0"/>
                <a:cs typeface="Arial" panose="020B0604020202020204" pitchFamily="34" charset="0"/>
              </a:rPr>
              <a:t>ff:ff:ff:ff:ff:ff</a:t>
            </a:r>
            <a:endParaRPr lang="en-US" altLang="zh-CN" sz="1600" dirty="0">
              <a:solidFill>
                <a:schemeClr val="tx1"/>
              </a:solidFill>
              <a:latin typeface="Arial" panose="020B0604020202020204" pitchFamily="34" charset="0"/>
              <a:cs typeface="Arial" panose="020B0604020202020204" pitchFamily="34" charset="0"/>
            </a:endParaRPr>
          </a:p>
        </p:txBody>
      </p:sp>
      <p:pic>
        <p:nvPicPr>
          <p:cNvPr id="5" name="图片 4">
            <a:extLst>
              <a:ext uri="{FF2B5EF4-FFF2-40B4-BE49-F238E27FC236}">
                <a16:creationId xmlns:a16="http://schemas.microsoft.com/office/drawing/2014/main" id="{9AB02A15-4FD1-5F23-7703-F64D083F7D58}"/>
              </a:ext>
            </a:extLst>
          </p:cNvPr>
          <p:cNvPicPr>
            <a:picLocks noChangeAspect="1"/>
          </p:cNvPicPr>
          <p:nvPr/>
        </p:nvPicPr>
        <p:blipFill>
          <a:blip r:embed="rId3"/>
          <a:stretch>
            <a:fillRect/>
          </a:stretch>
        </p:blipFill>
        <p:spPr>
          <a:xfrm>
            <a:off x="917575" y="2365247"/>
            <a:ext cx="7308850" cy="26424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Address Resolution Protocol (ARP)</a:t>
            </a:r>
            <a:endParaRPr dirty="0">
              <a:latin typeface="Arial" panose="020B0604020202020204" pitchFamily="34" charset="0"/>
              <a:cs typeface="Arial" panose="020B0604020202020204" pitchFamily="34" charset="0"/>
            </a:endParaRPr>
          </a:p>
        </p:txBody>
      </p:sp>
      <p:pic>
        <p:nvPicPr>
          <p:cNvPr id="6" name="图片 5">
            <a:extLst>
              <a:ext uri="{FF2B5EF4-FFF2-40B4-BE49-F238E27FC236}">
                <a16:creationId xmlns:a16="http://schemas.microsoft.com/office/drawing/2014/main" id="{7145FA77-8881-B310-A7DE-BF9F87149FC7}"/>
              </a:ext>
            </a:extLst>
          </p:cNvPr>
          <p:cNvPicPr>
            <a:picLocks noChangeAspect="1"/>
          </p:cNvPicPr>
          <p:nvPr/>
        </p:nvPicPr>
        <p:blipFill>
          <a:blip r:embed="rId3"/>
          <a:stretch>
            <a:fillRect/>
          </a:stretch>
        </p:blipFill>
        <p:spPr>
          <a:xfrm>
            <a:off x="2229400" y="1017725"/>
            <a:ext cx="4685200" cy="3980585"/>
          </a:xfrm>
          <a:prstGeom prst="rect">
            <a:avLst/>
          </a:prstGeom>
        </p:spPr>
      </p:pic>
    </p:spTree>
    <p:extLst>
      <p:ext uri="{BB962C8B-B14F-4D97-AF65-F5344CB8AC3E}">
        <p14:creationId xmlns:p14="http://schemas.microsoft.com/office/powerpoint/2010/main" val="3660762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Address Resolution Protocol (ARP)</a:t>
            </a:r>
            <a:endParaRPr dirty="0">
              <a:latin typeface="Arial" panose="020B0604020202020204" pitchFamily="34" charset="0"/>
              <a:cs typeface="Arial" panose="020B0604020202020204" pitchFamily="34" charset="0"/>
            </a:endParaRPr>
          </a:p>
        </p:txBody>
      </p:sp>
      <p:pic>
        <p:nvPicPr>
          <p:cNvPr id="3" name="图片 2">
            <a:extLst>
              <a:ext uri="{FF2B5EF4-FFF2-40B4-BE49-F238E27FC236}">
                <a16:creationId xmlns:a16="http://schemas.microsoft.com/office/drawing/2014/main" id="{EC534094-5B51-F2DE-F699-8629AF205EF0}"/>
              </a:ext>
            </a:extLst>
          </p:cNvPr>
          <p:cNvPicPr>
            <a:picLocks noChangeAspect="1"/>
          </p:cNvPicPr>
          <p:nvPr/>
        </p:nvPicPr>
        <p:blipFill>
          <a:blip r:embed="rId3"/>
          <a:stretch>
            <a:fillRect/>
          </a:stretch>
        </p:blipFill>
        <p:spPr>
          <a:xfrm>
            <a:off x="2234602" y="1017725"/>
            <a:ext cx="4674795" cy="3967601"/>
          </a:xfrm>
          <a:prstGeom prst="rect">
            <a:avLst/>
          </a:prstGeom>
        </p:spPr>
      </p:pic>
    </p:spTree>
    <p:extLst>
      <p:ext uri="{BB962C8B-B14F-4D97-AF65-F5344CB8AC3E}">
        <p14:creationId xmlns:p14="http://schemas.microsoft.com/office/powerpoint/2010/main" val="4019796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Address Resolution Protocol (ARP)</a:t>
            </a:r>
            <a:endParaRPr dirty="0">
              <a:latin typeface="Arial" panose="020B0604020202020204" pitchFamily="34" charset="0"/>
              <a:cs typeface="Arial" panose="020B0604020202020204" pitchFamily="34" charset="0"/>
            </a:endParaRPr>
          </a:p>
        </p:txBody>
      </p:sp>
      <p:pic>
        <p:nvPicPr>
          <p:cNvPr id="4" name="图片 3">
            <a:extLst>
              <a:ext uri="{FF2B5EF4-FFF2-40B4-BE49-F238E27FC236}">
                <a16:creationId xmlns:a16="http://schemas.microsoft.com/office/drawing/2014/main" id="{F58D1135-D967-80B4-25E3-37A03262D8F5}"/>
              </a:ext>
            </a:extLst>
          </p:cNvPr>
          <p:cNvPicPr>
            <a:picLocks noChangeAspect="1"/>
          </p:cNvPicPr>
          <p:nvPr/>
        </p:nvPicPr>
        <p:blipFill>
          <a:blip r:embed="rId3"/>
          <a:stretch>
            <a:fillRect/>
          </a:stretch>
        </p:blipFill>
        <p:spPr>
          <a:xfrm>
            <a:off x="1689075" y="1017725"/>
            <a:ext cx="5765849" cy="3873500"/>
          </a:xfrm>
          <a:prstGeom prst="rect">
            <a:avLst/>
          </a:prstGeom>
        </p:spPr>
      </p:pic>
    </p:spTree>
    <p:extLst>
      <p:ext uri="{BB962C8B-B14F-4D97-AF65-F5344CB8AC3E}">
        <p14:creationId xmlns:p14="http://schemas.microsoft.com/office/powerpoint/2010/main" val="540976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Spanning Tree Algorithm</a:t>
            </a:r>
            <a:endParaRPr dirty="0">
              <a:latin typeface="Arial" panose="020B0604020202020204" pitchFamily="34" charset="0"/>
              <a:cs typeface="Arial" panose="020B0604020202020204" pitchFamily="34" charset="0"/>
            </a:endParaRPr>
          </a:p>
        </p:txBody>
      </p:sp>
      <p:sp>
        <p:nvSpPr>
          <p:cNvPr id="7" name="Google Shape;61;p14">
            <a:extLst>
              <a:ext uri="{FF2B5EF4-FFF2-40B4-BE49-F238E27FC236}">
                <a16:creationId xmlns:a16="http://schemas.microsoft.com/office/drawing/2014/main" id="{F27E9944-75B6-657D-AFD2-44C25E02F1B8}"/>
              </a:ext>
            </a:extLst>
          </p:cNvPr>
          <p:cNvSpPr txBox="1">
            <a:spLocks noGrp="1"/>
          </p:cNvSpPr>
          <p:nvPr>
            <p:ph type="body" idx="1"/>
          </p:nvPr>
        </p:nvSpPr>
        <p:spPr>
          <a:xfrm>
            <a:off x="311700" y="1132389"/>
            <a:ext cx="8520600" cy="3566086"/>
          </a:xfrm>
          <a:prstGeom prst="rect">
            <a:avLst/>
          </a:prstGeom>
        </p:spPr>
        <p:txBody>
          <a:bodyPr spcFirstLastPara="1" wrap="square" lIns="91425" tIns="91425" rIns="91425" bIns="91425" anchor="t" anchorCtr="0">
            <a:noAutofit/>
          </a:bodyPr>
          <a:lstStyle/>
          <a:p>
            <a:pPr>
              <a:lnSpc>
                <a:spcPct val="130000"/>
              </a:lnSpc>
            </a:pPr>
            <a:r>
              <a:rPr lang="zh-CN" altLang="en-US" sz="1600" dirty="0">
                <a:solidFill>
                  <a:schemeClr val="tx1"/>
                </a:solidFill>
                <a:latin typeface="+mn-lt"/>
              </a:rPr>
              <a:t>Used to broadcast </a:t>
            </a:r>
            <a:r>
              <a:rPr lang="en-US" altLang="zh-CN" sz="1600" dirty="0">
                <a:solidFill>
                  <a:schemeClr val="tx1"/>
                </a:solidFill>
                <a:latin typeface="+mn-lt"/>
              </a:rPr>
              <a:t>messages of switches in subnets and avoid loops</a:t>
            </a:r>
            <a:endParaRPr lang="en-US" altLang="zh-CN" sz="1600" dirty="0">
              <a:solidFill>
                <a:schemeClr val="tx1"/>
              </a:solidFill>
              <a:latin typeface="+mn-lt"/>
              <a:cs typeface="Arial" panose="020B0604020202020204" pitchFamily="34" charset="0"/>
            </a:endParaRPr>
          </a:p>
          <a:p>
            <a:pPr>
              <a:lnSpc>
                <a:spcPct val="130000"/>
              </a:lnSpc>
            </a:pPr>
            <a:r>
              <a:rPr lang="en-US" altLang="zh-CN" sz="1600" dirty="0">
                <a:solidFill>
                  <a:schemeClr val="tx1"/>
                </a:solidFill>
                <a:latin typeface="+mn-lt"/>
              </a:rPr>
              <a:t>Aimed to construct a spanning tree of the topology</a:t>
            </a:r>
          </a:p>
          <a:p>
            <a:pPr lvl="1">
              <a:lnSpc>
                <a:spcPct val="130000"/>
              </a:lnSpc>
            </a:pPr>
            <a:r>
              <a:rPr lang="en-US" altLang="zh-CN" sz="1600" dirty="0">
                <a:solidFill>
                  <a:srgbClr val="0000FF"/>
                </a:solidFill>
                <a:latin typeface="+mn-lt"/>
              </a:rPr>
              <a:t>Messages (</a:t>
            </a:r>
            <a:r>
              <a:rPr lang="en-US" altLang="zh-CN" sz="1600" i="1" dirty="0">
                <a:solidFill>
                  <a:srgbClr val="0000FF"/>
                </a:solidFill>
                <a:latin typeface="+mn-lt"/>
              </a:rPr>
              <a:t>Y</a:t>
            </a:r>
            <a:r>
              <a:rPr lang="en-US" altLang="zh-CN" sz="1600" dirty="0">
                <a:solidFill>
                  <a:srgbClr val="0000FF"/>
                </a:solidFill>
                <a:latin typeface="+mn-lt"/>
              </a:rPr>
              <a:t>, </a:t>
            </a:r>
            <a:r>
              <a:rPr lang="en-US" altLang="zh-CN" sz="1600" i="1" dirty="0">
                <a:solidFill>
                  <a:srgbClr val="0000FF"/>
                </a:solidFill>
                <a:latin typeface="+mn-lt"/>
              </a:rPr>
              <a:t>d</a:t>
            </a:r>
            <a:r>
              <a:rPr lang="en-US" altLang="zh-CN" sz="1600" dirty="0">
                <a:solidFill>
                  <a:srgbClr val="0000FF"/>
                </a:solidFill>
                <a:latin typeface="+mn-lt"/>
              </a:rPr>
              <a:t>, </a:t>
            </a:r>
            <a:r>
              <a:rPr lang="en-US" altLang="zh-CN" sz="1600" i="1" dirty="0">
                <a:solidFill>
                  <a:srgbClr val="0000FF"/>
                </a:solidFill>
                <a:latin typeface="+mn-lt"/>
              </a:rPr>
              <a:t>X</a:t>
            </a:r>
            <a:r>
              <a:rPr lang="en-US" altLang="zh-CN" sz="1600" dirty="0">
                <a:solidFill>
                  <a:srgbClr val="0000FF"/>
                </a:solidFill>
                <a:latin typeface="+mn-lt"/>
              </a:rPr>
              <a:t>) (Each node)</a:t>
            </a:r>
            <a:endParaRPr lang="en-US" altLang="zh-CN" sz="1600" dirty="0">
              <a:solidFill>
                <a:schemeClr val="tx1"/>
              </a:solidFill>
              <a:latin typeface="+mn-lt"/>
              <a:cs typeface="Arial" panose="020B0604020202020204" pitchFamily="34" charset="0"/>
            </a:endParaRPr>
          </a:p>
          <a:p>
            <a:pPr lvl="2">
              <a:lnSpc>
                <a:spcPct val="130000"/>
              </a:lnSpc>
              <a:buClr>
                <a:schemeClr val="tx1">
                  <a:lumMod val="50000"/>
                  <a:lumOff val="50000"/>
                </a:schemeClr>
              </a:buClr>
              <a:buSzPct val="45000"/>
              <a:buFont typeface="Wingdings" pitchFamily="2" charset="2"/>
              <a:buChar char="n"/>
            </a:pPr>
            <a:r>
              <a:rPr lang="en-US" altLang="zh-CN" sz="1600" dirty="0">
                <a:solidFill>
                  <a:schemeClr val="tx1"/>
                </a:solidFill>
                <a:latin typeface="+mn-lt"/>
              </a:rPr>
              <a:t>From node </a:t>
            </a:r>
            <a:r>
              <a:rPr lang="en-US" altLang="zh-CN" sz="1600" i="1" dirty="0">
                <a:solidFill>
                  <a:schemeClr val="tx1"/>
                </a:solidFill>
                <a:latin typeface="+mn-lt"/>
              </a:rPr>
              <a:t>X</a:t>
            </a:r>
          </a:p>
          <a:p>
            <a:pPr lvl="2">
              <a:lnSpc>
                <a:spcPct val="130000"/>
              </a:lnSpc>
              <a:buClr>
                <a:schemeClr val="tx1">
                  <a:lumMod val="50000"/>
                  <a:lumOff val="50000"/>
                </a:schemeClr>
              </a:buClr>
              <a:buSzPct val="45000"/>
              <a:buFont typeface="Wingdings" pitchFamily="2" charset="2"/>
              <a:buChar char="n"/>
            </a:pPr>
            <a:r>
              <a:rPr lang="en-US" altLang="zh-CN" sz="1600" dirty="0">
                <a:solidFill>
                  <a:schemeClr val="tx1"/>
                </a:solidFill>
                <a:latin typeface="+mn-lt"/>
              </a:rPr>
              <a:t>Proposing </a:t>
            </a:r>
            <a:r>
              <a:rPr lang="en-US" altLang="zh-CN" sz="1600" i="1" dirty="0">
                <a:solidFill>
                  <a:schemeClr val="tx1"/>
                </a:solidFill>
                <a:latin typeface="+mn-lt"/>
              </a:rPr>
              <a:t>Y</a:t>
            </a:r>
            <a:r>
              <a:rPr lang="en-US" altLang="zh-CN" sz="1600" dirty="0">
                <a:solidFill>
                  <a:schemeClr val="tx1"/>
                </a:solidFill>
                <a:latin typeface="+mn-lt"/>
              </a:rPr>
              <a:t> as the root</a:t>
            </a:r>
          </a:p>
          <a:p>
            <a:pPr lvl="2">
              <a:lnSpc>
                <a:spcPct val="130000"/>
              </a:lnSpc>
              <a:buClr>
                <a:schemeClr val="tx1">
                  <a:lumMod val="50000"/>
                  <a:lumOff val="50000"/>
                </a:schemeClr>
              </a:buClr>
              <a:buSzPct val="45000"/>
              <a:buFont typeface="Wingdings" pitchFamily="2" charset="2"/>
              <a:buChar char="n"/>
            </a:pPr>
            <a:r>
              <a:rPr lang="en-US" altLang="zh-CN" sz="1600" dirty="0">
                <a:solidFill>
                  <a:schemeClr val="tx1"/>
                </a:solidFill>
                <a:latin typeface="+mn-lt"/>
              </a:rPr>
              <a:t>Advertising distance </a:t>
            </a:r>
            <a:r>
              <a:rPr lang="en-US" altLang="zh-CN" sz="1600" i="1" dirty="0">
                <a:solidFill>
                  <a:schemeClr val="tx1"/>
                </a:solidFill>
                <a:latin typeface="+mn-lt"/>
              </a:rPr>
              <a:t>d</a:t>
            </a:r>
            <a:r>
              <a:rPr lang="en-US" altLang="zh-CN" sz="1600" dirty="0">
                <a:solidFill>
                  <a:schemeClr val="tx1"/>
                </a:solidFill>
                <a:latin typeface="+mn-lt"/>
              </a:rPr>
              <a:t> to </a:t>
            </a:r>
            <a:r>
              <a:rPr lang="en-US" altLang="zh-CN" sz="1600" i="1" dirty="0">
                <a:solidFill>
                  <a:schemeClr val="tx1"/>
                </a:solidFill>
                <a:latin typeface="+mn-lt"/>
              </a:rPr>
              <a:t>Y</a:t>
            </a:r>
            <a:endParaRPr lang="en-US" altLang="zh-CN" sz="1600" i="1" dirty="0">
              <a:solidFill>
                <a:schemeClr val="tx1"/>
              </a:solidFill>
              <a:latin typeface="+mn-lt"/>
              <a:cs typeface="Arial" panose="020B0604020202020204" pitchFamily="34" charset="0"/>
            </a:endParaRPr>
          </a:p>
          <a:p>
            <a:pPr>
              <a:lnSpc>
                <a:spcPct val="130000"/>
              </a:lnSpc>
            </a:pPr>
            <a:r>
              <a:rPr lang="en-US" sz="1600" dirty="0">
                <a:solidFill>
                  <a:schemeClr val="tx1"/>
                </a:solidFill>
                <a:latin typeface="+mn-lt"/>
                <a:cs typeface="Arial" panose="020B0604020202020204" pitchFamily="34" charset="0"/>
              </a:rPr>
              <a:t>(Each node) Advertising</a:t>
            </a:r>
            <a:r>
              <a:rPr lang="zh-CN" altLang="en-US" sz="1600" dirty="0">
                <a:solidFill>
                  <a:schemeClr val="tx1"/>
                </a:solidFill>
                <a:latin typeface="+mn-lt"/>
                <a:cs typeface="Arial" panose="020B0604020202020204" pitchFamily="34" charset="0"/>
              </a:rPr>
              <a:t> </a:t>
            </a:r>
            <a:r>
              <a:rPr lang="en-US" altLang="zh-CN" sz="1600" dirty="0">
                <a:solidFill>
                  <a:schemeClr val="tx1"/>
                </a:solidFill>
                <a:latin typeface="+mn-lt"/>
                <a:cs typeface="Arial" panose="020B0604020202020204" pitchFamily="34" charset="0"/>
              </a:rPr>
              <a:t>Messages to its neighbors. </a:t>
            </a:r>
          </a:p>
          <a:p>
            <a:pPr lvl="1">
              <a:lnSpc>
                <a:spcPct val="130000"/>
              </a:lnSpc>
            </a:pPr>
            <a:r>
              <a:rPr lang="en-US" altLang="zh-CN" sz="1600" dirty="0">
                <a:solidFill>
                  <a:schemeClr val="tx1"/>
                </a:solidFill>
                <a:latin typeface="+mn-lt"/>
              </a:rPr>
              <a:t>Switches elect the node with smallest identifier (MAC address) as root.</a:t>
            </a:r>
            <a:endParaRPr lang="en-US" altLang="zh-CN" sz="1600" dirty="0">
              <a:solidFill>
                <a:schemeClr val="tx1"/>
              </a:solidFill>
              <a:latin typeface="+mn-lt"/>
              <a:cs typeface="Arial" panose="020B0604020202020204" pitchFamily="34" charset="0"/>
            </a:endParaRPr>
          </a:p>
          <a:p>
            <a:pPr lvl="1">
              <a:lnSpc>
                <a:spcPct val="130000"/>
              </a:lnSpc>
            </a:pPr>
            <a:r>
              <a:rPr lang="en-US" altLang="zh-CN" sz="1600" dirty="0">
                <a:solidFill>
                  <a:schemeClr val="tx1"/>
                </a:solidFill>
                <a:latin typeface="+mn-lt"/>
              </a:rPr>
              <a:t>Each switch determines if a link is on its shortest path to the root; excludes it from the tree if not.</a:t>
            </a:r>
            <a:endParaRPr lang="en-US" altLang="zh-CN" sz="1600" dirty="0">
              <a:solidFill>
                <a:schemeClr val="tx1"/>
              </a:solidFill>
              <a:latin typeface="+mn-lt"/>
              <a:cs typeface="Arial" panose="020B0604020202020204" pitchFamily="34" charset="0"/>
            </a:endParaRPr>
          </a:p>
          <a:p>
            <a:pPr>
              <a:lnSpc>
                <a:spcPct val="130000"/>
              </a:lnSpc>
            </a:pPr>
            <a:r>
              <a:rPr lang="en-US" sz="1600" dirty="0">
                <a:solidFill>
                  <a:schemeClr val="tx1"/>
                </a:solidFill>
                <a:latin typeface="+mn-lt"/>
                <a:cs typeface="Arial" panose="020B0604020202020204" pitchFamily="34" charset="0"/>
              </a:rPr>
              <a:t>Breaking ties: choose the </a:t>
            </a:r>
            <a:r>
              <a:rPr lang="en-US" sz="1600" dirty="0">
                <a:solidFill>
                  <a:srgbClr val="FF0000"/>
                </a:solidFill>
                <a:latin typeface="+mn-lt"/>
                <a:cs typeface="Arial" panose="020B0604020202020204" pitchFamily="34" charset="0"/>
              </a:rPr>
              <a:t>lowest switch ID</a:t>
            </a:r>
            <a:r>
              <a:rPr lang="en-US" sz="1600" dirty="0">
                <a:solidFill>
                  <a:schemeClr val="tx1"/>
                </a:solidFill>
                <a:latin typeface="+mn-lt"/>
                <a:cs typeface="Arial" panose="020B0604020202020204" pitchFamily="34" charset="0"/>
              </a:rPr>
              <a:t>.</a:t>
            </a:r>
            <a:endParaRPr lang="en-US" sz="2000"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239519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Spanning Tree Algorithm</a:t>
            </a:r>
            <a:endParaRPr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5845A0C0-CB30-F40D-AEB5-1B1FFE6F2D3F}"/>
              </a:ext>
            </a:extLst>
          </p:cNvPr>
          <p:cNvSpPr txBox="1"/>
          <p:nvPr/>
        </p:nvSpPr>
        <p:spPr>
          <a:xfrm>
            <a:off x="514900" y="1017725"/>
            <a:ext cx="7995090" cy="3191708"/>
          </a:xfrm>
          <a:prstGeom prst="rect">
            <a:avLst/>
          </a:prstGeom>
          <a:noFill/>
        </p:spPr>
        <p:txBody>
          <a:bodyPr wrap="square">
            <a:spAutoFit/>
          </a:bodyPr>
          <a:lstStyle/>
          <a:p>
            <a:pPr marL="114300">
              <a:lnSpc>
                <a:spcPct val="200000"/>
              </a:lnSpc>
              <a:buSzPts val="1800"/>
            </a:pPr>
            <a:r>
              <a:rPr lang="en-US" altLang="zh-CN" sz="1800" b="1" i="1" dirty="0">
                <a:latin typeface="+mn-lt"/>
              </a:rPr>
              <a:t>Algorithm Procedure</a:t>
            </a:r>
          </a:p>
          <a:p>
            <a:pPr marL="457200" indent="-342900">
              <a:lnSpc>
                <a:spcPct val="150000"/>
              </a:lnSpc>
              <a:buSzPts val="1800"/>
              <a:buFont typeface="Arial"/>
              <a:buChar char="●"/>
            </a:pPr>
            <a:r>
              <a:rPr lang="en-US" altLang="zh-CN" dirty="0">
                <a:latin typeface="+mn-lt"/>
              </a:rPr>
              <a:t>Initially, each switch proposes itself as the root</a:t>
            </a:r>
            <a:endParaRPr lang="en-US" altLang="zh-CN" dirty="0">
              <a:solidFill>
                <a:schemeClr val="tx1"/>
              </a:solidFill>
              <a:latin typeface="Arial" panose="020B0604020202020204" pitchFamily="34" charset="0"/>
              <a:cs typeface="Arial" panose="020B0604020202020204" pitchFamily="34" charset="0"/>
            </a:endParaRPr>
          </a:p>
          <a:p>
            <a:pPr marL="914400" lvl="1" indent="-317500">
              <a:lnSpc>
                <a:spcPct val="150000"/>
              </a:lnSpc>
              <a:buSzPts val="1400"/>
              <a:buFont typeface="Arial"/>
              <a:buChar char="○"/>
            </a:pPr>
            <a:r>
              <a:rPr lang="en-US" altLang="zh-CN" dirty="0">
                <a:solidFill>
                  <a:srgbClr val="0000FF"/>
                </a:solidFill>
                <a:latin typeface="+mn-lt"/>
              </a:rPr>
              <a:t>Switch X announces (X, 0, X) to its neighbors</a:t>
            </a:r>
          </a:p>
          <a:p>
            <a:pPr marL="457200" indent="-342900">
              <a:lnSpc>
                <a:spcPct val="150000"/>
              </a:lnSpc>
              <a:buSzPts val="1800"/>
              <a:buFont typeface="Arial"/>
              <a:buChar char="●"/>
            </a:pPr>
            <a:r>
              <a:rPr lang="en-US" altLang="zh-CN" dirty="0">
                <a:latin typeface="+mn-lt"/>
              </a:rPr>
              <a:t>Switches update their view of the root</a:t>
            </a:r>
            <a:endParaRPr lang="en-US" altLang="zh-CN" dirty="0">
              <a:solidFill>
                <a:schemeClr val="tx1"/>
              </a:solidFill>
              <a:latin typeface="Arial" panose="020B0604020202020204" pitchFamily="34" charset="0"/>
              <a:cs typeface="Arial" panose="020B0604020202020204" pitchFamily="34" charset="0"/>
            </a:endParaRPr>
          </a:p>
          <a:p>
            <a:pPr marL="914400" lvl="1" indent="-317500">
              <a:lnSpc>
                <a:spcPct val="150000"/>
              </a:lnSpc>
              <a:buSzPts val="1400"/>
              <a:buFont typeface="Arial"/>
              <a:buChar char="○"/>
            </a:pPr>
            <a:r>
              <a:rPr lang="en-US" altLang="zh-CN" dirty="0">
                <a:latin typeface="+mn-lt"/>
              </a:rPr>
              <a:t>Upon receiving (Y, d, Z) from Z, check Y’s id</a:t>
            </a:r>
          </a:p>
          <a:p>
            <a:pPr marL="914400" lvl="1" indent="-317500">
              <a:lnSpc>
                <a:spcPct val="150000"/>
              </a:lnSpc>
              <a:buSzPts val="1400"/>
              <a:buFont typeface="Arial"/>
              <a:buChar char="○"/>
            </a:pPr>
            <a:r>
              <a:rPr lang="en-US" altLang="zh-CN" dirty="0">
                <a:solidFill>
                  <a:srgbClr val="0000FF"/>
                </a:solidFill>
                <a:latin typeface="+mn-lt"/>
              </a:rPr>
              <a:t>If Y’s id  &lt; current root:</a:t>
            </a:r>
            <a:r>
              <a:rPr lang="en-US" altLang="zh-CN" dirty="0">
                <a:solidFill>
                  <a:srgbClr val="0000FF"/>
                </a:solidFill>
                <a:latin typeface="+mn-lt"/>
                <a:sym typeface="Wingdings"/>
              </a:rPr>
              <a:t> </a:t>
            </a:r>
            <a:r>
              <a:rPr lang="en-US" altLang="zh-CN" dirty="0">
                <a:solidFill>
                  <a:srgbClr val="0000FF"/>
                </a:solidFill>
                <a:latin typeface="+mn-lt"/>
              </a:rPr>
              <a:t>set root </a:t>
            </a:r>
            <a:r>
              <a:rPr lang="en-US" altLang="zh-CN" dirty="0">
                <a:solidFill>
                  <a:srgbClr val="0000FF"/>
                </a:solidFill>
                <a:latin typeface="+mn-lt"/>
                <a:sym typeface="Wingdings"/>
              </a:rPr>
              <a:t>=</a:t>
            </a:r>
            <a:r>
              <a:rPr lang="en-US" altLang="zh-CN" dirty="0">
                <a:solidFill>
                  <a:srgbClr val="0000FF"/>
                </a:solidFill>
                <a:latin typeface="+mn-lt"/>
              </a:rPr>
              <a:t> Y</a:t>
            </a:r>
          </a:p>
          <a:p>
            <a:pPr marL="457200" indent="-342900">
              <a:lnSpc>
                <a:spcPct val="150000"/>
              </a:lnSpc>
              <a:buSzPts val="1800"/>
              <a:buFont typeface="Arial"/>
              <a:buChar char="●"/>
            </a:pPr>
            <a:r>
              <a:rPr lang="en-US" altLang="zh-CN" dirty="0">
                <a:latin typeface="+mn-lt"/>
              </a:rPr>
              <a:t>Switches compute their distance from the root</a:t>
            </a:r>
          </a:p>
          <a:p>
            <a:pPr marL="914400" lvl="1" indent="-317500">
              <a:lnSpc>
                <a:spcPct val="150000"/>
              </a:lnSpc>
              <a:buSzPts val="1400"/>
              <a:buFont typeface="Arial"/>
              <a:buChar char="○"/>
            </a:pPr>
            <a:r>
              <a:rPr lang="en-US" altLang="zh-CN" dirty="0">
                <a:solidFill>
                  <a:srgbClr val="0000FF"/>
                </a:solidFill>
                <a:latin typeface="+mn-lt"/>
              </a:rPr>
              <a:t>Add 1 to the shortest distance received from a neighbor</a:t>
            </a:r>
          </a:p>
          <a:p>
            <a:pPr marL="457200" indent="-342900">
              <a:lnSpc>
                <a:spcPct val="150000"/>
              </a:lnSpc>
              <a:buSzPts val="1800"/>
              <a:buFont typeface="Arial"/>
              <a:buChar char="●"/>
            </a:pPr>
            <a:r>
              <a:rPr lang="en-US" altLang="zh-CN" dirty="0">
                <a:latin typeface="+mn-lt"/>
              </a:rPr>
              <a:t>If root or shortest distance to it </a:t>
            </a:r>
            <a:r>
              <a:rPr lang="en-US" altLang="zh-CN" dirty="0">
                <a:solidFill>
                  <a:srgbClr val="0000FF"/>
                </a:solidFill>
                <a:latin typeface="+mn-lt"/>
              </a:rPr>
              <a:t>changed</a:t>
            </a:r>
            <a:r>
              <a:rPr lang="en-US" altLang="zh-CN" dirty="0">
                <a:latin typeface="+mn-lt"/>
              </a:rPr>
              <a:t>, send neighbors updated message (Y, d+1, X)</a:t>
            </a:r>
            <a:endParaRPr lang="en-US" altLang="zh-CN"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2053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grpSp>
        <p:nvGrpSpPr>
          <p:cNvPr id="396" name="组合 395">
            <a:extLst>
              <a:ext uri="{FF2B5EF4-FFF2-40B4-BE49-F238E27FC236}">
                <a16:creationId xmlns:a16="http://schemas.microsoft.com/office/drawing/2014/main" id="{6BCAFEDD-8905-7F32-7552-399037E7DDFE}"/>
              </a:ext>
            </a:extLst>
          </p:cNvPr>
          <p:cNvGrpSpPr/>
          <p:nvPr/>
        </p:nvGrpSpPr>
        <p:grpSpPr>
          <a:xfrm>
            <a:off x="694611" y="436579"/>
            <a:ext cx="8754189" cy="4578881"/>
            <a:chOff x="11572" y="1258598"/>
            <a:chExt cx="7994559" cy="3842850"/>
          </a:xfrm>
        </p:grpSpPr>
        <p:pic>
          <p:nvPicPr>
            <p:cNvPr id="256" name="图片 255">
              <a:extLst>
                <a:ext uri="{FF2B5EF4-FFF2-40B4-BE49-F238E27FC236}">
                  <a16:creationId xmlns:a16="http://schemas.microsoft.com/office/drawing/2014/main" id="{AA546E69-FB28-2EAF-2C74-C1D17954DC97}"/>
                </a:ext>
              </a:extLst>
            </p:cNvPr>
            <p:cNvPicPr>
              <a:picLocks noChangeAspect="1"/>
            </p:cNvPicPr>
            <p:nvPr/>
          </p:nvPicPr>
          <p:blipFill>
            <a:blip r:embed="rId3"/>
            <a:stretch>
              <a:fillRect/>
            </a:stretch>
          </p:blipFill>
          <p:spPr>
            <a:xfrm>
              <a:off x="338839" y="1387327"/>
              <a:ext cx="4621471" cy="3566761"/>
            </a:xfrm>
            <a:prstGeom prst="rect">
              <a:avLst/>
            </a:prstGeom>
          </p:spPr>
        </p:pic>
        <p:sp>
          <p:nvSpPr>
            <p:cNvPr id="279" name="文本框 278">
              <a:extLst>
                <a:ext uri="{FF2B5EF4-FFF2-40B4-BE49-F238E27FC236}">
                  <a16:creationId xmlns:a16="http://schemas.microsoft.com/office/drawing/2014/main" id="{5B82D93D-5342-211C-1A68-11F30518F255}"/>
                </a:ext>
              </a:extLst>
            </p:cNvPr>
            <p:cNvSpPr txBox="1"/>
            <p:nvPr/>
          </p:nvSpPr>
          <p:spPr>
            <a:xfrm>
              <a:off x="967839" y="1258598"/>
              <a:ext cx="646331" cy="246221"/>
            </a:xfrm>
            <a:prstGeom prst="rect">
              <a:avLst/>
            </a:prstGeom>
            <a:noFill/>
          </p:spPr>
          <p:txBody>
            <a:bodyPr wrap="square" rtlCol="0">
              <a:spAutoFit/>
            </a:bodyPr>
            <a:lstStyle/>
            <a:p>
              <a:r>
                <a:rPr lang="en-US" altLang="zh-CN" sz="1000" dirty="0">
                  <a:solidFill>
                    <a:srgbClr val="FF0000"/>
                  </a:solidFill>
                  <a:latin typeface="+mn-lt"/>
                </a:rPr>
                <a:t>Initialize</a:t>
              </a:r>
              <a:endParaRPr kumimoji="1" lang="zh-CN" altLang="en-US" sz="1000" dirty="0">
                <a:solidFill>
                  <a:srgbClr val="FF0000"/>
                </a:solidFill>
              </a:endParaRPr>
            </a:p>
          </p:txBody>
        </p:sp>
        <p:sp>
          <p:nvSpPr>
            <p:cNvPr id="280" name="文本框 279">
              <a:extLst>
                <a:ext uri="{FF2B5EF4-FFF2-40B4-BE49-F238E27FC236}">
                  <a16:creationId xmlns:a16="http://schemas.microsoft.com/office/drawing/2014/main" id="{78A3376E-0F40-4EBC-F872-938F8889988C}"/>
                </a:ext>
              </a:extLst>
            </p:cNvPr>
            <p:cNvSpPr txBox="1"/>
            <p:nvPr/>
          </p:nvSpPr>
          <p:spPr>
            <a:xfrm>
              <a:off x="4794837" y="2226718"/>
              <a:ext cx="3005951" cy="430887"/>
            </a:xfrm>
            <a:prstGeom prst="rect">
              <a:avLst/>
            </a:prstGeom>
            <a:noFill/>
          </p:spPr>
          <p:txBody>
            <a:bodyPr wrap="square" rtlCol="0">
              <a:spAutoFit/>
            </a:bodyPr>
            <a:lstStyle/>
            <a:p>
              <a:pPr marL="342900" indent="-342900">
                <a:buClr>
                  <a:srgbClr val="FF0000"/>
                </a:buClr>
                <a:buAutoNum type="arabicPeriod"/>
              </a:pPr>
              <a:r>
                <a:rPr kumimoji="1" lang="en-US" altLang="zh-CN" sz="1100" dirty="0">
                  <a:solidFill>
                    <a:srgbClr val="FF0000"/>
                  </a:solidFill>
                </a:rPr>
                <a:t>Switch</a:t>
              </a:r>
              <a:r>
                <a:rPr kumimoji="1" lang="zh-CN" altLang="en-US" sz="1100" dirty="0">
                  <a:solidFill>
                    <a:srgbClr val="FF0000"/>
                  </a:solidFill>
                </a:rPr>
                <a:t> </a:t>
              </a:r>
              <a:r>
                <a:rPr kumimoji="1" lang="en-US" altLang="zh-CN" sz="1100" dirty="0">
                  <a:solidFill>
                    <a:srgbClr val="FF0000"/>
                  </a:solidFill>
                </a:rPr>
                <a:t>root</a:t>
              </a:r>
              <a:r>
                <a:rPr kumimoji="1" lang="zh-CN" altLang="en-US" sz="1100" dirty="0">
                  <a:solidFill>
                    <a:srgbClr val="FF0000"/>
                  </a:solidFill>
                </a:rPr>
                <a:t> </a:t>
              </a:r>
              <a:r>
                <a:rPr kumimoji="1" lang="en-US" altLang="zh-CN" sz="1100" dirty="0">
                  <a:solidFill>
                    <a:srgbClr val="FF0000"/>
                  </a:solidFill>
                </a:rPr>
                <a:t>(compare id with neighbors)</a:t>
              </a:r>
            </a:p>
            <a:p>
              <a:pPr marL="342900" indent="-342900">
                <a:buClr>
                  <a:srgbClr val="FF0000"/>
                </a:buClr>
                <a:buAutoNum type="arabicPeriod"/>
              </a:pPr>
              <a:r>
                <a:rPr kumimoji="1" lang="en-US" altLang="zh-CN" sz="1100" dirty="0">
                  <a:solidFill>
                    <a:srgbClr val="FF0000"/>
                  </a:solidFill>
                </a:rPr>
                <a:t>distance = neighbor distance + 1</a:t>
              </a:r>
              <a:endParaRPr kumimoji="1" lang="zh-CN" altLang="en-US" sz="1100" dirty="0">
                <a:solidFill>
                  <a:srgbClr val="FF0000"/>
                </a:solidFill>
              </a:endParaRPr>
            </a:p>
          </p:txBody>
        </p:sp>
        <p:sp>
          <p:nvSpPr>
            <p:cNvPr id="281" name="文本框 280">
              <a:extLst>
                <a:ext uri="{FF2B5EF4-FFF2-40B4-BE49-F238E27FC236}">
                  <a16:creationId xmlns:a16="http://schemas.microsoft.com/office/drawing/2014/main" id="{E876E349-8F39-044B-6148-188D6C29DD0B}"/>
                </a:ext>
              </a:extLst>
            </p:cNvPr>
            <p:cNvSpPr txBox="1"/>
            <p:nvPr/>
          </p:nvSpPr>
          <p:spPr>
            <a:xfrm>
              <a:off x="5000180" y="3976459"/>
              <a:ext cx="3005951" cy="592805"/>
            </a:xfrm>
            <a:prstGeom prst="rect">
              <a:avLst/>
            </a:prstGeom>
            <a:noFill/>
          </p:spPr>
          <p:txBody>
            <a:bodyPr wrap="square" rtlCol="0">
              <a:spAutoFit/>
            </a:bodyPr>
            <a:lstStyle/>
            <a:p>
              <a:pPr marL="342900" indent="-342900">
                <a:lnSpc>
                  <a:spcPct val="125000"/>
                </a:lnSpc>
                <a:buClr>
                  <a:srgbClr val="FF0000"/>
                </a:buClr>
                <a:buAutoNum type="arabicPeriod"/>
              </a:pPr>
              <a:r>
                <a:rPr kumimoji="1" lang="en-US" altLang="zh-CN" sz="1100" dirty="0">
                  <a:solidFill>
                    <a:srgbClr val="FF0000"/>
                  </a:solidFill>
                </a:rPr>
                <a:t>Switch</a:t>
              </a:r>
              <a:r>
                <a:rPr kumimoji="1" lang="zh-CN" altLang="en-US" sz="1100" dirty="0">
                  <a:solidFill>
                    <a:srgbClr val="FF0000"/>
                  </a:solidFill>
                </a:rPr>
                <a:t> </a:t>
              </a:r>
              <a:r>
                <a:rPr kumimoji="1" lang="en-US" altLang="zh-CN" sz="1100" dirty="0">
                  <a:solidFill>
                    <a:srgbClr val="FF0000"/>
                  </a:solidFill>
                </a:rPr>
                <a:t>root</a:t>
              </a:r>
              <a:r>
                <a:rPr kumimoji="1" lang="zh-CN" altLang="en-US" sz="1100" dirty="0">
                  <a:solidFill>
                    <a:srgbClr val="FF0000"/>
                  </a:solidFill>
                </a:rPr>
                <a:t> </a:t>
              </a:r>
              <a:r>
                <a:rPr kumimoji="1" lang="en-US" altLang="zh-CN" sz="1100" dirty="0">
                  <a:solidFill>
                    <a:srgbClr val="FF0000"/>
                  </a:solidFill>
                </a:rPr>
                <a:t>(compare id with neighbors)</a:t>
              </a:r>
            </a:p>
            <a:p>
              <a:pPr marL="342900" indent="-342900">
                <a:lnSpc>
                  <a:spcPct val="125000"/>
                </a:lnSpc>
                <a:buClr>
                  <a:srgbClr val="FF0000"/>
                </a:buClr>
                <a:buAutoNum type="arabicPeriod"/>
              </a:pPr>
              <a:r>
                <a:rPr kumimoji="1" lang="en-US" altLang="zh-CN" sz="1100" dirty="0">
                  <a:solidFill>
                    <a:srgbClr val="FF0000"/>
                  </a:solidFill>
                </a:rPr>
                <a:t>distance = neighbor distance + 1</a:t>
              </a:r>
            </a:p>
            <a:p>
              <a:pPr>
                <a:lnSpc>
                  <a:spcPct val="125000"/>
                </a:lnSpc>
                <a:buClr>
                  <a:srgbClr val="FF0000"/>
                </a:buClr>
              </a:pPr>
              <a:r>
                <a:rPr kumimoji="1" lang="en-US" altLang="zh-CN" sz="1100" dirty="0">
                  <a:solidFill>
                    <a:srgbClr val="FF0000"/>
                  </a:solidFill>
                </a:rPr>
                <a:t>Breaking ties</a:t>
              </a:r>
              <a:r>
                <a:rPr kumimoji="1" lang="en-US" altLang="zh-CN" sz="1100">
                  <a:solidFill>
                    <a:srgbClr val="FF0000"/>
                  </a:solidFill>
                </a:rPr>
                <a:t>: lowest </a:t>
              </a:r>
              <a:r>
                <a:rPr kumimoji="1" lang="en-US" altLang="zh-CN" sz="1100" dirty="0">
                  <a:solidFill>
                    <a:srgbClr val="FF0000"/>
                  </a:solidFill>
                </a:rPr>
                <a:t>neighbor ID</a:t>
              </a:r>
              <a:endParaRPr kumimoji="1" lang="zh-CN" altLang="en-US" sz="1100" dirty="0">
                <a:solidFill>
                  <a:srgbClr val="FF0000"/>
                </a:solidFill>
              </a:endParaRPr>
            </a:p>
          </p:txBody>
        </p:sp>
        <p:sp>
          <p:nvSpPr>
            <p:cNvPr id="282" name="文本框 281">
              <a:extLst>
                <a:ext uri="{FF2B5EF4-FFF2-40B4-BE49-F238E27FC236}">
                  <a16:creationId xmlns:a16="http://schemas.microsoft.com/office/drawing/2014/main" id="{F25CECC6-83F5-4C00-0406-3F017A7AC62A}"/>
                </a:ext>
              </a:extLst>
            </p:cNvPr>
            <p:cNvSpPr txBox="1"/>
            <p:nvPr/>
          </p:nvSpPr>
          <p:spPr>
            <a:xfrm>
              <a:off x="11572" y="3092090"/>
              <a:ext cx="3005951" cy="430887"/>
            </a:xfrm>
            <a:prstGeom prst="rect">
              <a:avLst/>
            </a:prstGeom>
            <a:noFill/>
          </p:spPr>
          <p:txBody>
            <a:bodyPr wrap="square" rtlCol="0">
              <a:spAutoFit/>
            </a:bodyPr>
            <a:lstStyle/>
            <a:p>
              <a:pPr marL="342900" indent="-342900">
                <a:buClr>
                  <a:srgbClr val="FF0000"/>
                </a:buClr>
                <a:buAutoNum type="arabicPeriod"/>
              </a:pPr>
              <a:r>
                <a:rPr kumimoji="1" lang="en-US" altLang="zh-CN" sz="1100" dirty="0">
                  <a:solidFill>
                    <a:srgbClr val="FF0000"/>
                  </a:solidFill>
                </a:rPr>
                <a:t>Switch</a:t>
              </a:r>
              <a:r>
                <a:rPr kumimoji="1" lang="zh-CN" altLang="en-US" sz="1100" dirty="0">
                  <a:solidFill>
                    <a:srgbClr val="FF0000"/>
                  </a:solidFill>
                </a:rPr>
                <a:t> </a:t>
              </a:r>
              <a:r>
                <a:rPr kumimoji="1" lang="en-US" altLang="zh-CN" sz="1100" dirty="0">
                  <a:solidFill>
                    <a:srgbClr val="FF0000"/>
                  </a:solidFill>
                </a:rPr>
                <a:t>root</a:t>
              </a:r>
              <a:r>
                <a:rPr kumimoji="1" lang="zh-CN" altLang="en-US" sz="1100" dirty="0">
                  <a:solidFill>
                    <a:srgbClr val="FF0000"/>
                  </a:solidFill>
                </a:rPr>
                <a:t> </a:t>
              </a:r>
              <a:r>
                <a:rPr kumimoji="1" lang="en-US" altLang="zh-CN" sz="1100" dirty="0">
                  <a:solidFill>
                    <a:srgbClr val="FF0000"/>
                  </a:solidFill>
                </a:rPr>
                <a:t>(compare id with neighbors)</a:t>
              </a:r>
            </a:p>
            <a:p>
              <a:pPr marL="342900" indent="-342900">
                <a:buClr>
                  <a:srgbClr val="FF0000"/>
                </a:buClr>
                <a:buAutoNum type="arabicPeriod"/>
              </a:pPr>
              <a:r>
                <a:rPr kumimoji="1" lang="en-US" altLang="zh-CN" sz="1100" dirty="0">
                  <a:solidFill>
                    <a:srgbClr val="FF0000"/>
                  </a:solidFill>
                </a:rPr>
                <a:t>distance = neighbor distance + 1</a:t>
              </a:r>
              <a:endParaRPr kumimoji="1" lang="zh-CN" altLang="en-US" sz="1100" dirty="0">
                <a:solidFill>
                  <a:srgbClr val="FF0000"/>
                </a:solidFill>
              </a:endParaRPr>
            </a:p>
          </p:txBody>
        </p:sp>
        <p:sp>
          <p:nvSpPr>
            <p:cNvPr id="283" name="文本框 282">
              <a:extLst>
                <a:ext uri="{FF2B5EF4-FFF2-40B4-BE49-F238E27FC236}">
                  <a16:creationId xmlns:a16="http://schemas.microsoft.com/office/drawing/2014/main" id="{06933200-98D7-6D36-6831-8483F360A390}"/>
                </a:ext>
              </a:extLst>
            </p:cNvPr>
            <p:cNvSpPr txBox="1"/>
            <p:nvPr/>
          </p:nvSpPr>
          <p:spPr>
            <a:xfrm>
              <a:off x="311700" y="4881890"/>
              <a:ext cx="2146742" cy="219558"/>
            </a:xfrm>
            <a:prstGeom prst="rect">
              <a:avLst/>
            </a:prstGeom>
            <a:noFill/>
          </p:spPr>
          <p:txBody>
            <a:bodyPr wrap="square" rtlCol="0">
              <a:spAutoFit/>
            </a:bodyPr>
            <a:lstStyle/>
            <a:p>
              <a:pPr>
                <a:buClr>
                  <a:srgbClr val="FF0000"/>
                </a:buClr>
              </a:pPr>
              <a:r>
                <a:rPr kumimoji="1" lang="en-US" altLang="zh-CN" sz="1100" dirty="0">
                  <a:solidFill>
                    <a:srgbClr val="FF0000"/>
                  </a:solidFill>
                </a:rPr>
                <a:t>Tree completed (coverage)</a:t>
              </a:r>
            </a:p>
          </p:txBody>
        </p:sp>
        <p:cxnSp>
          <p:nvCxnSpPr>
            <p:cNvPr id="285" name="直线连接符 284">
              <a:extLst>
                <a:ext uri="{FF2B5EF4-FFF2-40B4-BE49-F238E27FC236}">
                  <a16:creationId xmlns:a16="http://schemas.microsoft.com/office/drawing/2014/main" id="{FFF1F84E-4879-AEAE-7D08-DCE5F7AE80E3}"/>
                </a:ext>
              </a:extLst>
            </p:cNvPr>
            <p:cNvCxnSpPr>
              <a:cxnSpLocks/>
            </p:cNvCxnSpPr>
            <p:nvPr/>
          </p:nvCxnSpPr>
          <p:spPr>
            <a:xfrm flipH="1">
              <a:off x="3598223" y="1704109"/>
              <a:ext cx="273133" cy="290946"/>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86" name="直线连接符 285">
              <a:extLst>
                <a:ext uri="{FF2B5EF4-FFF2-40B4-BE49-F238E27FC236}">
                  <a16:creationId xmlns:a16="http://schemas.microsoft.com/office/drawing/2014/main" id="{49A39AE6-7BAF-0960-170E-F5BDA870C41A}"/>
                </a:ext>
              </a:extLst>
            </p:cNvPr>
            <p:cNvCxnSpPr>
              <a:cxnSpLocks/>
            </p:cNvCxnSpPr>
            <p:nvPr/>
          </p:nvCxnSpPr>
          <p:spPr>
            <a:xfrm>
              <a:off x="3978234" y="1770708"/>
              <a:ext cx="463137" cy="946689"/>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92" name="直线连接符 291">
              <a:extLst>
                <a:ext uri="{FF2B5EF4-FFF2-40B4-BE49-F238E27FC236}">
                  <a16:creationId xmlns:a16="http://schemas.microsoft.com/office/drawing/2014/main" id="{42663AB3-D91F-4CAD-A8E4-4F6831B55CB1}"/>
                </a:ext>
              </a:extLst>
            </p:cNvPr>
            <p:cNvCxnSpPr>
              <a:cxnSpLocks/>
            </p:cNvCxnSpPr>
            <p:nvPr/>
          </p:nvCxnSpPr>
          <p:spPr>
            <a:xfrm>
              <a:off x="4152549" y="1704109"/>
              <a:ext cx="288822" cy="368450"/>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98" name="直线连接符 297">
              <a:extLst>
                <a:ext uri="{FF2B5EF4-FFF2-40B4-BE49-F238E27FC236}">
                  <a16:creationId xmlns:a16="http://schemas.microsoft.com/office/drawing/2014/main" id="{63598AD3-6C29-60C4-9575-690A31116155}"/>
                </a:ext>
              </a:extLst>
            </p:cNvPr>
            <p:cNvCxnSpPr>
              <a:cxnSpLocks/>
            </p:cNvCxnSpPr>
            <p:nvPr/>
          </p:nvCxnSpPr>
          <p:spPr>
            <a:xfrm flipV="1">
              <a:off x="3515096" y="2442161"/>
              <a:ext cx="356260" cy="129589"/>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02" name="直线连接符 301">
              <a:extLst>
                <a:ext uri="{FF2B5EF4-FFF2-40B4-BE49-F238E27FC236}">
                  <a16:creationId xmlns:a16="http://schemas.microsoft.com/office/drawing/2014/main" id="{679C7927-404E-8555-D1F5-C7C0360EA44E}"/>
                </a:ext>
              </a:extLst>
            </p:cNvPr>
            <p:cNvCxnSpPr>
              <a:cxnSpLocks/>
            </p:cNvCxnSpPr>
            <p:nvPr/>
          </p:nvCxnSpPr>
          <p:spPr>
            <a:xfrm flipV="1">
              <a:off x="3898495" y="2571751"/>
              <a:ext cx="79739" cy="233662"/>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06" name="直线连接符 305">
              <a:extLst>
                <a:ext uri="{FF2B5EF4-FFF2-40B4-BE49-F238E27FC236}">
                  <a16:creationId xmlns:a16="http://schemas.microsoft.com/office/drawing/2014/main" id="{513A1E90-3EDD-2F88-61D0-AF9C43CB560D}"/>
                </a:ext>
              </a:extLst>
            </p:cNvPr>
            <p:cNvCxnSpPr>
              <a:cxnSpLocks/>
            </p:cNvCxnSpPr>
            <p:nvPr/>
          </p:nvCxnSpPr>
          <p:spPr>
            <a:xfrm flipH="1">
              <a:off x="3693226" y="3625423"/>
              <a:ext cx="285008" cy="275236"/>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线连接符 310">
              <a:extLst>
                <a:ext uri="{FF2B5EF4-FFF2-40B4-BE49-F238E27FC236}">
                  <a16:creationId xmlns:a16="http://schemas.microsoft.com/office/drawing/2014/main" id="{E8F629FD-AEB4-FE3C-8DA2-E65D836CC504}"/>
                </a:ext>
              </a:extLst>
            </p:cNvPr>
            <p:cNvCxnSpPr>
              <a:cxnSpLocks/>
            </p:cNvCxnSpPr>
            <p:nvPr/>
          </p:nvCxnSpPr>
          <p:spPr>
            <a:xfrm>
              <a:off x="4061361" y="3701552"/>
              <a:ext cx="451262" cy="929825"/>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15" name="直线连接符 314">
              <a:extLst>
                <a:ext uri="{FF2B5EF4-FFF2-40B4-BE49-F238E27FC236}">
                  <a16:creationId xmlns:a16="http://schemas.microsoft.com/office/drawing/2014/main" id="{099FCBB2-B562-8B66-B2C4-847549B240C2}"/>
                </a:ext>
              </a:extLst>
            </p:cNvPr>
            <p:cNvCxnSpPr>
              <a:cxnSpLocks/>
            </p:cNvCxnSpPr>
            <p:nvPr/>
          </p:nvCxnSpPr>
          <p:spPr>
            <a:xfrm>
              <a:off x="4209802" y="3625423"/>
              <a:ext cx="299054" cy="334998"/>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18" name="直线连接符 317">
              <a:extLst>
                <a:ext uri="{FF2B5EF4-FFF2-40B4-BE49-F238E27FC236}">
                  <a16:creationId xmlns:a16="http://schemas.microsoft.com/office/drawing/2014/main" id="{7A071C96-0458-6EA7-7492-5764891C0916}"/>
                </a:ext>
              </a:extLst>
            </p:cNvPr>
            <p:cNvCxnSpPr>
              <a:cxnSpLocks/>
            </p:cNvCxnSpPr>
            <p:nvPr/>
          </p:nvCxnSpPr>
          <p:spPr>
            <a:xfrm flipV="1">
              <a:off x="3598223" y="4385623"/>
              <a:ext cx="340141" cy="115125"/>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22" name="直线连接符 321">
              <a:extLst>
                <a:ext uri="{FF2B5EF4-FFF2-40B4-BE49-F238E27FC236}">
                  <a16:creationId xmlns:a16="http://schemas.microsoft.com/office/drawing/2014/main" id="{1D5CF1BD-01EA-6285-E404-FD4D64F4774D}"/>
                </a:ext>
              </a:extLst>
            </p:cNvPr>
            <p:cNvCxnSpPr>
              <a:cxnSpLocks/>
            </p:cNvCxnSpPr>
            <p:nvPr/>
          </p:nvCxnSpPr>
          <p:spPr>
            <a:xfrm flipH="1">
              <a:off x="3978234" y="4500748"/>
              <a:ext cx="83127" cy="218645"/>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27" name="直线连接符 326">
              <a:extLst>
                <a:ext uri="{FF2B5EF4-FFF2-40B4-BE49-F238E27FC236}">
                  <a16:creationId xmlns:a16="http://schemas.microsoft.com/office/drawing/2014/main" id="{AAA54557-E128-2747-FAE9-DD94EF63FDFC}"/>
                </a:ext>
              </a:extLst>
            </p:cNvPr>
            <p:cNvCxnSpPr>
              <a:cxnSpLocks/>
            </p:cNvCxnSpPr>
            <p:nvPr/>
          </p:nvCxnSpPr>
          <p:spPr>
            <a:xfrm>
              <a:off x="3734789" y="4069389"/>
              <a:ext cx="243445" cy="200872"/>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333" name="文本框 332">
              <a:extLst>
                <a:ext uri="{FF2B5EF4-FFF2-40B4-BE49-F238E27FC236}">
                  <a16:creationId xmlns:a16="http://schemas.microsoft.com/office/drawing/2014/main" id="{3BD4463B-FB17-5636-FCA5-5CA876EEEB48}"/>
                </a:ext>
              </a:extLst>
            </p:cNvPr>
            <p:cNvSpPr txBox="1"/>
            <p:nvPr/>
          </p:nvSpPr>
          <p:spPr>
            <a:xfrm>
              <a:off x="2999648" y="4083590"/>
              <a:ext cx="931386" cy="246221"/>
            </a:xfrm>
            <a:prstGeom prst="rect">
              <a:avLst/>
            </a:prstGeom>
            <a:noFill/>
          </p:spPr>
          <p:txBody>
            <a:bodyPr wrap="square">
              <a:spAutoFit/>
            </a:bodyPr>
            <a:lstStyle/>
            <a:p>
              <a:r>
                <a:rPr kumimoji="1" lang="en-US" altLang="zh-CN" sz="1000" dirty="0">
                  <a:solidFill>
                    <a:srgbClr val="FF0000"/>
                  </a:solidFill>
                </a:rPr>
                <a:t>Breaking ties </a:t>
              </a:r>
              <a:endParaRPr lang="zh-CN" altLang="en-US" sz="1000" dirty="0"/>
            </a:p>
          </p:txBody>
        </p:sp>
        <p:cxnSp>
          <p:nvCxnSpPr>
            <p:cNvPr id="334" name="直线连接符 333">
              <a:extLst>
                <a:ext uri="{FF2B5EF4-FFF2-40B4-BE49-F238E27FC236}">
                  <a16:creationId xmlns:a16="http://schemas.microsoft.com/office/drawing/2014/main" id="{6D8CF4F2-DB29-5448-8C49-82CDCCB443AD}"/>
                </a:ext>
              </a:extLst>
            </p:cNvPr>
            <p:cNvCxnSpPr>
              <a:cxnSpLocks/>
            </p:cNvCxnSpPr>
            <p:nvPr/>
          </p:nvCxnSpPr>
          <p:spPr>
            <a:xfrm flipH="1">
              <a:off x="967839" y="4416631"/>
              <a:ext cx="362197" cy="143494"/>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337" name="文本框 336">
              <a:extLst>
                <a:ext uri="{FF2B5EF4-FFF2-40B4-BE49-F238E27FC236}">
                  <a16:creationId xmlns:a16="http://schemas.microsoft.com/office/drawing/2014/main" id="{30F4B174-D16A-BB5A-E576-48FE7F3E7DFD}"/>
                </a:ext>
              </a:extLst>
            </p:cNvPr>
            <p:cNvSpPr txBox="1"/>
            <p:nvPr/>
          </p:nvSpPr>
          <p:spPr>
            <a:xfrm>
              <a:off x="2399612" y="2165163"/>
              <a:ext cx="655141" cy="276999"/>
            </a:xfrm>
            <a:prstGeom prst="rect">
              <a:avLst/>
            </a:prstGeom>
            <a:noFill/>
          </p:spPr>
          <p:txBody>
            <a:bodyPr wrap="square">
              <a:spAutoFit/>
            </a:bodyPr>
            <a:lstStyle/>
            <a:p>
              <a:r>
                <a:rPr kumimoji="1" lang="en-US" altLang="zh-CN" sz="1200" dirty="0">
                  <a:solidFill>
                    <a:srgbClr val="FF0000"/>
                  </a:solidFill>
                </a:rPr>
                <a:t>update</a:t>
              </a:r>
              <a:endParaRPr lang="zh-CN" altLang="en-US" sz="1200" dirty="0"/>
            </a:p>
          </p:txBody>
        </p:sp>
        <p:sp>
          <p:nvSpPr>
            <p:cNvPr id="338" name="文本框 337">
              <a:extLst>
                <a:ext uri="{FF2B5EF4-FFF2-40B4-BE49-F238E27FC236}">
                  <a16:creationId xmlns:a16="http://schemas.microsoft.com/office/drawing/2014/main" id="{DECE55DA-5C2F-48CD-7F6B-F1E5797BBCCD}"/>
                </a:ext>
              </a:extLst>
            </p:cNvPr>
            <p:cNvSpPr txBox="1"/>
            <p:nvPr/>
          </p:nvSpPr>
          <p:spPr>
            <a:xfrm>
              <a:off x="4181285" y="3043128"/>
              <a:ext cx="655141" cy="276999"/>
            </a:xfrm>
            <a:prstGeom prst="rect">
              <a:avLst/>
            </a:prstGeom>
            <a:noFill/>
          </p:spPr>
          <p:txBody>
            <a:bodyPr wrap="square">
              <a:spAutoFit/>
            </a:bodyPr>
            <a:lstStyle/>
            <a:p>
              <a:r>
                <a:rPr kumimoji="1" lang="en-US" altLang="zh-CN" sz="1200" dirty="0">
                  <a:solidFill>
                    <a:srgbClr val="FF0000"/>
                  </a:solidFill>
                </a:rPr>
                <a:t>update</a:t>
              </a:r>
              <a:endParaRPr lang="zh-CN" altLang="en-US" sz="1200" dirty="0"/>
            </a:p>
          </p:txBody>
        </p:sp>
        <p:sp>
          <p:nvSpPr>
            <p:cNvPr id="339" name="文本框 338">
              <a:extLst>
                <a:ext uri="{FF2B5EF4-FFF2-40B4-BE49-F238E27FC236}">
                  <a16:creationId xmlns:a16="http://schemas.microsoft.com/office/drawing/2014/main" id="{1AF0AE5B-C8B0-252D-5442-DBAA187CB514}"/>
                </a:ext>
              </a:extLst>
            </p:cNvPr>
            <p:cNvSpPr txBox="1"/>
            <p:nvPr/>
          </p:nvSpPr>
          <p:spPr>
            <a:xfrm>
              <a:off x="2399612" y="3893547"/>
              <a:ext cx="655141" cy="276999"/>
            </a:xfrm>
            <a:prstGeom prst="rect">
              <a:avLst/>
            </a:prstGeom>
            <a:noFill/>
          </p:spPr>
          <p:txBody>
            <a:bodyPr wrap="square">
              <a:spAutoFit/>
            </a:bodyPr>
            <a:lstStyle/>
            <a:p>
              <a:r>
                <a:rPr kumimoji="1" lang="en-US" altLang="zh-CN" sz="1200" dirty="0">
                  <a:solidFill>
                    <a:srgbClr val="FF0000"/>
                  </a:solidFill>
                </a:rPr>
                <a:t>update</a:t>
              </a:r>
              <a:endParaRPr lang="zh-CN" altLang="en-US" sz="1200" dirty="0"/>
            </a:p>
          </p:txBody>
        </p:sp>
        <p:cxnSp>
          <p:nvCxnSpPr>
            <p:cNvPr id="342" name="直线连接符 341">
              <a:extLst>
                <a:ext uri="{FF2B5EF4-FFF2-40B4-BE49-F238E27FC236}">
                  <a16:creationId xmlns:a16="http://schemas.microsoft.com/office/drawing/2014/main" id="{9B5C48F5-E3DC-F3C4-CBF8-A4ED7DA74668}"/>
                </a:ext>
              </a:extLst>
            </p:cNvPr>
            <p:cNvCxnSpPr>
              <a:cxnSpLocks/>
            </p:cNvCxnSpPr>
            <p:nvPr/>
          </p:nvCxnSpPr>
          <p:spPr>
            <a:xfrm flipH="1">
              <a:off x="1330036" y="4416631"/>
              <a:ext cx="122997" cy="302762"/>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48" name="直线连接符 347">
              <a:extLst>
                <a:ext uri="{FF2B5EF4-FFF2-40B4-BE49-F238E27FC236}">
                  <a16:creationId xmlns:a16="http://schemas.microsoft.com/office/drawing/2014/main" id="{51F27FEE-FA14-1DE0-4465-77640D3F5FD0}"/>
                </a:ext>
              </a:extLst>
            </p:cNvPr>
            <p:cNvCxnSpPr>
              <a:cxnSpLocks/>
            </p:cNvCxnSpPr>
            <p:nvPr/>
          </p:nvCxnSpPr>
          <p:spPr>
            <a:xfrm>
              <a:off x="1137869" y="4023621"/>
              <a:ext cx="219306" cy="208340"/>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51" name="直线连接符 350">
              <a:extLst>
                <a:ext uri="{FF2B5EF4-FFF2-40B4-BE49-F238E27FC236}">
                  <a16:creationId xmlns:a16="http://schemas.microsoft.com/office/drawing/2014/main" id="{B5A3678F-F140-5FA1-6A4C-ED39D5BA27BE}"/>
                </a:ext>
              </a:extLst>
            </p:cNvPr>
            <p:cNvCxnSpPr>
              <a:cxnSpLocks/>
            </p:cNvCxnSpPr>
            <p:nvPr/>
          </p:nvCxnSpPr>
          <p:spPr>
            <a:xfrm flipH="1">
              <a:off x="1129355" y="3674689"/>
              <a:ext cx="282115" cy="285732"/>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54" name="直线连接符 353">
              <a:extLst>
                <a:ext uri="{FF2B5EF4-FFF2-40B4-BE49-F238E27FC236}">
                  <a16:creationId xmlns:a16="http://schemas.microsoft.com/office/drawing/2014/main" id="{18B7096B-EE9C-82A4-29E7-49DE9E1387B6}"/>
                </a:ext>
              </a:extLst>
            </p:cNvPr>
            <p:cNvCxnSpPr>
              <a:cxnSpLocks/>
            </p:cNvCxnSpPr>
            <p:nvPr/>
          </p:nvCxnSpPr>
          <p:spPr>
            <a:xfrm>
              <a:off x="1514548" y="3674689"/>
              <a:ext cx="433005" cy="893323"/>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57" name="直线连接符 356">
              <a:extLst>
                <a:ext uri="{FF2B5EF4-FFF2-40B4-BE49-F238E27FC236}">
                  <a16:creationId xmlns:a16="http://schemas.microsoft.com/office/drawing/2014/main" id="{1EA58CDF-C3E6-130E-DE81-BC29B9FF47A3}"/>
                </a:ext>
              </a:extLst>
            </p:cNvPr>
            <p:cNvCxnSpPr>
              <a:cxnSpLocks/>
            </p:cNvCxnSpPr>
            <p:nvPr/>
          </p:nvCxnSpPr>
          <p:spPr>
            <a:xfrm>
              <a:off x="1576030" y="3600208"/>
              <a:ext cx="239200" cy="300451"/>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30" name="文本框 29">
            <a:extLst>
              <a:ext uri="{FF2B5EF4-FFF2-40B4-BE49-F238E27FC236}">
                <a16:creationId xmlns:a16="http://schemas.microsoft.com/office/drawing/2014/main" id="{469E61CE-A43E-4942-88DD-D07B5FA1C9D3}"/>
              </a:ext>
            </a:extLst>
          </p:cNvPr>
          <p:cNvSpPr txBox="1"/>
          <p:nvPr/>
        </p:nvSpPr>
        <p:spPr>
          <a:xfrm>
            <a:off x="637507" y="940710"/>
            <a:ext cx="995146" cy="246221"/>
          </a:xfrm>
          <a:prstGeom prst="rect">
            <a:avLst/>
          </a:prstGeom>
          <a:noFill/>
        </p:spPr>
        <p:txBody>
          <a:bodyPr wrap="square" rtlCol="0">
            <a:spAutoFit/>
          </a:bodyPr>
          <a:lstStyle/>
          <a:p>
            <a:r>
              <a:rPr lang="en-US" altLang="zh-CN" sz="1000" b="1" dirty="0">
                <a:solidFill>
                  <a:schemeClr val="tx1"/>
                </a:solidFill>
                <a:latin typeface="+mn-lt"/>
              </a:rPr>
              <a:t>1st step</a:t>
            </a:r>
          </a:p>
        </p:txBody>
      </p:sp>
      <p:sp>
        <p:nvSpPr>
          <p:cNvPr id="31" name="文本框 30">
            <a:extLst>
              <a:ext uri="{FF2B5EF4-FFF2-40B4-BE49-F238E27FC236}">
                <a16:creationId xmlns:a16="http://schemas.microsoft.com/office/drawing/2014/main" id="{4192F303-AF9F-4A1D-B48F-F60BA7EE1B29}"/>
              </a:ext>
            </a:extLst>
          </p:cNvPr>
          <p:cNvSpPr txBox="1"/>
          <p:nvPr/>
        </p:nvSpPr>
        <p:spPr>
          <a:xfrm>
            <a:off x="6377270" y="942532"/>
            <a:ext cx="995146" cy="246221"/>
          </a:xfrm>
          <a:prstGeom prst="rect">
            <a:avLst/>
          </a:prstGeom>
          <a:noFill/>
        </p:spPr>
        <p:txBody>
          <a:bodyPr wrap="square" rtlCol="0">
            <a:spAutoFit/>
          </a:bodyPr>
          <a:lstStyle/>
          <a:p>
            <a:r>
              <a:rPr lang="en-US" altLang="zh-CN" sz="1000" b="1" dirty="0">
                <a:solidFill>
                  <a:schemeClr val="tx1"/>
                </a:solidFill>
                <a:latin typeface="+mn-lt"/>
              </a:rPr>
              <a:t>2nd step</a:t>
            </a:r>
          </a:p>
        </p:txBody>
      </p:sp>
      <p:sp>
        <p:nvSpPr>
          <p:cNvPr id="32" name="文本框 31">
            <a:extLst>
              <a:ext uri="{FF2B5EF4-FFF2-40B4-BE49-F238E27FC236}">
                <a16:creationId xmlns:a16="http://schemas.microsoft.com/office/drawing/2014/main" id="{862BAE82-4A89-4797-B9E8-DF5CA2541F59}"/>
              </a:ext>
            </a:extLst>
          </p:cNvPr>
          <p:cNvSpPr txBox="1"/>
          <p:nvPr/>
        </p:nvSpPr>
        <p:spPr>
          <a:xfrm>
            <a:off x="637691" y="3291313"/>
            <a:ext cx="995146" cy="246221"/>
          </a:xfrm>
          <a:prstGeom prst="rect">
            <a:avLst/>
          </a:prstGeom>
          <a:noFill/>
        </p:spPr>
        <p:txBody>
          <a:bodyPr wrap="square" rtlCol="0">
            <a:spAutoFit/>
          </a:bodyPr>
          <a:lstStyle/>
          <a:p>
            <a:r>
              <a:rPr lang="en-US" altLang="zh-CN" sz="1000" b="1" dirty="0">
                <a:solidFill>
                  <a:schemeClr val="tx1"/>
                </a:solidFill>
                <a:latin typeface="+mn-lt"/>
              </a:rPr>
              <a:t>3rd step</a:t>
            </a:r>
          </a:p>
        </p:txBody>
      </p:sp>
      <p:sp>
        <p:nvSpPr>
          <p:cNvPr id="33" name="文本框 32">
            <a:extLst>
              <a:ext uri="{FF2B5EF4-FFF2-40B4-BE49-F238E27FC236}">
                <a16:creationId xmlns:a16="http://schemas.microsoft.com/office/drawing/2014/main" id="{F3B5AEDA-938D-41A3-B5EB-A9ADCD4BED71}"/>
              </a:ext>
            </a:extLst>
          </p:cNvPr>
          <p:cNvSpPr txBox="1"/>
          <p:nvPr/>
        </p:nvSpPr>
        <p:spPr>
          <a:xfrm>
            <a:off x="6429474" y="3240330"/>
            <a:ext cx="995146" cy="246221"/>
          </a:xfrm>
          <a:prstGeom prst="rect">
            <a:avLst/>
          </a:prstGeom>
          <a:noFill/>
        </p:spPr>
        <p:txBody>
          <a:bodyPr wrap="square" rtlCol="0">
            <a:spAutoFit/>
          </a:bodyPr>
          <a:lstStyle/>
          <a:p>
            <a:r>
              <a:rPr lang="en-US" altLang="zh-CN" sz="1000" b="1" dirty="0">
                <a:solidFill>
                  <a:schemeClr val="tx1"/>
                </a:solidFill>
                <a:latin typeface="+mn-lt"/>
              </a:rPr>
              <a:t>4th step</a:t>
            </a:r>
          </a:p>
        </p:txBody>
      </p:sp>
    </p:spTree>
    <p:extLst>
      <p:ext uri="{BB962C8B-B14F-4D97-AF65-F5344CB8AC3E}">
        <p14:creationId xmlns:p14="http://schemas.microsoft.com/office/powerpoint/2010/main" val="3134006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Q1 Forwarding</a:t>
            </a:r>
            <a:endParaRPr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92E65FF1-8E66-306E-7899-F047D50C6A8B}"/>
              </a:ext>
            </a:extLst>
          </p:cNvPr>
          <p:cNvSpPr txBox="1"/>
          <p:nvPr/>
        </p:nvSpPr>
        <p:spPr>
          <a:xfrm>
            <a:off x="528144" y="1122141"/>
            <a:ext cx="7740869" cy="585610"/>
          </a:xfrm>
          <a:prstGeom prst="rect">
            <a:avLst/>
          </a:prstGeom>
          <a:noFill/>
        </p:spPr>
        <p:txBody>
          <a:bodyPr wrap="square">
            <a:spAutoFit/>
          </a:bodyPr>
          <a:lstStyle/>
          <a:p>
            <a:pPr algn="just">
              <a:lnSpc>
                <a:spcPct val="120000"/>
              </a:lnSpc>
            </a:pPr>
            <a:r>
              <a:rPr lang="en-US" altLang="zh-CN" dirty="0"/>
              <a:t>Consider sending an IP packet from Host E to Host F. Will Host E ask router R2 to forward the packet? Why?</a:t>
            </a:r>
          </a:p>
        </p:txBody>
      </p:sp>
      <p:pic>
        <p:nvPicPr>
          <p:cNvPr id="2" name="图片 1">
            <a:extLst>
              <a:ext uri="{FF2B5EF4-FFF2-40B4-BE49-F238E27FC236}">
                <a16:creationId xmlns:a16="http://schemas.microsoft.com/office/drawing/2014/main" id="{F8E3E2A1-78FA-0587-3B45-141C484C473D}"/>
              </a:ext>
            </a:extLst>
          </p:cNvPr>
          <p:cNvPicPr>
            <a:picLocks noChangeAspect="1"/>
          </p:cNvPicPr>
          <p:nvPr/>
        </p:nvPicPr>
        <p:blipFill>
          <a:blip r:embed="rId3"/>
          <a:stretch>
            <a:fillRect/>
          </a:stretch>
        </p:blipFill>
        <p:spPr>
          <a:xfrm>
            <a:off x="3562551" y="1921418"/>
            <a:ext cx="4706462" cy="2773504"/>
          </a:xfrm>
          <a:prstGeom prst="rect">
            <a:avLst/>
          </a:prstGeom>
        </p:spPr>
      </p:pic>
      <p:sp>
        <p:nvSpPr>
          <p:cNvPr id="5" name="文本框 4">
            <a:extLst>
              <a:ext uri="{FF2B5EF4-FFF2-40B4-BE49-F238E27FC236}">
                <a16:creationId xmlns:a16="http://schemas.microsoft.com/office/drawing/2014/main" id="{789B1149-85BE-95B9-3B24-783B97B8D79F}"/>
              </a:ext>
            </a:extLst>
          </p:cNvPr>
          <p:cNvSpPr txBox="1"/>
          <p:nvPr/>
        </p:nvSpPr>
        <p:spPr>
          <a:xfrm>
            <a:off x="528144" y="2434405"/>
            <a:ext cx="2327296" cy="873765"/>
          </a:xfrm>
          <a:prstGeom prst="rect">
            <a:avLst/>
          </a:prstGeom>
          <a:noFill/>
        </p:spPr>
        <p:txBody>
          <a:bodyPr wrap="square">
            <a:spAutoFit/>
          </a:bodyPr>
          <a:lstStyle/>
          <a:p>
            <a:pPr>
              <a:lnSpc>
                <a:spcPct val="125000"/>
              </a:lnSpc>
            </a:pPr>
            <a:r>
              <a:rPr lang="en-US" altLang="zh-CN" dirty="0">
                <a:solidFill>
                  <a:srgbClr val="FF0000"/>
                </a:solidFill>
              </a:rPr>
              <a:t>No. Host E and Host F are on the same subnet and are connected via switch.</a:t>
            </a:r>
            <a:endParaRPr lang="zh-CN" altLang="en-US" dirty="0">
              <a:solidFill>
                <a:srgbClr val="FF0000"/>
              </a:solidFill>
            </a:endParaRPr>
          </a:p>
        </p:txBody>
      </p:sp>
    </p:spTree>
    <p:extLst>
      <p:ext uri="{BB962C8B-B14F-4D97-AF65-F5344CB8AC3E}">
        <p14:creationId xmlns:p14="http://schemas.microsoft.com/office/powerpoint/2010/main" val="4188368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Q2 ARP</a:t>
            </a:r>
            <a:endParaRPr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92E65FF1-8E66-306E-7899-F047D50C6A8B}"/>
              </a:ext>
            </a:extLst>
          </p:cNvPr>
          <p:cNvSpPr txBox="1"/>
          <p:nvPr/>
        </p:nvSpPr>
        <p:spPr>
          <a:xfrm>
            <a:off x="528144" y="1118665"/>
            <a:ext cx="7740869" cy="585610"/>
          </a:xfrm>
          <a:prstGeom prst="rect">
            <a:avLst/>
          </a:prstGeom>
          <a:noFill/>
        </p:spPr>
        <p:txBody>
          <a:bodyPr wrap="square">
            <a:spAutoFit/>
          </a:bodyPr>
          <a:lstStyle/>
          <a:p>
            <a:pPr algn="just">
              <a:lnSpc>
                <a:spcPct val="120000"/>
              </a:lnSpc>
            </a:pPr>
            <a:r>
              <a:rPr lang="en-US" altLang="zh-CN" dirty="0"/>
              <a:t>2-1. Consider E sending an IP packet to B. Assume E’s ARP cache is empty. Will E make an ARP request to find B’s MAC address?</a:t>
            </a:r>
          </a:p>
        </p:txBody>
      </p:sp>
      <p:sp>
        <p:nvSpPr>
          <p:cNvPr id="2" name="文本框 1">
            <a:extLst>
              <a:ext uri="{FF2B5EF4-FFF2-40B4-BE49-F238E27FC236}">
                <a16:creationId xmlns:a16="http://schemas.microsoft.com/office/drawing/2014/main" id="{C2518180-B1DD-D817-2A1C-D8D64380E47B}"/>
              </a:ext>
            </a:extLst>
          </p:cNvPr>
          <p:cNvSpPr txBox="1"/>
          <p:nvPr/>
        </p:nvSpPr>
        <p:spPr>
          <a:xfrm>
            <a:off x="528142" y="2810201"/>
            <a:ext cx="2791010" cy="604461"/>
          </a:xfrm>
          <a:prstGeom prst="rect">
            <a:avLst/>
          </a:prstGeom>
          <a:noFill/>
        </p:spPr>
        <p:txBody>
          <a:bodyPr wrap="square">
            <a:spAutoFit/>
          </a:bodyPr>
          <a:lstStyle/>
          <a:p>
            <a:pPr algn="just">
              <a:lnSpc>
                <a:spcPct val="125000"/>
              </a:lnSpc>
            </a:pPr>
            <a:r>
              <a:rPr lang="en-US" altLang="zh-CN" dirty="0"/>
              <a:t>2-2. Will E make an ARP request to? If yes, to whom?</a:t>
            </a:r>
          </a:p>
        </p:txBody>
      </p:sp>
      <p:pic>
        <p:nvPicPr>
          <p:cNvPr id="4" name="图片 3">
            <a:extLst>
              <a:ext uri="{FF2B5EF4-FFF2-40B4-BE49-F238E27FC236}">
                <a16:creationId xmlns:a16="http://schemas.microsoft.com/office/drawing/2014/main" id="{2217B574-7DFF-E883-9FF5-B35E69F17FE9}"/>
              </a:ext>
            </a:extLst>
          </p:cNvPr>
          <p:cNvPicPr>
            <a:picLocks noChangeAspect="1"/>
          </p:cNvPicPr>
          <p:nvPr/>
        </p:nvPicPr>
        <p:blipFill>
          <a:blip r:embed="rId3"/>
          <a:stretch>
            <a:fillRect/>
          </a:stretch>
        </p:blipFill>
        <p:spPr>
          <a:xfrm>
            <a:off x="3562550" y="1882316"/>
            <a:ext cx="4706462" cy="2773504"/>
          </a:xfrm>
          <a:prstGeom prst="rect">
            <a:avLst/>
          </a:prstGeom>
        </p:spPr>
      </p:pic>
      <p:sp>
        <p:nvSpPr>
          <p:cNvPr id="5" name="文本框 4">
            <a:extLst>
              <a:ext uri="{FF2B5EF4-FFF2-40B4-BE49-F238E27FC236}">
                <a16:creationId xmlns:a16="http://schemas.microsoft.com/office/drawing/2014/main" id="{9E7BE34E-2A34-8AC2-3DFC-4D940846BA26}"/>
              </a:ext>
            </a:extLst>
          </p:cNvPr>
          <p:cNvSpPr txBox="1"/>
          <p:nvPr/>
        </p:nvSpPr>
        <p:spPr>
          <a:xfrm>
            <a:off x="528142" y="1953716"/>
            <a:ext cx="2387249" cy="604461"/>
          </a:xfrm>
          <a:prstGeom prst="rect">
            <a:avLst/>
          </a:prstGeom>
          <a:noFill/>
        </p:spPr>
        <p:txBody>
          <a:bodyPr wrap="square" rtlCol="0">
            <a:spAutoFit/>
          </a:bodyPr>
          <a:lstStyle/>
          <a:p>
            <a:pPr>
              <a:lnSpc>
                <a:spcPct val="125000"/>
              </a:lnSpc>
            </a:pPr>
            <a:r>
              <a:rPr kumimoji="1" lang="en" altLang="zh-CN" dirty="0">
                <a:solidFill>
                  <a:srgbClr val="FF0000"/>
                </a:solidFill>
              </a:rPr>
              <a:t>No. Host B and Host E are on the different subnets.</a:t>
            </a:r>
            <a:endParaRPr kumimoji="1" lang="zh-CN" altLang="en-US" dirty="0">
              <a:solidFill>
                <a:srgbClr val="FF0000"/>
              </a:solidFill>
            </a:endParaRPr>
          </a:p>
        </p:txBody>
      </p:sp>
      <p:sp>
        <p:nvSpPr>
          <p:cNvPr id="7" name="文本框 6">
            <a:extLst>
              <a:ext uri="{FF2B5EF4-FFF2-40B4-BE49-F238E27FC236}">
                <a16:creationId xmlns:a16="http://schemas.microsoft.com/office/drawing/2014/main" id="{2D778A9D-7583-15FF-C9CE-23B40D4C6F90}"/>
              </a:ext>
            </a:extLst>
          </p:cNvPr>
          <p:cNvSpPr txBox="1"/>
          <p:nvPr/>
        </p:nvSpPr>
        <p:spPr>
          <a:xfrm>
            <a:off x="528141" y="3664103"/>
            <a:ext cx="2025053" cy="307777"/>
          </a:xfrm>
          <a:prstGeom prst="rect">
            <a:avLst/>
          </a:prstGeom>
          <a:noFill/>
        </p:spPr>
        <p:txBody>
          <a:bodyPr wrap="square">
            <a:spAutoFit/>
          </a:bodyPr>
          <a:lstStyle/>
          <a:p>
            <a:r>
              <a:rPr lang="zh-CN" altLang="en-US" dirty="0">
                <a:solidFill>
                  <a:srgbClr val="FF0000"/>
                </a:solidFill>
              </a:rPr>
              <a:t>R2</a:t>
            </a:r>
            <a:r>
              <a:rPr lang="en-US" altLang="zh-CN" dirty="0">
                <a:solidFill>
                  <a:srgbClr val="FF0000"/>
                </a:solidFill>
              </a:rPr>
              <a:t> (its first-hop router).</a:t>
            </a:r>
            <a:endParaRPr lang="zh-CN" altLang="en-US" dirty="0">
              <a:solidFill>
                <a:srgbClr val="FF0000"/>
              </a:solidFill>
            </a:endParaRPr>
          </a:p>
        </p:txBody>
      </p:sp>
    </p:spTree>
    <p:extLst>
      <p:ext uri="{BB962C8B-B14F-4D97-AF65-F5344CB8AC3E}">
        <p14:creationId xmlns:p14="http://schemas.microsoft.com/office/powerpoint/2010/main" val="3078507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Q3 ARP and IP</a:t>
            </a:r>
            <a:endParaRPr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92E65FF1-8E66-306E-7899-F047D50C6A8B}"/>
              </a:ext>
            </a:extLst>
          </p:cNvPr>
          <p:cNvSpPr txBox="1"/>
          <p:nvPr/>
        </p:nvSpPr>
        <p:spPr>
          <a:xfrm>
            <a:off x="528143" y="1127025"/>
            <a:ext cx="7740869" cy="327077"/>
          </a:xfrm>
          <a:prstGeom prst="rect">
            <a:avLst/>
          </a:prstGeom>
          <a:noFill/>
        </p:spPr>
        <p:txBody>
          <a:bodyPr wrap="square">
            <a:spAutoFit/>
          </a:bodyPr>
          <a:lstStyle/>
          <a:p>
            <a:pPr algn="just">
              <a:lnSpc>
                <a:spcPct val="120000"/>
              </a:lnSpc>
            </a:pPr>
            <a:r>
              <a:rPr lang="en-US" altLang="zh-CN" dirty="0"/>
              <a:t>Consider E sending an IP packet to B.</a:t>
            </a:r>
          </a:p>
        </p:txBody>
      </p:sp>
      <p:sp>
        <p:nvSpPr>
          <p:cNvPr id="6" name="文本框 5">
            <a:extLst>
              <a:ext uri="{FF2B5EF4-FFF2-40B4-BE49-F238E27FC236}">
                <a16:creationId xmlns:a16="http://schemas.microsoft.com/office/drawing/2014/main" id="{E36DADC6-E966-85EC-605A-DBB695B1E474}"/>
              </a:ext>
            </a:extLst>
          </p:cNvPr>
          <p:cNvSpPr txBox="1"/>
          <p:nvPr/>
        </p:nvSpPr>
        <p:spPr>
          <a:xfrm>
            <a:off x="528143" y="1622353"/>
            <a:ext cx="3325400" cy="1102674"/>
          </a:xfrm>
          <a:prstGeom prst="rect">
            <a:avLst/>
          </a:prstGeom>
          <a:noFill/>
        </p:spPr>
        <p:txBody>
          <a:bodyPr wrap="square">
            <a:spAutoFit/>
          </a:bodyPr>
          <a:lstStyle/>
          <a:p>
            <a:pPr algn="just">
              <a:lnSpc>
                <a:spcPct val="120000"/>
              </a:lnSpc>
            </a:pPr>
            <a:r>
              <a:rPr lang="en-US" altLang="zh-CN" dirty="0"/>
              <a:t>In the Ethernet frame of the IP packet from E to B is being delivered to router R1, what are the source and destination IP and MAC addresses?</a:t>
            </a:r>
          </a:p>
        </p:txBody>
      </p:sp>
      <p:pic>
        <p:nvPicPr>
          <p:cNvPr id="4" name="图片 3">
            <a:extLst>
              <a:ext uri="{FF2B5EF4-FFF2-40B4-BE49-F238E27FC236}">
                <a16:creationId xmlns:a16="http://schemas.microsoft.com/office/drawing/2014/main" id="{E425C9F8-3F60-9745-31E9-5C0C49065AC4}"/>
              </a:ext>
            </a:extLst>
          </p:cNvPr>
          <p:cNvPicPr>
            <a:picLocks noChangeAspect="1"/>
          </p:cNvPicPr>
          <p:nvPr/>
        </p:nvPicPr>
        <p:blipFill>
          <a:blip r:embed="rId3"/>
          <a:stretch>
            <a:fillRect/>
          </a:stretch>
        </p:blipFill>
        <p:spPr>
          <a:xfrm>
            <a:off x="4127100" y="1445743"/>
            <a:ext cx="4705200" cy="2772760"/>
          </a:xfrm>
          <a:prstGeom prst="rect">
            <a:avLst/>
          </a:prstGeom>
        </p:spPr>
      </p:pic>
      <p:sp>
        <p:nvSpPr>
          <p:cNvPr id="7" name="文本框 6">
            <a:extLst>
              <a:ext uri="{FF2B5EF4-FFF2-40B4-BE49-F238E27FC236}">
                <a16:creationId xmlns:a16="http://schemas.microsoft.com/office/drawing/2014/main" id="{7FDA3B08-54AF-5EB9-06DD-EEDEFBB30AD7}"/>
              </a:ext>
            </a:extLst>
          </p:cNvPr>
          <p:cNvSpPr txBox="1"/>
          <p:nvPr/>
        </p:nvSpPr>
        <p:spPr>
          <a:xfrm>
            <a:off x="528143" y="3166179"/>
            <a:ext cx="4572000" cy="523220"/>
          </a:xfrm>
          <a:prstGeom prst="rect">
            <a:avLst/>
          </a:prstGeom>
          <a:noFill/>
        </p:spPr>
        <p:txBody>
          <a:bodyPr wrap="square">
            <a:spAutoFit/>
          </a:bodyPr>
          <a:lstStyle/>
          <a:p>
            <a:r>
              <a:rPr lang="zh-CN" altLang="en-US" dirty="0">
                <a:solidFill>
                  <a:srgbClr val="FF0000"/>
                </a:solidFill>
              </a:rPr>
              <a:t>srcIP: IP-E, dstIP: IP-B</a:t>
            </a:r>
            <a:endParaRPr lang="en-US" altLang="zh-CN" dirty="0">
              <a:solidFill>
                <a:srgbClr val="FF0000"/>
              </a:solidFill>
            </a:endParaRPr>
          </a:p>
          <a:p>
            <a:r>
              <a:rPr lang="zh-CN" altLang="en-US" dirty="0">
                <a:solidFill>
                  <a:srgbClr val="FF0000"/>
                </a:solidFill>
              </a:rPr>
              <a:t>srcMAC: MAC-R2, dstMAC: MAC-R1</a:t>
            </a:r>
          </a:p>
        </p:txBody>
      </p:sp>
    </p:spTree>
    <p:extLst>
      <p:ext uri="{BB962C8B-B14F-4D97-AF65-F5344CB8AC3E}">
        <p14:creationId xmlns:p14="http://schemas.microsoft.com/office/powerpoint/2010/main" val="309673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D2CAE8-E323-A14E-A62F-188A25405FEA}"/>
              </a:ext>
            </a:extLst>
          </p:cNvPr>
          <p:cNvSpPr/>
          <p:nvPr/>
        </p:nvSpPr>
        <p:spPr>
          <a:xfrm>
            <a:off x="3638550" y="2375543"/>
            <a:ext cx="1952625" cy="646331"/>
          </a:xfrm>
          <a:prstGeom prst="rect">
            <a:avLst/>
          </a:prstGeom>
        </p:spPr>
        <p:txBody>
          <a:bodyPr wrap="square">
            <a:spAutoFit/>
          </a:bodyPr>
          <a:lstStyle/>
          <a:p>
            <a:r>
              <a:rPr lang="en-US" sz="3600" dirty="0"/>
              <a:t>Thanks!</a:t>
            </a:r>
          </a:p>
        </p:txBody>
      </p:sp>
    </p:spTree>
    <p:extLst>
      <p:ext uri="{BB962C8B-B14F-4D97-AF65-F5344CB8AC3E}">
        <p14:creationId xmlns:p14="http://schemas.microsoft.com/office/powerpoint/2010/main" val="321661893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6669</TotalTime>
  <Words>821</Words>
  <Application>Microsoft Office PowerPoint</Application>
  <PresentationFormat>全屏显示(16:9)</PresentationFormat>
  <Paragraphs>81</Paragraphs>
  <Slides>14</Slides>
  <Notes>13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Arial</vt:lpstr>
      <vt:lpstr>Calibri</vt:lpstr>
      <vt:lpstr>Ubuntu</vt:lpstr>
      <vt:lpstr>Wingdings</vt:lpstr>
      <vt:lpstr>Simple Light</vt:lpstr>
      <vt:lpstr>CSCI 4430 – Spring 25</vt:lpstr>
      <vt:lpstr>PowerPoint 演示文稿</vt:lpstr>
      <vt:lpstr>Data Link Layer</vt:lpstr>
      <vt:lpstr>Address Resolution Protocol (ARP)</vt:lpstr>
      <vt:lpstr>Address Resolution Protocol (ARP)</vt:lpstr>
      <vt:lpstr>Address Resolution Protocol (ARP)</vt:lpstr>
      <vt:lpstr>Address Resolution Protocol (ARP)</vt:lpstr>
      <vt:lpstr>Spanning Tree Algorithm</vt:lpstr>
      <vt:lpstr>Spanning Tree Algorithm</vt:lpstr>
      <vt:lpstr>PowerPoint 演示文稿</vt:lpstr>
      <vt:lpstr>Q1 Forwarding</vt:lpstr>
      <vt:lpstr>Q2 ARP</vt:lpstr>
      <vt:lpstr>Q3 ARP and IP</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 4430 - Spring 23</dc:title>
  <dc:creator>student</dc:creator>
  <cp:lastModifiedBy>FENG, Yicheng</cp:lastModifiedBy>
  <cp:revision>3</cp:revision>
  <dcterms:modified xsi:type="dcterms:W3CDTF">2025-04-15T12:29:42Z</dcterms:modified>
</cp:coreProperties>
</file>