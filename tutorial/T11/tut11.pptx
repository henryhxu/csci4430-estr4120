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89" r:id="rId3"/>
    <p:sldId id="257" r:id="rId4"/>
    <p:sldId id="513" r:id="rId5"/>
    <p:sldId id="290" r:id="rId6"/>
    <p:sldId id="258" r:id="rId7"/>
    <p:sldId id="275" r:id="rId8"/>
    <p:sldId id="276" r:id="rId9"/>
    <p:sldId id="278" r:id="rId10"/>
    <p:sldId id="280" r:id="rId11"/>
    <p:sldId id="283" r:id="rId12"/>
    <p:sldId id="281" r:id="rId13"/>
    <p:sldId id="284" r:id="rId14"/>
    <p:sldId id="274" r:id="rId15"/>
    <p:sldId id="286" r:id="rId16"/>
    <p:sldId id="287" r:id="rId17"/>
    <p:sldId id="288" r:id="rId18"/>
    <p:sldId id="272" r:id="rId19"/>
  </p:sldIdLst>
  <p:sldSz cx="9144000" cy="5143500" type="screen16x9"/>
  <p:notesSz cx="6858000" cy="9144000"/>
  <p:embeddedFontLst>
    <p:embeddedFont>
      <p:font typeface="Ubuntu" panose="020B0504030602030204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84A8F1-1FFD-F941-8BBE-197ACBA10BF4}" v="2" dt="2023-11-13T03:27:29.036"/>
  </p1510:revLst>
</p1510:revInfo>
</file>

<file path=ppt/tableStyles.xml><?xml version="1.0" encoding="utf-8"?>
<a:tblStyleLst xmlns:a="http://schemas.openxmlformats.org/drawingml/2006/main" def="{B0082EC5-C718-4C4A-A93D-152775E55CCE}">
  <a:tblStyle styleId="{B0082EC5-C718-4C4A-A93D-152775E55C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574"/>
    <p:restoredTop sz="76596" autoAdjust="0"/>
  </p:normalViewPr>
  <p:slideViewPr>
    <p:cSldViewPr snapToGrid="0">
      <p:cViewPr varScale="1">
        <p:scale>
          <a:sx n="123" d="100"/>
          <a:sy n="123" d="100"/>
        </p:scale>
        <p:origin x="2168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G, Wenlong" userId="2462c282-915a-45d3-817d-b87203e0e2e0" providerId="ADAL" clId="{AD318D23-6DFB-4E48-AC4B-C003DC758A16}"/>
    <pc:docChg chg="undo custSel modSld">
      <pc:chgData name="DING, Wenlong" userId="2462c282-915a-45d3-817d-b87203e0e2e0" providerId="ADAL" clId="{AD318D23-6DFB-4E48-AC4B-C003DC758A16}" dt="2023-10-04T14:12:23.681" v="404" actId="255"/>
      <pc:docMkLst>
        <pc:docMk/>
      </pc:docMkLst>
      <pc:sldChg chg="addSp delSp modSp mod">
        <pc:chgData name="DING, Wenlong" userId="2462c282-915a-45d3-817d-b87203e0e2e0" providerId="ADAL" clId="{AD318D23-6DFB-4E48-AC4B-C003DC758A16}" dt="2023-10-04T14:12:23.681" v="404" actId="255"/>
        <pc:sldMkLst>
          <pc:docMk/>
          <pc:sldMk cId="0" sldId="257"/>
        </pc:sldMkLst>
        <pc:spChg chg="add del mod">
          <ac:chgData name="DING, Wenlong" userId="2462c282-915a-45d3-817d-b87203e0e2e0" providerId="ADAL" clId="{AD318D23-6DFB-4E48-AC4B-C003DC758A16}" dt="2023-10-04T14:02:41.157" v="15"/>
          <ac:spMkLst>
            <pc:docMk/>
            <pc:sldMk cId="0" sldId="257"/>
            <ac:spMk id="2" creationId="{07E4B729-3B6E-71F2-7839-A9F0C8980331}"/>
          </ac:spMkLst>
        </pc:spChg>
        <pc:spChg chg="add del mod">
          <ac:chgData name="DING, Wenlong" userId="2462c282-915a-45d3-817d-b87203e0e2e0" providerId="ADAL" clId="{AD318D23-6DFB-4E48-AC4B-C003DC758A16}" dt="2023-10-04T14:04:37.011" v="61" actId="478"/>
          <ac:spMkLst>
            <pc:docMk/>
            <pc:sldMk cId="0" sldId="257"/>
            <ac:spMk id="4" creationId="{BED565CA-991E-1E5F-F237-821A7B517410}"/>
          </ac:spMkLst>
        </pc:spChg>
        <pc:spChg chg="add mod">
          <ac:chgData name="DING, Wenlong" userId="2462c282-915a-45d3-817d-b87203e0e2e0" providerId="ADAL" clId="{AD318D23-6DFB-4E48-AC4B-C003DC758A16}" dt="2023-10-04T14:10:49.391" v="360" actId="1076"/>
          <ac:spMkLst>
            <pc:docMk/>
            <pc:sldMk cId="0" sldId="257"/>
            <ac:spMk id="6" creationId="{46CE24D7-20A8-DFC1-1A20-E75F7CD013BF}"/>
          </ac:spMkLst>
        </pc:spChg>
        <pc:spChg chg="mod">
          <ac:chgData name="DING, Wenlong" userId="2462c282-915a-45d3-817d-b87203e0e2e0" providerId="ADAL" clId="{AD318D23-6DFB-4E48-AC4B-C003DC758A16}" dt="2023-10-04T14:12:23.681" v="404" actId="255"/>
          <ac:spMkLst>
            <pc:docMk/>
            <pc:sldMk cId="0" sldId="257"/>
            <ac:spMk id="60" creationId="{00000000-0000-0000-0000-000000000000}"/>
          </ac:spMkLst>
        </pc:spChg>
        <pc:spChg chg="mod">
          <ac:chgData name="DING, Wenlong" userId="2462c282-915a-45d3-817d-b87203e0e2e0" providerId="ADAL" clId="{AD318D23-6DFB-4E48-AC4B-C003DC758A16}" dt="2023-10-04T14:12:17.651" v="403" actId="255"/>
          <ac:spMkLst>
            <pc:docMk/>
            <pc:sldMk cId="0" sldId="257"/>
            <ac:spMk id="61" creationId="{00000000-0000-0000-0000-000000000000}"/>
          </ac:spMkLst>
        </pc:spChg>
        <pc:graphicFrameChg chg="del">
          <ac:chgData name="DING, Wenlong" userId="2462c282-915a-45d3-817d-b87203e0e2e0" providerId="ADAL" clId="{AD318D23-6DFB-4E48-AC4B-C003DC758A16}" dt="2023-10-04T14:03:23.066" v="16" actId="478"/>
          <ac:graphicFrameMkLst>
            <pc:docMk/>
            <pc:sldMk cId="0" sldId="257"/>
            <ac:graphicFrameMk id="62" creationId="{00000000-0000-0000-0000-000000000000}"/>
          </ac:graphicFrameMkLst>
        </pc:graphicFrameChg>
      </pc:sldChg>
      <pc:sldChg chg="modSp mod">
        <pc:chgData name="DING, Wenlong" userId="2462c282-915a-45d3-817d-b87203e0e2e0" providerId="ADAL" clId="{AD318D23-6DFB-4E48-AC4B-C003DC758A16}" dt="2023-10-04T14:11:33.942" v="401" actId="20577"/>
        <pc:sldMkLst>
          <pc:docMk/>
          <pc:sldMk cId="0" sldId="258"/>
        </pc:sldMkLst>
        <pc:spChg chg="mod">
          <ac:chgData name="DING, Wenlong" userId="2462c282-915a-45d3-817d-b87203e0e2e0" providerId="ADAL" clId="{AD318D23-6DFB-4E48-AC4B-C003DC758A16}" dt="2023-10-04T14:11:33.942" v="401" actId="20577"/>
          <ac:spMkLst>
            <pc:docMk/>
            <pc:sldMk cId="0" sldId="258"/>
            <ac:spMk id="68" creationId="{00000000-0000-0000-0000-000000000000}"/>
          </ac:spMkLst>
        </pc:spChg>
      </pc:sldChg>
    </pc:docChg>
  </pc:docChgLst>
  <pc:docChgLst>
    <pc:chgData name="DING, Wenlong" userId="2462c282-915a-45d3-817d-b87203e0e2e0" providerId="ADAL" clId="{FA84A8F1-1FFD-F941-8BBE-197ACBA10BF4}"/>
    <pc:docChg chg="custSel modSld">
      <pc:chgData name="DING, Wenlong" userId="2462c282-915a-45d3-817d-b87203e0e2e0" providerId="ADAL" clId="{FA84A8F1-1FFD-F941-8BBE-197ACBA10BF4}" dt="2023-11-13T03:27:31.267" v="3" actId="478"/>
      <pc:docMkLst>
        <pc:docMk/>
      </pc:docMkLst>
      <pc:sldChg chg="addSp delSp modSp mod">
        <pc:chgData name="DING, Wenlong" userId="2462c282-915a-45d3-817d-b87203e0e2e0" providerId="ADAL" clId="{FA84A8F1-1FFD-F941-8BBE-197ACBA10BF4}" dt="2023-11-13T03:27:31.267" v="3" actId="478"/>
        <pc:sldMkLst>
          <pc:docMk/>
          <pc:sldMk cId="0" sldId="257"/>
        </pc:sldMkLst>
        <pc:spChg chg="add del mod">
          <ac:chgData name="DING, Wenlong" userId="2462c282-915a-45d3-817d-b87203e0e2e0" providerId="ADAL" clId="{FA84A8F1-1FFD-F941-8BBE-197ACBA10BF4}" dt="2023-11-13T03:25:40.536" v="1" actId="478"/>
          <ac:spMkLst>
            <pc:docMk/>
            <pc:sldMk cId="0" sldId="257"/>
            <ac:spMk id="2" creationId="{4A794F36-0ACC-BB92-DA63-91AA329F3B22}"/>
          </ac:spMkLst>
        </pc:spChg>
        <pc:spChg chg="add del mod">
          <ac:chgData name="DING, Wenlong" userId="2462c282-915a-45d3-817d-b87203e0e2e0" providerId="ADAL" clId="{FA84A8F1-1FFD-F941-8BBE-197ACBA10BF4}" dt="2023-11-13T03:27:31.267" v="3" actId="478"/>
          <ac:spMkLst>
            <pc:docMk/>
            <pc:sldMk cId="0" sldId="257"/>
            <ac:spMk id="3" creationId="{8F77077C-4C83-7D72-285F-792F6889C3E1}"/>
          </ac:spMkLst>
        </pc:spChg>
      </pc:sldChg>
    </pc:docChg>
  </pc:docChgLst>
  <pc:docChgLst>
    <pc:chgData name="DING, Wenlong" userId="2462c282-915a-45d3-817d-b87203e0e2e0" providerId="ADAL" clId="{5D9E8CCF-4134-8C46-86A4-48224424FD0F}"/>
    <pc:docChg chg="undo custSel addSld delSld modSld sldOrd">
      <pc:chgData name="DING, Wenlong" userId="2462c282-915a-45d3-817d-b87203e0e2e0" providerId="ADAL" clId="{5D9E8CCF-4134-8C46-86A4-48224424FD0F}" dt="2023-04-14T13:59:05.912" v="2978" actId="1076"/>
      <pc:docMkLst>
        <pc:docMk/>
      </pc:docMkLst>
      <pc:sldChg chg="modSp mod">
        <pc:chgData name="DING, Wenlong" userId="2462c282-915a-45d3-817d-b87203e0e2e0" providerId="ADAL" clId="{5D9E8CCF-4134-8C46-86A4-48224424FD0F}" dt="2023-04-12T11:43:28.423" v="26" actId="2711"/>
        <pc:sldMkLst>
          <pc:docMk/>
          <pc:sldMk cId="0" sldId="256"/>
        </pc:sldMkLst>
        <pc:spChg chg="mod">
          <ac:chgData name="DING, Wenlong" userId="2462c282-915a-45d3-817d-b87203e0e2e0" providerId="ADAL" clId="{5D9E8CCF-4134-8C46-86A4-48224424FD0F}" dt="2023-04-12T11:43:22.565" v="24" actId="20577"/>
          <ac:spMkLst>
            <pc:docMk/>
            <pc:sldMk cId="0" sldId="256"/>
            <ac:spMk id="54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2T11:43:28.423" v="26" actId="2711"/>
          <ac:spMkLst>
            <pc:docMk/>
            <pc:sldMk cId="0" sldId="256"/>
            <ac:spMk id="55" creationId="{00000000-0000-0000-0000-000000000000}"/>
          </ac:spMkLst>
        </pc:spChg>
      </pc:sldChg>
      <pc:sldChg chg="modSp mod">
        <pc:chgData name="DING, Wenlong" userId="2462c282-915a-45d3-817d-b87203e0e2e0" providerId="ADAL" clId="{5D9E8CCF-4134-8C46-86A4-48224424FD0F}" dt="2023-04-14T13:47:35.013" v="2852" actId="3064"/>
        <pc:sldMkLst>
          <pc:docMk/>
          <pc:sldMk cId="0" sldId="257"/>
        </pc:sldMkLst>
        <pc:spChg chg="mod">
          <ac:chgData name="DING, Wenlong" userId="2462c282-915a-45d3-817d-b87203e0e2e0" providerId="ADAL" clId="{5D9E8CCF-4134-8C46-86A4-48224424FD0F}" dt="2023-04-12T11:41:19.927" v="3" actId="2711"/>
          <ac:spMkLst>
            <pc:docMk/>
            <pc:sldMk cId="0" sldId="257"/>
            <ac:spMk id="60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4T13:46:33.651" v="2848" actId="20577"/>
          <ac:spMkLst>
            <pc:docMk/>
            <pc:sldMk cId="0" sldId="257"/>
            <ac:spMk id="61" creationId="{00000000-0000-0000-0000-000000000000}"/>
          </ac:spMkLst>
        </pc:spChg>
        <pc:graphicFrameChg chg="mod modGraphic">
          <ac:chgData name="DING, Wenlong" userId="2462c282-915a-45d3-817d-b87203e0e2e0" providerId="ADAL" clId="{5D9E8CCF-4134-8C46-86A4-48224424FD0F}" dt="2023-04-14T13:47:35.013" v="2852" actId="3064"/>
          <ac:graphicFrameMkLst>
            <pc:docMk/>
            <pc:sldMk cId="0" sldId="257"/>
            <ac:graphicFrameMk id="62" creationId="{00000000-0000-0000-0000-000000000000}"/>
          </ac:graphicFrameMkLst>
        </pc:graphicFrameChg>
      </pc:sldChg>
      <pc:sldChg chg="modSp mod modAnim">
        <pc:chgData name="DING, Wenlong" userId="2462c282-915a-45d3-817d-b87203e0e2e0" providerId="ADAL" clId="{5D9E8CCF-4134-8C46-86A4-48224424FD0F}" dt="2023-04-14T13:48:32.808" v="2904" actId="20577"/>
        <pc:sldMkLst>
          <pc:docMk/>
          <pc:sldMk cId="0" sldId="258"/>
        </pc:sldMkLst>
        <pc:spChg chg="mod">
          <ac:chgData name="DING, Wenlong" userId="2462c282-915a-45d3-817d-b87203e0e2e0" providerId="ADAL" clId="{5D9E8CCF-4134-8C46-86A4-48224424FD0F}" dt="2023-04-13T09:28:36.533" v="1306" actId="20577"/>
          <ac:spMkLst>
            <pc:docMk/>
            <pc:sldMk cId="0" sldId="258"/>
            <ac:spMk id="67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4T13:48:32.808" v="2904" actId="20577"/>
          <ac:spMkLst>
            <pc:docMk/>
            <pc:sldMk cId="0" sldId="258"/>
            <ac:spMk id="68" creationId="{00000000-0000-0000-0000-000000000000}"/>
          </ac:spMkLst>
        </pc:spChg>
      </pc:sldChg>
      <pc:sldChg chg="addSp delSp modSp add del mod delAnim modAnim">
        <pc:chgData name="DING, Wenlong" userId="2462c282-915a-45d3-817d-b87203e0e2e0" providerId="ADAL" clId="{5D9E8CCF-4134-8C46-86A4-48224424FD0F}" dt="2023-04-13T11:54:45.617" v="2565" actId="2696"/>
        <pc:sldMkLst>
          <pc:docMk/>
          <pc:sldMk cId="0" sldId="259"/>
        </pc:sldMkLst>
        <pc:spChg chg="add del mod">
          <ac:chgData name="DING, Wenlong" userId="2462c282-915a-45d3-817d-b87203e0e2e0" providerId="ADAL" clId="{5D9E8CCF-4134-8C46-86A4-48224424FD0F}" dt="2023-04-12T11:55:24.951" v="190" actId="478"/>
          <ac:spMkLst>
            <pc:docMk/>
            <pc:sldMk cId="0" sldId="259"/>
            <ac:spMk id="3" creationId="{03BC2421-5F4B-85AF-14C4-74A68374B4A9}"/>
          </ac:spMkLst>
        </pc:spChg>
        <pc:spChg chg="add del mod">
          <ac:chgData name="DING, Wenlong" userId="2462c282-915a-45d3-817d-b87203e0e2e0" providerId="ADAL" clId="{5D9E8CCF-4134-8C46-86A4-48224424FD0F}" dt="2023-04-13T07:48:35.217" v="803" actId="478"/>
          <ac:spMkLst>
            <pc:docMk/>
            <pc:sldMk cId="0" sldId="259"/>
            <ac:spMk id="4" creationId="{FEE56820-F268-638F-B696-E0BCFAE304EC}"/>
          </ac:spMkLst>
        </pc:spChg>
        <pc:spChg chg="add del mod">
          <ac:chgData name="DING, Wenlong" userId="2462c282-915a-45d3-817d-b87203e0e2e0" providerId="ADAL" clId="{5D9E8CCF-4134-8C46-86A4-48224424FD0F}" dt="2023-04-13T08:30:06.051" v="894"/>
          <ac:spMkLst>
            <pc:docMk/>
            <pc:sldMk cId="0" sldId="259"/>
            <ac:spMk id="19" creationId="{B2800E89-3B57-5722-1700-0B3D50C5606E}"/>
          </ac:spMkLst>
        </pc:spChg>
        <pc:spChg chg="add mod">
          <ac:chgData name="DING, Wenlong" userId="2462c282-915a-45d3-817d-b87203e0e2e0" providerId="ADAL" clId="{5D9E8CCF-4134-8C46-86A4-48224424FD0F}" dt="2023-04-13T08:37:56.941" v="1035" actId="2711"/>
          <ac:spMkLst>
            <pc:docMk/>
            <pc:sldMk cId="0" sldId="259"/>
            <ac:spMk id="20" creationId="{6C3C4AD0-AF45-F6F7-6852-86460EFB628B}"/>
          </ac:spMkLst>
        </pc:spChg>
        <pc:spChg chg="add mod">
          <ac:chgData name="DING, Wenlong" userId="2462c282-915a-45d3-817d-b87203e0e2e0" providerId="ADAL" clId="{5D9E8CCF-4134-8C46-86A4-48224424FD0F}" dt="2023-04-13T08:38:00.757" v="1036" actId="2711"/>
          <ac:spMkLst>
            <pc:docMk/>
            <pc:sldMk cId="0" sldId="259"/>
            <ac:spMk id="21" creationId="{960EEC04-6971-125C-04F5-AEE41A6B183C}"/>
          </ac:spMkLst>
        </pc:spChg>
        <pc:spChg chg="add mod">
          <ac:chgData name="DING, Wenlong" userId="2462c282-915a-45d3-817d-b87203e0e2e0" providerId="ADAL" clId="{5D9E8CCF-4134-8C46-86A4-48224424FD0F}" dt="2023-04-13T08:38:11.749" v="1038" actId="255"/>
          <ac:spMkLst>
            <pc:docMk/>
            <pc:sldMk cId="0" sldId="259"/>
            <ac:spMk id="22" creationId="{28DB0C21-00DE-EB92-27CD-E6FB6993B1BD}"/>
          </ac:spMkLst>
        </pc:spChg>
        <pc:spChg chg="add mod">
          <ac:chgData name="DING, Wenlong" userId="2462c282-915a-45d3-817d-b87203e0e2e0" providerId="ADAL" clId="{5D9E8CCF-4134-8C46-86A4-48224424FD0F}" dt="2023-04-13T08:38:11.749" v="1038" actId="255"/>
          <ac:spMkLst>
            <pc:docMk/>
            <pc:sldMk cId="0" sldId="259"/>
            <ac:spMk id="23" creationId="{592DB33D-1C5A-E550-C2D2-3B27271F3FCF}"/>
          </ac:spMkLst>
        </pc:spChg>
        <pc:spChg chg="add mod">
          <ac:chgData name="DING, Wenlong" userId="2462c282-915a-45d3-817d-b87203e0e2e0" providerId="ADAL" clId="{5D9E8CCF-4134-8C46-86A4-48224424FD0F}" dt="2023-04-13T08:38:11.749" v="1038" actId="255"/>
          <ac:spMkLst>
            <pc:docMk/>
            <pc:sldMk cId="0" sldId="259"/>
            <ac:spMk id="24" creationId="{4BCBB73F-3005-5755-AB9D-75EB5B8A3983}"/>
          </ac:spMkLst>
        </pc:spChg>
        <pc:spChg chg="mod">
          <ac:chgData name="DING, Wenlong" userId="2462c282-915a-45d3-817d-b87203e0e2e0" providerId="ADAL" clId="{5D9E8CCF-4134-8C46-86A4-48224424FD0F}" dt="2023-04-13T07:40:57.769" v="726" actId="20577"/>
          <ac:spMkLst>
            <pc:docMk/>
            <pc:sldMk cId="0" sldId="259"/>
            <ac:spMk id="73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2T11:55:21.316" v="187" actId="478"/>
          <ac:spMkLst>
            <pc:docMk/>
            <pc:sldMk cId="0" sldId="259"/>
            <ac:spMk id="74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2T11:52:34.997" v="147" actId="478"/>
          <ac:spMkLst>
            <pc:docMk/>
            <pc:sldMk cId="0" sldId="259"/>
            <ac:spMk id="75" creationId="{00000000-0000-0000-0000-000000000000}"/>
          </ac:spMkLst>
        </pc:sp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3" creationId="{A4C6C47E-4878-BD92-866E-53B2C77B2197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5" creationId="{E30DA224-79EA-A7EF-638C-3CA8555E6744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6" creationId="{B041281E-10F7-1478-3DBC-7B48C6AD314E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10" creationId="{B2FA6763-578B-AB64-6605-4515AF6659B5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11" creationId="{9BEC906F-787B-051C-2430-1702D6DF7097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51.138" v="873" actId="1076"/>
          <ac:graphicFrameMkLst>
            <pc:docMk/>
            <pc:sldMk cId="0" sldId="259"/>
            <ac:graphicFrameMk id="12" creationId="{861A5241-8A52-3744-2226-551F20A143F7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34:21.470" v="977" actId="207"/>
          <ac:graphicFrameMkLst>
            <pc:docMk/>
            <pc:sldMk cId="0" sldId="259"/>
            <ac:graphicFrameMk id="13" creationId="{93BCF704-3306-E713-66BA-F0913707CF5C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34:57.879" v="988" actId="20577"/>
          <ac:graphicFrameMkLst>
            <pc:docMk/>
            <pc:sldMk cId="0" sldId="259"/>
            <ac:graphicFrameMk id="14" creationId="{1860CC1D-4704-4C62-5A60-2E5DE1CE05B7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45.468" v="872" actId="1076"/>
          <ac:graphicFrameMkLst>
            <pc:docMk/>
            <pc:sldMk cId="0" sldId="259"/>
            <ac:graphicFrameMk id="15" creationId="{DC61DF43-D02E-11FB-D8F1-C363F0B10811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45.468" v="872" actId="1076"/>
          <ac:graphicFrameMkLst>
            <pc:docMk/>
            <pc:sldMk cId="0" sldId="259"/>
            <ac:graphicFrameMk id="16" creationId="{B5A4BA3D-45AB-E13F-C744-B9CF9FC5EF7E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45.468" v="872" actId="1076"/>
          <ac:graphicFrameMkLst>
            <pc:docMk/>
            <pc:sldMk cId="0" sldId="259"/>
            <ac:graphicFrameMk id="17" creationId="{F364907A-1433-1E63-FC62-24305746177D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08:29:45.468" v="872" actId="1076"/>
          <ac:graphicFrameMkLst>
            <pc:docMk/>
            <pc:sldMk cId="0" sldId="259"/>
            <ac:graphicFrameMk id="18" creationId="{035D8149-6BA9-F199-3B97-9EB8E2ACECAB}"/>
          </ac:graphicFrameMkLst>
        </pc:graphicFrameChg>
        <pc:picChg chg="add del mod">
          <ac:chgData name="DING, Wenlong" userId="2462c282-915a-45d3-817d-b87203e0e2e0" providerId="ADAL" clId="{5D9E8CCF-4134-8C46-86A4-48224424FD0F}" dt="2023-04-13T07:42:48.130" v="743" actId="478"/>
          <ac:picMkLst>
            <pc:docMk/>
            <pc:sldMk cId="0" sldId="259"/>
            <ac:picMk id="2" creationId="{629984BD-67DD-82EE-461E-D13B2B8B3D40}"/>
          </ac:picMkLst>
        </pc:picChg>
        <pc:picChg chg="add del mod">
          <ac:chgData name="DING, Wenlong" userId="2462c282-915a-45d3-817d-b87203e0e2e0" providerId="ADAL" clId="{5D9E8CCF-4134-8C46-86A4-48224424FD0F}" dt="2023-04-13T07:45:22.506" v="776" actId="478"/>
          <ac:picMkLst>
            <pc:docMk/>
            <pc:sldMk cId="0" sldId="259"/>
            <ac:picMk id="7" creationId="{A38117DD-0004-12FE-BB0E-961A22F39229}"/>
          </ac:picMkLst>
        </pc:picChg>
        <pc:picChg chg="add mod">
          <ac:chgData name="DING, Wenlong" userId="2462c282-915a-45d3-817d-b87203e0e2e0" providerId="ADAL" clId="{5D9E8CCF-4134-8C46-86A4-48224424FD0F}" dt="2023-04-13T07:55:35.264" v="853" actId="1076"/>
          <ac:picMkLst>
            <pc:docMk/>
            <pc:sldMk cId="0" sldId="259"/>
            <ac:picMk id="8" creationId="{7A0B35D1-00B0-B312-E01D-E45906B73F07}"/>
          </ac:picMkLst>
        </pc:picChg>
        <pc:picChg chg="add mod">
          <ac:chgData name="DING, Wenlong" userId="2462c282-915a-45d3-817d-b87203e0e2e0" providerId="ADAL" clId="{5D9E8CCF-4134-8C46-86A4-48224424FD0F}" dt="2023-04-13T07:55:50.898" v="855" actId="1076"/>
          <ac:picMkLst>
            <pc:docMk/>
            <pc:sldMk cId="0" sldId="259"/>
            <ac:picMk id="9" creationId="{5FE79E36-8897-4573-F1A6-C01E3CE19F75}"/>
          </ac:picMkLst>
        </pc:picChg>
        <pc:picChg chg="del mod">
          <ac:chgData name="DING, Wenlong" userId="2462c282-915a-45d3-817d-b87203e0e2e0" providerId="ADAL" clId="{5D9E8CCF-4134-8C46-86A4-48224424FD0F}" dt="2023-04-13T07:41:48.793" v="732" actId="478"/>
          <ac:picMkLst>
            <pc:docMk/>
            <pc:sldMk cId="0" sldId="259"/>
            <ac:picMk id="76" creationId="{00000000-0000-0000-0000-000000000000}"/>
          </ac:picMkLst>
        </pc:picChg>
      </pc:sldChg>
      <pc:sldChg chg="addSp delSp modSp del mod delAnim modAnim">
        <pc:chgData name="DING, Wenlong" userId="2462c282-915a-45d3-817d-b87203e0e2e0" providerId="ADAL" clId="{5D9E8CCF-4134-8C46-86A4-48224424FD0F}" dt="2023-04-13T11:55:25.853" v="2572" actId="2696"/>
        <pc:sldMkLst>
          <pc:docMk/>
          <pc:sldMk cId="0" sldId="260"/>
        </pc:sldMkLst>
        <pc:spChg chg="add del mod">
          <ac:chgData name="DING, Wenlong" userId="2462c282-915a-45d3-817d-b87203e0e2e0" providerId="ADAL" clId="{5D9E8CCF-4134-8C46-86A4-48224424FD0F}" dt="2023-04-12T11:56:37.653" v="201" actId="478"/>
          <ac:spMkLst>
            <pc:docMk/>
            <pc:sldMk cId="0" sldId="260"/>
            <ac:spMk id="3" creationId="{4CE0CC33-5E06-D6AD-C26B-B04AFF2AE707}"/>
          </ac:spMkLst>
        </pc:spChg>
        <pc:spChg chg="add del mod">
          <ac:chgData name="DING, Wenlong" userId="2462c282-915a-45d3-817d-b87203e0e2e0" providerId="ADAL" clId="{5D9E8CCF-4134-8C46-86A4-48224424FD0F}" dt="2023-04-13T07:32:21.249" v="657" actId="478"/>
          <ac:spMkLst>
            <pc:docMk/>
            <pc:sldMk cId="0" sldId="260"/>
            <ac:spMk id="3" creationId="{68D2DE87-0D62-20C5-A22D-D5265F9C2FB9}"/>
          </ac:spMkLst>
        </pc:spChg>
        <pc:spChg chg="add del mod">
          <ac:chgData name="DING, Wenlong" userId="2462c282-915a-45d3-817d-b87203e0e2e0" providerId="ADAL" clId="{5D9E8CCF-4134-8C46-86A4-48224424FD0F}" dt="2023-04-13T08:37:22.292" v="1011" actId="478"/>
          <ac:spMkLst>
            <pc:docMk/>
            <pc:sldMk cId="0" sldId="260"/>
            <ac:spMk id="5" creationId="{6B83B50A-8BC6-7772-C4D5-0C6E5202C656}"/>
          </ac:spMkLst>
        </pc:spChg>
        <pc:spChg chg="add del mod">
          <ac:chgData name="DING, Wenlong" userId="2462c282-915a-45d3-817d-b87203e0e2e0" providerId="ADAL" clId="{5D9E8CCF-4134-8C46-86A4-48224424FD0F}" dt="2023-04-12T11:56:37.653" v="201" actId="478"/>
          <ac:spMkLst>
            <pc:docMk/>
            <pc:sldMk cId="0" sldId="260"/>
            <ac:spMk id="5" creationId="{F40D66DB-288A-23E3-4ED1-A98095A39832}"/>
          </ac:spMkLst>
        </pc:spChg>
        <pc:spChg chg="add mod">
          <ac:chgData name="DING, Wenlong" userId="2462c282-915a-45d3-817d-b87203e0e2e0" providerId="ADAL" clId="{5D9E8CCF-4134-8C46-86A4-48224424FD0F}" dt="2023-04-13T11:35:19.746" v="2536"/>
          <ac:spMkLst>
            <pc:docMk/>
            <pc:sldMk cId="0" sldId="260"/>
            <ac:spMk id="6" creationId="{6E066515-680A-4C03-8D45-F3D06E1CA1CE}"/>
          </ac:spMkLst>
        </pc:spChg>
        <pc:spChg chg="add del mod">
          <ac:chgData name="DING, Wenlong" userId="2462c282-915a-45d3-817d-b87203e0e2e0" providerId="ADAL" clId="{5D9E8CCF-4134-8C46-86A4-48224424FD0F}" dt="2023-04-13T08:37:18.962" v="1010" actId="478"/>
          <ac:spMkLst>
            <pc:docMk/>
            <pc:sldMk cId="0" sldId="260"/>
            <ac:spMk id="7" creationId="{E28ED5A8-19EC-426B-C453-1A884AB7D545}"/>
          </ac:spMkLst>
        </pc:spChg>
        <pc:spChg chg="add del mod">
          <ac:chgData name="DING, Wenlong" userId="2462c282-915a-45d3-817d-b87203e0e2e0" providerId="ADAL" clId="{5D9E8CCF-4134-8C46-86A4-48224424FD0F}" dt="2023-04-13T11:54:59.387" v="2567" actId="478"/>
          <ac:spMkLst>
            <pc:docMk/>
            <pc:sldMk cId="0" sldId="260"/>
            <ac:spMk id="8" creationId="{CAE04416-4C3F-64D8-2929-3B5036E59A88}"/>
          </ac:spMkLst>
        </pc:spChg>
        <pc:spChg chg="add del mod">
          <ac:chgData name="DING, Wenlong" userId="2462c282-915a-45d3-817d-b87203e0e2e0" providerId="ADAL" clId="{5D9E8CCF-4134-8C46-86A4-48224424FD0F}" dt="2023-04-13T08:52:41.116" v="1222" actId="478"/>
          <ac:spMkLst>
            <pc:docMk/>
            <pc:sldMk cId="0" sldId="260"/>
            <ac:spMk id="12" creationId="{EA99FD7D-F428-C54D-F3F3-EAF64AF2B3FE}"/>
          </ac:spMkLst>
        </pc:spChg>
        <pc:spChg chg="add del mod">
          <ac:chgData name="DING, Wenlong" userId="2462c282-915a-45d3-817d-b87203e0e2e0" providerId="ADAL" clId="{5D9E8CCF-4134-8C46-86A4-48224424FD0F}" dt="2023-04-13T11:55:01.782" v="2568" actId="478"/>
          <ac:spMkLst>
            <pc:docMk/>
            <pc:sldMk cId="0" sldId="260"/>
            <ac:spMk id="13" creationId="{E2BEE91E-022B-4F94-A1D1-1D70498E9046}"/>
          </ac:spMkLst>
        </pc:spChg>
        <pc:spChg chg="add del mod">
          <ac:chgData name="DING, Wenlong" userId="2462c282-915a-45d3-817d-b87203e0e2e0" providerId="ADAL" clId="{5D9E8CCF-4134-8C46-86A4-48224424FD0F}" dt="2023-04-13T08:51:50.269" v="1211" actId="478"/>
          <ac:spMkLst>
            <pc:docMk/>
            <pc:sldMk cId="0" sldId="260"/>
            <ac:spMk id="18" creationId="{16AB13A9-0DDE-F235-56DF-B83FE292C2DD}"/>
          </ac:spMkLst>
        </pc:spChg>
        <pc:spChg chg="add del mod">
          <ac:chgData name="DING, Wenlong" userId="2462c282-915a-45d3-817d-b87203e0e2e0" providerId="ADAL" clId="{5D9E8CCF-4134-8C46-86A4-48224424FD0F}" dt="2023-04-13T08:52:41.116" v="1222" actId="478"/>
          <ac:spMkLst>
            <pc:docMk/>
            <pc:sldMk cId="0" sldId="260"/>
            <ac:spMk id="20" creationId="{F72E70BE-3DDE-B1C9-E12A-F5BB82D7EC5D}"/>
          </ac:spMkLst>
        </pc:spChg>
        <pc:spChg chg="add del mod">
          <ac:chgData name="DING, Wenlong" userId="2462c282-915a-45d3-817d-b87203e0e2e0" providerId="ADAL" clId="{5D9E8CCF-4134-8C46-86A4-48224424FD0F}" dt="2023-04-13T08:53:16.405" v="1228" actId="478"/>
          <ac:spMkLst>
            <pc:docMk/>
            <pc:sldMk cId="0" sldId="260"/>
            <ac:spMk id="25" creationId="{6EE19A0D-36BF-0A3C-4000-A3063945E457}"/>
          </ac:spMkLst>
        </pc:spChg>
        <pc:spChg chg="add del mod topLvl">
          <ac:chgData name="DING, Wenlong" userId="2462c282-915a-45d3-817d-b87203e0e2e0" providerId="ADAL" clId="{5D9E8CCF-4134-8C46-86A4-48224424FD0F}" dt="2023-04-13T11:54:59.387" v="2567" actId="478"/>
          <ac:spMkLst>
            <pc:docMk/>
            <pc:sldMk cId="0" sldId="260"/>
            <ac:spMk id="31" creationId="{BDB3B7DF-ABEE-415E-594B-A6E7BC7F164B}"/>
          </ac:spMkLst>
        </pc:spChg>
        <pc:spChg chg="mod topLvl">
          <ac:chgData name="DING, Wenlong" userId="2462c282-915a-45d3-817d-b87203e0e2e0" providerId="ADAL" clId="{5D9E8CCF-4134-8C46-86A4-48224424FD0F}" dt="2023-04-13T11:55:17.437" v="2571" actId="14100"/>
          <ac:spMkLst>
            <pc:docMk/>
            <pc:sldMk cId="0" sldId="260"/>
            <ac:spMk id="38" creationId="{A26E6CAF-7142-79FB-D14B-EDA4F1012CB3}"/>
          </ac:spMkLst>
        </pc:spChg>
        <pc:spChg chg="mod topLvl">
          <ac:chgData name="DING, Wenlong" userId="2462c282-915a-45d3-817d-b87203e0e2e0" providerId="ADAL" clId="{5D9E8CCF-4134-8C46-86A4-48224424FD0F}" dt="2023-04-13T11:55:17.437" v="2571" actId="14100"/>
          <ac:spMkLst>
            <pc:docMk/>
            <pc:sldMk cId="0" sldId="260"/>
            <ac:spMk id="44" creationId="{6168FB3A-78E1-6BC3-F3C3-F32615BE02DE}"/>
          </ac:spMkLst>
        </pc:spChg>
        <pc:spChg chg="add del mod">
          <ac:chgData name="DING, Wenlong" userId="2462c282-915a-45d3-817d-b87203e0e2e0" providerId="ADAL" clId="{5D9E8CCF-4134-8C46-86A4-48224424FD0F}" dt="2023-04-13T11:35:35.726" v="2542" actId="478"/>
          <ac:spMkLst>
            <pc:docMk/>
            <pc:sldMk cId="0" sldId="260"/>
            <ac:spMk id="52" creationId="{3D6159E7-E4EA-E800-0220-46FD670B5FA2}"/>
          </ac:spMkLst>
        </pc:spChg>
        <pc:spChg chg="add mod">
          <ac:chgData name="DING, Wenlong" userId="2462c282-915a-45d3-817d-b87203e0e2e0" providerId="ADAL" clId="{5D9E8CCF-4134-8C46-86A4-48224424FD0F}" dt="2023-04-13T11:35:24.025" v="2538" actId="1076"/>
          <ac:spMkLst>
            <pc:docMk/>
            <pc:sldMk cId="0" sldId="260"/>
            <ac:spMk id="54" creationId="{D2ED428B-AF72-883E-B342-2C18B1B6AE5F}"/>
          </ac:spMkLst>
        </pc:spChg>
        <pc:spChg chg="del">
          <ac:chgData name="DING, Wenlong" userId="2462c282-915a-45d3-817d-b87203e0e2e0" providerId="ADAL" clId="{5D9E8CCF-4134-8C46-86A4-48224424FD0F}" dt="2023-04-12T11:56:33.270" v="199" actId="478"/>
          <ac:spMkLst>
            <pc:docMk/>
            <pc:sldMk cId="0" sldId="260"/>
            <ac:spMk id="81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2T11:56:33.270" v="199" actId="478"/>
          <ac:spMkLst>
            <pc:docMk/>
            <pc:sldMk cId="0" sldId="260"/>
            <ac:spMk id="82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2T11:56:45.588" v="203" actId="478"/>
          <ac:spMkLst>
            <pc:docMk/>
            <pc:sldMk cId="0" sldId="260"/>
            <ac:spMk id="83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3T08:49:32.048" v="1175" actId="478"/>
          <ac:spMkLst>
            <pc:docMk/>
            <pc:sldMk cId="0" sldId="260"/>
            <ac:spMk id="88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3T08:49:43.610" v="1179" actId="478"/>
          <ac:spMkLst>
            <pc:docMk/>
            <pc:sldMk cId="0" sldId="260"/>
            <ac:spMk id="89" creationId="{00000000-0000-0000-0000-000000000000}"/>
          </ac:spMkLst>
        </pc:spChg>
        <pc:grpChg chg="add del mod">
          <ac:chgData name="DING, Wenlong" userId="2462c282-915a-45d3-817d-b87203e0e2e0" providerId="ADAL" clId="{5D9E8CCF-4134-8C46-86A4-48224424FD0F}" dt="2023-04-13T08:57:04.131" v="1256" actId="165"/>
          <ac:grpSpMkLst>
            <pc:docMk/>
            <pc:sldMk cId="0" sldId="260"/>
            <ac:grpSpMk id="24" creationId="{6EF95D14-0027-706F-998D-C491EBEE3B2E}"/>
          </ac:grpSpMkLst>
        </pc:grpChg>
        <pc:grpChg chg="add del mod">
          <ac:chgData name="DING, Wenlong" userId="2462c282-915a-45d3-817d-b87203e0e2e0" providerId="ADAL" clId="{5D9E8CCF-4134-8C46-86A4-48224424FD0F}" dt="2023-04-13T08:52:58.695" v="1225" actId="165"/>
          <ac:grpSpMkLst>
            <pc:docMk/>
            <pc:sldMk cId="0" sldId="260"/>
            <ac:grpSpMk id="26" creationId="{C592B815-744A-622E-367E-82C6F60E8202}"/>
          </ac:grpSpMkLst>
        </pc:grpChg>
        <pc:grpChg chg="add del mod">
          <ac:chgData name="DING, Wenlong" userId="2462c282-915a-45d3-817d-b87203e0e2e0" providerId="ADAL" clId="{5D9E8CCF-4134-8C46-86A4-48224424FD0F}" dt="2023-04-13T08:57:16.380" v="1257" actId="165"/>
          <ac:grpSpMkLst>
            <pc:docMk/>
            <pc:sldMk cId="0" sldId="260"/>
            <ac:grpSpMk id="32" creationId="{69807F76-257D-2869-5292-1B7227F84C58}"/>
          </ac:grpSpMkLst>
        </pc:grpChg>
        <pc:grpChg chg="add del mod">
          <ac:chgData name="DING, Wenlong" userId="2462c282-915a-45d3-817d-b87203e0e2e0" providerId="ADAL" clId="{5D9E8CCF-4134-8C46-86A4-48224424FD0F}" dt="2023-04-13T08:57:20.185" v="1258" actId="165"/>
          <ac:grpSpMkLst>
            <pc:docMk/>
            <pc:sldMk cId="0" sldId="260"/>
            <ac:grpSpMk id="33" creationId="{6BAF9166-0E67-7AC6-BDC6-D18296D6CD1F}"/>
          </ac:grpSpMkLst>
        </pc:grpChg>
        <pc:grpChg chg="add del mod">
          <ac:chgData name="DING, Wenlong" userId="2462c282-915a-45d3-817d-b87203e0e2e0" providerId="ADAL" clId="{5D9E8CCF-4134-8C46-86A4-48224424FD0F}" dt="2023-04-13T08:57:26.159" v="1259" actId="165"/>
          <ac:grpSpMkLst>
            <pc:docMk/>
            <pc:sldMk cId="0" sldId="260"/>
            <ac:grpSpMk id="39" creationId="{5F54EFCD-C1C4-958E-5E6E-C7A9A655D7FE}"/>
          </ac:grpSpMkLst>
        </pc:grpChg>
        <pc:graphicFrameChg chg="add del mod topLvl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9" creationId="{39939214-1B30-42CA-41D8-86E4921E643F}"/>
          </ac:graphicFrameMkLst>
        </pc:graphicFrameChg>
        <pc:graphicFrameChg chg="add del mod topLvl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10" creationId="{57395A4E-1256-CC2F-3681-8A2832901D9D}"/>
          </ac:graphicFrameMkLst>
        </pc:graphicFrameChg>
        <pc:graphicFrameChg chg="add del mod modGraphic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14" creationId="{48C4C862-0C52-53C4-1AA9-14444D8A3DE8}"/>
          </ac:graphicFrameMkLst>
        </pc:graphicFrameChg>
        <pc:graphicFrameChg chg="add del mod modGraphic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15" creationId="{DD24BEFF-2EA9-3BC8-7E3C-2C56E0DA121E}"/>
          </ac:graphicFrameMkLst>
        </pc:graphicFrameChg>
        <pc:graphicFrameChg chg="add del">
          <ac:chgData name="DING, Wenlong" userId="2462c282-915a-45d3-817d-b87203e0e2e0" providerId="ADAL" clId="{5D9E8CCF-4134-8C46-86A4-48224424FD0F}" dt="2023-04-13T08:50:28.449" v="1192"/>
          <ac:graphicFrameMkLst>
            <pc:docMk/>
            <pc:sldMk cId="0" sldId="260"/>
            <ac:graphicFrameMk id="16" creationId="{ADC0A517-E8D2-71D0-0198-A16AC4FEEA3C}"/>
          </ac:graphicFrameMkLst>
        </pc:graphicFrameChg>
        <pc:graphicFrameChg chg="add del mod modGraphic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17" creationId="{505FF8E8-872B-12CF-6FA9-BEB394518BC3}"/>
          </ac:graphicFrameMkLst>
        </pc:graphicFrameChg>
        <pc:graphicFrameChg chg="add del mod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21" creationId="{9F108721-75F9-E9EC-D4B1-774CB5AA09B2}"/>
          </ac:graphicFrameMkLst>
        </pc:graphicFrameChg>
        <pc:graphicFrameChg chg="add del mod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22" creationId="{D303DB38-66C6-DEE5-53AF-92251BAD8550}"/>
          </ac:graphicFrameMkLst>
        </pc:graphicFrameChg>
        <pc:graphicFrameChg chg="add del mod">
          <ac:chgData name="DING, Wenlong" userId="2462c282-915a-45d3-817d-b87203e0e2e0" providerId="ADAL" clId="{5D9E8CCF-4134-8C46-86A4-48224424FD0F}" dt="2023-04-13T08:52:41.116" v="1222" actId="478"/>
          <ac:graphicFrameMkLst>
            <pc:docMk/>
            <pc:sldMk cId="0" sldId="260"/>
            <ac:graphicFrameMk id="23" creationId="{FCB6E5DA-214D-57CB-159E-3114FE28C220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28" creationId="{A73D8270-C301-7E43-F677-DD3192915FCD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29" creationId="{C370A868-37D4-77A2-DE08-6CE3A7583562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30" creationId="{AEC7B4EE-D3FE-7A30-5AF0-82475F049299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35" creationId="{352E1C11-A84E-AC8F-6EA0-EE0051539B2E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36" creationId="{3E3E025E-C5EE-145A-ADE6-64791AA29F6F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37" creationId="{B88448A3-B49D-4AAD-5322-753339321356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41" creationId="{84AF2A54-ECE9-7E9F-3B2E-465785777694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08:58:38.537" v="1272" actId="478"/>
          <ac:graphicFrameMkLst>
            <pc:docMk/>
            <pc:sldMk cId="0" sldId="260"/>
            <ac:graphicFrameMk id="42" creationId="{D4FA1744-D419-7719-0A22-39E8E54C98F1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43" creationId="{6EB15FF3-B5BE-D611-9203-0B172BDAE7D1}"/>
          </ac:graphicFrameMkLst>
        </pc:graphicFrameChg>
        <pc:graphicFrameChg chg="add del mod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45" creationId="{253D598A-EB41-F6A0-4580-34F22927A0C6}"/>
          </ac:graphicFrameMkLst>
        </pc:graphicFrameChg>
        <pc:graphicFrameChg chg="add del mod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46" creationId="{985BDFB7-B0CE-D245-D0F0-6DA31E8C7CA8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47" creationId="{625C959F-45E5-29DE-2341-10C82FCC91E9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48" creationId="{44667F3A-F733-A7D9-D7D8-1AAF95C28079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49" creationId="{49F283CF-4D07-4B85-7D97-89B7F40CA34A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11:55:17.437" v="2571" actId="14100"/>
          <ac:graphicFrameMkLst>
            <pc:docMk/>
            <pc:sldMk cId="0" sldId="260"/>
            <ac:graphicFrameMk id="50" creationId="{95A76F5B-8322-C1FD-BF20-34925E6A26CD}"/>
          </ac:graphicFrameMkLst>
        </pc:graphicFrameChg>
        <pc:graphicFrameChg chg="del mod modGraphic">
          <ac:chgData name="DING, Wenlong" userId="2462c282-915a-45d3-817d-b87203e0e2e0" providerId="ADAL" clId="{5D9E8CCF-4134-8C46-86A4-48224424FD0F}" dt="2023-04-13T08:50:08.681" v="1188" actId="478"/>
          <ac:graphicFrameMkLst>
            <pc:docMk/>
            <pc:sldMk cId="0" sldId="260"/>
            <ac:graphicFrameMk id="85" creationId="{00000000-0000-0000-0000-000000000000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11:54:59.387" v="2567" actId="478"/>
          <ac:graphicFrameMkLst>
            <pc:docMk/>
            <pc:sldMk cId="0" sldId="260"/>
            <ac:graphicFrameMk id="86" creationId="{00000000-0000-0000-0000-000000000000}"/>
          </ac:graphicFrameMkLst>
        </pc:graphicFrameChg>
        <pc:graphicFrameChg chg="del mod modGraphic">
          <ac:chgData name="DING, Wenlong" userId="2462c282-915a-45d3-817d-b87203e0e2e0" providerId="ADAL" clId="{5D9E8CCF-4134-8C46-86A4-48224424FD0F}" dt="2023-04-13T08:45:37.031" v="1144" actId="478"/>
          <ac:graphicFrameMkLst>
            <pc:docMk/>
            <pc:sldMk cId="0" sldId="260"/>
            <ac:graphicFrameMk id="87" creationId="{00000000-0000-0000-0000-000000000000}"/>
          </ac:graphicFrameMkLst>
        </pc:graphicFrameChg>
        <pc:picChg chg="add del mod">
          <ac:chgData name="DING, Wenlong" userId="2462c282-915a-45d3-817d-b87203e0e2e0" providerId="ADAL" clId="{5D9E8CCF-4134-8C46-86A4-48224424FD0F}" dt="2023-04-13T08:52:41.116" v="1222" actId="478"/>
          <ac:picMkLst>
            <pc:docMk/>
            <pc:sldMk cId="0" sldId="260"/>
            <ac:picMk id="11" creationId="{6FDD7438-349A-7843-0C89-69F1D46E2FCD}"/>
          </ac:picMkLst>
        </pc:picChg>
        <pc:picChg chg="add del mod">
          <ac:chgData name="DING, Wenlong" userId="2462c282-915a-45d3-817d-b87203e0e2e0" providerId="ADAL" clId="{5D9E8CCF-4134-8C46-86A4-48224424FD0F}" dt="2023-04-13T08:52:41.116" v="1222" actId="478"/>
          <ac:picMkLst>
            <pc:docMk/>
            <pc:sldMk cId="0" sldId="260"/>
            <ac:picMk id="19" creationId="{915FC47B-FD93-9F2D-455D-72C2CF85ACBF}"/>
          </ac:picMkLst>
        </pc:picChg>
        <pc:picChg chg="del mod topLvl">
          <ac:chgData name="DING, Wenlong" userId="2462c282-915a-45d3-817d-b87203e0e2e0" providerId="ADAL" clId="{5D9E8CCF-4134-8C46-86A4-48224424FD0F}" dt="2023-04-13T11:54:59.387" v="2567" actId="478"/>
          <ac:picMkLst>
            <pc:docMk/>
            <pc:sldMk cId="0" sldId="260"/>
            <ac:picMk id="27" creationId="{866755EB-072E-4F0D-DFF9-4CB0F9D165A2}"/>
          </ac:picMkLst>
        </pc:picChg>
        <pc:picChg chg="mod topLvl">
          <ac:chgData name="DING, Wenlong" userId="2462c282-915a-45d3-817d-b87203e0e2e0" providerId="ADAL" clId="{5D9E8CCF-4134-8C46-86A4-48224424FD0F}" dt="2023-04-13T11:55:17.437" v="2571" actId="14100"/>
          <ac:picMkLst>
            <pc:docMk/>
            <pc:sldMk cId="0" sldId="260"/>
            <ac:picMk id="34" creationId="{226E0FBF-1609-C576-813F-38243D797B54}"/>
          </ac:picMkLst>
        </pc:picChg>
        <pc:picChg chg="mod topLvl">
          <ac:chgData name="DING, Wenlong" userId="2462c282-915a-45d3-817d-b87203e0e2e0" providerId="ADAL" clId="{5D9E8CCF-4134-8C46-86A4-48224424FD0F}" dt="2023-04-13T11:55:17.437" v="2571" actId="14100"/>
          <ac:picMkLst>
            <pc:docMk/>
            <pc:sldMk cId="0" sldId="260"/>
            <ac:picMk id="40" creationId="{E0BA8627-0B1D-2C1E-802D-86C4610B41B7}"/>
          </ac:picMkLst>
        </pc:picChg>
        <pc:picChg chg="del mod topLvl">
          <ac:chgData name="DING, Wenlong" userId="2462c282-915a-45d3-817d-b87203e0e2e0" providerId="ADAL" clId="{5D9E8CCF-4134-8C46-86A4-48224424FD0F}" dt="2023-04-13T11:54:59.387" v="2567" actId="478"/>
          <ac:picMkLst>
            <pc:docMk/>
            <pc:sldMk cId="0" sldId="260"/>
            <ac:picMk id="84" creationId="{00000000-0000-0000-0000-000000000000}"/>
          </ac:picMkLst>
        </pc:picChg>
      </pc:sldChg>
      <pc:sldChg chg="addSp delSp modSp del mod modAnim">
        <pc:chgData name="DING, Wenlong" userId="2462c282-915a-45d3-817d-b87203e0e2e0" providerId="ADAL" clId="{5D9E8CCF-4134-8C46-86A4-48224424FD0F}" dt="2023-04-13T12:37:44.088" v="2708" actId="2696"/>
        <pc:sldMkLst>
          <pc:docMk/>
          <pc:sldMk cId="0" sldId="261"/>
        </pc:sldMkLst>
        <pc:spChg chg="add del mod">
          <ac:chgData name="DING, Wenlong" userId="2462c282-915a-45d3-817d-b87203e0e2e0" providerId="ADAL" clId="{5D9E8CCF-4134-8C46-86A4-48224424FD0F}" dt="2023-04-13T05:17:45.457" v="269" actId="478"/>
          <ac:spMkLst>
            <pc:docMk/>
            <pc:sldMk cId="0" sldId="261"/>
            <ac:spMk id="3" creationId="{D5D3C55C-4A94-CBCB-2E17-583C2D609BAC}"/>
          </ac:spMkLst>
        </pc:spChg>
        <pc:spChg chg="add del mod">
          <ac:chgData name="DING, Wenlong" userId="2462c282-915a-45d3-817d-b87203e0e2e0" providerId="ADAL" clId="{5D9E8CCF-4134-8C46-86A4-48224424FD0F}" dt="2023-04-13T05:17:43.051" v="268"/>
          <ac:spMkLst>
            <pc:docMk/>
            <pc:sldMk cId="0" sldId="261"/>
            <ac:spMk id="4" creationId="{CAA09E5C-413A-5577-D965-26A989C50A7B}"/>
          </ac:spMkLst>
        </pc:spChg>
        <pc:spChg chg="add mod">
          <ac:chgData name="DING, Wenlong" userId="2462c282-915a-45d3-817d-b87203e0e2e0" providerId="ADAL" clId="{5D9E8CCF-4134-8C46-86A4-48224424FD0F}" dt="2023-04-13T05:17:46.022" v="270"/>
          <ac:spMkLst>
            <pc:docMk/>
            <pc:sldMk cId="0" sldId="261"/>
            <ac:spMk id="5" creationId="{30012227-55F7-8D54-0FB2-D6D98CFD50E2}"/>
          </ac:spMkLst>
        </pc:spChg>
        <pc:spChg chg="add mod">
          <ac:chgData name="DING, Wenlong" userId="2462c282-915a-45d3-817d-b87203e0e2e0" providerId="ADAL" clId="{5D9E8CCF-4134-8C46-86A4-48224424FD0F}" dt="2023-04-13T05:25:22.614" v="312" actId="1076"/>
          <ac:spMkLst>
            <pc:docMk/>
            <pc:sldMk cId="0" sldId="261"/>
            <ac:spMk id="8" creationId="{402E2BE6-2B12-545D-F063-2B4E511AF267}"/>
          </ac:spMkLst>
        </pc:spChg>
        <pc:spChg chg="add mod">
          <ac:chgData name="DING, Wenlong" userId="2462c282-915a-45d3-817d-b87203e0e2e0" providerId="ADAL" clId="{5D9E8CCF-4134-8C46-86A4-48224424FD0F}" dt="2023-04-13T05:25:10.891" v="310" actId="1076"/>
          <ac:spMkLst>
            <pc:docMk/>
            <pc:sldMk cId="0" sldId="261"/>
            <ac:spMk id="9" creationId="{F42B71F0-5379-DE8E-6FC7-1CFB3527A7C8}"/>
          </ac:spMkLst>
        </pc:spChg>
        <pc:spChg chg="add mod">
          <ac:chgData name="DING, Wenlong" userId="2462c282-915a-45d3-817d-b87203e0e2e0" providerId="ADAL" clId="{5D9E8CCF-4134-8C46-86A4-48224424FD0F}" dt="2023-04-13T07:32:28.498" v="662"/>
          <ac:spMkLst>
            <pc:docMk/>
            <pc:sldMk cId="0" sldId="261"/>
            <ac:spMk id="12" creationId="{CCCCF513-8408-2F0D-0261-08A9BED729D8}"/>
          </ac:spMkLst>
        </pc:spChg>
        <pc:spChg chg="mod">
          <ac:chgData name="DING, Wenlong" userId="2462c282-915a-45d3-817d-b87203e0e2e0" providerId="ADAL" clId="{5D9E8CCF-4134-8C46-86A4-48224424FD0F}" dt="2023-04-13T05:18:02.390" v="274" actId="2711"/>
          <ac:spMkLst>
            <pc:docMk/>
            <pc:sldMk cId="0" sldId="261"/>
            <ac:spMk id="94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3T05:17:41.530" v="266" actId="478"/>
          <ac:spMkLst>
            <pc:docMk/>
            <pc:sldMk cId="0" sldId="261"/>
            <ac:spMk id="95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3T05:17:08.466" v="264" actId="478"/>
          <ac:spMkLst>
            <pc:docMk/>
            <pc:sldMk cId="0" sldId="261"/>
            <ac:spMk id="96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3T05:25:05.535" v="308" actId="478"/>
          <ac:spMkLst>
            <pc:docMk/>
            <pc:sldMk cId="0" sldId="261"/>
            <ac:spMk id="101" creationId="{00000000-0000-0000-0000-000000000000}"/>
          </ac:spMkLst>
        </pc:spChg>
        <pc:spChg chg="del mod">
          <ac:chgData name="DING, Wenlong" userId="2462c282-915a-45d3-817d-b87203e0e2e0" providerId="ADAL" clId="{5D9E8CCF-4134-8C46-86A4-48224424FD0F}" dt="2023-04-13T05:24:49.729" v="303" actId="478"/>
          <ac:spMkLst>
            <pc:docMk/>
            <pc:sldMk cId="0" sldId="261"/>
            <ac:spMk id="102" creationId="{00000000-0000-0000-0000-000000000000}"/>
          </ac:spMkLst>
        </pc:spChg>
        <pc:graphicFrameChg chg="add mod">
          <ac:chgData name="DING, Wenlong" userId="2462c282-915a-45d3-817d-b87203e0e2e0" providerId="ADAL" clId="{5D9E8CCF-4134-8C46-86A4-48224424FD0F}" dt="2023-04-13T05:26:43.080" v="318" actId="1076"/>
          <ac:graphicFrameMkLst>
            <pc:docMk/>
            <pc:sldMk cId="0" sldId="261"/>
            <ac:graphicFrameMk id="10" creationId="{8B04E7B2-80B7-2324-8FF6-EA47BE06E74D}"/>
          </ac:graphicFrameMkLst>
        </pc:graphicFrameChg>
        <pc:graphicFrameChg chg="add mod">
          <ac:chgData name="DING, Wenlong" userId="2462c282-915a-45d3-817d-b87203e0e2e0" providerId="ADAL" clId="{5D9E8CCF-4134-8C46-86A4-48224424FD0F}" dt="2023-04-13T05:26:19.375" v="317" actId="1076"/>
          <ac:graphicFrameMkLst>
            <pc:docMk/>
            <pc:sldMk cId="0" sldId="261"/>
            <ac:graphicFrameMk id="11" creationId="{AB357020-01CB-A736-D978-CBCCD543FBDF}"/>
          </ac:graphicFrameMkLst>
        </pc:graphicFrameChg>
        <pc:graphicFrameChg chg="mod modGraphic">
          <ac:chgData name="DING, Wenlong" userId="2462c282-915a-45d3-817d-b87203e0e2e0" providerId="ADAL" clId="{5D9E8CCF-4134-8C46-86A4-48224424FD0F}" dt="2023-04-13T05:25:17.741" v="311" actId="1076"/>
          <ac:graphicFrameMkLst>
            <pc:docMk/>
            <pc:sldMk cId="0" sldId="261"/>
            <ac:graphicFrameMk id="98" creationId="{00000000-0000-0000-0000-000000000000}"/>
          </ac:graphicFrameMkLst>
        </pc:graphicFrameChg>
        <pc:graphicFrameChg chg="del mod modGraphic">
          <ac:chgData name="DING, Wenlong" userId="2462c282-915a-45d3-817d-b87203e0e2e0" providerId="ADAL" clId="{5D9E8CCF-4134-8C46-86A4-48224424FD0F}" dt="2023-04-13T05:25:34.609" v="315" actId="478"/>
          <ac:graphicFrameMkLst>
            <pc:docMk/>
            <pc:sldMk cId="0" sldId="261"/>
            <ac:graphicFrameMk id="99" creationId="{00000000-0000-0000-0000-000000000000}"/>
          </ac:graphicFrameMkLst>
        </pc:graphicFrameChg>
        <pc:graphicFrameChg chg="del mod modGraphic">
          <ac:chgData name="DING, Wenlong" userId="2462c282-915a-45d3-817d-b87203e0e2e0" providerId="ADAL" clId="{5D9E8CCF-4134-8C46-86A4-48224424FD0F}" dt="2023-04-13T05:25:28.455" v="313" actId="478"/>
          <ac:graphicFrameMkLst>
            <pc:docMk/>
            <pc:sldMk cId="0" sldId="261"/>
            <ac:graphicFrameMk id="100" creationId="{00000000-0000-0000-0000-000000000000}"/>
          </ac:graphicFrameMkLst>
        </pc:graphicFrameChg>
        <pc:picChg chg="add del mod">
          <ac:chgData name="DING, Wenlong" userId="2462c282-915a-45d3-817d-b87203e0e2e0" providerId="ADAL" clId="{5D9E8CCF-4134-8C46-86A4-48224424FD0F}" dt="2023-04-13T05:24:39.648" v="300"/>
          <ac:picMkLst>
            <pc:docMk/>
            <pc:sldMk cId="0" sldId="261"/>
            <ac:picMk id="6" creationId="{129F86B7-3B7E-DBFC-9EFE-0765A2C6B53D}"/>
          </ac:picMkLst>
        </pc:picChg>
        <pc:picChg chg="add mod">
          <ac:chgData name="DING, Wenlong" userId="2462c282-915a-45d3-817d-b87203e0e2e0" providerId="ADAL" clId="{5D9E8CCF-4134-8C46-86A4-48224424FD0F}" dt="2023-04-13T05:24:44.212" v="302"/>
          <ac:picMkLst>
            <pc:docMk/>
            <pc:sldMk cId="0" sldId="261"/>
            <ac:picMk id="7" creationId="{28242064-C7B0-BCB3-230D-68CC31D97E80}"/>
          </ac:picMkLst>
        </pc:picChg>
        <pc:picChg chg="del mod">
          <ac:chgData name="DING, Wenlong" userId="2462c282-915a-45d3-817d-b87203e0e2e0" providerId="ADAL" clId="{5D9E8CCF-4134-8C46-86A4-48224424FD0F}" dt="2023-04-13T05:24:35.769" v="298" actId="478"/>
          <ac:picMkLst>
            <pc:docMk/>
            <pc:sldMk cId="0" sldId="261"/>
            <ac:picMk id="97" creationId="{00000000-0000-0000-0000-000000000000}"/>
          </ac:picMkLst>
        </pc:picChg>
      </pc:sldChg>
      <pc:sldChg chg="addSp delSp modSp del mod">
        <pc:chgData name="DING, Wenlong" userId="2462c282-915a-45d3-817d-b87203e0e2e0" providerId="ADAL" clId="{5D9E8CCF-4134-8C46-86A4-48224424FD0F}" dt="2023-04-13T12:37:40.718" v="2706" actId="2696"/>
        <pc:sldMkLst>
          <pc:docMk/>
          <pc:sldMk cId="0" sldId="262"/>
        </pc:sldMkLst>
        <pc:spChg chg="add del mod">
          <ac:chgData name="DING, Wenlong" userId="2462c282-915a-45d3-817d-b87203e0e2e0" providerId="ADAL" clId="{5D9E8CCF-4134-8C46-86A4-48224424FD0F}" dt="2023-04-13T07:33:34.641" v="664" actId="478"/>
          <ac:spMkLst>
            <pc:docMk/>
            <pc:sldMk cId="0" sldId="262"/>
            <ac:spMk id="3" creationId="{3153D386-BCCF-F10E-2586-44228EF2B820}"/>
          </ac:spMkLst>
        </pc:spChg>
        <pc:spChg chg="add mod">
          <ac:chgData name="DING, Wenlong" userId="2462c282-915a-45d3-817d-b87203e0e2e0" providerId="ADAL" clId="{5D9E8CCF-4134-8C46-86A4-48224424FD0F}" dt="2023-04-13T07:33:32.069" v="663"/>
          <ac:spMkLst>
            <pc:docMk/>
            <pc:sldMk cId="0" sldId="262"/>
            <ac:spMk id="4" creationId="{5DD45832-A74E-B83F-6E5B-6665B95E2447}"/>
          </ac:spMkLst>
        </pc:spChg>
        <pc:spChg chg="mod">
          <ac:chgData name="DING, Wenlong" userId="2462c282-915a-45d3-817d-b87203e0e2e0" providerId="ADAL" clId="{5D9E8CCF-4134-8C46-86A4-48224424FD0F}" dt="2023-04-12T11:45:39.878" v="43" actId="27636"/>
          <ac:spMkLst>
            <pc:docMk/>
            <pc:sldMk cId="0" sldId="262"/>
            <ac:spMk id="108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3T05:17:31.136" v="265" actId="478"/>
          <ac:spMkLst>
            <pc:docMk/>
            <pc:sldMk cId="0" sldId="262"/>
            <ac:spMk id="109" creationId="{00000000-0000-0000-0000-000000000000}"/>
          </ac:spMkLst>
        </pc:spChg>
      </pc:sldChg>
      <pc:sldChg chg="addSp modSp del mod">
        <pc:chgData name="DING, Wenlong" userId="2462c282-915a-45d3-817d-b87203e0e2e0" providerId="ADAL" clId="{5D9E8CCF-4134-8C46-86A4-48224424FD0F}" dt="2023-04-13T12:37:39.666" v="2705" actId="2696"/>
        <pc:sldMkLst>
          <pc:docMk/>
          <pc:sldMk cId="0" sldId="263"/>
        </pc:sldMkLst>
        <pc:spChg chg="add mod">
          <ac:chgData name="DING, Wenlong" userId="2462c282-915a-45d3-817d-b87203e0e2e0" providerId="ADAL" clId="{5D9E8CCF-4134-8C46-86A4-48224424FD0F}" dt="2023-04-13T11:32:43.469" v="2504" actId="20577"/>
          <ac:spMkLst>
            <pc:docMk/>
            <pc:sldMk cId="0" sldId="263"/>
            <ac:spMk id="2" creationId="{FAA64808-1E8C-C9E4-6567-3DFFBB2D16CD}"/>
          </ac:spMkLst>
        </pc:spChg>
        <pc:spChg chg="mod">
          <ac:chgData name="DING, Wenlong" userId="2462c282-915a-45d3-817d-b87203e0e2e0" providerId="ADAL" clId="{5D9E8CCF-4134-8C46-86A4-48224424FD0F}" dt="2023-04-12T11:45:39.893" v="44" actId="27636"/>
          <ac:spMkLst>
            <pc:docMk/>
            <pc:sldMk cId="0" sldId="263"/>
            <ac:spMk id="121" creationId="{00000000-0000-0000-0000-000000000000}"/>
          </ac:spMkLst>
        </pc:spChg>
      </pc:sldChg>
      <pc:sldChg chg="addSp modSp del mod">
        <pc:chgData name="DING, Wenlong" userId="2462c282-915a-45d3-817d-b87203e0e2e0" providerId="ADAL" clId="{5D9E8CCF-4134-8C46-86A4-48224424FD0F}" dt="2023-04-13T12:37:38.415" v="2704" actId="2696"/>
        <pc:sldMkLst>
          <pc:docMk/>
          <pc:sldMk cId="0" sldId="264"/>
        </pc:sldMkLst>
        <pc:spChg chg="add mod">
          <ac:chgData name="DING, Wenlong" userId="2462c282-915a-45d3-817d-b87203e0e2e0" providerId="ADAL" clId="{5D9E8CCF-4134-8C46-86A4-48224424FD0F}" dt="2023-04-13T07:35:28.707" v="668" actId="1076"/>
          <ac:spMkLst>
            <pc:docMk/>
            <pc:sldMk cId="0" sldId="264"/>
            <ac:spMk id="2" creationId="{9E0B7C09-5B08-0B12-4E4B-31EBF6531ADA}"/>
          </ac:spMkLst>
        </pc:spChg>
        <pc:spChg chg="mod">
          <ac:chgData name="DING, Wenlong" userId="2462c282-915a-45d3-817d-b87203e0e2e0" providerId="ADAL" clId="{5D9E8CCF-4134-8C46-86A4-48224424FD0F}" dt="2023-04-12T11:45:39.907" v="45" actId="27636"/>
          <ac:spMkLst>
            <pc:docMk/>
            <pc:sldMk cId="0" sldId="264"/>
            <ac:spMk id="134" creationId="{00000000-0000-0000-0000-000000000000}"/>
          </ac:spMkLst>
        </pc:spChg>
      </pc:sldChg>
      <pc:sldChg chg="delSp modSp del mod">
        <pc:chgData name="DING, Wenlong" userId="2462c282-915a-45d3-817d-b87203e0e2e0" providerId="ADAL" clId="{5D9E8CCF-4134-8C46-86A4-48224424FD0F}" dt="2023-04-13T12:37:37.253" v="2703" actId="2696"/>
        <pc:sldMkLst>
          <pc:docMk/>
          <pc:sldMk cId="0" sldId="265"/>
        </pc:sldMkLst>
        <pc:spChg chg="mod">
          <ac:chgData name="DING, Wenlong" userId="2462c282-915a-45d3-817d-b87203e0e2e0" providerId="ADAL" clId="{5D9E8CCF-4134-8C46-86A4-48224424FD0F}" dt="2023-04-13T05:36:18.696" v="320" actId="2711"/>
          <ac:spMkLst>
            <pc:docMk/>
            <pc:sldMk cId="0" sldId="265"/>
            <ac:spMk id="146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5:41:05.854" v="357" actId="207"/>
          <ac:spMkLst>
            <pc:docMk/>
            <pc:sldMk cId="0" sldId="265"/>
            <ac:spMk id="147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3T05:36:33.376" v="323" actId="478"/>
          <ac:spMkLst>
            <pc:docMk/>
            <pc:sldMk cId="0" sldId="265"/>
            <ac:spMk id="148" creationId="{00000000-0000-0000-0000-000000000000}"/>
          </ac:spMkLst>
        </pc:spChg>
      </pc:sldChg>
      <pc:sldChg chg="addSp delSp modSp del mod modAnim">
        <pc:chgData name="DING, Wenlong" userId="2462c282-915a-45d3-817d-b87203e0e2e0" providerId="ADAL" clId="{5D9E8CCF-4134-8C46-86A4-48224424FD0F}" dt="2023-04-13T12:37:36.251" v="2702" actId="2696"/>
        <pc:sldMkLst>
          <pc:docMk/>
          <pc:sldMk cId="0" sldId="266"/>
        </pc:sldMkLst>
        <pc:spChg chg="add mod">
          <ac:chgData name="DING, Wenlong" userId="2462c282-915a-45d3-817d-b87203e0e2e0" providerId="ADAL" clId="{5D9E8CCF-4134-8C46-86A4-48224424FD0F}" dt="2023-04-13T07:09:51.902" v="627" actId="20577"/>
          <ac:spMkLst>
            <pc:docMk/>
            <pc:sldMk cId="0" sldId="266"/>
            <ac:spMk id="3" creationId="{CC430EC1-1049-D6D2-D7E2-6D208032DE46}"/>
          </ac:spMkLst>
        </pc:spChg>
        <pc:spChg chg="mod">
          <ac:chgData name="DING, Wenlong" userId="2462c282-915a-45d3-817d-b87203e0e2e0" providerId="ADAL" clId="{5D9E8CCF-4134-8C46-86A4-48224424FD0F}" dt="2023-04-13T05:42:38.522" v="361" actId="255"/>
          <ac:spMkLst>
            <pc:docMk/>
            <pc:sldMk cId="0" sldId="266"/>
            <ac:spMk id="154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6:55:50.026" v="511" actId="14100"/>
          <ac:spMkLst>
            <pc:docMk/>
            <pc:sldMk cId="0" sldId="266"/>
            <ac:spMk id="155" creationId="{00000000-0000-0000-0000-000000000000}"/>
          </ac:spMkLst>
        </pc:spChg>
        <pc:picChg chg="add del mod">
          <ac:chgData name="DING, Wenlong" userId="2462c282-915a-45d3-817d-b87203e0e2e0" providerId="ADAL" clId="{5D9E8CCF-4134-8C46-86A4-48224424FD0F}" dt="2023-04-13T06:58:34.537" v="519" actId="478"/>
          <ac:picMkLst>
            <pc:docMk/>
            <pc:sldMk cId="0" sldId="266"/>
            <ac:picMk id="4" creationId="{EE8C56EA-BE15-E2EC-50BC-EE8DEBA2AB6D}"/>
          </ac:picMkLst>
        </pc:picChg>
        <pc:picChg chg="add del mod">
          <ac:chgData name="DING, Wenlong" userId="2462c282-915a-45d3-817d-b87203e0e2e0" providerId="ADAL" clId="{5D9E8CCF-4134-8C46-86A4-48224424FD0F}" dt="2023-04-13T06:59:07.068" v="522" actId="478"/>
          <ac:picMkLst>
            <pc:docMk/>
            <pc:sldMk cId="0" sldId="266"/>
            <ac:picMk id="5" creationId="{2D5B4807-8A9C-97B8-C557-C22D059B0B3F}"/>
          </ac:picMkLst>
        </pc:picChg>
        <pc:picChg chg="add mod">
          <ac:chgData name="DING, Wenlong" userId="2462c282-915a-45d3-817d-b87203e0e2e0" providerId="ADAL" clId="{5D9E8CCF-4134-8C46-86A4-48224424FD0F}" dt="2023-04-13T06:59:17.194" v="526" actId="1076"/>
          <ac:picMkLst>
            <pc:docMk/>
            <pc:sldMk cId="0" sldId="266"/>
            <ac:picMk id="6" creationId="{DB9A0591-A605-6902-19EB-7FE6F2F3C020}"/>
          </ac:picMkLst>
        </pc:picChg>
        <pc:picChg chg="mod">
          <ac:chgData name="DING, Wenlong" userId="2462c282-915a-45d3-817d-b87203e0e2e0" providerId="ADAL" clId="{5D9E8CCF-4134-8C46-86A4-48224424FD0F}" dt="2023-04-13T06:55:40.315" v="509" actId="1076"/>
          <ac:picMkLst>
            <pc:docMk/>
            <pc:sldMk cId="0" sldId="266"/>
            <ac:picMk id="157" creationId="{00000000-0000-0000-0000-000000000000}"/>
          </ac:picMkLst>
        </pc:picChg>
      </pc:sldChg>
      <pc:sldChg chg="modSp del mod">
        <pc:chgData name="DING, Wenlong" userId="2462c282-915a-45d3-817d-b87203e0e2e0" providerId="ADAL" clId="{5D9E8CCF-4134-8C46-86A4-48224424FD0F}" dt="2023-04-13T12:37:35.203" v="2701" actId="2696"/>
        <pc:sldMkLst>
          <pc:docMk/>
          <pc:sldMk cId="0" sldId="267"/>
        </pc:sldMkLst>
        <pc:spChg chg="mod">
          <ac:chgData name="DING, Wenlong" userId="2462c282-915a-45d3-817d-b87203e0e2e0" providerId="ADAL" clId="{5D9E8CCF-4134-8C46-86A4-48224424FD0F}" dt="2023-04-13T07:00:43.546" v="527" actId="2711"/>
          <ac:spMkLst>
            <pc:docMk/>
            <pc:sldMk cId="0" sldId="267"/>
            <ac:spMk id="162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0:46.933" v="528" actId="2711"/>
          <ac:spMkLst>
            <pc:docMk/>
            <pc:sldMk cId="0" sldId="267"/>
            <ac:spMk id="163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1:06.189" v="532" actId="1076"/>
          <ac:spMkLst>
            <pc:docMk/>
            <pc:sldMk cId="0" sldId="267"/>
            <ac:spMk id="168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1:11.183" v="533" actId="1076"/>
          <ac:spMkLst>
            <pc:docMk/>
            <pc:sldMk cId="0" sldId="267"/>
            <ac:spMk id="169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1:53.761" v="557" actId="1076"/>
          <ac:spMkLst>
            <pc:docMk/>
            <pc:sldMk cId="0" sldId="267"/>
            <ac:spMk id="171" creationId="{00000000-0000-0000-0000-000000000000}"/>
          </ac:spMkLst>
        </pc:spChg>
        <pc:graphicFrameChg chg="modGraphic">
          <ac:chgData name="DING, Wenlong" userId="2462c282-915a-45d3-817d-b87203e0e2e0" providerId="ADAL" clId="{5D9E8CCF-4134-8C46-86A4-48224424FD0F}" dt="2023-04-13T07:02:22.124" v="561" actId="403"/>
          <ac:graphicFrameMkLst>
            <pc:docMk/>
            <pc:sldMk cId="0" sldId="267"/>
            <ac:graphicFrameMk id="166" creationId="{00000000-0000-0000-0000-000000000000}"/>
          </ac:graphicFrameMkLst>
        </pc:graphicFrameChg>
        <pc:graphicFrameChg chg="modGraphic">
          <ac:chgData name="DING, Wenlong" userId="2462c282-915a-45d3-817d-b87203e0e2e0" providerId="ADAL" clId="{5D9E8CCF-4134-8C46-86A4-48224424FD0F}" dt="2023-04-13T07:02:26.780" v="562" actId="403"/>
          <ac:graphicFrameMkLst>
            <pc:docMk/>
            <pc:sldMk cId="0" sldId="267"/>
            <ac:graphicFrameMk id="167" creationId="{00000000-0000-0000-0000-000000000000}"/>
          </ac:graphicFrameMkLst>
        </pc:graphicFrameChg>
      </pc:sldChg>
      <pc:sldChg chg="modSp del mod">
        <pc:chgData name="DING, Wenlong" userId="2462c282-915a-45d3-817d-b87203e0e2e0" providerId="ADAL" clId="{5D9E8CCF-4134-8C46-86A4-48224424FD0F}" dt="2023-04-13T12:37:34.012" v="2700" actId="2696"/>
        <pc:sldMkLst>
          <pc:docMk/>
          <pc:sldMk cId="0" sldId="268"/>
        </pc:sldMkLst>
        <pc:spChg chg="mod">
          <ac:chgData name="DING, Wenlong" userId="2462c282-915a-45d3-817d-b87203e0e2e0" providerId="ADAL" clId="{5D9E8CCF-4134-8C46-86A4-48224424FD0F}" dt="2023-04-13T07:04:19.174" v="580" actId="255"/>
          <ac:spMkLst>
            <pc:docMk/>
            <pc:sldMk cId="0" sldId="268"/>
            <ac:spMk id="176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4:24.856" v="581" actId="2711"/>
          <ac:spMkLst>
            <pc:docMk/>
            <pc:sldMk cId="0" sldId="268"/>
            <ac:spMk id="177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4:33.710" v="583" actId="2711"/>
          <ac:spMkLst>
            <pc:docMk/>
            <pc:sldMk cId="0" sldId="268"/>
            <ac:spMk id="182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4:33.710" v="583" actId="2711"/>
          <ac:spMkLst>
            <pc:docMk/>
            <pc:sldMk cId="0" sldId="268"/>
            <ac:spMk id="183" creationId="{00000000-0000-0000-0000-000000000000}"/>
          </ac:spMkLst>
        </pc:spChg>
        <pc:picChg chg="mod">
          <ac:chgData name="DING, Wenlong" userId="2462c282-915a-45d3-817d-b87203e0e2e0" providerId="ADAL" clId="{5D9E8CCF-4134-8C46-86A4-48224424FD0F}" dt="2023-04-13T07:03:09.641" v="572" actId="1076"/>
          <ac:picMkLst>
            <pc:docMk/>
            <pc:sldMk cId="0" sldId="268"/>
            <ac:picMk id="179" creationId="{00000000-0000-0000-0000-000000000000}"/>
          </ac:picMkLst>
        </pc:picChg>
      </pc:sldChg>
      <pc:sldChg chg="modSp del mod">
        <pc:chgData name="DING, Wenlong" userId="2462c282-915a-45d3-817d-b87203e0e2e0" providerId="ADAL" clId="{5D9E8CCF-4134-8C46-86A4-48224424FD0F}" dt="2023-04-13T12:37:32.781" v="2699" actId="2696"/>
        <pc:sldMkLst>
          <pc:docMk/>
          <pc:sldMk cId="0" sldId="269"/>
        </pc:sldMkLst>
        <pc:spChg chg="mod">
          <ac:chgData name="DING, Wenlong" userId="2462c282-915a-45d3-817d-b87203e0e2e0" providerId="ADAL" clId="{5D9E8CCF-4134-8C46-86A4-48224424FD0F}" dt="2023-04-13T07:04:58.447" v="589" actId="255"/>
          <ac:spMkLst>
            <pc:docMk/>
            <pc:sldMk cId="0" sldId="269"/>
            <ac:spMk id="188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4:45.397" v="585" actId="255"/>
          <ac:spMkLst>
            <pc:docMk/>
            <pc:sldMk cId="0" sldId="269"/>
            <ac:spMk id="189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5:51.289" v="598" actId="1076"/>
          <ac:spMkLst>
            <pc:docMk/>
            <pc:sldMk cId="0" sldId="269"/>
            <ac:spMk id="194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5:59.152" v="599" actId="1076"/>
          <ac:spMkLst>
            <pc:docMk/>
            <pc:sldMk cId="0" sldId="269"/>
            <ac:spMk id="195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11:40:04.110" v="2543" actId="20577"/>
          <ac:spMkLst>
            <pc:docMk/>
            <pc:sldMk cId="0" sldId="269"/>
            <ac:spMk id="196" creationId="{00000000-0000-0000-0000-000000000000}"/>
          </ac:spMkLst>
        </pc:spChg>
        <pc:graphicFrameChg chg="modGraphic">
          <ac:chgData name="DING, Wenlong" userId="2462c282-915a-45d3-817d-b87203e0e2e0" providerId="ADAL" clId="{5D9E8CCF-4134-8C46-86A4-48224424FD0F}" dt="2023-04-13T07:05:11.829" v="592" actId="255"/>
          <ac:graphicFrameMkLst>
            <pc:docMk/>
            <pc:sldMk cId="0" sldId="269"/>
            <ac:graphicFrameMk id="192" creationId="{00000000-0000-0000-0000-000000000000}"/>
          </ac:graphicFrameMkLst>
        </pc:graphicFrameChg>
        <pc:graphicFrameChg chg="mod modGraphic">
          <ac:chgData name="DING, Wenlong" userId="2462c282-915a-45d3-817d-b87203e0e2e0" providerId="ADAL" clId="{5D9E8CCF-4134-8C46-86A4-48224424FD0F}" dt="2023-04-13T07:05:28.462" v="596" actId="1076"/>
          <ac:graphicFrameMkLst>
            <pc:docMk/>
            <pc:sldMk cId="0" sldId="269"/>
            <ac:graphicFrameMk id="193" creationId="{00000000-0000-0000-0000-000000000000}"/>
          </ac:graphicFrameMkLst>
        </pc:graphicFrameChg>
        <pc:picChg chg="mod">
          <ac:chgData name="DING, Wenlong" userId="2462c282-915a-45d3-817d-b87203e0e2e0" providerId="ADAL" clId="{5D9E8CCF-4134-8C46-86A4-48224424FD0F}" dt="2023-04-13T07:05:24.551" v="595" actId="1076"/>
          <ac:picMkLst>
            <pc:docMk/>
            <pc:sldMk cId="0" sldId="269"/>
            <ac:picMk id="191" creationId="{00000000-0000-0000-0000-000000000000}"/>
          </ac:picMkLst>
        </pc:picChg>
      </pc:sldChg>
      <pc:sldChg chg="modSp del mod">
        <pc:chgData name="DING, Wenlong" userId="2462c282-915a-45d3-817d-b87203e0e2e0" providerId="ADAL" clId="{5D9E8CCF-4134-8C46-86A4-48224424FD0F}" dt="2023-04-13T12:37:31.459" v="2698" actId="2696"/>
        <pc:sldMkLst>
          <pc:docMk/>
          <pc:sldMk cId="0" sldId="270"/>
        </pc:sldMkLst>
        <pc:spChg chg="mod">
          <ac:chgData name="DING, Wenlong" userId="2462c282-915a-45d3-817d-b87203e0e2e0" providerId="ADAL" clId="{5D9E8CCF-4134-8C46-86A4-48224424FD0F}" dt="2023-04-13T07:06:22.762" v="602" actId="255"/>
          <ac:spMkLst>
            <pc:docMk/>
            <pc:sldMk cId="0" sldId="270"/>
            <ac:spMk id="201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7:50.086" v="619" actId="20577"/>
          <ac:spMkLst>
            <pc:docMk/>
            <pc:sldMk cId="0" sldId="270"/>
            <ac:spMk id="202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7:06.858" v="608" actId="1076"/>
          <ac:spMkLst>
            <pc:docMk/>
            <pc:sldMk cId="0" sldId="270"/>
            <ac:spMk id="207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7:06:59.519" v="607" actId="1076"/>
          <ac:spMkLst>
            <pc:docMk/>
            <pc:sldMk cId="0" sldId="270"/>
            <ac:spMk id="208" creationId="{00000000-0000-0000-0000-000000000000}"/>
          </ac:spMkLst>
        </pc:spChg>
        <pc:graphicFrameChg chg="modGraphic">
          <ac:chgData name="DING, Wenlong" userId="2462c282-915a-45d3-817d-b87203e0e2e0" providerId="ADAL" clId="{5D9E8CCF-4134-8C46-86A4-48224424FD0F}" dt="2023-04-13T07:07:36.573" v="613" actId="403"/>
          <ac:graphicFrameMkLst>
            <pc:docMk/>
            <pc:sldMk cId="0" sldId="270"/>
            <ac:graphicFrameMk id="205" creationId="{00000000-0000-0000-0000-000000000000}"/>
          </ac:graphicFrameMkLst>
        </pc:graphicFrameChg>
        <pc:graphicFrameChg chg="modGraphic">
          <ac:chgData name="DING, Wenlong" userId="2462c282-915a-45d3-817d-b87203e0e2e0" providerId="ADAL" clId="{5D9E8CCF-4134-8C46-86A4-48224424FD0F}" dt="2023-04-13T07:07:33.199" v="612" actId="403"/>
          <ac:graphicFrameMkLst>
            <pc:docMk/>
            <pc:sldMk cId="0" sldId="270"/>
            <ac:graphicFrameMk id="206" creationId="{00000000-0000-0000-0000-000000000000}"/>
          </ac:graphicFrameMkLst>
        </pc:graphicFrameChg>
        <pc:picChg chg="mod">
          <ac:chgData name="DING, Wenlong" userId="2462c282-915a-45d3-817d-b87203e0e2e0" providerId="ADAL" clId="{5D9E8CCF-4134-8C46-86A4-48224424FD0F}" dt="2023-04-13T07:07:29.889" v="611" actId="1076"/>
          <ac:picMkLst>
            <pc:docMk/>
            <pc:sldMk cId="0" sldId="270"/>
            <ac:picMk id="204" creationId="{00000000-0000-0000-0000-000000000000}"/>
          </ac:picMkLst>
        </pc:picChg>
      </pc:sldChg>
      <pc:sldChg chg="modSp del mod">
        <pc:chgData name="DING, Wenlong" userId="2462c282-915a-45d3-817d-b87203e0e2e0" providerId="ADAL" clId="{5D9E8CCF-4134-8C46-86A4-48224424FD0F}" dt="2023-04-13T11:29:16.782" v="2503" actId="2696"/>
        <pc:sldMkLst>
          <pc:docMk/>
          <pc:sldMk cId="0" sldId="271"/>
        </pc:sldMkLst>
        <pc:spChg chg="mod">
          <ac:chgData name="DING, Wenlong" userId="2462c282-915a-45d3-817d-b87203e0e2e0" providerId="ADAL" clId="{5D9E8CCF-4134-8C46-86A4-48224424FD0F}" dt="2023-04-13T05:49:37.239" v="393" actId="255"/>
          <ac:spMkLst>
            <pc:docMk/>
            <pc:sldMk cId="0" sldId="271"/>
            <ac:spMk id="213" creationId="{00000000-0000-0000-0000-000000000000}"/>
          </ac:spMkLst>
        </pc:spChg>
        <pc:spChg chg="mod">
          <ac:chgData name="DING, Wenlong" userId="2462c282-915a-45d3-817d-b87203e0e2e0" providerId="ADAL" clId="{5D9E8CCF-4134-8C46-86A4-48224424FD0F}" dt="2023-04-13T09:14:24.969" v="1299" actId="20577"/>
          <ac:spMkLst>
            <pc:docMk/>
            <pc:sldMk cId="0" sldId="271"/>
            <ac:spMk id="214" creationId="{00000000-0000-0000-0000-000000000000}"/>
          </ac:spMkLst>
        </pc:spChg>
        <pc:picChg chg="mod">
          <ac:chgData name="DING, Wenlong" userId="2462c282-915a-45d3-817d-b87203e0e2e0" providerId="ADAL" clId="{5D9E8CCF-4134-8C46-86A4-48224424FD0F}" dt="2023-04-13T08:48:11.833" v="1170" actId="1076"/>
          <ac:picMkLst>
            <pc:docMk/>
            <pc:sldMk cId="0" sldId="271"/>
            <ac:picMk id="215" creationId="{00000000-0000-0000-0000-000000000000}"/>
          </ac:picMkLst>
        </pc:picChg>
      </pc:sldChg>
      <pc:sldChg chg="add">
        <pc:chgData name="DING, Wenlong" userId="2462c282-915a-45d3-817d-b87203e0e2e0" providerId="ADAL" clId="{5D9E8CCF-4134-8C46-86A4-48224424FD0F}" dt="2023-04-13T05:52:07.124" v="401"/>
        <pc:sldMkLst>
          <pc:docMk/>
          <pc:sldMk cId="3216618933" sldId="272"/>
        </pc:sldMkLst>
      </pc:sldChg>
      <pc:sldChg chg="add del">
        <pc:chgData name="DING, Wenlong" userId="2462c282-915a-45d3-817d-b87203e0e2e0" providerId="ADAL" clId="{5D9E8CCF-4134-8C46-86A4-48224424FD0F}" dt="2023-04-13T07:40:32.750" v="688" actId="2696"/>
        <pc:sldMkLst>
          <pc:docMk/>
          <pc:sldMk cId="96595233" sldId="273"/>
        </pc:sldMkLst>
      </pc:sldChg>
      <pc:sldChg chg="add del">
        <pc:chgData name="DING, Wenlong" userId="2462c282-915a-45d3-817d-b87203e0e2e0" providerId="ADAL" clId="{5D9E8CCF-4134-8C46-86A4-48224424FD0F}" dt="2023-04-13T12:37:41.879" v="2707" actId="2696"/>
        <pc:sldMkLst>
          <pc:docMk/>
          <pc:sldMk cId="3171665457" sldId="273"/>
        </pc:sldMkLst>
      </pc:sldChg>
      <pc:sldChg chg="add del">
        <pc:chgData name="DING, Wenlong" userId="2462c282-915a-45d3-817d-b87203e0e2e0" providerId="ADAL" clId="{5D9E8CCF-4134-8C46-86A4-48224424FD0F}" dt="2023-04-13T07:40:20.923" v="679"/>
        <pc:sldMkLst>
          <pc:docMk/>
          <pc:sldMk cId="3817671778" sldId="273"/>
        </pc:sldMkLst>
      </pc:sldChg>
      <pc:sldChg chg="addSp delSp modSp add mod delAnim modAnim">
        <pc:chgData name="DING, Wenlong" userId="2462c282-915a-45d3-817d-b87203e0e2e0" providerId="ADAL" clId="{5D9E8CCF-4134-8C46-86A4-48224424FD0F}" dt="2023-04-13T10:58:17.893" v="2149" actId="403"/>
        <pc:sldMkLst>
          <pc:docMk/>
          <pc:sldMk cId="2475225684" sldId="274"/>
        </pc:sldMkLst>
        <pc:spChg chg="add del mod">
          <ac:chgData name="DING, Wenlong" userId="2462c282-915a-45d3-817d-b87203e0e2e0" providerId="ADAL" clId="{5D9E8CCF-4134-8C46-86A4-48224424FD0F}" dt="2023-04-13T09:29:50.014" v="1344" actId="478"/>
          <ac:spMkLst>
            <pc:docMk/>
            <pc:sldMk cId="2475225684" sldId="274"/>
            <ac:spMk id="3" creationId="{9013D7C5-9035-9769-9289-80AE88A0E7A5}"/>
          </ac:spMkLst>
        </pc:spChg>
        <pc:spChg chg="add del mod">
          <ac:chgData name="DING, Wenlong" userId="2462c282-915a-45d3-817d-b87203e0e2e0" providerId="ADAL" clId="{5D9E8CCF-4134-8C46-86A4-48224424FD0F}" dt="2023-04-13T10:57:25.388" v="2142" actId="478"/>
          <ac:spMkLst>
            <pc:docMk/>
            <pc:sldMk cId="2475225684" sldId="274"/>
            <ac:spMk id="5" creationId="{AEE36C74-063B-21B8-D026-A4C9C11C02A0}"/>
          </ac:spMkLst>
        </pc:spChg>
        <pc:spChg chg="del mod topLvl">
          <ac:chgData name="DING, Wenlong" userId="2462c282-915a-45d3-817d-b87203e0e2e0" providerId="ADAL" clId="{5D9E8CCF-4134-8C46-86A4-48224424FD0F}" dt="2023-04-13T10:56:28.790" v="2136" actId="478"/>
          <ac:spMkLst>
            <pc:docMk/>
            <pc:sldMk cId="2475225684" sldId="274"/>
            <ac:spMk id="7" creationId="{A0EFEA59-4A80-1661-2FD1-878BA1D619DC}"/>
          </ac:spMkLst>
        </pc:spChg>
        <pc:spChg chg="del mod topLvl">
          <ac:chgData name="DING, Wenlong" userId="2462c282-915a-45d3-817d-b87203e0e2e0" providerId="ADAL" clId="{5D9E8CCF-4134-8C46-86A4-48224424FD0F}" dt="2023-04-13T10:56:28.790" v="2136" actId="478"/>
          <ac:spMkLst>
            <pc:docMk/>
            <pc:sldMk cId="2475225684" sldId="274"/>
            <ac:spMk id="8" creationId="{9201D815-6187-D308-BA54-E4BEE98132D3}"/>
          </ac:spMkLst>
        </pc:spChg>
        <pc:spChg chg="del mod topLvl">
          <ac:chgData name="DING, Wenlong" userId="2462c282-915a-45d3-817d-b87203e0e2e0" providerId="ADAL" clId="{5D9E8CCF-4134-8C46-86A4-48224424FD0F}" dt="2023-04-13T10:56:28.790" v="2136" actId="478"/>
          <ac:spMkLst>
            <pc:docMk/>
            <pc:sldMk cId="2475225684" sldId="274"/>
            <ac:spMk id="9" creationId="{537490BE-A631-8A32-1378-3827210902DB}"/>
          </ac:spMkLst>
        </pc:spChg>
        <pc:spChg chg="del mod topLvl">
          <ac:chgData name="DING, Wenlong" userId="2462c282-915a-45d3-817d-b87203e0e2e0" providerId="ADAL" clId="{5D9E8CCF-4134-8C46-86A4-48224424FD0F}" dt="2023-04-13T10:56:28.790" v="2136" actId="478"/>
          <ac:spMkLst>
            <pc:docMk/>
            <pc:sldMk cId="2475225684" sldId="274"/>
            <ac:spMk id="10" creationId="{46EA61DA-8445-44E5-8B9B-598D09C3064A}"/>
          </ac:spMkLst>
        </pc:spChg>
        <pc:spChg chg="del mod topLvl">
          <ac:chgData name="DING, Wenlong" userId="2462c282-915a-45d3-817d-b87203e0e2e0" providerId="ADAL" clId="{5D9E8CCF-4134-8C46-86A4-48224424FD0F}" dt="2023-04-13T10:56:28.790" v="2136" actId="478"/>
          <ac:spMkLst>
            <pc:docMk/>
            <pc:sldMk cId="2475225684" sldId="274"/>
            <ac:spMk id="11" creationId="{815929D8-E737-3430-6B1C-7DE5A211441A}"/>
          </ac:spMkLst>
        </pc:spChg>
        <pc:spChg chg="add mod">
          <ac:chgData name="DING, Wenlong" userId="2462c282-915a-45d3-817d-b87203e0e2e0" providerId="ADAL" clId="{5D9E8CCF-4134-8C46-86A4-48224424FD0F}" dt="2023-04-13T10:58:17.893" v="2149" actId="403"/>
          <ac:spMkLst>
            <pc:docMk/>
            <pc:sldMk cId="2475225684" sldId="274"/>
            <ac:spMk id="14" creationId="{00EBFE64-F6C4-2F9F-2C7B-D9BA3E62DFCE}"/>
          </ac:spMkLst>
        </pc:spChg>
        <pc:spChg chg="mod">
          <ac:chgData name="DING, Wenlong" userId="2462c282-915a-45d3-817d-b87203e0e2e0" providerId="ADAL" clId="{5D9E8CCF-4134-8C46-86A4-48224424FD0F}" dt="2023-04-13T09:30:31.230" v="1391" actId="20577"/>
          <ac:spMkLst>
            <pc:docMk/>
            <pc:sldMk cId="2475225684" sldId="274"/>
            <ac:spMk id="67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3T09:29:46.233" v="1343" actId="478"/>
          <ac:spMkLst>
            <pc:docMk/>
            <pc:sldMk cId="2475225684" sldId="274"/>
            <ac:spMk id="68" creationId="{00000000-0000-0000-0000-000000000000}"/>
          </ac:spMkLst>
        </pc:spChg>
        <pc:grpChg chg="add del mod">
          <ac:chgData name="DING, Wenlong" userId="2462c282-915a-45d3-817d-b87203e0e2e0" providerId="ADAL" clId="{5D9E8CCF-4134-8C46-86A4-48224424FD0F}" dt="2023-04-13T10:56:04.229" v="2135" actId="165"/>
          <ac:grpSpMkLst>
            <pc:docMk/>
            <pc:sldMk cId="2475225684" sldId="274"/>
            <ac:grpSpMk id="6" creationId="{9E164E7E-3145-B8B2-1DED-E2D16527FAF9}"/>
          </ac:grpSpMkLst>
        </pc:grpChg>
        <pc:picChg chg="add mod">
          <ac:chgData name="DING, Wenlong" userId="2462c282-915a-45d3-817d-b87203e0e2e0" providerId="ADAL" clId="{5D9E8CCF-4134-8C46-86A4-48224424FD0F}" dt="2023-04-13T10:56:35.267" v="2139" actId="14100"/>
          <ac:picMkLst>
            <pc:docMk/>
            <pc:sldMk cId="2475225684" sldId="274"/>
            <ac:picMk id="12" creationId="{50757896-0592-C360-C80F-291B2205C535}"/>
          </ac:picMkLst>
        </pc:picChg>
      </pc:sldChg>
      <pc:sldChg chg="addSp delSp modSp add mod ord delAnim">
        <pc:chgData name="DING, Wenlong" userId="2462c282-915a-45d3-817d-b87203e0e2e0" providerId="ADAL" clId="{5D9E8CCF-4134-8C46-86A4-48224424FD0F}" dt="2023-04-14T13:49:17.638" v="2921" actId="1076"/>
        <pc:sldMkLst>
          <pc:docMk/>
          <pc:sldMk cId="4188368259" sldId="275"/>
        </pc:sldMkLst>
        <pc:spChg chg="add del mod">
          <ac:chgData name="DING, Wenlong" userId="2462c282-915a-45d3-817d-b87203e0e2e0" providerId="ADAL" clId="{5D9E8CCF-4134-8C46-86A4-48224424FD0F}" dt="2023-04-13T09:30:44.164" v="1393" actId="478"/>
          <ac:spMkLst>
            <pc:docMk/>
            <pc:sldMk cId="4188368259" sldId="275"/>
            <ac:spMk id="3" creationId="{636BE57C-661D-8D97-DA76-D5D6EFB69CB2}"/>
          </ac:spMkLst>
        </pc:spChg>
        <pc:spChg chg="add mod">
          <ac:chgData name="DING, Wenlong" userId="2462c282-915a-45d3-817d-b87203e0e2e0" providerId="ADAL" clId="{5D9E8CCF-4134-8C46-86A4-48224424FD0F}" dt="2023-04-13T09:34:47.109" v="1498" actId="1076"/>
          <ac:spMkLst>
            <pc:docMk/>
            <pc:sldMk cId="4188368259" sldId="275"/>
            <ac:spMk id="4" creationId="{0569DBBD-2188-A0AC-763C-4DF473772C08}"/>
          </ac:spMkLst>
        </pc:spChg>
        <pc:spChg chg="add mod">
          <ac:chgData name="DING, Wenlong" userId="2462c282-915a-45d3-817d-b87203e0e2e0" providerId="ADAL" clId="{5D9E8CCF-4134-8C46-86A4-48224424FD0F}" dt="2023-04-14T13:49:17.638" v="2921" actId="1076"/>
          <ac:spMkLst>
            <pc:docMk/>
            <pc:sldMk cId="4188368259" sldId="275"/>
            <ac:spMk id="5" creationId="{D8206A69-3CD6-3B12-E117-F4F8E60EC84B}"/>
          </ac:spMkLst>
        </pc:spChg>
        <pc:spChg chg="add mod">
          <ac:chgData name="DING, Wenlong" userId="2462c282-915a-45d3-817d-b87203e0e2e0" providerId="ADAL" clId="{5D9E8CCF-4134-8C46-86A4-48224424FD0F}" dt="2023-04-14T13:49:12.499" v="2920" actId="1076"/>
          <ac:spMkLst>
            <pc:docMk/>
            <pc:sldMk cId="4188368259" sldId="275"/>
            <ac:spMk id="6" creationId="{608514B3-CB1F-A25A-DBFB-FFF7708D1EB9}"/>
          </ac:spMkLst>
        </pc:spChg>
        <pc:spChg chg="mod">
          <ac:chgData name="DING, Wenlong" userId="2462c282-915a-45d3-817d-b87203e0e2e0" providerId="ADAL" clId="{5D9E8CCF-4134-8C46-86A4-48224424FD0F}" dt="2023-04-13T09:30:47.493" v="1397" actId="20577"/>
          <ac:spMkLst>
            <pc:docMk/>
            <pc:sldMk cId="4188368259" sldId="275"/>
            <ac:spMk id="67" creationId="{00000000-0000-0000-0000-000000000000}"/>
          </ac:spMkLst>
        </pc:spChg>
        <pc:spChg chg="del">
          <ac:chgData name="DING, Wenlong" userId="2462c282-915a-45d3-817d-b87203e0e2e0" providerId="ADAL" clId="{5D9E8CCF-4134-8C46-86A4-48224424FD0F}" dt="2023-04-13T09:30:41.636" v="1392" actId="478"/>
          <ac:spMkLst>
            <pc:docMk/>
            <pc:sldMk cId="4188368259" sldId="275"/>
            <ac:spMk id="68" creationId="{00000000-0000-0000-0000-000000000000}"/>
          </ac:spMkLst>
        </pc:spChg>
      </pc:sldChg>
      <pc:sldChg chg="addSp delSp modSp add mod">
        <pc:chgData name="DING, Wenlong" userId="2462c282-915a-45d3-817d-b87203e0e2e0" providerId="ADAL" clId="{5D9E8CCF-4134-8C46-86A4-48224424FD0F}" dt="2023-04-14T13:49:31.577" v="2934" actId="20577"/>
        <pc:sldMkLst>
          <pc:docMk/>
          <pc:sldMk cId="4248956976" sldId="276"/>
        </pc:sldMkLst>
        <pc:spChg chg="add mod">
          <ac:chgData name="DING, Wenlong" userId="2462c282-915a-45d3-817d-b87203e0e2e0" providerId="ADAL" clId="{5D9E8CCF-4134-8C46-86A4-48224424FD0F}" dt="2023-04-13T09:43:14.546" v="1657" actId="1076"/>
          <ac:spMkLst>
            <pc:docMk/>
            <pc:sldMk cId="4248956976" sldId="276"/>
            <ac:spMk id="3" creationId="{5C461B64-2ECC-01DB-2098-1829F77DE978}"/>
          </ac:spMkLst>
        </pc:spChg>
        <pc:spChg chg="del mod">
          <ac:chgData name="DING, Wenlong" userId="2462c282-915a-45d3-817d-b87203e0e2e0" providerId="ADAL" clId="{5D9E8CCF-4134-8C46-86A4-48224424FD0F}" dt="2023-04-13T09:32:23.589" v="1406" actId="478"/>
          <ac:spMkLst>
            <pc:docMk/>
            <pc:sldMk cId="4248956976" sldId="276"/>
            <ac:spMk id="4" creationId="{0569DBBD-2188-A0AC-763C-4DF473772C08}"/>
          </ac:spMkLst>
        </pc:spChg>
        <pc:spChg chg="add mod">
          <ac:chgData name="DING, Wenlong" userId="2462c282-915a-45d3-817d-b87203e0e2e0" providerId="ADAL" clId="{5D9E8CCF-4134-8C46-86A4-48224424FD0F}" dt="2023-04-13T09:43:14.546" v="1657" actId="1076"/>
          <ac:spMkLst>
            <pc:docMk/>
            <pc:sldMk cId="4248956976" sldId="276"/>
            <ac:spMk id="6" creationId="{DBDB495C-4A97-E6EC-72D9-515FBBB0B1F2}"/>
          </ac:spMkLst>
        </pc:spChg>
        <pc:spChg chg="add mod">
          <ac:chgData name="DING, Wenlong" userId="2462c282-915a-45d3-817d-b87203e0e2e0" providerId="ADAL" clId="{5D9E8CCF-4134-8C46-86A4-48224424FD0F}" dt="2023-04-14T13:49:31.577" v="2934" actId="20577"/>
          <ac:spMkLst>
            <pc:docMk/>
            <pc:sldMk cId="4248956976" sldId="276"/>
            <ac:spMk id="9" creationId="{D8C5C662-0645-E098-29EB-0E510D400D26}"/>
          </ac:spMkLst>
        </pc:spChg>
        <pc:graphicFrameChg chg="add mod modGraphic">
          <ac:chgData name="DING, Wenlong" userId="2462c282-915a-45d3-817d-b87203e0e2e0" providerId="ADAL" clId="{5D9E8CCF-4134-8C46-86A4-48224424FD0F}" dt="2023-04-13T09:44:10.130" v="1712" actId="20577"/>
          <ac:graphicFrameMkLst>
            <pc:docMk/>
            <pc:sldMk cId="4248956976" sldId="276"/>
            <ac:graphicFrameMk id="7" creationId="{5EB15423-52CF-6624-16F1-6E14953CDDB3}"/>
          </ac:graphicFrameMkLst>
        </pc:graphicFrameChg>
        <pc:picChg chg="add mod">
          <ac:chgData name="DING, Wenlong" userId="2462c282-915a-45d3-817d-b87203e0e2e0" providerId="ADAL" clId="{5D9E8CCF-4134-8C46-86A4-48224424FD0F}" dt="2023-04-13T09:43:17.991" v="1658" actId="1076"/>
          <ac:picMkLst>
            <pc:docMk/>
            <pc:sldMk cId="4248956976" sldId="276"/>
            <ac:picMk id="8" creationId="{E7890EF7-9E0F-B583-BB74-FA5DBEAB98CD}"/>
          </ac:picMkLst>
        </pc:picChg>
      </pc:sldChg>
      <pc:sldChg chg="add del">
        <pc:chgData name="DING, Wenlong" userId="2462c282-915a-45d3-817d-b87203e0e2e0" providerId="ADAL" clId="{5D9E8CCF-4134-8C46-86A4-48224424FD0F}" dt="2023-04-13T09:44:59.186" v="1754" actId="2696"/>
        <pc:sldMkLst>
          <pc:docMk/>
          <pc:sldMk cId="1716140093" sldId="277"/>
        </pc:sldMkLst>
      </pc:sldChg>
      <pc:sldChg chg="addSp delSp modSp add mod">
        <pc:chgData name="DING, Wenlong" userId="2462c282-915a-45d3-817d-b87203e0e2e0" providerId="ADAL" clId="{5D9E8CCF-4134-8C46-86A4-48224424FD0F}" dt="2023-04-14T13:50:05.116" v="2936"/>
        <pc:sldMkLst>
          <pc:docMk/>
          <pc:sldMk cId="2286679438" sldId="278"/>
        </pc:sldMkLst>
        <pc:spChg chg="add mod">
          <ac:chgData name="DING, Wenlong" userId="2462c282-915a-45d3-817d-b87203e0e2e0" providerId="ADAL" clId="{5D9E8CCF-4134-8C46-86A4-48224424FD0F}" dt="2023-04-14T13:50:05.116" v="2936"/>
          <ac:spMkLst>
            <pc:docMk/>
            <pc:sldMk cId="2286679438" sldId="278"/>
            <ac:spMk id="2" creationId="{ECA5FCDB-1969-398D-C3EA-D6A4589E7880}"/>
          </ac:spMkLst>
        </pc:spChg>
        <pc:spChg chg="del">
          <ac:chgData name="DING, Wenlong" userId="2462c282-915a-45d3-817d-b87203e0e2e0" providerId="ADAL" clId="{5D9E8CCF-4134-8C46-86A4-48224424FD0F}" dt="2023-04-13T09:45:02.934" v="1755" actId="478"/>
          <ac:spMkLst>
            <pc:docMk/>
            <pc:sldMk cId="2286679438" sldId="278"/>
            <ac:spMk id="3" creationId="{5C461B64-2ECC-01DB-2098-1829F77DE978}"/>
          </ac:spMkLst>
        </pc:spChg>
        <pc:spChg chg="del">
          <ac:chgData name="DING, Wenlong" userId="2462c282-915a-45d3-817d-b87203e0e2e0" providerId="ADAL" clId="{5D9E8CCF-4134-8C46-86A4-48224424FD0F}" dt="2023-04-14T13:50:00.674" v="2935" actId="478"/>
          <ac:spMkLst>
            <pc:docMk/>
            <pc:sldMk cId="2286679438" sldId="278"/>
            <ac:spMk id="9" creationId="{D8C5C662-0645-E098-29EB-0E510D400D26}"/>
          </ac:spMkLst>
        </pc:spChg>
        <pc:graphicFrameChg chg="mod modGraphic">
          <ac:chgData name="DING, Wenlong" userId="2462c282-915a-45d3-817d-b87203e0e2e0" providerId="ADAL" clId="{5D9E8CCF-4134-8C46-86A4-48224424FD0F}" dt="2023-04-13T10:35:45.729" v="1950" actId="20577"/>
          <ac:graphicFrameMkLst>
            <pc:docMk/>
            <pc:sldMk cId="2286679438" sldId="278"/>
            <ac:graphicFrameMk id="7" creationId="{5EB15423-52CF-6624-16F1-6E14953CDDB3}"/>
          </ac:graphicFrameMkLst>
        </pc:graphicFrameChg>
      </pc:sldChg>
      <pc:sldChg chg="modSp add del mod">
        <pc:chgData name="DING, Wenlong" userId="2462c282-915a-45d3-817d-b87203e0e2e0" providerId="ADAL" clId="{5D9E8CCF-4134-8C46-86A4-48224424FD0F}" dt="2023-04-13T09:46:57.171" v="1810" actId="2696"/>
        <pc:sldMkLst>
          <pc:docMk/>
          <pc:sldMk cId="4287311301" sldId="279"/>
        </pc:sldMkLst>
        <pc:graphicFrameChg chg="modGraphic">
          <ac:chgData name="DING, Wenlong" userId="2462c282-915a-45d3-817d-b87203e0e2e0" providerId="ADAL" clId="{5D9E8CCF-4134-8C46-86A4-48224424FD0F}" dt="2023-04-13T09:46:16.063" v="1796" actId="207"/>
          <ac:graphicFrameMkLst>
            <pc:docMk/>
            <pc:sldMk cId="4287311301" sldId="279"/>
            <ac:graphicFrameMk id="7" creationId="{5EB15423-52CF-6624-16F1-6E14953CDDB3}"/>
          </ac:graphicFrameMkLst>
        </pc:graphicFrameChg>
      </pc:sldChg>
      <pc:sldChg chg="addSp delSp modSp add mod">
        <pc:chgData name="DING, Wenlong" userId="2462c282-915a-45d3-817d-b87203e0e2e0" providerId="ADAL" clId="{5D9E8CCF-4134-8C46-86A4-48224424FD0F}" dt="2023-04-14T13:52:14.110" v="2952"/>
        <pc:sldMkLst>
          <pc:docMk/>
          <pc:sldMk cId="3205117471" sldId="280"/>
        </pc:sldMkLst>
        <pc:spChg chg="add mod">
          <ac:chgData name="DING, Wenlong" userId="2462c282-915a-45d3-817d-b87203e0e2e0" providerId="ADAL" clId="{5D9E8CCF-4134-8C46-86A4-48224424FD0F}" dt="2023-04-13T09:47:38.807" v="1825"/>
          <ac:spMkLst>
            <pc:docMk/>
            <pc:sldMk cId="3205117471" sldId="280"/>
            <ac:spMk id="2" creationId="{BEF269EF-A095-B86E-98E1-6EF653D86163}"/>
          </ac:spMkLst>
        </pc:spChg>
        <pc:spChg chg="add del mod">
          <ac:chgData name="DING, Wenlong" userId="2462c282-915a-45d3-817d-b87203e0e2e0" providerId="ADAL" clId="{5D9E8CCF-4134-8C46-86A4-48224424FD0F}" dt="2023-04-13T09:49:08.425" v="1830"/>
          <ac:spMkLst>
            <pc:docMk/>
            <pc:sldMk cId="3205117471" sldId="280"/>
            <ac:spMk id="3" creationId="{D3F0F6B1-7BFB-CB37-8DBB-06347DDC6770}"/>
          </ac:spMkLst>
        </pc:spChg>
        <pc:spChg chg="add del mod">
          <ac:chgData name="DING, Wenlong" userId="2462c282-915a-45d3-817d-b87203e0e2e0" providerId="ADAL" clId="{5D9E8CCF-4134-8C46-86A4-48224424FD0F}" dt="2023-04-13T09:49:08.072" v="1829"/>
          <ac:spMkLst>
            <pc:docMk/>
            <pc:sldMk cId="3205117471" sldId="280"/>
            <ac:spMk id="4" creationId="{801AD773-7224-101E-9C60-7DBE196A26DF}"/>
          </ac:spMkLst>
        </pc:spChg>
        <pc:spChg chg="add mod">
          <ac:chgData name="DING, Wenlong" userId="2462c282-915a-45d3-817d-b87203e0e2e0" providerId="ADAL" clId="{5D9E8CCF-4134-8C46-86A4-48224424FD0F}" dt="2023-04-14T13:50:59.583" v="2946" actId="20577"/>
          <ac:spMkLst>
            <pc:docMk/>
            <pc:sldMk cId="3205117471" sldId="280"/>
            <ac:spMk id="4" creationId="{D2A83299-778D-87B8-5A90-1FA77E6BB2EC}"/>
          </ac:spMkLst>
        </pc:spChg>
        <pc:spChg chg="add mod">
          <ac:chgData name="DING, Wenlong" userId="2462c282-915a-45d3-817d-b87203e0e2e0" providerId="ADAL" clId="{5D9E8CCF-4134-8C46-86A4-48224424FD0F}" dt="2023-04-14T13:52:14.110" v="2952"/>
          <ac:spMkLst>
            <pc:docMk/>
            <pc:sldMk cId="3205117471" sldId="280"/>
            <ac:spMk id="5" creationId="{5436477B-0248-49E9-FAF4-6F6B6992ADEF}"/>
          </ac:spMkLst>
        </pc:spChg>
        <pc:spChg chg="del">
          <ac:chgData name="DING, Wenlong" userId="2462c282-915a-45d3-817d-b87203e0e2e0" providerId="ADAL" clId="{5D9E8CCF-4134-8C46-86A4-48224424FD0F}" dt="2023-04-13T09:47:40.707" v="1826" actId="478"/>
          <ac:spMkLst>
            <pc:docMk/>
            <pc:sldMk cId="3205117471" sldId="280"/>
            <ac:spMk id="6" creationId="{DBDB495C-4A97-E6EC-72D9-515FBBB0B1F2}"/>
          </ac:spMkLst>
        </pc:spChg>
        <pc:spChg chg="del">
          <ac:chgData name="DING, Wenlong" userId="2462c282-915a-45d3-817d-b87203e0e2e0" providerId="ADAL" clId="{5D9E8CCF-4134-8C46-86A4-48224424FD0F}" dt="2023-04-14T13:52:13.825" v="2951" actId="478"/>
          <ac:spMkLst>
            <pc:docMk/>
            <pc:sldMk cId="3205117471" sldId="280"/>
            <ac:spMk id="9" creationId="{D8C5C662-0645-E098-29EB-0E510D400D26}"/>
          </ac:spMkLst>
        </pc:spChg>
        <pc:graphicFrameChg chg="mod modGraphic">
          <ac:chgData name="DING, Wenlong" userId="2462c282-915a-45d3-817d-b87203e0e2e0" providerId="ADAL" clId="{5D9E8CCF-4134-8C46-86A4-48224424FD0F}" dt="2023-04-13T10:36:02.122" v="1958" actId="20577"/>
          <ac:graphicFrameMkLst>
            <pc:docMk/>
            <pc:sldMk cId="3205117471" sldId="280"/>
            <ac:graphicFrameMk id="7" creationId="{5EB15423-52CF-6624-16F1-6E14953CDDB3}"/>
          </ac:graphicFrameMkLst>
        </pc:graphicFrameChg>
      </pc:sldChg>
      <pc:sldChg chg="addSp delSp modSp add mod">
        <pc:chgData name="DING, Wenlong" userId="2462c282-915a-45d3-817d-b87203e0e2e0" providerId="ADAL" clId="{5D9E8CCF-4134-8C46-86A4-48224424FD0F}" dt="2023-04-14T13:54:06.950" v="2964" actId="20577"/>
        <pc:sldMkLst>
          <pc:docMk/>
          <pc:sldMk cId="3684504715" sldId="281"/>
        </pc:sldMkLst>
        <pc:spChg chg="add mod">
          <ac:chgData name="DING, Wenlong" userId="2462c282-915a-45d3-817d-b87203e0e2e0" providerId="ADAL" clId="{5D9E8CCF-4134-8C46-86A4-48224424FD0F}" dt="2023-04-14T13:54:06.950" v="2964" actId="20577"/>
          <ac:spMkLst>
            <pc:docMk/>
            <pc:sldMk cId="3684504715" sldId="281"/>
            <ac:spMk id="3" creationId="{AF4C9956-176A-C390-DA99-19DAA6B815E8}"/>
          </ac:spMkLst>
        </pc:spChg>
        <pc:spChg chg="add mod">
          <ac:chgData name="DING, Wenlong" userId="2462c282-915a-45d3-817d-b87203e0e2e0" providerId="ADAL" clId="{5D9E8CCF-4134-8C46-86A4-48224424FD0F}" dt="2023-04-14T13:54:01.284" v="2962"/>
          <ac:spMkLst>
            <pc:docMk/>
            <pc:sldMk cId="3684504715" sldId="281"/>
            <ac:spMk id="4" creationId="{7E8489F9-A416-70B1-08CB-547B44B2B0B2}"/>
          </ac:spMkLst>
        </pc:spChg>
        <pc:spChg chg="del">
          <ac:chgData name="DING, Wenlong" userId="2462c282-915a-45d3-817d-b87203e0e2e0" providerId="ADAL" clId="{5D9E8CCF-4134-8C46-86A4-48224424FD0F}" dt="2023-04-14T13:53:46.769" v="2959" actId="478"/>
          <ac:spMkLst>
            <pc:docMk/>
            <pc:sldMk cId="3684504715" sldId="281"/>
            <ac:spMk id="9" creationId="{D8C5C662-0645-E098-29EB-0E510D400D26}"/>
          </ac:spMkLst>
        </pc:spChg>
        <pc:graphicFrameChg chg="mod modGraphic">
          <ac:chgData name="DING, Wenlong" userId="2462c282-915a-45d3-817d-b87203e0e2e0" providerId="ADAL" clId="{5D9E8CCF-4134-8C46-86A4-48224424FD0F}" dt="2023-04-14T13:53:49.407" v="2961" actId="20577"/>
          <ac:graphicFrameMkLst>
            <pc:docMk/>
            <pc:sldMk cId="3684504715" sldId="281"/>
            <ac:graphicFrameMk id="7" creationId="{5EB15423-52CF-6624-16F1-6E14953CDDB3}"/>
          </ac:graphicFrameMkLst>
        </pc:graphicFrameChg>
      </pc:sldChg>
      <pc:sldChg chg="add del">
        <pc:chgData name="DING, Wenlong" userId="2462c282-915a-45d3-817d-b87203e0e2e0" providerId="ADAL" clId="{5D9E8CCF-4134-8C46-86A4-48224424FD0F}" dt="2023-04-13T10:37:03.926" v="1987" actId="2696"/>
        <pc:sldMkLst>
          <pc:docMk/>
          <pc:sldMk cId="2318852283" sldId="282"/>
        </pc:sldMkLst>
      </pc:sldChg>
      <pc:sldChg chg="addSp delSp modSp add mod">
        <pc:chgData name="DING, Wenlong" userId="2462c282-915a-45d3-817d-b87203e0e2e0" providerId="ADAL" clId="{5D9E8CCF-4134-8C46-86A4-48224424FD0F}" dt="2023-04-14T13:53:27.383" v="2958" actId="20577"/>
        <pc:sldMkLst>
          <pc:docMk/>
          <pc:sldMk cId="2965921930" sldId="283"/>
        </pc:sldMkLst>
        <pc:spChg chg="add del mod">
          <ac:chgData name="DING, Wenlong" userId="2462c282-915a-45d3-817d-b87203e0e2e0" providerId="ADAL" clId="{5D9E8CCF-4134-8C46-86A4-48224424FD0F}" dt="2023-04-14T13:52:18.236" v="2953" actId="478"/>
          <ac:spMkLst>
            <pc:docMk/>
            <pc:sldMk cId="2965921930" sldId="283"/>
            <ac:spMk id="3" creationId="{2709D065-0E06-3644-AFCA-28ED41EC8801}"/>
          </ac:spMkLst>
        </pc:spChg>
        <pc:spChg chg="add mod">
          <ac:chgData name="DING, Wenlong" userId="2462c282-915a-45d3-817d-b87203e0e2e0" providerId="ADAL" clId="{5D9E8CCF-4134-8C46-86A4-48224424FD0F}" dt="2023-04-14T13:52:55.190" v="2956" actId="20577"/>
          <ac:spMkLst>
            <pc:docMk/>
            <pc:sldMk cId="2965921930" sldId="283"/>
            <ac:spMk id="4" creationId="{D818129A-D631-651A-7186-B5C1E1654584}"/>
          </ac:spMkLst>
        </pc:spChg>
        <pc:spChg chg="add mod">
          <ac:chgData name="DING, Wenlong" userId="2462c282-915a-45d3-817d-b87203e0e2e0" providerId="ADAL" clId="{5D9E8CCF-4134-8C46-86A4-48224424FD0F}" dt="2023-04-14T13:52:18.523" v="2954"/>
          <ac:spMkLst>
            <pc:docMk/>
            <pc:sldMk cId="2965921930" sldId="283"/>
            <ac:spMk id="5" creationId="{A4E43BE3-6E1D-B278-6DD4-BCB41FC8F93E}"/>
          </ac:spMkLst>
        </pc:spChg>
        <pc:spChg chg="del">
          <ac:chgData name="DING, Wenlong" userId="2462c282-915a-45d3-817d-b87203e0e2e0" providerId="ADAL" clId="{5D9E8CCF-4134-8C46-86A4-48224424FD0F}" dt="2023-04-14T13:51:54.026" v="2947" actId="478"/>
          <ac:spMkLst>
            <pc:docMk/>
            <pc:sldMk cId="2965921930" sldId="283"/>
            <ac:spMk id="9" creationId="{D8C5C662-0645-E098-29EB-0E510D400D26}"/>
          </ac:spMkLst>
        </pc:spChg>
        <pc:graphicFrameChg chg="modGraphic">
          <ac:chgData name="DING, Wenlong" userId="2462c282-915a-45d3-817d-b87203e0e2e0" providerId="ADAL" clId="{5D9E8CCF-4134-8C46-86A4-48224424FD0F}" dt="2023-04-14T13:53:27.383" v="2958" actId="20577"/>
          <ac:graphicFrameMkLst>
            <pc:docMk/>
            <pc:sldMk cId="2965921930" sldId="283"/>
            <ac:graphicFrameMk id="7" creationId="{5EB15423-52CF-6624-16F1-6E14953CDDB3}"/>
          </ac:graphicFrameMkLst>
        </pc:graphicFrameChg>
      </pc:sldChg>
      <pc:sldChg chg="add del">
        <pc:chgData name="DING, Wenlong" userId="2462c282-915a-45d3-817d-b87203e0e2e0" providerId="ADAL" clId="{5D9E8CCF-4134-8C46-86A4-48224424FD0F}" dt="2023-04-13T10:37:11.570" v="1989" actId="2696"/>
        <pc:sldMkLst>
          <pc:docMk/>
          <pc:sldMk cId="973634039" sldId="284"/>
        </pc:sldMkLst>
      </pc:sldChg>
      <pc:sldChg chg="addSp delSp modSp add mod">
        <pc:chgData name="DING, Wenlong" userId="2462c282-915a-45d3-817d-b87203e0e2e0" providerId="ADAL" clId="{5D9E8CCF-4134-8C46-86A4-48224424FD0F}" dt="2023-04-14T13:55:07.384" v="2972" actId="20577"/>
        <pc:sldMkLst>
          <pc:docMk/>
          <pc:sldMk cId="1057335085" sldId="284"/>
        </pc:sldMkLst>
        <pc:spChg chg="add mod">
          <ac:chgData name="DING, Wenlong" userId="2462c282-915a-45d3-817d-b87203e0e2e0" providerId="ADAL" clId="{5D9E8CCF-4134-8C46-86A4-48224424FD0F}" dt="2023-04-13T10:40:04.233" v="2118" actId="1076"/>
          <ac:spMkLst>
            <pc:docMk/>
            <pc:sldMk cId="1057335085" sldId="284"/>
            <ac:spMk id="3" creationId="{66919AF1-5304-7254-81A8-CF236CFD980E}"/>
          </ac:spMkLst>
        </pc:spChg>
        <pc:spChg chg="add mod">
          <ac:chgData name="DING, Wenlong" userId="2462c282-915a-45d3-817d-b87203e0e2e0" providerId="ADAL" clId="{5D9E8CCF-4134-8C46-86A4-48224424FD0F}" dt="2023-04-14T13:54:50.318" v="2970" actId="20577"/>
          <ac:spMkLst>
            <pc:docMk/>
            <pc:sldMk cId="1057335085" sldId="284"/>
            <ac:spMk id="4" creationId="{2726F035-DD10-32D3-B327-E695D0AC45B6}"/>
          </ac:spMkLst>
        </pc:spChg>
        <pc:spChg chg="add mod">
          <ac:chgData name="DING, Wenlong" userId="2462c282-915a-45d3-817d-b87203e0e2e0" providerId="ADAL" clId="{5D9E8CCF-4134-8C46-86A4-48224424FD0F}" dt="2023-04-14T13:54:41.157" v="2966"/>
          <ac:spMkLst>
            <pc:docMk/>
            <pc:sldMk cId="1057335085" sldId="284"/>
            <ac:spMk id="5" creationId="{8CA84670-80FB-B747-EBDA-3F8B3A026A66}"/>
          </ac:spMkLst>
        </pc:spChg>
        <pc:spChg chg="del">
          <ac:chgData name="DING, Wenlong" userId="2462c282-915a-45d3-817d-b87203e0e2e0" providerId="ADAL" clId="{5D9E8CCF-4134-8C46-86A4-48224424FD0F}" dt="2023-04-14T13:54:40.689" v="2965" actId="478"/>
          <ac:spMkLst>
            <pc:docMk/>
            <pc:sldMk cId="1057335085" sldId="284"/>
            <ac:spMk id="9" creationId="{D8C5C662-0645-E098-29EB-0E510D400D26}"/>
          </ac:spMkLst>
        </pc:spChg>
        <pc:graphicFrameChg chg="mod modGraphic">
          <ac:chgData name="DING, Wenlong" userId="2462c282-915a-45d3-817d-b87203e0e2e0" providerId="ADAL" clId="{5D9E8CCF-4134-8C46-86A4-48224424FD0F}" dt="2023-04-14T13:55:07.384" v="2972" actId="20577"/>
          <ac:graphicFrameMkLst>
            <pc:docMk/>
            <pc:sldMk cId="1057335085" sldId="284"/>
            <ac:graphicFrameMk id="7" creationId="{5EB15423-52CF-6624-16F1-6E14953CDDB3}"/>
          </ac:graphicFrameMkLst>
        </pc:graphicFrameChg>
      </pc:sldChg>
      <pc:sldChg chg="addSp modSp add del mod">
        <pc:chgData name="DING, Wenlong" userId="2462c282-915a-45d3-817d-b87203e0e2e0" providerId="ADAL" clId="{5D9E8CCF-4134-8C46-86A4-48224424FD0F}" dt="2023-04-13T11:54:38.786" v="2564" actId="2696"/>
        <pc:sldMkLst>
          <pc:docMk/>
          <pc:sldMk cId="52636870" sldId="285"/>
        </pc:sldMkLst>
        <pc:spChg chg="add mod">
          <ac:chgData name="DING, Wenlong" userId="2462c282-915a-45d3-817d-b87203e0e2e0" providerId="ADAL" clId="{5D9E8CCF-4134-8C46-86A4-48224424FD0F}" dt="2023-04-13T11:54:33.341" v="2563" actId="20577"/>
          <ac:spMkLst>
            <pc:docMk/>
            <pc:sldMk cId="52636870" sldId="285"/>
            <ac:spMk id="4" creationId="{C4DFB329-570D-A4AE-7F4E-7DAE7FE46AE7}"/>
          </ac:spMkLst>
        </pc:spChg>
      </pc:sldChg>
      <pc:sldChg chg="addSp delSp modSp add del mod delAnim">
        <pc:chgData name="DING, Wenlong" userId="2462c282-915a-45d3-817d-b87203e0e2e0" providerId="ADAL" clId="{5D9E8CCF-4134-8C46-86A4-48224424FD0F}" dt="2023-04-13T12:46:56.668" v="2716" actId="2696"/>
        <pc:sldMkLst>
          <pc:docMk/>
          <pc:sldMk cId="1486105223" sldId="285"/>
        </pc:sldMkLst>
        <pc:spChg chg="add mod">
          <ac:chgData name="DING, Wenlong" userId="2462c282-915a-45d3-817d-b87203e0e2e0" providerId="ADAL" clId="{5D9E8CCF-4134-8C46-86A4-48224424FD0F}" dt="2023-04-13T12:03:20.002" v="2659" actId="1076"/>
          <ac:spMkLst>
            <pc:docMk/>
            <pc:sldMk cId="1486105223" sldId="285"/>
            <ac:spMk id="3" creationId="{02163D5A-A5C8-EBCC-9EC0-5A7A43E7903C}"/>
          </ac:spMkLst>
        </pc:spChg>
        <pc:spChg chg="add del mod">
          <ac:chgData name="DING, Wenlong" userId="2462c282-915a-45d3-817d-b87203e0e2e0" providerId="ADAL" clId="{5D9E8CCF-4134-8C46-86A4-48224424FD0F}" dt="2023-04-13T12:06:22.241" v="2679" actId="478"/>
          <ac:spMkLst>
            <pc:docMk/>
            <pc:sldMk cId="1486105223" sldId="285"/>
            <ac:spMk id="4" creationId="{8BB1A93F-69A1-8C57-5CA2-16C12FDDAC0A}"/>
          </ac:spMkLst>
        </pc:spChg>
        <pc:spChg chg="mod topLvl">
          <ac:chgData name="DING, Wenlong" userId="2462c282-915a-45d3-817d-b87203e0e2e0" providerId="ADAL" clId="{5D9E8CCF-4134-8C46-86A4-48224424FD0F}" dt="2023-04-13T12:06:03.695" v="2674" actId="20577"/>
          <ac:spMkLst>
            <pc:docMk/>
            <pc:sldMk cId="1486105223" sldId="285"/>
            <ac:spMk id="8" creationId="{CAE04416-4C3F-64D8-2929-3B5036E59A88}"/>
          </ac:spMkLst>
        </pc:spChg>
        <pc:spChg chg="mod topLvl">
          <ac:chgData name="DING, Wenlong" userId="2462c282-915a-45d3-817d-b87203e0e2e0" providerId="ADAL" clId="{5D9E8CCF-4134-8C46-86A4-48224424FD0F}" dt="2023-04-13T11:59:54.048" v="2616" actId="20577"/>
          <ac:spMkLst>
            <pc:docMk/>
            <pc:sldMk cId="1486105223" sldId="285"/>
            <ac:spMk id="13" creationId="{E2BEE91E-022B-4F94-A1D1-1D70498E9046}"/>
          </ac:spMkLst>
        </pc:spChg>
        <pc:spChg chg="mod topLvl">
          <ac:chgData name="DING, Wenlong" userId="2462c282-915a-45d3-817d-b87203e0e2e0" providerId="ADAL" clId="{5D9E8CCF-4134-8C46-86A4-48224424FD0F}" dt="2023-04-13T11:58:55.725" v="2602" actId="1076"/>
          <ac:spMkLst>
            <pc:docMk/>
            <pc:sldMk cId="1486105223" sldId="285"/>
            <ac:spMk id="31" creationId="{BDB3B7DF-ABEE-415E-594B-A6E7BC7F164B}"/>
          </ac:spMkLst>
        </pc:spChg>
        <pc:spChg chg="mod topLvl">
          <ac:chgData name="DING, Wenlong" userId="2462c282-915a-45d3-817d-b87203e0e2e0" providerId="ADAL" clId="{5D9E8CCF-4134-8C46-86A4-48224424FD0F}" dt="2023-04-13T11:58:59.256" v="2604" actId="20577"/>
          <ac:spMkLst>
            <pc:docMk/>
            <pc:sldMk cId="1486105223" sldId="285"/>
            <ac:spMk id="38" creationId="{A26E6CAF-7142-79FB-D14B-EDA4F1012CB3}"/>
          </ac:spMkLst>
        </pc:spChg>
        <pc:spChg chg="del">
          <ac:chgData name="DING, Wenlong" userId="2462c282-915a-45d3-817d-b87203e0e2e0" providerId="ADAL" clId="{5D9E8CCF-4134-8C46-86A4-48224424FD0F}" dt="2023-04-13T11:55:40.238" v="2574" actId="478"/>
          <ac:spMkLst>
            <pc:docMk/>
            <pc:sldMk cId="1486105223" sldId="285"/>
            <ac:spMk id="44" creationId="{6168FB3A-78E1-6BC3-F3C3-F32615BE02DE}"/>
          </ac:spMkLst>
        </pc:spChg>
        <pc:spChg chg="mod">
          <ac:chgData name="DING, Wenlong" userId="2462c282-915a-45d3-817d-b87203e0e2e0" providerId="ADAL" clId="{5D9E8CCF-4134-8C46-86A4-48224424FD0F}" dt="2023-04-13T12:03:09.385" v="2657" actId="403"/>
          <ac:spMkLst>
            <pc:docMk/>
            <pc:sldMk cId="1486105223" sldId="285"/>
            <ac:spMk id="54" creationId="{D2ED428B-AF72-883E-B342-2C18B1B6AE5F}"/>
          </ac:spMkLst>
        </pc:spChg>
        <pc:grpChg chg="add del mod">
          <ac:chgData name="DING, Wenlong" userId="2462c282-915a-45d3-817d-b87203e0e2e0" providerId="ADAL" clId="{5D9E8CCF-4134-8C46-86A4-48224424FD0F}" dt="2023-04-13T11:56:22.668" v="2580" actId="165"/>
          <ac:grpSpMkLst>
            <pc:docMk/>
            <pc:sldMk cId="1486105223" sldId="285"/>
            <ac:grpSpMk id="2" creationId="{4E5D19C3-B735-4B3F-DFE9-02F1F4B156A7}"/>
          </ac:grpSpMkLst>
        </pc:grpChg>
        <pc:graphicFrameChg chg="del mod topLvl modGraphic">
          <ac:chgData name="DING, Wenlong" userId="2462c282-915a-45d3-817d-b87203e0e2e0" providerId="ADAL" clId="{5D9E8CCF-4134-8C46-86A4-48224424FD0F}" dt="2023-04-13T12:05:58.714" v="2666" actId="478"/>
          <ac:graphicFrameMkLst>
            <pc:docMk/>
            <pc:sldMk cId="1486105223" sldId="285"/>
            <ac:graphicFrameMk id="9" creationId="{39939214-1B30-42CA-41D8-86E4921E643F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1:58:55.725" v="2602" actId="1076"/>
          <ac:graphicFrameMkLst>
            <pc:docMk/>
            <pc:sldMk cId="1486105223" sldId="285"/>
            <ac:graphicFrameMk id="10" creationId="{57395A4E-1256-CC2F-3681-8A2832901D9D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2:01:18.067" v="2636" actId="255"/>
          <ac:graphicFrameMkLst>
            <pc:docMk/>
            <pc:sldMk cId="1486105223" sldId="285"/>
            <ac:graphicFrameMk id="30" creationId="{AEC7B4EE-D3FE-7A30-5AF0-82475F049299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2:01:13.388" v="2635" actId="255"/>
          <ac:graphicFrameMkLst>
            <pc:docMk/>
            <pc:sldMk cId="1486105223" sldId="285"/>
            <ac:graphicFrameMk id="37" creationId="{B88448A3-B49D-4AAD-5322-753339321356}"/>
          </ac:graphicFrameMkLst>
        </pc:graphicFrameChg>
        <pc:graphicFrameChg chg="del">
          <ac:chgData name="DING, Wenlong" userId="2462c282-915a-45d3-817d-b87203e0e2e0" providerId="ADAL" clId="{5D9E8CCF-4134-8C46-86A4-48224424FD0F}" dt="2023-04-13T11:55:40.238" v="2574" actId="478"/>
          <ac:graphicFrameMkLst>
            <pc:docMk/>
            <pc:sldMk cId="1486105223" sldId="285"/>
            <ac:graphicFrameMk id="43" creationId="{6EB15FF3-B5BE-D611-9203-0B172BDAE7D1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2:06:36.327" v="2681" actId="207"/>
          <ac:graphicFrameMkLst>
            <pc:docMk/>
            <pc:sldMk cId="1486105223" sldId="285"/>
            <ac:graphicFrameMk id="45" creationId="{253D598A-EB41-F6A0-4580-34F22927A0C6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12:06:11.171" v="2675" actId="478"/>
          <ac:graphicFrameMkLst>
            <pc:docMk/>
            <pc:sldMk cId="1486105223" sldId="285"/>
            <ac:graphicFrameMk id="46" creationId="{985BDFB7-B0CE-D245-D0F0-6DA31E8C7CA8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2:06:39.253" v="2682" actId="207"/>
          <ac:graphicFrameMkLst>
            <pc:docMk/>
            <pc:sldMk cId="1486105223" sldId="285"/>
            <ac:graphicFrameMk id="47" creationId="{625C959F-45E5-29DE-2341-10C82FCC91E9}"/>
          </ac:graphicFrameMkLst>
        </pc:graphicFrameChg>
        <pc:graphicFrameChg chg="del mod topLvl modGraphic">
          <ac:chgData name="DING, Wenlong" userId="2462c282-915a-45d3-817d-b87203e0e2e0" providerId="ADAL" clId="{5D9E8CCF-4134-8C46-86A4-48224424FD0F}" dt="2023-04-13T12:06:13.620" v="2676" actId="478"/>
          <ac:graphicFrameMkLst>
            <pc:docMk/>
            <pc:sldMk cId="1486105223" sldId="285"/>
            <ac:graphicFrameMk id="48" creationId="{44667F3A-F733-A7D9-D7D8-1AAF95C28079}"/>
          </ac:graphicFrameMkLst>
        </pc:graphicFrameChg>
        <pc:graphicFrameChg chg="del">
          <ac:chgData name="DING, Wenlong" userId="2462c282-915a-45d3-817d-b87203e0e2e0" providerId="ADAL" clId="{5D9E8CCF-4134-8C46-86A4-48224424FD0F}" dt="2023-04-13T11:55:40.238" v="2574" actId="478"/>
          <ac:graphicFrameMkLst>
            <pc:docMk/>
            <pc:sldMk cId="1486105223" sldId="285"/>
            <ac:graphicFrameMk id="49" creationId="{49F283CF-4D07-4B85-7D97-89B7F40CA34A}"/>
          </ac:graphicFrameMkLst>
        </pc:graphicFrameChg>
        <pc:graphicFrameChg chg="del">
          <ac:chgData name="DING, Wenlong" userId="2462c282-915a-45d3-817d-b87203e0e2e0" providerId="ADAL" clId="{5D9E8CCF-4134-8C46-86A4-48224424FD0F}" dt="2023-04-13T11:55:40.238" v="2574" actId="478"/>
          <ac:graphicFrameMkLst>
            <pc:docMk/>
            <pc:sldMk cId="1486105223" sldId="285"/>
            <ac:graphicFrameMk id="50" creationId="{95A76F5B-8322-C1FD-BF20-34925E6A26CD}"/>
          </ac:graphicFrameMkLst>
        </pc:graphicFrameChg>
        <pc:graphicFrameChg chg="mod topLvl modGraphic">
          <ac:chgData name="DING, Wenlong" userId="2462c282-915a-45d3-817d-b87203e0e2e0" providerId="ADAL" clId="{5D9E8CCF-4134-8C46-86A4-48224424FD0F}" dt="2023-04-13T11:59:50.121" v="2614" actId="255"/>
          <ac:graphicFrameMkLst>
            <pc:docMk/>
            <pc:sldMk cId="1486105223" sldId="285"/>
            <ac:graphicFrameMk id="86" creationId="{00000000-0000-0000-0000-000000000000}"/>
          </ac:graphicFrameMkLst>
        </pc:graphicFrameChg>
        <pc:picChg chg="mod topLvl">
          <ac:chgData name="DING, Wenlong" userId="2462c282-915a-45d3-817d-b87203e0e2e0" providerId="ADAL" clId="{5D9E8CCF-4134-8C46-86A4-48224424FD0F}" dt="2023-04-13T11:58:55.725" v="2602" actId="1076"/>
          <ac:picMkLst>
            <pc:docMk/>
            <pc:sldMk cId="1486105223" sldId="285"/>
            <ac:picMk id="27" creationId="{866755EB-072E-4F0D-DFF9-4CB0F9D165A2}"/>
          </ac:picMkLst>
        </pc:picChg>
        <pc:picChg chg="mod topLvl">
          <ac:chgData name="DING, Wenlong" userId="2462c282-915a-45d3-817d-b87203e0e2e0" providerId="ADAL" clId="{5D9E8CCF-4134-8C46-86A4-48224424FD0F}" dt="2023-04-13T11:58:55.725" v="2602" actId="1076"/>
          <ac:picMkLst>
            <pc:docMk/>
            <pc:sldMk cId="1486105223" sldId="285"/>
            <ac:picMk id="34" creationId="{226E0FBF-1609-C576-813F-38243D797B54}"/>
          </ac:picMkLst>
        </pc:picChg>
        <pc:picChg chg="del">
          <ac:chgData name="DING, Wenlong" userId="2462c282-915a-45d3-817d-b87203e0e2e0" providerId="ADAL" clId="{5D9E8CCF-4134-8C46-86A4-48224424FD0F}" dt="2023-04-13T11:55:40.238" v="2574" actId="478"/>
          <ac:picMkLst>
            <pc:docMk/>
            <pc:sldMk cId="1486105223" sldId="285"/>
            <ac:picMk id="40" creationId="{E0BA8627-0B1D-2C1E-802D-86C4610B41B7}"/>
          </ac:picMkLst>
        </pc:picChg>
        <pc:picChg chg="mod topLvl">
          <ac:chgData name="DING, Wenlong" userId="2462c282-915a-45d3-817d-b87203e0e2e0" providerId="ADAL" clId="{5D9E8CCF-4134-8C46-86A4-48224424FD0F}" dt="2023-04-13T11:58:55.725" v="2602" actId="1076"/>
          <ac:picMkLst>
            <pc:docMk/>
            <pc:sldMk cId="1486105223" sldId="285"/>
            <ac:picMk id="84" creationId="{00000000-0000-0000-0000-000000000000}"/>
          </ac:picMkLst>
        </pc:picChg>
      </pc:sldChg>
      <pc:sldChg chg="addSp delSp modSp add del mod">
        <pc:chgData name="DING, Wenlong" userId="2462c282-915a-45d3-817d-b87203e0e2e0" providerId="ADAL" clId="{5D9E8CCF-4134-8C46-86A4-48224424FD0F}" dt="2023-04-13T11:28:59.017" v="2501" actId="2696"/>
        <pc:sldMkLst>
          <pc:docMk/>
          <pc:sldMk cId="1863590560" sldId="285"/>
        </pc:sldMkLst>
        <pc:spChg chg="del">
          <ac:chgData name="DING, Wenlong" userId="2462c282-915a-45d3-817d-b87203e0e2e0" providerId="ADAL" clId="{5D9E8CCF-4134-8C46-86A4-48224424FD0F}" dt="2023-04-13T10:51:32.282" v="2127" actId="478"/>
          <ac:spMkLst>
            <pc:docMk/>
            <pc:sldMk cId="1863590560" sldId="285"/>
            <ac:spMk id="3" creationId="{5C461B64-2ECC-01DB-2098-1829F77DE978}"/>
          </ac:spMkLst>
        </pc:spChg>
        <pc:spChg chg="add del mod">
          <ac:chgData name="DING, Wenlong" userId="2462c282-915a-45d3-817d-b87203e0e2e0" providerId="ADAL" clId="{5D9E8CCF-4134-8C46-86A4-48224424FD0F}" dt="2023-04-13T10:51:20.497" v="2124" actId="478"/>
          <ac:spMkLst>
            <pc:docMk/>
            <pc:sldMk cId="1863590560" sldId="285"/>
            <ac:spMk id="4" creationId="{ED6F0F7A-08BA-7E5B-141E-5409EF335C52}"/>
          </ac:spMkLst>
        </pc:spChg>
        <pc:spChg chg="add mod">
          <ac:chgData name="DING, Wenlong" userId="2462c282-915a-45d3-817d-b87203e0e2e0" providerId="ADAL" clId="{5D9E8CCF-4134-8C46-86A4-48224424FD0F}" dt="2023-04-13T10:51:24.943" v="2125"/>
          <ac:spMkLst>
            <pc:docMk/>
            <pc:sldMk cId="1863590560" sldId="285"/>
            <ac:spMk id="5" creationId="{D1A8B3F1-AD62-FAA7-725B-B04816C17F9B}"/>
          </ac:spMkLst>
        </pc:spChg>
        <pc:spChg chg="del">
          <ac:chgData name="DING, Wenlong" userId="2462c282-915a-45d3-817d-b87203e0e2e0" providerId="ADAL" clId="{5D9E8CCF-4134-8C46-86A4-48224424FD0F}" dt="2023-04-13T10:51:29.141" v="2126" actId="478"/>
          <ac:spMkLst>
            <pc:docMk/>
            <pc:sldMk cId="1863590560" sldId="285"/>
            <ac:spMk id="6" creationId="{DBDB495C-4A97-E6EC-72D9-515FBBB0B1F2}"/>
          </ac:spMkLst>
        </pc:spChg>
        <pc:spChg chg="del">
          <ac:chgData name="DING, Wenlong" userId="2462c282-915a-45d3-817d-b87203e0e2e0" providerId="ADAL" clId="{5D9E8CCF-4134-8C46-86A4-48224424FD0F}" dt="2023-04-13T10:51:11.556" v="2121" actId="478"/>
          <ac:spMkLst>
            <pc:docMk/>
            <pc:sldMk cId="1863590560" sldId="285"/>
            <ac:spMk id="9" creationId="{D8C5C662-0645-E098-29EB-0E510D400D26}"/>
          </ac:spMkLst>
        </pc:spChg>
        <pc:spChg chg="add mod">
          <ac:chgData name="DING, Wenlong" userId="2462c282-915a-45d3-817d-b87203e0e2e0" providerId="ADAL" clId="{5D9E8CCF-4134-8C46-86A4-48224424FD0F}" dt="2023-04-13T11:00:28.439" v="2202" actId="1076"/>
          <ac:spMkLst>
            <pc:docMk/>
            <pc:sldMk cId="1863590560" sldId="285"/>
            <ac:spMk id="10" creationId="{BE960388-88EE-735E-BA3C-B1D79894C336}"/>
          </ac:spMkLst>
        </pc:spChg>
        <pc:spChg chg="add del mod">
          <ac:chgData name="DING, Wenlong" userId="2462c282-915a-45d3-817d-b87203e0e2e0" providerId="ADAL" clId="{5D9E8CCF-4134-8C46-86A4-48224424FD0F}" dt="2023-04-13T11:12:33.038" v="2455" actId="478"/>
          <ac:spMkLst>
            <pc:docMk/>
            <pc:sldMk cId="1863590560" sldId="285"/>
            <ac:spMk id="11" creationId="{801321AA-43D1-2495-9F26-80D1AA1228E3}"/>
          </ac:spMkLst>
        </pc:spChg>
        <pc:spChg chg="del">
          <ac:chgData name="DING, Wenlong" userId="2462c282-915a-45d3-817d-b87203e0e2e0" providerId="ADAL" clId="{5D9E8CCF-4134-8C46-86A4-48224424FD0F}" dt="2023-04-13T10:51:15.211" v="2122" actId="478"/>
          <ac:spMkLst>
            <pc:docMk/>
            <pc:sldMk cId="1863590560" sldId="285"/>
            <ac:spMk id="67" creationId="{00000000-0000-0000-0000-000000000000}"/>
          </ac:spMkLst>
        </pc:spChg>
        <pc:graphicFrameChg chg="del">
          <ac:chgData name="DING, Wenlong" userId="2462c282-915a-45d3-817d-b87203e0e2e0" providerId="ADAL" clId="{5D9E8CCF-4134-8C46-86A4-48224424FD0F}" dt="2023-04-13T10:51:08.333" v="2120" actId="478"/>
          <ac:graphicFrameMkLst>
            <pc:docMk/>
            <pc:sldMk cId="1863590560" sldId="285"/>
            <ac:graphicFrameMk id="7" creationId="{5EB15423-52CF-6624-16F1-6E14953CDDB3}"/>
          </ac:graphicFrameMkLst>
        </pc:graphicFrameChg>
        <pc:graphicFrameChg chg="add mod modGraphic">
          <ac:chgData name="DING, Wenlong" userId="2462c282-915a-45d3-817d-b87203e0e2e0" providerId="ADAL" clId="{5D9E8CCF-4134-8C46-86A4-48224424FD0F}" dt="2023-04-13T11:12:54.302" v="2458" actId="1076"/>
          <ac:graphicFrameMkLst>
            <pc:docMk/>
            <pc:sldMk cId="1863590560" sldId="285"/>
            <ac:graphicFrameMk id="12" creationId="{9BD35518-BE8C-2C87-D88F-5611B1E3D82A}"/>
          </ac:graphicFrameMkLst>
        </pc:graphicFrameChg>
        <pc:picChg chg="mod">
          <ac:chgData name="DING, Wenlong" userId="2462c282-915a-45d3-817d-b87203e0e2e0" providerId="ADAL" clId="{5D9E8CCF-4134-8C46-86A4-48224424FD0F}" dt="2023-04-13T10:58:44.947" v="2150" actId="1076"/>
          <ac:picMkLst>
            <pc:docMk/>
            <pc:sldMk cId="1863590560" sldId="285"/>
            <ac:picMk id="8" creationId="{E7890EF7-9E0F-B583-BB74-FA5DBEAB98CD}"/>
          </ac:picMkLst>
        </pc:picChg>
      </pc:sldChg>
      <pc:sldChg chg="addSp delSp modSp add del mod">
        <pc:chgData name="DING, Wenlong" userId="2462c282-915a-45d3-817d-b87203e0e2e0" providerId="ADAL" clId="{5D9E8CCF-4134-8C46-86A4-48224424FD0F}" dt="2023-04-13T11:29:02.627" v="2502" actId="2696"/>
        <pc:sldMkLst>
          <pc:docMk/>
          <pc:sldMk cId="820859621" sldId="286"/>
        </pc:sldMkLst>
        <pc:spChg chg="add mod">
          <ac:chgData name="DING, Wenlong" userId="2462c282-915a-45d3-817d-b87203e0e2e0" providerId="ADAL" clId="{5D9E8CCF-4134-8C46-86A4-48224424FD0F}" dt="2023-04-13T11:19:20.306" v="2500" actId="1076"/>
          <ac:spMkLst>
            <pc:docMk/>
            <pc:sldMk cId="820859621" sldId="286"/>
            <ac:spMk id="3" creationId="{A4933374-68D1-204C-E404-EB8408EFA198}"/>
          </ac:spMkLst>
        </pc:spChg>
        <pc:spChg chg="add del mod">
          <ac:chgData name="DING, Wenlong" userId="2462c282-915a-45d3-817d-b87203e0e2e0" providerId="ADAL" clId="{5D9E8CCF-4134-8C46-86A4-48224424FD0F}" dt="2023-04-13T11:19:14.525" v="2499" actId="478"/>
          <ac:spMkLst>
            <pc:docMk/>
            <pc:sldMk cId="820859621" sldId="286"/>
            <ac:spMk id="4" creationId="{E2C60250-C3F0-A064-B0FF-2888658DD2B7}"/>
          </ac:spMkLst>
        </pc:spChg>
      </pc:sldChg>
      <pc:sldChg chg="addSp delSp modSp add mod">
        <pc:chgData name="DING, Wenlong" userId="2462c282-915a-45d3-817d-b87203e0e2e0" providerId="ADAL" clId="{5D9E8CCF-4134-8C46-86A4-48224424FD0F}" dt="2023-04-14T13:59:05.912" v="2978" actId="1076"/>
        <pc:sldMkLst>
          <pc:docMk/>
          <pc:sldMk cId="922675022" sldId="286"/>
        </pc:sldMkLst>
        <pc:spChg chg="add mod">
          <ac:chgData name="DING, Wenlong" userId="2462c282-915a-45d3-817d-b87203e0e2e0" providerId="ADAL" clId="{5D9E8CCF-4134-8C46-86A4-48224424FD0F}" dt="2023-04-13T12:47:33.302" v="2724" actId="1076"/>
          <ac:spMkLst>
            <pc:docMk/>
            <pc:sldMk cId="922675022" sldId="286"/>
            <ac:spMk id="4" creationId="{E504D0EB-F67F-8559-CBD7-BCB123A1155E}"/>
          </ac:spMkLst>
        </pc:spChg>
        <pc:spChg chg="del">
          <ac:chgData name="DING, Wenlong" userId="2462c282-915a-45d3-817d-b87203e0e2e0" providerId="ADAL" clId="{5D9E8CCF-4134-8C46-86A4-48224424FD0F}" dt="2023-04-13T12:46:54.243" v="2715" actId="478"/>
          <ac:spMkLst>
            <pc:docMk/>
            <pc:sldMk cId="922675022" sldId="286"/>
            <ac:spMk id="14" creationId="{00EBFE64-F6C4-2F9F-2C7B-D9BA3E62DFCE}"/>
          </ac:spMkLst>
        </pc:spChg>
        <pc:picChg chg="add del mod">
          <ac:chgData name="DING, Wenlong" userId="2462c282-915a-45d3-817d-b87203e0e2e0" providerId="ADAL" clId="{5D9E8CCF-4134-8C46-86A4-48224424FD0F}" dt="2023-04-14T13:58:47.241" v="2973" actId="478"/>
          <ac:picMkLst>
            <pc:docMk/>
            <pc:sldMk cId="922675022" sldId="286"/>
            <ac:picMk id="2" creationId="{CB39128E-0EE8-96DF-BE34-9E609C025235}"/>
          </ac:picMkLst>
        </pc:picChg>
        <pc:picChg chg="add mod">
          <ac:chgData name="DING, Wenlong" userId="2462c282-915a-45d3-817d-b87203e0e2e0" providerId="ADAL" clId="{5D9E8CCF-4134-8C46-86A4-48224424FD0F}" dt="2023-04-14T13:59:05.912" v="2978" actId="1076"/>
          <ac:picMkLst>
            <pc:docMk/>
            <pc:sldMk cId="922675022" sldId="286"/>
            <ac:picMk id="3" creationId="{3C8FF365-345F-5AB5-AA77-1D277B7346D9}"/>
          </ac:picMkLst>
        </pc:picChg>
        <pc:picChg chg="del">
          <ac:chgData name="DING, Wenlong" userId="2462c282-915a-45d3-817d-b87203e0e2e0" providerId="ADAL" clId="{5D9E8CCF-4134-8C46-86A4-48224424FD0F}" dt="2023-04-13T12:46:54.243" v="2715" actId="478"/>
          <ac:picMkLst>
            <pc:docMk/>
            <pc:sldMk cId="922675022" sldId="286"/>
            <ac:picMk id="12" creationId="{50757896-0592-C360-C80F-291B2205C535}"/>
          </ac:picMkLst>
        </pc:picChg>
      </pc:sldChg>
      <pc:sldChg chg="delSp add del mod">
        <pc:chgData name="DING, Wenlong" userId="2462c282-915a-45d3-817d-b87203e0e2e0" providerId="ADAL" clId="{5D9E8CCF-4134-8C46-86A4-48224424FD0F}" dt="2023-04-13T12:06:17.938" v="2678" actId="2696"/>
        <pc:sldMkLst>
          <pc:docMk/>
          <pc:sldMk cId="2906400452" sldId="286"/>
        </pc:sldMkLst>
        <pc:spChg chg="del">
          <ac:chgData name="DING, Wenlong" userId="2462c282-915a-45d3-817d-b87203e0e2e0" providerId="ADAL" clId="{5D9E8CCF-4134-8C46-86A4-48224424FD0F}" dt="2023-04-13T11:55:48.951" v="2575" actId="478"/>
          <ac:spMkLst>
            <pc:docMk/>
            <pc:sldMk cId="2906400452" sldId="286"/>
            <ac:spMk id="8" creationId="{CAE04416-4C3F-64D8-2929-3B5036E59A88}"/>
          </ac:spMkLst>
        </pc:spChg>
        <pc:graphicFrameChg chg="del">
          <ac:chgData name="DING, Wenlong" userId="2462c282-915a-45d3-817d-b87203e0e2e0" providerId="ADAL" clId="{5D9E8CCF-4134-8C46-86A4-48224424FD0F}" dt="2023-04-13T11:55:48.951" v="2575" actId="478"/>
          <ac:graphicFrameMkLst>
            <pc:docMk/>
            <pc:sldMk cId="2906400452" sldId="286"/>
            <ac:graphicFrameMk id="9" creationId="{39939214-1B30-42CA-41D8-86E4921E643F}"/>
          </ac:graphicFrameMkLst>
        </pc:graphicFrameChg>
        <pc:graphicFrameChg chg="del">
          <ac:chgData name="DING, Wenlong" userId="2462c282-915a-45d3-817d-b87203e0e2e0" providerId="ADAL" clId="{5D9E8CCF-4134-8C46-86A4-48224424FD0F}" dt="2023-04-13T11:55:48.951" v="2575" actId="478"/>
          <ac:graphicFrameMkLst>
            <pc:docMk/>
            <pc:sldMk cId="2906400452" sldId="286"/>
            <ac:graphicFrameMk id="10" creationId="{57395A4E-1256-CC2F-3681-8A2832901D9D}"/>
          </ac:graphicFrameMkLst>
        </pc:graphicFrameChg>
        <pc:graphicFrameChg chg="del">
          <ac:chgData name="DING, Wenlong" userId="2462c282-915a-45d3-817d-b87203e0e2e0" providerId="ADAL" clId="{5D9E8CCF-4134-8C46-86A4-48224424FD0F}" dt="2023-04-13T11:55:48.951" v="2575" actId="478"/>
          <ac:graphicFrameMkLst>
            <pc:docMk/>
            <pc:sldMk cId="2906400452" sldId="286"/>
            <ac:graphicFrameMk id="86" creationId="{00000000-0000-0000-0000-000000000000}"/>
          </ac:graphicFrameMkLst>
        </pc:graphicFrameChg>
        <pc:picChg chg="del">
          <ac:chgData name="DING, Wenlong" userId="2462c282-915a-45d3-817d-b87203e0e2e0" providerId="ADAL" clId="{5D9E8CCF-4134-8C46-86A4-48224424FD0F}" dt="2023-04-13T11:55:48.951" v="2575" actId="478"/>
          <ac:picMkLst>
            <pc:docMk/>
            <pc:sldMk cId="2906400452" sldId="286"/>
            <ac:picMk id="84" creationId="{00000000-0000-0000-0000-000000000000}"/>
          </ac:picMkLst>
        </pc:picChg>
      </pc:sldChg>
      <pc:sldChg chg="addSp modSp add del mod">
        <pc:chgData name="DING, Wenlong" userId="2462c282-915a-45d3-817d-b87203e0e2e0" providerId="ADAL" clId="{5D9E8CCF-4134-8C46-86A4-48224424FD0F}" dt="2023-04-13T12:37:45.214" v="2709" actId="2696"/>
        <pc:sldMkLst>
          <pc:docMk/>
          <pc:sldMk cId="3333264055" sldId="287"/>
        </pc:sldMkLst>
        <pc:spChg chg="add mod">
          <ac:chgData name="DING, Wenlong" userId="2462c282-915a-45d3-817d-b87203e0e2e0" providerId="ADAL" clId="{5D9E8CCF-4134-8C46-86A4-48224424FD0F}" dt="2023-04-13T12:07:26.714" v="2684" actId="1076"/>
          <ac:spMkLst>
            <pc:docMk/>
            <pc:sldMk cId="3333264055" sldId="287"/>
            <ac:spMk id="2" creationId="{4C269C06-05FF-E298-107B-25B2376354D2}"/>
          </ac:spMkLst>
        </pc:spChg>
        <pc:spChg chg="add mod">
          <ac:chgData name="DING, Wenlong" userId="2462c282-915a-45d3-817d-b87203e0e2e0" providerId="ADAL" clId="{5D9E8CCF-4134-8C46-86A4-48224424FD0F}" dt="2023-04-13T12:08:12.691" v="2697" actId="20577"/>
          <ac:spMkLst>
            <pc:docMk/>
            <pc:sldMk cId="3333264055" sldId="287"/>
            <ac:spMk id="5" creationId="{B2C3C421-CFBD-DC36-BC0F-74F2088CDED8}"/>
          </ac:spMkLst>
        </pc:spChg>
        <pc:graphicFrameChg chg="mod">
          <ac:chgData name="DING, Wenlong" userId="2462c282-915a-45d3-817d-b87203e0e2e0" providerId="ADAL" clId="{5D9E8CCF-4134-8C46-86A4-48224424FD0F}" dt="2023-04-13T12:07:34.390" v="2685"/>
          <ac:graphicFrameMkLst>
            <pc:docMk/>
            <pc:sldMk cId="3333264055" sldId="287"/>
            <ac:graphicFrameMk id="10" creationId="{57395A4E-1256-CC2F-3681-8A2832901D9D}"/>
          </ac:graphicFrameMkLst>
        </pc:graphicFrameChg>
      </pc:sldChg>
      <pc:sldChg chg="addSp delSp modSp add mod">
        <pc:chgData name="DING, Wenlong" userId="2462c282-915a-45d3-817d-b87203e0e2e0" providerId="ADAL" clId="{5D9E8CCF-4134-8C46-86A4-48224424FD0F}" dt="2023-04-13T12:48:04.112" v="2732" actId="1076"/>
        <pc:sldMkLst>
          <pc:docMk/>
          <pc:sldMk cId="4093359681" sldId="287"/>
        </pc:sldMkLst>
        <pc:picChg chg="del">
          <ac:chgData name="DING, Wenlong" userId="2462c282-915a-45d3-817d-b87203e0e2e0" providerId="ADAL" clId="{5D9E8CCF-4134-8C46-86A4-48224424FD0F}" dt="2023-04-13T12:47:42.707" v="2727" actId="478"/>
          <ac:picMkLst>
            <pc:docMk/>
            <pc:sldMk cId="4093359681" sldId="287"/>
            <ac:picMk id="2" creationId="{CB39128E-0EE8-96DF-BE34-9E609C025235}"/>
          </ac:picMkLst>
        </pc:picChg>
        <pc:picChg chg="add mod">
          <ac:chgData name="DING, Wenlong" userId="2462c282-915a-45d3-817d-b87203e0e2e0" providerId="ADAL" clId="{5D9E8CCF-4134-8C46-86A4-48224424FD0F}" dt="2023-04-13T12:48:04.112" v="2732" actId="1076"/>
          <ac:picMkLst>
            <pc:docMk/>
            <pc:sldMk cId="4093359681" sldId="287"/>
            <ac:picMk id="3" creationId="{F9965F07-D2EB-8794-4F1E-73677F2857B5}"/>
          </ac:picMkLst>
        </pc:picChg>
      </pc:sldChg>
      <pc:sldChg chg="addSp delSp modSp add mod">
        <pc:chgData name="DING, Wenlong" userId="2462c282-915a-45d3-817d-b87203e0e2e0" providerId="ADAL" clId="{5D9E8CCF-4134-8C46-86A4-48224424FD0F}" dt="2023-04-13T12:48:36.705" v="2739" actId="1076"/>
        <pc:sldMkLst>
          <pc:docMk/>
          <pc:sldMk cId="4263844469" sldId="288"/>
        </pc:sldMkLst>
        <pc:picChg chg="add mod">
          <ac:chgData name="DING, Wenlong" userId="2462c282-915a-45d3-817d-b87203e0e2e0" providerId="ADAL" clId="{5D9E8CCF-4134-8C46-86A4-48224424FD0F}" dt="2023-04-13T12:48:36.705" v="2739" actId="1076"/>
          <ac:picMkLst>
            <pc:docMk/>
            <pc:sldMk cId="4263844469" sldId="288"/>
            <ac:picMk id="2" creationId="{AE25414A-20C8-94A2-8513-82D25BE0F1C7}"/>
          </ac:picMkLst>
        </pc:picChg>
        <pc:picChg chg="del">
          <ac:chgData name="DING, Wenlong" userId="2462c282-915a-45d3-817d-b87203e0e2e0" providerId="ADAL" clId="{5D9E8CCF-4134-8C46-86A4-48224424FD0F}" dt="2023-04-13T12:48:15.169" v="2734" actId="478"/>
          <ac:picMkLst>
            <pc:docMk/>
            <pc:sldMk cId="4263844469" sldId="288"/>
            <ac:picMk id="3" creationId="{F9965F07-D2EB-8794-4F1E-73677F2857B5}"/>
          </ac:picMkLst>
        </pc:picChg>
      </pc:sldChg>
      <pc:sldMasterChg chg="addSldLayout delSldLayout">
        <pc:chgData name="DING, Wenlong" userId="2462c282-915a-45d3-817d-b87203e0e2e0" providerId="ADAL" clId="{5D9E8CCF-4134-8C46-86A4-48224424FD0F}" dt="2023-04-13T12:46:56.669" v="2717" actId="2696"/>
        <pc:sldMasterMkLst>
          <pc:docMk/>
          <pc:sldMasterMk cId="0" sldId="2147483659"/>
        </pc:sldMasterMkLst>
        <pc:sldLayoutChg chg="add del">
          <pc:chgData name="DING, Wenlong" userId="2462c282-915a-45d3-817d-b87203e0e2e0" providerId="ADAL" clId="{5D9E8CCF-4134-8C46-86A4-48224424FD0F}" dt="2023-04-13T12:46:56.669" v="2717" actId="2696"/>
          <pc:sldLayoutMkLst>
            <pc:docMk/>
            <pc:sldMasterMk cId="0" sldId="2147483659"/>
            <pc:sldLayoutMk cId="0" sldId="214748365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zh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149050-F688-4072-B68F-BF1043D39F0B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7210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20da7fe0c5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20da7fe0c5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721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20da7fe0c5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20da7fe0c5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49655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088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23606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56634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474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05049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633706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4470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845867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90293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88730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58264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8924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772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dirty="0">
                <a:latin typeface="Calibri" panose="020F0502020204030204" pitchFamily="34" charset="0"/>
                <a:cs typeface="Calibri" panose="020F0502020204030204" pitchFamily="34" charset="0"/>
              </a:rPr>
              <a:t>CSCI 4430 -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zh-CN" dirty="0">
                <a:latin typeface="Calibri" panose="020F0502020204030204" pitchFamily="34" charset="0"/>
                <a:cs typeface="Calibri" panose="020F0502020204030204" pitchFamily="34" charset="0"/>
              </a:rPr>
              <a:t> 2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Tutorial 11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Introduction to Intra-Domain Routing.</a:t>
            </a:r>
          </a:p>
          <a:p>
            <a:endParaRPr lang="en-US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Link-State (LS) Routing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endParaRPr lang="en" altLang="zh-CN"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Distance-Vector (DV) Routing.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dirty="0">
                <a:latin typeface="Arial" panose="020B0604020202020204" pitchFamily="34" charset="0"/>
                <a:cs typeface="Arial" panose="020B0604020202020204" pitchFamily="34" charset="0"/>
              </a:rPr>
              <a:t>Intra-Domain </a:t>
            </a:r>
            <a:r>
              <a:rPr lang="zh-CN" sz="2500" dirty="0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endParaRPr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DBCD625C-5AB5-20AC-8384-5DFA51132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114475"/>
            <a:ext cx="7315200" cy="34544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8">
            <a:extLst>
              <a:ext uri="{FF2B5EF4-FFF2-40B4-BE49-F238E27FC236}">
                <a16:creationId xmlns:a16="http://schemas.microsoft.com/office/drawing/2014/main" id="{11E1ED96-D959-4343-8F0C-06A623480197}"/>
              </a:ext>
            </a:extLst>
          </p:cNvPr>
          <p:cNvSpPr txBox="1"/>
          <p:nvPr/>
        </p:nvSpPr>
        <p:spPr>
          <a:xfrm>
            <a:off x="2080598" y="4665625"/>
            <a:ext cx="462812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Internet Inter-Domain Traffic, SIGCOMM, 2010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33"/>
          <p:cNvSpPr>
            <a:spLocks noGrp="1"/>
          </p:cNvSpPr>
          <p:nvPr>
            <p:ph type="sldNum" sz="quarter" idx="11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sz="1200" b="1" kern="1200">
                <a:solidFill>
                  <a:schemeClr val="tx1">
                    <a:tint val="75000"/>
                  </a:schemeClr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fld id="{EB9280C2-1938-4849-A597-1B25F1D806CC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98" name="Picture 97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4003" y="1769568"/>
            <a:ext cx="313082" cy="480060"/>
          </a:xfrm>
          <a:prstGeom prst="rect">
            <a:avLst/>
          </a:prstGeom>
        </p:spPr>
      </p:pic>
      <p:sp>
        <p:nvSpPr>
          <p:cNvPr id="4" name="Cloud 3"/>
          <p:cNvSpPr/>
          <p:nvPr/>
        </p:nvSpPr>
        <p:spPr bwMode="auto">
          <a:xfrm>
            <a:off x="3314700" y="2914650"/>
            <a:ext cx="1600200" cy="1200150"/>
          </a:xfrm>
          <a:prstGeom prst="cloud">
            <a:avLst/>
          </a:prstGeom>
          <a:solidFill>
            <a:schemeClr val="tx1">
              <a:lumMod val="20000"/>
              <a:lumOff val="80000"/>
            </a:schemeClr>
          </a:solidFill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2" name="Cloud 11"/>
          <p:cNvSpPr/>
          <p:nvPr/>
        </p:nvSpPr>
        <p:spPr bwMode="auto">
          <a:xfrm>
            <a:off x="2343150" y="1600200"/>
            <a:ext cx="1600200" cy="1200150"/>
          </a:xfrm>
          <a:prstGeom prst="cloud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3" name="Cloud 12"/>
          <p:cNvSpPr/>
          <p:nvPr/>
        </p:nvSpPr>
        <p:spPr bwMode="auto">
          <a:xfrm>
            <a:off x="5372100" y="2228850"/>
            <a:ext cx="1600200" cy="1200150"/>
          </a:xfrm>
          <a:prstGeom prst="cloud">
            <a:avLst/>
          </a:prstGeom>
          <a:solidFill>
            <a:schemeClr val="accent1">
              <a:lumMod val="90000"/>
            </a:schemeClr>
          </a:solidFill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1" name="Cube 10"/>
          <p:cNvSpPr/>
          <p:nvPr/>
        </p:nvSpPr>
        <p:spPr bwMode="auto">
          <a:xfrm>
            <a:off x="2286000" y="21717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7" name="Cube 16"/>
          <p:cNvSpPr/>
          <p:nvPr/>
        </p:nvSpPr>
        <p:spPr bwMode="auto">
          <a:xfrm>
            <a:off x="3028950" y="21717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8" name="Cube 17"/>
          <p:cNvSpPr/>
          <p:nvPr/>
        </p:nvSpPr>
        <p:spPr bwMode="auto">
          <a:xfrm>
            <a:off x="3600450" y="18859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19" name="Cube 18"/>
          <p:cNvSpPr/>
          <p:nvPr/>
        </p:nvSpPr>
        <p:spPr bwMode="auto">
          <a:xfrm>
            <a:off x="3486150" y="2457450"/>
            <a:ext cx="285750" cy="17145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0" name="Cube 19"/>
          <p:cNvSpPr/>
          <p:nvPr/>
        </p:nvSpPr>
        <p:spPr bwMode="auto">
          <a:xfrm>
            <a:off x="2800350" y="25717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1" name="Cube 20"/>
          <p:cNvSpPr/>
          <p:nvPr/>
        </p:nvSpPr>
        <p:spPr bwMode="auto">
          <a:xfrm>
            <a:off x="3314700" y="34861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2" name="Cube 21"/>
          <p:cNvSpPr/>
          <p:nvPr/>
        </p:nvSpPr>
        <p:spPr bwMode="auto">
          <a:xfrm>
            <a:off x="3486150" y="3028950"/>
            <a:ext cx="285750" cy="17145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3" name="Cube 22"/>
          <p:cNvSpPr/>
          <p:nvPr/>
        </p:nvSpPr>
        <p:spPr bwMode="auto">
          <a:xfrm>
            <a:off x="4572000" y="3028950"/>
            <a:ext cx="285750" cy="17145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4" name="Cube 23"/>
          <p:cNvSpPr/>
          <p:nvPr/>
        </p:nvSpPr>
        <p:spPr bwMode="auto">
          <a:xfrm>
            <a:off x="3714750" y="38290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5" name="Cube 24"/>
          <p:cNvSpPr/>
          <p:nvPr/>
        </p:nvSpPr>
        <p:spPr bwMode="auto">
          <a:xfrm>
            <a:off x="4400550" y="37147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6" name="Cube 25"/>
          <p:cNvSpPr/>
          <p:nvPr/>
        </p:nvSpPr>
        <p:spPr bwMode="auto">
          <a:xfrm>
            <a:off x="5372100" y="2743200"/>
            <a:ext cx="285750" cy="171450"/>
          </a:xfrm>
          <a:prstGeom prst="cube">
            <a:avLst/>
          </a:prstGeom>
          <a:solidFill>
            <a:srgbClr val="D3A600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7" name="Cube 26"/>
          <p:cNvSpPr/>
          <p:nvPr/>
        </p:nvSpPr>
        <p:spPr bwMode="auto">
          <a:xfrm>
            <a:off x="5715000" y="24003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8" name="Cube 27"/>
          <p:cNvSpPr/>
          <p:nvPr/>
        </p:nvSpPr>
        <p:spPr bwMode="auto">
          <a:xfrm>
            <a:off x="6686550" y="27432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29" name="Cube 28"/>
          <p:cNvSpPr/>
          <p:nvPr/>
        </p:nvSpPr>
        <p:spPr bwMode="auto">
          <a:xfrm>
            <a:off x="5943600" y="32004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30" name="Cube 29"/>
          <p:cNvSpPr/>
          <p:nvPr/>
        </p:nvSpPr>
        <p:spPr bwMode="auto">
          <a:xfrm>
            <a:off x="6286500" y="24003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31" name="Cube 30"/>
          <p:cNvSpPr/>
          <p:nvPr/>
        </p:nvSpPr>
        <p:spPr bwMode="auto">
          <a:xfrm>
            <a:off x="4000500" y="331470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32" name="Cube 31"/>
          <p:cNvSpPr/>
          <p:nvPr/>
        </p:nvSpPr>
        <p:spPr bwMode="auto">
          <a:xfrm>
            <a:off x="3143250" y="1771650"/>
            <a:ext cx="285750" cy="171450"/>
          </a:xfrm>
          <a:prstGeom prst="cube">
            <a:avLst/>
          </a:prstGeom>
          <a:solidFill>
            <a:srgbClr val="3366FF"/>
          </a:solidFill>
          <a:ln w="9525" cap="flat" cmpd="sng" algn="ctr">
            <a:solidFill>
              <a:srgbClr val="00009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cxnSp>
        <p:nvCxnSpPr>
          <p:cNvPr id="33" name="Straight Connector 32"/>
          <p:cNvCxnSpPr/>
          <p:nvPr/>
        </p:nvCxnSpPr>
        <p:spPr bwMode="auto">
          <a:xfrm>
            <a:off x="1943100" y="2277683"/>
            <a:ext cx="296092" cy="117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5" name="Straight Connector 34"/>
          <p:cNvCxnSpPr/>
          <p:nvPr/>
        </p:nvCxnSpPr>
        <p:spPr bwMode="auto">
          <a:xfrm>
            <a:off x="3886200" y="1999077"/>
            <a:ext cx="296092" cy="117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6" name="Straight Connector 35"/>
          <p:cNvCxnSpPr/>
          <p:nvPr/>
        </p:nvCxnSpPr>
        <p:spPr bwMode="auto">
          <a:xfrm>
            <a:off x="6915150" y="2800350"/>
            <a:ext cx="296092" cy="117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Straight Connector 36"/>
          <p:cNvCxnSpPr/>
          <p:nvPr/>
        </p:nvCxnSpPr>
        <p:spPr bwMode="auto">
          <a:xfrm>
            <a:off x="2971800" y="3599277"/>
            <a:ext cx="296092" cy="117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2" name="Straight Connector 41"/>
          <p:cNvCxnSpPr>
            <a:stCxn id="11" idx="5"/>
            <a:endCxn id="32" idx="2"/>
          </p:cNvCxnSpPr>
          <p:nvPr/>
        </p:nvCxnSpPr>
        <p:spPr bwMode="auto">
          <a:xfrm flipV="1">
            <a:off x="2571750" y="1878806"/>
            <a:ext cx="571500" cy="35718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5" name="Straight Connector 44"/>
          <p:cNvCxnSpPr>
            <a:stCxn id="18" idx="3"/>
            <a:endCxn id="19" idx="0"/>
          </p:cNvCxnSpPr>
          <p:nvPr/>
        </p:nvCxnSpPr>
        <p:spPr bwMode="auto">
          <a:xfrm flipH="1">
            <a:off x="3650456" y="2057400"/>
            <a:ext cx="71438" cy="4000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8" name="Straight Connector 47"/>
          <p:cNvCxnSpPr>
            <a:endCxn id="20" idx="2"/>
          </p:cNvCxnSpPr>
          <p:nvPr/>
        </p:nvCxnSpPr>
        <p:spPr bwMode="auto">
          <a:xfrm>
            <a:off x="2514600" y="2343151"/>
            <a:ext cx="285750" cy="33575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0" name="Straight Connector 49"/>
          <p:cNvCxnSpPr>
            <a:stCxn id="17" idx="3"/>
            <a:endCxn id="20" idx="0"/>
          </p:cNvCxnSpPr>
          <p:nvPr/>
        </p:nvCxnSpPr>
        <p:spPr bwMode="auto">
          <a:xfrm flipH="1">
            <a:off x="2964656" y="2343150"/>
            <a:ext cx="185738" cy="228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3" name="Straight Connector 52"/>
          <p:cNvCxnSpPr>
            <a:stCxn id="20" idx="5"/>
            <a:endCxn id="19" idx="2"/>
          </p:cNvCxnSpPr>
          <p:nvPr/>
        </p:nvCxnSpPr>
        <p:spPr bwMode="auto">
          <a:xfrm flipV="1">
            <a:off x="3086100" y="2564606"/>
            <a:ext cx="400050" cy="7143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59" name="Straight Connector 58"/>
          <p:cNvCxnSpPr>
            <a:stCxn id="18" idx="2"/>
          </p:cNvCxnSpPr>
          <p:nvPr/>
        </p:nvCxnSpPr>
        <p:spPr bwMode="auto">
          <a:xfrm flipH="1" flipV="1">
            <a:off x="3429000" y="1885951"/>
            <a:ext cx="171450" cy="10715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3" name="Straight Connector 62"/>
          <p:cNvCxnSpPr>
            <a:stCxn id="32" idx="3"/>
            <a:endCxn id="17" idx="0"/>
          </p:cNvCxnSpPr>
          <p:nvPr/>
        </p:nvCxnSpPr>
        <p:spPr bwMode="auto">
          <a:xfrm flipH="1">
            <a:off x="3193256" y="1943100"/>
            <a:ext cx="71438" cy="228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9" name="Straight Connector 68"/>
          <p:cNvCxnSpPr>
            <a:stCxn id="19" idx="3"/>
          </p:cNvCxnSpPr>
          <p:nvPr/>
        </p:nvCxnSpPr>
        <p:spPr bwMode="auto">
          <a:xfrm flipH="1">
            <a:off x="3600450" y="2628900"/>
            <a:ext cx="7144" cy="385763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4" name="Straight Connector 73"/>
          <p:cNvCxnSpPr>
            <a:stCxn id="31" idx="1"/>
          </p:cNvCxnSpPr>
          <p:nvPr/>
        </p:nvCxnSpPr>
        <p:spPr bwMode="auto">
          <a:xfrm flipH="1" flipV="1">
            <a:off x="3714751" y="3128963"/>
            <a:ext cx="407193" cy="228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21" idx="0"/>
            <a:endCxn id="22" idx="3"/>
          </p:cNvCxnSpPr>
          <p:nvPr/>
        </p:nvCxnSpPr>
        <p:spPr bwMode="auto">
          <a:xfrm flipV="1">
            <a:off x="3479006" y="3200400"/>
            <a:ext cx="128588" cy="2857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9" name="Straight Connector 78"/>
          <p:cNvCxnSpPr>
            <a:endCxn id="24" idx="0"/>
          </p:cNvCxnSpPr>
          <p:nvPr/>
        </p:nvCxnSpPr>
        <p:spPr bwMode="auto">
          <a:xfrm>
            <a:off x="3593306" y="3600450"/>
            <a:ext cx="285750" cy="228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1" name="Straight Connector 80"/>
          <p:cNvCxnSpPr>
            <a:endCxn id="25" idx="0"/>
          </p:cNvCxnSpPr>
          <p:nvPr/>
        </p:nvCxnSpPr>
        <p:spPr bwMode="auto">
          <a:xfrm flipH="1">
            <a:off x="4564856" y="3200400"/>
            <a:ext cx="121445" cy="5143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4" name="Straight Connector 83"/>
          <p:cNvCxnSpPr>
            <a:stCxn id="23" idx="2"/>
            <a:endCxn id="31" idx="5"/>
          </p:cNvCxnSpPr>
          <p:nvPr/>
        </p:nvCxnSpPr>
        <p:spPr bwMode="auto">
          <a:xfrm flipH="1">
            <a:off x="4286250" y="3136106"/>
            <a:ext cx="285750" cy="24288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7" name="Straight Connector 86"/>
          <p:cNvCxnSpPr>
            <a:stCxn id="24" idx="4"/>
            <a:endCxn id="25" idx="2"/>
          </p:cNvCxnSpPr>
          <p:nvPr/>
        </p:nvCxnSpPr>
        <p:spPr bwMode="auto">
          <a:xfrm flipV="1">
            <a:off x="3957637" y="3821906"/>
            <a:ext cx="442913" cy="1143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0" name="Straight Connector 89"/>
          <p:cNvCxnSpPr>
            <a:stCxn id="24" idx="0"/>
            <a:endCxn id="31" idx="3"/>
          </p:cNvCxnSpPr>
          <p:nvPr/>
        </p:nvCxnSpPr>
        <p:spPr bwMode="auto">
          <a:xfrm flipV="1">
            <a:off x="3879056" y="3486150"/>
            <a:ext cx="242888" cy="3429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3" name="Straight Connector 92"/>
          <p:cNvCxnSpPr>
            <a:stCxn id="26" idx="2"/>
          </p:cNvCxnSpPr>
          <p:nvPr/>
        </p:nvCxnSpPr>
        <p:spPr bwMode="auto">
          <a:xfrm flipH="1">
            <a:off x="4857750" y="2850357"/>
            <a:ext cx="514350" cy="23574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6" name="Straight Connector 95"/>
          <p:cNvCxnSpPr>
            <a:stCxn id="26" idx="3"/>
            <a:endCxn id="29" idx="2"/>
          </p:cNvCxnSpPr>
          <p:nvPr/>
        </p:nvCxnSpPr>
        <p:spPr bwMode="auto">
          <a:xfrm>
            <a:off x="5493544" y="2914651"/>
            <a:ext cx="450056" cy="39290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9" name="Straight Connector 98"/>
          <p:cNvCxnSpPr>
            <a:stCxn id="28" idx="3"/>
            <a:endCxn id="29" idx="4"/>
          </p:cNvCxnSpPr>
          <p:nvPr/>
        </p:nvCxnSpPr>
        <p:spPr bwMode="auto">
          <a:xfrm flipH="1">
            <a:off x="6186488" y="2914651"/>
            <a:ext cx="621506" cy="39290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2" name="Straight Connector 101"/>
          <p:cNvCxnSpPr>
            <a:stCxn id="30" idx="2"/>
            <a:endCxn id="27" idx="5"/>
          </p:cNvCxnSpPr>
          <p:nvPr/>
        </p:nvCxnSpPr>
        <p:spPr bwMode="auto">
          <a:xfrm flipH="1" flipV="1">
            <a:off x="6000750" y="2464594"/>
            <a:ext cx="285750" cy="42863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5" name="Straight Connector 104"/>
          <p:cNvCxnSpPr>
            <a:stCxn id="27" idx="3"/>
            <a:endCxn id="26" idx="5"/>
          </p:cNvCxnSpPr>
          <p:nvPr/>
        </p:nvCxnSpPr>
        <p:spPr bwMode="auto">
          <a:xfrm flipH="1">
            <a:off x="5657850" y="2571750"/>
            <a:ext cx="178594" cy="235744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9" name="Straight Connector 108"/>
          <p:cNvCxnSpPr>
            <a:stCxn id="28" idx="1"/>
            <a:endCxn id="30" idx="4"/>
          </p:cNvCxnSpPr>
          <p:nvPr/>
        </p:nvCxnSpPr>
        <p:spPr bwMode="auto">
          <a:xfrm flipH="1" flipV="1">
            <a:off x="6529388" y="2507457"/>
            <a:ext cx="278606" cy="27860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1" name="Straight Connector 110"/>
          <p:cNvCxnSpPr>
            <a:stCxn id="29" idx="0"/>
            <a:endCxn id="30" idx="3"/>
          </p:cNvCxnSpPr>
          <p:nvPr/>
        </p:nvCxnSpPr>
        <p:spPr bwMode="auto">
          <a:xfrm flipV="1">
            <a:off x="6107906" y="2571750"/>
            <a:ext cx="300038" cy="62865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 flipH="1" flipV="1">
            <a:off x="6057901" y="3412365"/>
            <a:ext cx="5171" cy="245235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3" name="Rounded Rectangle 72"/>
          <p:cNvSpPr/>
          <p:nvPr/>
        </p:nvSpPr>
        <p:spPr bwMode="auto">
          <a:xfrm>
            <a:off x="5715000" y="1143000"/>
            <a:ext cx="1600200" cy="914400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“End hosts”</a:t>
            </a:r>
          </a:p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“Clients”, “Users”</a:t>
            </a:r>
          </a:p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“End points”</a:t>
            </a:r>
          </a:p>
        </p:txBody>
      </p:sp>
      <p:sp>
        <p:nvSpPr>
          <p:cNvPr id="123" name="Rounded Rectangle 122"/>
          <p:cNvSpPr/>
          <p:nvPr/>
        </p:nvSpPr>
        <p:spPr bwMode="auto">
          <a:xfrm>
            <a:off x="5257800" y="4280256"/>
            <a:ext cx="2057400" cy="457200"/>
          </a:xfrm>
          <a:prstGeom prst="roundRect">
            <a:avLst/>
          </a:prstGeom>
          <a:solidFill>
            <a:srgbClr val="0000FF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“Interior Routers”</a:t>
            </a:r>
          </a:p>
        </p:txBody>
      </p:sp>
      <p:sp>
        <p:nvSpPr>
          <p:cNvPr id="125" name="Rounded Rectangle 124"/>
          <p:cNvSpPr/>
          <p:nvPr/>
        </p:nvSpPr>
        <p:spPr bwMode="auto">
          <a:xfrm>
            <a:off x="1420387" y="200025"/>
            <a:ext cx="5715000" cy="706058"/>
          </a:xfrm>
          <a:prstGeom prst="roundRect">
            <a:avLst/>
          </a:prstGeom>
          <a:solidFill>
            <a:schemeClr val="bg2">
              <a:lumMod val="50000"/>
            </a:schemeClr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“Autonomous System (AS)” or “Domain”</a:t>
            </a:r>
            <a:br>
              <a:rPr lang="en-US" sz="1500" dirty="0">
                <a:solidFill>
                  <a:schemeClr val="bg1"/>
                </a:solidFill>
              </a:rPr>
            </a:br>
            <a:r>
              <a:rPr lang="en-US" sz="1500" dirty="0">
                <a:solidFill>
                  <a:schemeClr val="bg1"/>
                </a:solidFill>
              </a:rPr>
              <a:t>Region of a network under a single administrative entity</a:t>
            </a:r>
          </a:p>
        </p:txBody>
      </p:sp>
      <p:sp>
        <p:nvSpPr>
          <p:cNvPr id="3" name="Oval 2"/>
          <p:cNvSpPr/>
          <p:nvPr/>
        </p:nvSpPr>
        <p:spPr bwMode="auto">
          <a:xfrm>
            <a:off x="1314450" y="2000250"/>
            <a:ext cx="914400" cy="62865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64" name="Oval 63"/>
          <p:cNvSpPr/>
          <p:nvPr/>
        </p:nvSpPr>
        <p:spPr bwMode="auto">
          <a:xfrm>
            <a:off x="3971925" y="1664494"/>
            <a:ext cx="914400" cy="62865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65" name="Oval 64"/>
          <p:cNvSpPr/>
          <p:nvPr/>
        </p:nvSpPr>
        <p:spPr bwMode="auto">
          <a:xfrm>
            <a:off x="7037813" y="2514600"/>
            <a:ext cx="709205" cy="62865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66" name="Oval 65"/>
          <p:cNvSpPr/>
          <p:nvPr/>
        </p:nvSpPr>
        <p:spPr bwMode="auto">
          <a:xfrm>
            <a:off x="2343150" y="3314700"/>
            <a:ext cx="914400" cy="62865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67" name="Oval 66"/>
          <p:cNvSpPr/>
          <p:nvPr/>
        </p:nvSpPr>
        <p:spPr bwMode="auto">
          <a:xfrm>
            <a:off x="5593730" y="3586163"/>
            <a:ext cx="914400" cy="628650"/>
          </a:xfrm>
          <a:prstGeom prst="ellipse">
            <a:avLst/>
          </a:prstGeom>
          <a:noFill/>
          <a:ln w="19050" cap="flat" cmpd="sng" algn="ctr">
            <a:solidFill>
              <a:srgbClr val="0000FF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68" name="Oval 67"/>
          <p:cNvSpPr/>
          <p:nvPr/>
        </p:nvSpPr>
        <p:spPr bwMode="auto">
          <a:xfrm>
            <a:off x="4343400" y="2914650"/>
            <a:ext cx="628650" cy="4572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70" name="Oval 69"/>
          <p:cNvSpPr/>
          <p:nvPr/>
        </p:nvSpPr>
        <p:spPr bwMode="auto">
          <a:xfrm>
            <a:off x="5200650" y="2628900"/>
            <a:ext cx="628650" cy="4572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71" name="Oval 70"/>
          <p:cNvSpPr/>
          <p:nvPr/>
        </p:nvSpPr>
        <p:spPr bwMode="auto">
          <a:xfrm>
            <a:off x="3314700" y="2286000"/>
            <a:ext cx="628650" cy="4572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sp>
        <p:nvSpPr>
          <p:cNvPr id="72" name="Oval 71"/>
          <p:cNvSpPr/>
          <p:nvPr/>
        </p:nvSpPr>
        <p:spPr bwMode="auto">
          <a:xfrm>
            <a:off x="3314700" y="2914650"/>
            <a:ext cx="628650" cy="457200"/>
          </a:xfrm>
          <a:prstGeom prst="ellipse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rgbClr val="FF0000"/>
              </a:solidFill>
              <a:latin typeface="Courier New" charset="0"/>
            </a:endParaRPr>
          </a:p>
        </p:txBody>
      </p:sp>
      <p:grpSp>
        <p:nvGrpSpPr>
          <p:cNvPr id="40" name="Group 39"/>
          <p:cNvGrpSpPr/>
          <p:nvPr/>
        </p:nvGrpSpPr>
        <p:grpSpPr>
          <a:xfrm>
            <a:off x="2971800" y="906083"/>
            <a:ext cx="2628900" cy="2077187"/>
            <a:chOff x="2438400" y="1295400"/>
            <a:chExt cx="3505200" cy="2679311"/>
          </a:xfrm>
        </p:grpSpPr>
        <p:cxnSp>
          <p:nvCxnSpPr>
            <p:cNvPr id="15" name="Straight Arrow Connector 14"/>
            <p:cNvCxnSpPr/>
            <p:nvPr/>
          </p:nvCxnSpPr>
          <p:spPr bwMode="auto">
            <a:xfrm>
              <a:off x="2438400" y="1295400"/>
              <a:ext cx="76200" cy="914400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5" name="Straight Arrow Connector 74"/>
            <p:cNvCxnSpPr>
              <a:endCxn id="4" idx="3"/>
            </p:cNvCxnSpPr>
            <p:nvPr/>
          </p:nvCxnSpPr>
          <p:spPr bwMode="auto">
            <a:xfrm>
              <a:off x="3962400" y="1295400"/>
              <a:ext cx="0" cy="2679311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77" name="Straight Arrow Connector 76"/>
            <p:cNvCxnSpPr/>
            <p:nvPr/>
          </p:nvCxnSpPr>
          <p:spPr bwMode="auto">
            <a:xfrm>
              <a:off x="4485446" y="1295400"/>
              <a:ext cx="1458154" cy="2057399"/>
            </a:xfrm>
            <a:prstGeom prst="straightConnector1">
              <a:avLst/>
            </a:prstGeom>
            <a:noFill/>
            <a:ln w="2857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grpSp>
        <p:nvGrpSpPr>
          <p:cNvPr id="41" name="Group 40"/>
          <p:cNvGrpSpPr/>
          <p:nvPr/>
        </p:nvGrpSpPr>
        <p:grpSpPr>
          <a:xfrm>
            <a:off x="2171700" y="2000250"/>
            <a:ext cx="4514850" cy="2000250"/>
            <a:chOff x="1371600" y="2667000"/>
            <a:chExt cx="6019800" cy="2667000"/>
          </a:xfrm>
        </p:grpSpPr>
        <p:sp>
          <p:nvSpPr>
            <p:cNvPr id="80" name="Oval 79"/>
            <p:cNvSpPr/>
            <p:nvPr/>
          </p:nvSpPr>
          <p:spPr bwMode="auto">
            <a:xfrm>
              <a:off x="13716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  <p:sp>
          <p:nvSpPr>
            <p:cNvPr id="82" name="Oval 81"/>
            <p:cNvSpPr/>
            <p:nvPr/>
          </p:nvSpPr>
          <p:spPr bwMode="auto">
            <a:xfrm>
              <a:off x="3581400" y="4267200"/>
              <a:ext cx="838200" cy="6096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  <p:sp>
          <p:nvSpPr>
            <p:cNvPr id="83" name="Oval 82"/>
            <p:cNvSpPr/>
            <p:nvPr/>
          </p:nvSpPr>
          <p:spPr bwMode="auto">
            <a:xfrm>
              <a:off x="2362200" y="2667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  <p:sp>
          <p:nvSpPr>
            <p:cNvPr id="85" name="Oval 84"/>
            <p:cNvSpPr/>
            <p:nvPr/>
          </p:nvSpPr>
          <p:spPr bwMode="auto">
            <a:xfrm>
              <a:off x="4191000" y="48006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  <p:sp>
          <p:nvSpPr>
            <p:cNvPr id="86" name="Oval 85"/>
            <p:cNvSpPr/>
            <p:nvPr/>
          </p:nvSpPr>
          <p:spPr bwMode="auto">
            <a:xfrm>
              <a:off x="6705600" y="30480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  <p:sp>
          <p:nvSpPr>
            <p:cNvPr id="88" name="Oval 87"/>
            <p:cNvSpPr/>
            <p:nvPr/>
          </p:nvSpPr>
          <p:spPr bwMode="auto">
            <a:xfrm>
              <a:off x="6248400" y="4114800"/>
              <a:ext cx="685800" cy="533400"/>
            </a:xfrm>
            <a:prstGeom prst="ellipse">
              <a:avLst/>
            </a:prstGeom>
            <a:noFill/>
            <a:ln w="19050" cap="flat" cmpd="sng" algn="ctr">
              <a:solidFill>
                <a:srgbClr val="0000FF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ctr" anchorCtr="0" compatLnSpc="1">
              <a:prstTxWarp prst="textNoShape">
                <a:avLst/>
              </a:prstTxWarp>
            </a:bodyPr>
            <a:lstStyle/>
            <a:p>
              <a:pPr algn="r" defTabSz="685800" fontAlgn="base">
                <a:spcBef>
                  <a:spcPct val="0"/>
                </a:spcBef>
                <a:spcAft>
                  <a:spcPct val="0"/>
                </a:spcAft>
                <a:buClrTx/>
              </a:pPr>
              <a:endParaRPr lang="en-US" sz="1500" b="1">
                <a:solidFill>
                  <a:srgbClr val="FF0000"/>
                </a:solidFill>
                <a:latin typeface="Courier New" charset="0"/>
              </a:endParaRPr>
            </a:p>
          </p:txBody>
        </p:sp>
      </p:grpSp>
      <p:sp>
        <p:nvSpPr>
          <p:cNvPr id="91" name="Freeform 90"/>
          <p:cNvSpPr/>
          <p:nvPr/>
        </p:nvSpPr>
        <p:spPr>
          <a:xfrm>
            <a:off x="1941082" y="2449653"/>
            <a:ext cx="4173968" cy="1207947"/>
          </a:xfrm>
          <a:custGeom>
            <a:avLst/>
            <a:gdLst>
              <a:gd name="connsiteX0" fmla="*/ 0 w 5565290"/>
              <a:gd name="connsiteY0" fmla="*/ 11246 h 1610596"/>
              <a:gd name="connsiteX1" fmla="*/ 564396 w 5565290"/>
              <a:gd name="connsiteY1" fmla="*/ 42605 h 1610596"/>
              <a:gd name="connsiteX2" fmla="*/ 1285569 w 5565290"/>
              <a:gd name="connsiteY2" fmla="*/ 356204 h 1610596"/>
              <a:gd name="connsiteX3" fmla="*/ 2194874 w 5565290"/>
              <a:gd name="connsiteY3" fmla="*/ 356204 h 1610596"/>
              <a:gd name="connsiteX4" fmla="*/ 2257584 w 5565290"/>
              <a:gd name="connsiteY4" fmla="*/ 936360 h 1610596"/>
              <a:gd name="connsiteX5" fmla="*/ 2931724 w 5565290"/>
              <a:gd name="connsiteY5" fmla="*/ 1281318 h 1610596"/>
              <a:gd name="connsiteX6" fmla="*/ 3652897 w 5565290"/>
              <a:gd name="connsiteY6" fmla="*/ 1030440 h 1610596"/>
              <a:gd name="connsiteX7" fmla="*/ 4734656 w 5565290"/>
              <a:gd name="connsiteY7" fmla="*/ 560042 h 1610596"/>
              <a:gd name="connsiteX8" fmla="*/ 5502862 w 5565290"/>
              <a:gd name="connsiteY8" fmla="*/ 1296998 h 1610596"/>
              <a:gd name="connsiteX9" fmla="*/ 5518539 w 5565290"/>
              <a:gd name="connsiteY9" fmla="*/ 1610596 h 1610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565290" h="1610596">
                <a:moveTo>
                  <a:pt x="0" y="11246"/>
                </a:moveTo>
                <a:cubicBezTo>
                  <a:pt x="175067" y="-1821"/>
                  <a:pt x="350135" y="-14888"/>
                  <a:pt x="564396" y="42605"/>
                </a:cubicBezTo>
                <a:cubicBezTo>
                  <a:pt x="778657" y="100098"/>
                  <a:pt x="1013823" y="303938"/>
                  <a:pt x="1285569" y="356204"/>
                </a:cubicBezTo>
                <a:cubicBezTo>
                  <a:pt x="1557315" y="408471"/>
                  <a:pt x="2032872" y="259511"/>
                  <a:pt x="2194874" y="356204"/>
                </a:cubicBezTo>
                <a:cubicBezTo>
                  <a:pt x="2356876" y="452897"/>
                  <a:pt x="2134776" y="782174"/>
                  <a:pt x="2257584" y="936360"/>
                </a:cubicBezTo>
                <a:cubicBezTo>
                  <a:pt x="2380392" y="1090546"/>
                  <a:pt x="2699172" y="1265638"/>
                  <a:pt x="2931724" y="1281318"/>
                </a:cubicBezTo>
                <a:cubicBezTo>
                  <a:pt x="3164276" y="1296998"/>
                  <a:pt x="3352408" y="1150653"/>
                  <a:pt x="3652897" y="1030440"/>
                </a:cubicBezTo>
                <a:cubicBezTo>
                  <a:pt x="3953386" y="910227"/>
                  <a:pt x="4426329" y="515616"/>
                  <a:pt x="4734656" y="560042"/>
                </a:cubicBezTo>
                <a:cubicBezTo>
                  <a:pt x="5042983" y="604468"/>
                  <a:pt x="5372215" y="1121906"/>
                  <a:pt x="5502862" y="1296998"/>
                </a:cubicBezTo>
                <a:cubicBezTo>
                  <a:pt x="5633509" y="1472090"/>
                  <a:pt x="5518539" y="1610596"/>
                  <a:pt x="5518539" y="1610596"/>
                </a:cubicBezTo>
              </a:path>
            </a:pathLst>
          </a:custGeom>
          <a:ln w="38100" cmpd="sng">
            <a:solidFill>
              <a:srgbClr val="008000"/>
            </a:solidFill>
          </a:ln>
        </p:spPr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500" b="1">
              <a:solidFill>
                <a:schemeClr val="tx1"/>
              </a:solidFill>
              <a:latin typeface="Courier New" charset="0"/>
            </a:endParaRPr>
          </a:p>
        </p:txBody>
      </p:sp>
      <p:sp>
        <p:nvSpPr>
          <p:cNvPr id="92" name="Rounded Rectangle 91"/>
          <p:cNvSpPr/>
          <p:nvPr/>
        </p:nvSpPr>
        <p:spPr bwMode="auto">
          <a:xfrm>
            <a:off x="1714500" y="2857500"/>
            <a:ext cx="1600200" cy="457200"/>
          </a:xfrm>
          <a:prstGeom prst="roundRect">
            <a:avLst/>
          </a:prstGeom>
          <a:solidFill>
            <a:srgbClr val="0080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“Route” or “Path”</a:t>
            </a:r>
          </a:p>
        </p:txBody>
      </p:sp>
      <p:sp>
        <p:nvSpPr>
          <p:cNvPr id="124" name="Rounded Rectangle 123"/>
          <p:cNvSpPr/>
          <p:nvPr/>
        </p:nvSpPr>
        <p:spPr bwMode="auto">
          <a:xfrm>
            <a:off x="2171700" y="4164806"/>
            <a:ext cx="2057400" cy="457200"/>
          </a:xfrm>
          <a:prstGeom prst="roundRect">
            <a:avLst/>
          </a:prstGeom>
          <a:solidFill>
            <a:srgbClr val="D3A600"/>
          </a:solidFill>
          <a:ln>
            <a:headEnd type="none" w="med" len="med"/>
            <a:tailEnd type="none" w="med" len="med"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vert="horz" wrap="none" lIns="68580" tIns="34290" rIns="68580" bIns="34290" numCol="1" rtlCol="0" anchor="ctr" anchorCtr="0" compatLnSpc="1">
            <a:prstTxWarp prst="textNoShape">
              <a:avLst/>
            </a:prstTxWarp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500" dirty="0">
                <a:solidFill>
                  <a:schemeClr val="bg1"/>
                </a:solidFill>
              </a:rPr>
              <a:t>“Border Routers”</a:t>
            </a:r>
          </a:p>
        </p:txBody>
      </p:sp>
      <p:pic>
        <p:nvPicPr>
          <p:cNvPr id="94" name="Picture 9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901" y="2598983"/>
            <a:ext cx="313082" cy="480060"/>
          </a:xfrm>
          <a:prstGeom prst="rect">
            <a:avLst/>
          </a:prstGeom>
        </p:spPr>
      </p:pic>
      <p:pic>
        <p:nvPicPr>
          <p:cNvPr id="95" name="Picture 94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16268" y="3674745"/>
            <a:ext cx="313082" cy="480060"/>
          </a:xfrm>
          <a:prstGeom prst="rect">
            <a:avLst/>
          </a:prstGeom>
        </p:spPr>
      </p:pic>
      <p:pic>
        <p:nvPicPr>
          <p:cNvPr id="97" name="Picture 96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50953" y="3359246"/>
            <a:ext cx="313082" cy="480060"/>
          </a:xfrm>
          <a:prstGeom prst="rect">
            <a:avLst/>
          </a:prstGeom>
        </p:spPr>
      </p:pic>
      <p:pic>
        <p:nvPicPr>
          <p:cNvPr id="100" name="Picture 99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21457" y="2084163"/>
            <a:ext cx="313082" cy="480060"/>
          </a:xfrm>
          <a:prstGeom prst="rect">
            <a:avLst/>
          </a:prstGeom>
        </p:spPr>
      </p:pic>
      <p:cxnSp>
        <p:nvCxnSpPr>
          <p:cNvPr id="101" name="Straight Connector 100"/>
          <p:cNvCxnSpPr>
            <a:stCxn id="31" idx="3"/>
          </p:cNvCxnSpPr>
          <p:nvPr/>
        </p:nvCxnSpPr>
        <p:spPr bwMode="auto">
          <a:xfrm>
            <a:off x="4121944" y="3486151"/>
            <a:ext cx="278606" cy="33575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65533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3" grpId="1" animBg="1"/>
      <p:bldP spid="123" grpId="0" animBg="1"/>
      <p:bldP spid="123" grpId="1" animBg="1"/>
      <p:bldP spid="125" grpId="0" animBg="1"/>
      <p:bldP spid="125" grpId="1" animBg="1"/>
      <p:bldP spid="3" grpId="0" animBg="1"/>
      <p:bldP spid="3" grpId="1" animBg="1"/>
      <p:bldP spid="64" grpId="0" animBg="1"/>
      <p:bldP spid="64" grpId="1" animBg="1"/>
      <p:bldP spid="65" grpId="0" animBg="1"/>
      <p:bldP spid="65" grpId="1" animBg="1"/>
      <p:bldP spid="66" grpId="0" animBg="1"/>
      <p:bldP spid="66" grpId="1" animBg="1"/>
      <p:bldP spid="67" grpId="0" animBg="1"/>
      <p:bldP spid="67" grpId="1" animBg="1"/>
      <p:bldP spid="68" grpId="0" animBg="1"/>
      <p:bldP spid="68" grpId="1" animBg="1"/>
      <p:bldP spid="70" grpId="0" animBg="1"/>
      <p:bldP spid="70" grpId="1" animBg="1"/>
      <p:bldP spid="71" grpId="0" animBg="1"/>
      <p:bldP spid="71" grpId="1" animBg="1"/>
      <p:bldP spid="72" grpId="0" animBg="1"/>
      <p:bldP spid="72" grpId="1" animBg="1"/>
      <p:bldP spid="91" grpId="0" animBg="1"/>
      <p:bldP spid="92" grpId="0" animBg="1"/>
      <p:bldP spid="124" grpId="0" animBg="1"/>
      <p:bldP spid="124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dirty="0">
                <a:latin typeface="Arial" panose="020B0604020202020204" pitchFamily="34" charset="0"/>
                <a:cs typeface="Arial" panose="020B0604020202020204" pitchFamily="34" charset="0"/>
              </a:rPr>
              <a:t>Intra-Domain </a:t>
            </a:r>
            <a:r>
              <a:rPr lang="zh-CN" sz="2500" dirty="0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endParaRPr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907547"/>
            <a:ext cx="8520600" cy="89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</a:t>
            </a:r>
            <a:r>
              <a:rPr 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outing 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rotocols</a:t>
            </a:r>
            <a:endParaRPr sz="2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914400" lvl="1" indent="-317500" algn="l" rtl="0">
              <a:lnSpc>
                <a:spcPct val="125000"/>
              </a:lnSpc>
              <a:spcBef>
                <a:spcPts val="800"/>
              </a:spcBef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Link-State (LS) Routing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Open Shortest Path First (OSPF)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Intermediate System to Intermediate System</a:t>
            </a:r>
            <a:r>
              <a:rPr lang="zh-CN" alt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(ISIS)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Dijkstra’s Algorithm</a:t>
            </a:r>
          </a:p>
          <a:p>
            <a:pPr marL="914400" lvl="1" indent="-31750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SzPts val="1400"/>
              <a:buChar char="○"/>
            </a:pP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Distance-Vector (DV) Routing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Routing Information Protocol (RIP)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Bellman-Ford Algorithm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6CE24D7-20A8-DFC1-1A20-E75F7CD013BF}"/>
              </a:ext>
            </a:extLst>
          </p:cNvPr>
          <p:cNvSpPr txBox="1"/>
          <p:nvPr/>
        </p:nvSpPr>
        <p:spPr>
          <a:xfrm>
            <a:off x="311700" y="4087539"/>
            <a:ext cx="8097514" cy="61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96900" lvl="1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</a:pPr>
            <a:r>
              <a:rPr lang="en-US" altLang="zh-CN" sz="14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* Routing Protocols are used by routers to exchange network information about topology and routing, </a:t>
            </a:r>
            <a:r>
              <a:rPr lang="en-US" altLang="zh-CN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but </a:t>
            </a:r>
            <a:r>
              <a:rPr lang="en-US" altLang="zh-CN" sz="14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not the encapsulated protocols and payload inside data packets.</a:t>
            </a:r>
          </a:p>
        </p:txBody>
      </p:sp>
    </p:spTree>
    <p:extLst>
      <p:ext uri="{BB962C8B-B14F-4D97-AF65-F5344CB8AC3E}">
        <p14:creationId xmlns:p14="http://schemas.microsoft.com/office/powerpoint/2010/main" val="534793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 </a:t>
            </a:r>
            <a:r>
              <a:rPr lang="zh-CN" dirty="0">
                <a:latin typeface="Arial" panose="020B0604020202020204" pitchFamily="34" charset="0"/>
                <a:cs typeface="Arial" panose="020B0604020202020204" pitchFamily="34" charset="0"/>
              </a:rPr>
              <a:t>True/False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Link-State (LS) routing involves broadcasting its local knowledge of the network to everyone.</a:t>
            </a:r>
            <a:endParaRPr lang="en-US" altLang="zh-CN" sz="19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/>
            <a:r>
              <a:rPr lang="zh-CN" altLang="zh-CN" sz="19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True; uses Dijkstra’s for computation (OSPF).</a:t>
            </a:r>
            <a:br>
              <a:rPr 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sz="19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Conversely, Distance-Vector routing involves telling only neighbors about its global view.</a:t>
            </a:r>
            <a:endParaRPr sz="19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CN" sz="19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True; uses Bellman-Ford for computation (RIP).</a:t>
            </a:r>
            <a:br>
              <a:rPr 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sz="19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Both routing methods involve finding least-cost paths to all other nodes</a:t>
            </a:r>
            <a:r>
              <a:rPr lang="en-US" altLang="zh-CN" sz="19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sz="19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CN" sz="19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True;</a:t>
            </a:r>
            <a:r>
              <a:rPr lang="en-US" altLang="zh-CN" sz="19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both are the shortest path calculation algorithm that allows easy metric to avoid loops</a:t>
            </a:r>
            <a:r>
              <a:rPr lang="zh-CN" sz="1900" dirty="0">
                <a:solidFill>
                  <a:schemeClr val="accent1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sz="1900" dirty="0">
              <a:solidFill>
                <a:schemeClr val="accent1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0569DBBD-2188-A0AC-763C-4DF473772C08}"/>
              </a:ext>
            </a:extLst>
          </p:cNvPr>
          <p:cNvSpPr txBox="1">
            <a:spLocks/>
          </p:cNvSpPr>
          <p:nvPr/>
        </p:nvSpPr>
        <p:spPr>
          <a:xfrm>
            <a:off x="311700" y="1017725"/>
            <a:ext cx="7924800" cy="3957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1  </a:t>
            </a:r>
            <a:r>
              <a:rPr lang="en-US" sz="1400" b="1" i="1" dirty="0">
                <a:latin typeface="Courier New" charset="0"/>
                <a:ea typeface="Courier New" charset="0"/>
                <a:cs typeface="Courier New" charset="0"/>
              </a:rPr>
              <a:t>Initialization: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2    N' = {u}; D(u) = 0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3    for all nodes v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4      if v adjacent to u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5        then D(v) = c(</a:t>
            </a:r>
            <a:r>
              <a:rPr lang="en-US" sz="1400" dirty="0" err="1">
                <a:latin typeface="Courier New" charset="0"/>
                <a:ea typeface="Courier New" charset="0"/>
                <a:cs typeface="Courier New" charset="0"/>
              </a:rPr>
              <a:t>u,v</a:t>
            </a: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)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6      else D(v) = ∞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7   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8  </a:t>
            </a:r>
            <a:r>
              <a:rPr lang="en-US" sz="1400" b="1" i="1" dirty="0">
                <a:latin typeface="Courier New" charset="0"/>
                <a:ea typeface="Courier New" charset="0"/>
                <a:cs typeface="Courier New" charset="0"/>
              </a:rPr>
              <a:t>Loop</a:t>
            </a:r>
            <a:r>
              <a:rPr lang="en-US" sz="1400" i="1" dirty="0">
                <a:latin typeface="Courier New" charset="0"/>
                <a:ea typeface="Courier New" charset="0"/>
                <a:cs typeface="Courier New" charset="0"/>
              </a:rPr>
              <a:t> 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 9    find w not in N' such that D(w) is a minimum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10    add w to N'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11    update D(v) for all v adjacent to w and not in N':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12        </a:t>
            </a:r>
            <a:r>
              <a:rPr lang="en-US" sz="1400" b="1" dirty="0">
                <a:solidFill>
                  <a:srgbClr val="CC0000"/>
                </a:solidFill>
                <a:latin typeface="Courier New" charset="0"/>
                <a:ea typeface="Courier New" charset="0"/>
                <a:cs typeface="Courier New" charset="0"/>
              </a:rPr>
              <a:t>D(v) = min( D(v), D(w) + c(</a:t>
            </a:r>
            <a:r>
              <a:rPr lang="en-US" sz="1400" b="1" dirty="0" err="1">
                <a:solidFill>
                  <a:srgbClr val="CC0000"/>
                </a:solidFill>
                <a:latin typeface="Courier New" charset="0"/>
                <a:ea typeface="Courier New" charset="0"/>
                <a:cs typeface="Courier New" charset="0"/>
              </a:rPr>
              <a:t>w,v</a:t>
            </a:r>
            <a:r>
              <a:rPr lang="en-US" sz="1400" b="1" dirty="0">
                <a:solidFill>
                  <a:srgbClr val="CC0000"/>
                </a:solidFill>
                <a:latin typeface="Courier New" charset="0"/>
                <a:ea typeface="Courier New" charset="0"/>
                <a:cs typeface="Courier New" charset="0"/>
              </a:rPr>
              <a:t>) )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13        /* new cost to v is either old cost to v or known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14         least path cost to w plus cost from w to v */ </a:t>
            </a:r>
          </a:p>
          <a:p>
            <a:pPr marL="0" indent="0">
              <a:buFont typeface="Ubuntu"/>
              <a:buNone/>
            </a:pPr>
            <a:r>
              <a:rPr lang="en-US" sz="1400" dirty="0">
                <a:latin typeface="Courier New" charset="0"/>
                <a:ea typeface="Courier New" charset="0"/>
                <a:cs typeface="Courier New" charset="0"/>
              </a:rPr>
              <a:t>15  </a:t>
            </a:r>
            <a:r>
              <a:rPr lang="en-US" sz="1400" b="1" i="1" dirty="0">
                <a:latin typeface="Courier New" charset="0"/>
                <a:ea typeface="Courier New" charset="0"/>
                <a:cs typeface="Courier New" charset="0"/>
              </a:rPr>
              <a:t>until all nodes are in N'</a:t>
            </a:r>
            <a:endParaRPr lang="en-US" sz="1400" dirty="0">
              <a:latin typeface="Courier New" charset="0"/>
              <a:ea typeface="Courier New" charset="0"/>
              <a:cs typeface="Courier New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8206A69-3CD6-3B12-E117-F4F8E60EC84B}"/>
              </a:ext>
            </a:extLst>
          </p:cNvPr>
          <p:cNvSpPr txBox="1"/>
          <p:nvPr/>
        </p:nvSpPr>
        <p:spPr>
          <a:xfrm>
            <a:off x="3758872" y="1623940"/>
            <a:ext cx="2060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 adjacent, set to its cost;</a:t>
            </a:r>
          </a:p>
          <a:p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If not, set to infinity</a:t>
            </a:r>
            <a:endParaRPr kumimoji="1" lang="zh-CN" altLang="en-US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08514B3-CB1F-A25A-DBFB-FFF7708D1EB9}"/>
              </a:ext>
            </a:extLst>
          </p:cNvPr>
          <p:cNvSpPr txBox="1"/>
          <p:nvPr/>
        </p:nvSpPr>
        <p:spPr>
          <a:xfrm>
            <a:off x="5819051" y="2996340"/>
            <a:ext cx="33249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Insert current min cost node, update costs,</a:t>
            </a:r>
          </a:p>
          <a:p>
            <a:r>
              <a:rPr kumimoji="1" lang="en-US" altLang="zh-CN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Until all nodes inserted</a:t>
            </a:r>
            <a:endParaRPr kumimoji="1" lang="zh-CN" altLang="en-US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8368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C461B64-2ECC-01DB-2098-1829F77DE978}"/>
              </a:ext>
            </a:extLst>
          </p:cNvPr>
          <p:cNvSpPr txBox="1"/>
          <p:nvPr/>
        </p:nvSpPr>
        <p:spPr>
          <a:xfrm>
            <a:off x="4293030" y="2073672"/>
            <a:ext cx="3587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Update: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min(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),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+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,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) </a:t>
            </a:r>
            <a:endParaRPr lang="zh-CN" altLang="en-US" sz="16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DB495C-4A97-E6EC-72D9-515FBBB0B1F2}"/>
              </a:ext>
            </a:extLst>
          </p:cNvPr>
          <p:cNvSpPr txBox="1"/>
          <p:nvPr/>
        </p:nvSpPr>
        <p:spPr>
          <a:xfrm>
            <a:off x="4293030" y="1735118"/>
            <a:ext cx="48509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Ubuntu"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Init: if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 adjacent to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 then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u,v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else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∞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7657761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D(e), p(e)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u="none" strike="noStrike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3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 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8C5C662-0645-E098-29EB-0E510D400D26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489569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BDB495C-4A97-E6EC-72D9-515FBBB0B1F2}"/>
              </a:ext>
            </a:extLst>
          </p:cNvPr>
          <p:cNvSpPr txBox="1"/>
          <p:nvPr/>
        </p:nvSpPr>
        <p:spPr>
          <a:xfrm>
            <a:off x="4293030" y="1735118"/>
            <a:ext cx="485097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Font typeface="Ubuntu"/>
              <a:buNone/>
            </a:pP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Init: if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 adjacent to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 then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u,v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else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∞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0304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D(e), p(e)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u="sng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10,a</a:t>
                      </a:r>
                      <a:endParaRPr lang="zh-CN" sz="1200" u="sng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∞,a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u="none" strike="noStrike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3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 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CA5FCDB-1969-398D-C3EA-D6A4589E7880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86679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220580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D(e), p(e)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u="sng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10,a</a:t>
                      </a:r>
                      <a:endParaRPr 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∞,a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altLang="zh-CN" sz="1200" u="sng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alt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u="none" strike="noStrike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3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 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EF269EF-A095-B86E-98E1-6EF653D86163}"/>
              </a:ext>
            </a:extLst>
          </p:cNvPr>
          <p:cNvSpPr txBox="1"/>
          <p:nvPr/>
        </p:nvSpPr>
        <p:spPr>
          <a:xfrm>
            <a:off x="4293030" y="2073672"/>
            <a:ext cx="3587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Update: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min(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),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+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,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) </a:t>
            </a:r>
            <a:endParaRPr lang="zh-CN" altLang="en-US" sz="16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2A83299-778D-87B8-5A90-1FA77E6BB2EC}"/>
              </a:ext>
            </a:extLst>
          </p:cNvPr>
          <p:cNvSpPr txBox="1"/>
          <p:nvPr/>
        </p:nvSpPr>
        <p:spPr>
          <a:xfrm>
            <a:off x="4293030" y="173511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 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b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436477B-0248-49E9-FAF4-6F6B6992ADEF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5117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5337265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D(e), p(e)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u="sng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10,a</a:t>
                      </a:r>
                      <a:endParaRPr 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∞,a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60,b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alt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50,d</a:t>
                      </a:r>
                      <a:endParaRPr lang="zh-CN" altLang="zh-CN" sz="1200" u="sng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none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90,d</a:t>
                      </a:r>
                      <a:endParaRPr lang="zh-CN" altLang="zh-CN" sz="1200" u="none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3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a,b,d,c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none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 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EF269EF-A095-B86E-98E1-6EF653D86163}"/>
              </a:ext>
            </a:extLst>
          </p:cNvPr>
          <p:cNvSpPr txBox="1"/>
          <p:nvPr/>
        </p:nvSpPr>
        <p:spPr>
          <a:xfrm>
            <a:off x="4293030" y="2073672"/>
            <a:ext cx="3587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Update: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min(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),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+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,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) </a:t>
            </a:r>
            <a:endParaRPr lang="zh-CN" altLang="en-US" sz="16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818129A-D631-651A-7186-B5C1E1654584}"/>
              </a:ext>
            </a:extLst>
          </p:cNvPr>
          <p:cNvSpPr txBox="1"/>
          <p:nvPr/>
        </p:nvSpPr>
        <p:spPr>
          <a:xfrm>
            <a:off x="4293030" y="173511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 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E43BE3-6E1D-B278-6DD4-BCB41FC8F93E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59219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241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D(e), p(e)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u="sng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10,a</a:t>
                      </a:r>
                      <a:endParaRPr 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∞,a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60,b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alt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50,d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none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90,d</a:t>
                      </a:r>
                      <a:endParaRPr lang="zh-CN" altLang="zh-CN" sz="1200" u="none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3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a,b,d,c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60,c</a:t>
                      </a:r>
                      <a:endParaRPr lang="zh-CN" altLang="zh-CN" sz="1200" u="sng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a,b,d,c,e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 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EF269EF-A095-B86E-98E1-6EF653D86163}"/>
              </a:ext>
            </a:extLst>
          </p:cNvPr>
          <p:cNvSpPr txBox="1"/>
          <p:nvPr/>
        </p:nvSpPr>
        <p:spPr>
          <a:xfrm>
            <a:off x="4293030" y="2073672"/>
            <a:ext cx="3587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Update: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min(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),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+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,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) </a:t>
            </a:r>
            <a:endParaRPr lang="zh-CN" altLang="en-US" sz="16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F4C9956-176A-C390-DA99-19DAA6B815E8}"/>
              </a:ext>
            </a:extLst>
          </p:cNvPr>
          <p:cNvSpPr txBox="1"/>
          <p:nvPr/>
        </p:nvSpPr>
        <p:spPr>
          <a:xfrm>
            <a:off x="4293030" y="173511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 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endParaRPr lang="zh-CN" altLang="en-US" sz="16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E8489F9-A416-70B1-08CB-547B44B2B0B2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4504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Link-State Routing: Dijkstra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EB15423-52CF-6624-16F1-6E14953CDD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613766"/>
              </p:ext>
            </p:extLst>
          </p:nvPr>
        </p:nvGraphicFramePr>
        <p:xfrm>
          <a:off x="656186" y="3524994"/>
          <a:ext cx="4923205" cy="1356972"/>
        </p:xfrm>
        <a:graphic>
          <a:graphicData uri="http://schemas.openxmlformats.org/drawingml/2006/table">
            <a:tbl>
              <a:tblPr firstRow="1" firstCol="1" bandRow="1">
                <a:tableStyleId>{B0082EC5-C718-4C4A-A93D-152775E55CCE}</a:tableStyleId>
              </a:tblPr>
              <a:tblGrid>
                <a:gridCol w="449854">
                  <a:extLst>
                    <a:ext uri="{9D8B030D-6E8A-4147-A177-3AD203B41FA5}">
                      <a16:colId xmlns:a16="http://schemas.microsoft.com/office/drawing/2014/main" val="1336641781"/>
                    </a:ext>
                  </a:extLst>
                </a:gridCol>
                <a:gridCol w="808757">
                  <a:extLst>
                    <a:ext uri="{9D8B030D-6E8A-4147-A177-3AD203B41FA5}">
                      <a16:colId xmlns:a16="http://schemas.microsoft.com/office/drawing/2014/main" val="3561598710"/>
                    </a:ext>
                  </a:extLst>
                </a:gridCol>
                <a:gridCol w="1017943">
                  <a:extLst>
                    <a:ext uri="{9D8B030D-6E8A-4147-A177-3AD203B41FA5}">
                      <a16:colId xmlns:a16="http://schemas.microsoft.com/office/drawing/2014/main" val="550166354"/>
                    </a:ext>
                  </a:extLst>
                </a:gridCol>
                <a:gridCol w="880118">
                  <a:extLst>
                    <a:ext uri="{9D8B030D-6E8A-4147-A177-3AD203B41FA5}">
                      <a16:colId xmlns:a16="http://schemas.microsoft.com/office/drawing/2014/main" val="3821070441"/>
                    </a:ext>
                  </a:extLst>
                </a:gridCol>
                <a:gridCol w="883616">
                  <a:extLst>
                    <a:ext uri="{9D8B030D-6E8A-4147-A177-3AD203B41FA5}">
                      <a16:colId xmlns:a16="http://schemas.microsoft.com/office/drawing/2014/main" val="3659548248"/>
                    </a:ext>
                  </a:extLst>
                </a:gridCol>
                <a:gridCol w="882917">
                  <a:extLst>
                    <a:ext uri="{9D8B030D-6E8A-4147-A177-3AD203B41FA5}">
                      <a16:colId xmlns:a16="http://schemas.microsoft.com/office/drawing/2014/main" val="3867645600"/>
                    </a:ext>
                  </a:extLst>
                </a:gridCol>
              </a:tblGrid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Step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N’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D(b), p(b)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D(c), p(c)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D(d), p(d)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D(e), p(e)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6512072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0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a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u="sng" dirty="0">
                          <a:solidFill>
                            <a:srgbClr val="00B0F0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10,a</a:t>
                      </a:r>
                      <a:endParaRPr 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∞,a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95215699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1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60,b</a:t>
                      </a:r>
                      <a:endParaRPr 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30,a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ourier New" charset="0"/>
                          <a:cs typeface="Calibri" panose="020F0502020204030204" pitchFamily="34" charset="0"/>
                        </a:rPr>
                        <a:t>100,a</a:t>
                      </a:r>
                      <a:endParaRPr lang="zh-CN" altLang="zh-CN" sz="12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0860167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2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50,d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none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90,d</a:t>
                      </a:r>
                      <a:endParaRPr lang="zh-CN" altLang="zh-CN" sz="1200" u="none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3996384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 dirty="0">
                          <a:effectLst/>
                        </a:rPr>
                        <a:t>3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a,b,d,c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CN" sz="1200" b="1" u="sng" kern="100" dirty="0">
                          <a:solidFill>
                            <a:srgbClr val="00B0F0"/>
                          </a:solidFill>
                          <a:effectLst/>
                          <a:latin typeface="Calibri" panose="020F0502020204030204" pitchFamily="34" charset="0"/>
                          <a:ea typeface="PMingLiU" panose="02020500000000000000" pitchFamily="18" charset="-120"/>
                          <a:cs typeface="Calibri" panose="020F0502020204030204" pitchFamily="34" charset="0"/>
                        </a:rPr>
                        <a:t>60,c</a:t>
                      </a: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7148146"/>
                  </a:ext>
                </a:extLst>
              </a:tr>
              <a:tr h="226162"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4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200" kern="100" dirty="0" err="1">
                          <a:effectLst/>
                          <a:latin typeface="Times New Roman" panose="02020603050405020304" pitchFamily="18" charset="0"/>
                          <a:ea typeface="PMingLiU" panose="02020500000000000000" pitchFamily="18" charset="-120"/>
                        </a:rPr>
                        <a:t>a,b,d,c,e</a:t>
                      </a:r>
                      <a:endParaRPr lang="zh-CN" sz="1200" kern="100" dirty="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100" kern="100">
                          <a:effectLst/>
                        </a:rPr>
                        <a:t> </a:t>
                      </a:r>
                      <a:endParaRPr lang="zh-CN" sz="1200" kern="100"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zh-CN" altLang="zh-CN" sz="1200" u="sng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PMingLiU" panose="02020500000000000000" pitchFamily="18" charset="-12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2670658"/>
                  </a:ext>
                </a:extLst>
              </a:tr>
            </a:tbl>
          </a:graphicData>
        </a:graphic>
      </p:graphicFrame>
      <p:pic>
        <p:nvPicPr>
          <p:cNvPr id="8" name="图片 7">
            <a:extLst>
              <a:ext uri="{FF2B5EF4-FFF2-40B4-BE49-F238E27FC236}">
                <a16:creationId xmlns:a16="http://schemas.microsoft.com/office/drawing/2014/main" id="{E7890EF7-9E0F-B583-BB74-FA5DBEAB9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214" y="982781"/>
            <a:ext cx="2132195" cy="229542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BEF269EF-A095-B86E-98E1-6EF653D86163}"/>
              </a:ext>
            </a:extLst>
          </p:cNvPr>
          <p:cNvSpPr txBox="1"/>
          <p:nvPr/>
        </p:nvSpPr>
        <p:spPr>
          <a:xfrm>
            <a:off x="4293030" y="2073672"/>
            <a:ext cx="358785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Update: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= min(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),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D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+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c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(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</a:t>
            </a:r>
            <a:r>
              <a:rPr lang="en-US" altLang="zh-CN" sz="1600" b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,</a:t>
            </a:r>
            <a:r>
              <a:rPr lang="en-US" altLang="zh-CN" sz="1600" b="1" i="1" dirty="0" err="1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v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) ) </a:t>
            </a:r>
            <a:endParaRPr lang="zh-CN" altLang="en-US" sz="1600" dirty="0">
              <a:solidFill>
                <a:srgbClr val="FF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6919AF1-5304-7254-81A8-CF236CFD980E}"/>
              </a:ext>
            </a:extLst>
          </p:cNvPr>
          <p:cNvSpPr txBox="1"/>
          <p:nvPr/>
        </p:nvSpPr>
        <p:spPr>
          <a:xfrm>
            <a:off x="5875195" y="3524994"/>
            <a:ext cx="14766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a-b, cost: 10</a:t>
            </a:r>
          </a:p>
          <a:p>
            <a:r>
              <a:rPr kumimoji="1" lang="en-US" altLang="zh-CN" dirty="0"/>
              <a:t>a-d-c, cost: 50</a:t>
            </a:r>
          </a:p>
          <a:p>
            <a:r>
              <a:rPr kumimoji="1" lang="en-US" altLang="zh-CN" dirty="0"/>
              <a:t>a-d, cost: 30</a:t>
            </a:r>
          </a:p>
          <a:p>
            <a:r>
              <a:rPr kumimoji="1" lang="en-US" altLang="zh-CN" dirty="0"/>
              <a:t>a-d-c-e, cost: 60</a:t>
            </a:r>
            <a:endParaRPr kumimoji="1"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726F035-DD10-32D3-B327-E695D0AC45B6}"/>
              </a:ext>
            </a:extLst>
          </p:cNvPr>
          <p:cNvSpPr txBox="1"/>
          <p:nvPr/>
        </p:nvSpPr>
        <p:spPr>
          <a:xfrm>
            <a:off x="4293030" y="1735118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W </a:t>
            </a:r>
            <a:r>
              <a:rPr lang="en-US" altLang="zh-CN" sz="1600" b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= </a:t>
            </a:r>
            <a:r>
              <a:rPr lang="en-US" altLang="zh-CN" sz="1600" b="1" i="1" dirty="0">
                <a:solidFill>
                  <a:srgbClr val="FF0000"/>
                </a:solidFill>
                <a:latin typeface="Calibri" panose="020F0502020204030204" pitchFamily="34" charset="0"/>
                <a:ea typeface="Courier New" charset="0"/>
                <a:cs typeface="Calibri" panose="020F0502020204030204" pitchFamily="34" charset="0"/>
              </a:rPr>
              <a:t>e</a:t>
            </a:r>
            <a:endParaRPr lang="zh-CN" altLang="en-US" sz="1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CA84670-80FB-B747-EBDA-3F8B3A026A66}"/>
              </a:ext>
            </a:extLst>
          </p:cNvPr>
          <p:cNvSpPr txBox="1"/>
          <p:nvPr/>
        </p:nvSpPr>
        <p:spPr>
          <a:xfrm>
            <a:off x="4293030" y="2596891"/>
            <a:ext cx="40238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Calculate shortest paths start from a to all nodes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57335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Distance-Vector Routing: Bellman-Ford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Google Shape;215;p28">
            <a:extLst>
              <a:ext uri="{FF2B5EF4-FFF2-40B4-BE49-F238E27FC236}">
                <a16:creationId xmlns:a16="http://schemas.microsoft.com/office/drawing/2014/main" id="{50757896-0592-C360-C80F-291B2205C53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30408" y="1186918"/>
            <a:ext cx="3401892" cy="342761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0EBFE64-F6C4-2F9F-2C7B-D9BA3E62DFCE}"/>
              </a:ext>
            </a:extLst>
          </p:cNvPr>
          <p:cNvSpPr txBox="1"/>
          <p:nvPr/>
        </p:nvSpPr>
        <p:spPr>
          <a:xfrm>
            <a:off x="311700" y="1361841"/>
            <a:ext cx="5025844" cy="2372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0" indent="-3429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Bellman-Ford Equation </a:t>
            </a:r>
          </a:p>
          <a:p>
            <a:pPr marL="914400" lvl="1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2000" i="1" baseline="-25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:= cost of least-cost path from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to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b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:= cost to neighbor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</a:t>
            </a:r>
          </a:p>
          <a:p>
            <a:pPr marL="914400" lvl="1" indent="-31750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then 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20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= </a:t>
            </a:r>
            <a:r>
              <a:rPr lang="en-US" altLang="zh-CN" sz="20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</a:t>
            </a:r>
            <a:r>
              <a:rPr lang="en-US" altLang="zh-CN" sz="2000" i="1" baseline="-250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+ 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20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20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2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)} 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over all neighbors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20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of </a:t>
            </a:r>
            <a:r>
              <a:rPr lang="en-US" altLang="zh-CN" sz="2000" i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475225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Distance-Vector Routing: Bellman-Ford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04D0EB-F67F-8559-CBD7-BCB123A1155E}"/>
              </a:ext>
            </a:extLst>
          </p:cNvPr>
          <p:cNvSpPr txBox="1"/>
          <p:nvPr/>
        </p:nvSpPr>
        <p:spPr>
          <a:xfrm>
            <a:off x="5316280" y="101772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= </a:t>
            </a:r>
            <a:r>
              <a:rPr lang="en-US" altLang="zh-CN" sz="14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</a:t>
            </a:r>
            <a:r>
              <a:rPr lang="en-US" altLang="zh-CN" sz="1400" i="1" baseline="-250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+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)} 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C8FF365-345F-5AB5-AA77-1D277B734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524100"/>
            <a:ext cx="8469976" cy="3114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675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Distance-Vector Routing: Bellman-Ford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04D0EB-F67F-8559-CBD7-BCB123A1155E}"/>
              </a:ext>
            </a:extLst>
          </p:cNvPr>
          <p:cNvSpPr txBox="1"/>
          <p:nvPr/>
        </p:nvSpPr>
        <p:spPr>
          <a:xfrm>
            <a:off x="5316280" y="101772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= </a:t>
            </a:r>
            <a:r>
              <a:rPr lang="en-US" altLang="zh-CN" sz="14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</a:t>
            </a:r>
            <a:r>
              <a:rPr lang="en-US" altLang="zh-CN" sz="1400" i="1" baseline="-250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+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)} 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9965F07-D2EB-8794-4F1E-73677F285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21" y="1590425"/>
            <a:ext cx="8771958" cy="310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3596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Distance-Vector Routing: Bellman-Ford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04D0EB-F67F-8559-CBD7-BCB123A1155E}"/>
              </a:ext>
            </a:extLst>
          </p:cNvPr>
          <p:cNvSpPr txBox="1"/>
          <p:nvPr/>
        </p:nvSpPr>
        <p:spPr>
          <a:xfrm>
            <a:off x="5316280" y="101772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= </a:t>
            </a:r>
            <a:r>
              <a:rPr lang="en-US" altLang="zh-CN" sz="14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</a:t>
            </a:r>
            <a:r>
              <a:rPr lang="en-US" altLang="zh-CN" sz="1400" i="1" baseline="-25000" dirty="0" err="1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{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 + 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</a:t>
            </a:r>
            <a:r>
              <a:rPr lang="en-US" altLang="zh-CN" sz="1400" i="1" baseline="-250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v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zh-CN" sz="1400" i="1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y</a:t>
            </a:r>
            <a:r>
              <a:rPr lang="en-US" altLang="zh-CN" sz="1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)} </a:t>
            </a:r>
            <a:endParaRPr lang="zh-CN" altLang="en-US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E25414A-20C8-94A2-8513-82D25BE0F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39" y="1414130"/>
            <a:ext cx="3096668" cy="3284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844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3638550" y="2375543"/>
            <a:ext cx="19526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892</TotalTime>
  <Words>1348</Words>
  <Application>Microsoft Macintosh PowerPoint</Application>
  <PresentationFormat>全屏显示(16:9)</PresentationFormat>
  <Paragraphs>270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5" baseType="lpstr">
      <vt:lpstr>Calibri</vt:lpstr>
      <vt:lpstr>Ubuntu</vt:lpstr>
      <vt:lpstr>Wingdings</vt:lpstr>
      <vt:lpstr>Courier New</vt:lpstr>
      <vt:lpstr>Arial</vt:lpstr>
      <vt:lpstr>Times New Roman</vt:lpstr>
      <vt:lpstr>Simple Light</vt:lpstr>
      <vt:lpstr>CSCI 4430 - Fall 25</vt:lpstr>
      <vt:lpstr>Outline</vt:lpstr>
      <vt:lpstr>Intra-Domain Routing</vt:lpstr>
      <vt:lpstr>PowerPoint 演示文稿</vt:lpstr>
      <vt:lpstr>Intra-Domain Routing</vt:lpstr>
      <vt:lpstr>Q1 True/False</vt:lpstr>
      <vt:lpstr>Q2 Link-State Routing: Dijkstra</vt:lpstr>
      <vt:lpstr>Q2 Link-State Routing: Dijkstra</vt:lpstr>
      <vt:lpstr>Q2 Link-State Routing: Dijkstra</vt:lpstr>
      <vt:lpstr>Q2 Link-State Routing: Dijkstra</vt:lpstr>
      <vt:lpstr>Q2 Link-State Routing: Dijkstra</vt:lpstr>
      <vt:lpstr>Q2 Link-State Routing: Dijkstra</vt:lpstr>
      <vt:lpstr>Q2 Link-State Routing: Dijkstra</vt:lpstr>
      <vt:lpstr>Q3 Distance-Vector Routing: Bellman-Ford</vt:lpstr>
      <vt:lpstr>Q3 Distance-Vector Routing: Bellman-Ford</vt:lpstr>
      <vt:lpstr>Q3 Distance-Vector Routing: Bellman-Ford</vt:lpstr>
      <vt:lpstr>Q3 Distance-Vector Routing: Bellman-Ford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23</dc:title>
  <dc:creator>admin</dc:creator>
  <cp:lastModifiedBy>Yangtao Deng</cp:lastModifiedBy>
  <cp:revision>31</cp:revision>
  <dcterms:modified xsi:type="dcterms:W3CDTF">2025-11-17T09:51:23Z</dcterms:modified>
</cp:coreProperties>
</file>