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89" r:id="rId3"/>
    <p:sldId id="257" r:id="rId4"/>
    <p:sldId id="258" r:id="rId5"/>
    <p:sldId id="275" r:id="rId6"/>
    <p:sldId id="276" r:id="rId7"/>
    <p:sldId id="278" r:id="rId8"/>
    <p:sldId id="280" r:id="rId9"/>
    <p:sldId id="283" r:id="rId10"/>
    <p:sldId id="281" r:id="rId11"/>
    <p:sldId id="284" r:id="rId12"/>
    <p:sldId id="274" r:id="rId13"/>
    <p:sldId id="286" r:id="rId14"/>
    <p:sldId id="287" r:id="rId15"/>
    <p:sldId id="288" r:id="rId16"/>
    <p:sldId id="272" r:id="rId17"/>
  </p:sldIdLst>
  <p:sldSz cx="9144000" cy="5143500" type="screen16x9"/>
  <p:notesSz cx="6858000" cy="9144000"/>
  <p:embeddedFontLst>
    <p:embeddedFont>
      <p:font typeface="Ubuntu" panose="02010600030101010101" charset="0"/>
      <p:regular r:id="rId19"/>
      <p:bold r:id="rId20"/>
      <p:italic r:id="rId21"/>
      <p:boldItalic r:id="rId22"/>
    </p:embeddedFont>
    <p:embeddedFont>
      <p:font typeface="Calibri" panose="020F0502020204030204" pitchFamily="34" charset="0"/>
      <p:regular r:id="rId23"/>
      <p:bold r:id="rId24"/>
      <p:italic r:id="rId25"/>
      <p:boldItalic r:id="rId26"/>
    </p:embeddedFont>
    <p:embeddedFont>
      <p:font typeface="PMingLiU" panose="02020500000000000000" pitchFamily="18" charset="-120"/>
      <p:regular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84A8F1-1FFD-F941-8BBE-197ACBA10BF4}" v="2" dt="2023-11-13T03:27:29.036"/>
  </p1510:revLst>
</p1510:revInfo>
</file>

<file path=ppt/tableStyles.xml><?xml version="1.0" encoding="utf-8"?>
<a:tblStyleLst xmlns:a="http://schemas.openxmlformats.org/drawingml/2006/main" def="{B0082EC5-C718-4C4A-A93D-152775E55CCE}">
  <a:tblStyle styleId="{B0082EC5-C718-4C4A-A93D-152775E55CC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512"/>
    <p:restoredTop sz="76573" autoAdjust="0"/>
  </p:normalViewPr>
  <p:slideViewPr>
    <p:cSldViewPr snapToGrid="0">
      <p:cViewPr varScale="1">
        <p:scale>
          <a:sx n="116" d="100"/>
          <a:sy n="116" d="100"/>
        </p:scale>
        <p:origin x="1506"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NG, Wenlong" userId="2462c282-915a-45d3-817d-b87203e0e2e0" providerId="ADAL" clId="{AD318D23-6DFB-4E48-AC4B-C003DC758A16}"/>
    <pc:docChg chg="undo custSel modSld">
      <pc:chgData name="DING, Wenlong" userId="2462c282-915a-45d3-817d-b87203e0e2e0" providerId="ADAL" clId="{AD318D23-6DFB-4E48-AC4B-C003DC758A16}" dt="2023-10-04T14:12:23.681" v="404" actId="255"/>
      <pc:docMkLst>
        <pc:docMk/>
      </pc:docMkLst>
      <pc:sldChg chg="addSp delSp modSp mod">
        <pc:chgData name="DING, Wenlong" userId="2462c282-915a-45d3-817d-b87203e0e2e0" providerId="ADAL" clId="{AD318D23-6DFB-4E48-AC4B-C003DC758A16}" dt="2023-10-04T14:12:23.681" v="404" actId="255"/>
        <pc:sldMkLst>
          <pc:docMk/>
          <pc:sldMk cId="0" sldId="257"/>
        </pc:sldMkLst>
        <pc:spChg chg="add del mod">
          <ac:chgData name="DING, Wenlong" userId="2462c282-915a-45d3-817d-b87203e0e2e0" providerId="ADAL" clId="{AD318D23-6DFB-4E48-AC4B-C003DC758A16}" dt="2023-10-04T14:02:41.157" v="15"/>
          <ac:spMkLst>
            <pc:docMk/>
            <pc:sldMk cId="0" sldId="257"/>
            <ac:spMk id="2" creationId="{07E4B729-3B6E-71F2-7839-A9F0C8980331}"/>
          </ac:spMkLst>
        </pc:spChg>
        <pc:spChg chg="add del mod">
          <ac:chgData name="DING, Wenlong" userId="2462c282-915a-45d3-817d-b87203e0e2e0" providerId="ADAL" clId="{AD318D23-6DFB-4E48-AC4B-C003DC758A16}" dt="2023-10-04T14:04:37.011" v="61" actId="478"/>
          <ac:spMkLst>
            <pc:docMk/>
            <pc:sldMk cId="0" sldId="257"/>
            <ac:spMk id="4" creationId="{BED565CA-991E-1E5F-F237-821A7B517410}"/>
          </ac:spMkLst>
        </pc:spChg>
        <pc:spChg chg="add mod">
          <ac:chgData name="DING, Wenlong" userId="2462c282-915a-45d3-817d-b87203e0e2e0" providerId="ADAL" clId="{AD318D23-6DFB-4E48-AC4B-C003DC758A16}" dt="2023-10-04T14:10:49.391" v="360" actId="1076"/>
          <ac:spMkLst>
            <pc:docMk/>
            <pc:sldMk cId="0" sldId="257"/>
            <ac:spMk id="6" creationId="{46CE24D7-20A8-DFC1-1A20-E75F7CD013BF}"/>
          </ac:spMkLst>
        </pc:spChg>
        <pc:spChg chg="mod">
          <ac:chgData name="DING, Wenlong" userId="2462c282-915a-45d3-817d-b87203e0e2e0" providerId="ADAL" clId="{AD318D23-6DFB-4E48-AC4B-C003DC758A16}" dt="2023-10-04T14:12:23.681" v="404" actId="255"/>
          <ac:spMkLst>
            <pc:docMk/>
            <pc:sldMk cId="0" sldId="257"/>
            <ac:spMk id="60" creationId="{00000000-0000-0000-0000-000000000000}"/>
          </ac:spMkLst>
        </pc:spChg>
        <pc:spChg chg="mod">
          <ac:chgData name="DING, Wenlong" userId="2462c282-915a-45d3-817d-b87203e0e2e0" providerId="ADAL" clId="{AD318D23-6DFB-4E48-AC4B-C003DC758A16}" dt="2023-10-04T14:12:17.651" v="403" actId="255"/>
          <ac:spMkLst>
            <pc:docMk/>
            <pc:sldMk cId="0" sldId="257"/>
            <ac:spMk id="61" creationId="{00000000-0000-0000-0000-000000000000}"/>
          </ac:spMkLst>
        </pc:spChg>
        <pc:graphicFrameChg chg="del">
          <ac:chgData name="DING, Wenlong" userId="2462c282-915a-45d3-817d-b87203e0e2e0" providerId="ADAL" clId="{AD318D23-6DFB-4E48-AC4B-C003DC758A16}" dt="2023-10-04T14:03:23.066" v="16" actId="478"/>
          <ac:graphicFrameMkLst>
            <pc:docMk/>
            <pc:sldMk cId="0" sldId="257"/>
            <ac:graphicFrameMk id="62" creationId="{00000000-0000-0000-0000-000000000000}"/>
          </ac:graphicFrameMkLst>
        </pc:graphicFrameChg>
      </pc:sldChg>
      <pc:sldChg chg="modSp mod">
        <pc:chgData name="DING, Wenlong" userId="2462c282-915a-45d3-817d-b87203e0e2e0" providerId="ADAL" clId="{AD318D23-6DFB-4E48-AC4B-C003DC758A16}" dt="2023-10-04T14:11:33.942" v="401" actId="20577"/>
        <pc:sldMkLst>
          <pc:docMk/>
          <pc:sldMk cId="0" sldId="258"/>
        </pc:sldMkLst>
        <pc:spChg chg="mod">
          <ac:chgData name="DING, Wenlong" userId="2462c282-915a-45d3-817d-b87203e0e2e0" providerId="ADAL" clId="{AD318D23-6DFB-4E48-AC4B-C003DC758A16}" dt="2023-10-04T14:11:33.942" v="401" actId="20577"/>
          <ac:spMkLst>
            <pc:docMk/>
            <pc:sldMk cId="0" sldId="258"/>
            <ac:spMk id="68" creationId="{00000000-0000-0000-0000-000000000000}"/>
          </ac:spMkLst>
        </pc:spChg>
      </pc:sldChg>
    </pc:docChg>
  </pc:docChgLst>
  <pc:docChgLst>
    <pc:chgData name="DING, Wenlong" userId="2462c282-915a-45d3-817d-b87203e0e2e0" providerId="ADAL" clId="{5D9E8CCF-4134-8C46-86A4-48224424FD0F}"/>
    <pc:docChg chg="undo custSel addSld delSld modSld sldOrd">
      <pc:chgData name="DING, Wenlong" userId="2462c282-915a-45d3-817d-b87203e0e2e0" providerId="ADAL" clId="{5D9E8CCF-4134-8C46-86A4-48224424FD0F}" dt="2023-04-14T13:59:05.912" v="2978" actId="1076"/>
      <pc:docMkLst>
        <pc:docMk/>
      </pc:docMkLst>
      <pc:sldChg chg="modSp mod">
        <pc:chgData name="DING, Wenlong" userId="2462c282-915a-45d3-817d-b87203e0e2e0" providerId="ADAL" clId="{5D9E8CCF-4134-8C46-86A4-48224424FD0F}" dt="2023-04-12T11:43:28.423" v="26" actId="2711"/>
        <pc:sldMkLst>
          <pc:docMk/>
          <pc:sldMk cId="0" sldId="256"/>
        </pc:sldMkLst>
        <pc:spChg chg="mod">
          <ac:chgData name="DING, Wenlong" userId="2462c282-915a-45d3-817d-b87203e0e2e0" providerId="ADAL" clId="{5D9E8CCF-4134-8C46-86A4-48224424FD0F}" dt="2023-04-12T11:43:22.565" v="24" actId="20577"/>
          <ac:spMkLst>
            <pc:docMk/>
            <pc:sldMk cId="0" sldId="256"/>
            <ac:spMk id="54" creationId="{00000000-0000-0000-0000-000000000000}"/>
          </ac:spMkLst>
        </pc:spChg>
        <pc:spChg chg="mod">
          <ac:chgData name="DING, Wenlong" userId="2462c282-915a-45d3-817d-b87203e0e2e0" providerId="ADAL" clId="{5D9E8CCF-4134-8C46-86A4-48224424FD0F}" dt="2023-04-12T11:43:28.423" v="26" actId="2711"/>
          <ac:spMkLst>
            <pc:docMk/>
            <pc:sldMk cId="0" sldId="256"/>
            <ac:spMk id="55" creationId="{00000000-0000-0000-0000-000000000000}"/>
          </ac:spMkLst>
        </pc:spChg>
      </pc:sldChg>
      <pc:sldChg chg="modSp mod">
        <pc:chgData name="DING, Wenlong" userId="2462c282-915a-45d3-817d-b87203e0e2e0" providerId="ADAL" clId="{5D9E8CCF-4134-8C46-86A4-48224424FD0F}" dt="2023-04-14T13:47:35.013" v="2852" actId="3064"/>
        <pc:sldMkLst>
          <pc:docMk/>
          <pc:sldMk cId="0" sldId="257"/>
        </pc:sldMkLst>
        <pc:spChg chg="mod">
          <ac:chgData name="DING, Wenlong" userId="2462c282-915a-45d3-817d-b87203e0e2e0" providerId="ADAL" clId="{5D9E8CCF-4134-8C46-86A4-48224424FD0F}" dt="2023-04-12T11:41:19.927" v="3" actId="2711"/>
          <ac:spMkLst>
            <pc:docMk/>
            <pc:sldMk cId="0" sldId="257"/>
            <ac:spMk id="60" creationId="{00000000-0000-0000-0000-000000000000}"/>
          </ac:spMkLst>
        </pc:spChg>
        <pc:spChg chg="mod">
          <ac:chgData name="DING, Wenlong" userId="2462c282-915a-45d3-817d-b87203e0e2e0" providerId="ADAL" clId="{5D9E8CCF-4134-8C46-86A4-48224424FD0F}" dt="2023-04-14T13:46:33.651" v="2848" actId="20577"/>
          <ac:spMkLst>
            <pc:docMk/>
            <pc:sldMk cId="0" sldId="257"/>
            <ac:spMk id="61" creationId="{00000000-0000-0000-0000-000000000000}"/>
          </ac:spMkLst>
        </pc:spChg>
        <pc:graphicFrameChg chg="mod modGraphic">
          <ac:chgData name="DING, Wenlong" userId="2462c282-915a-45d3-817d-b87203e0e2e0" providerId="ADAL" clId="{5D9E8CCF-4134-8C46-86A4-48224424FD0F}" dt="2023-04-14T13:47:35.013" v="2852" actId="3064"/>
          <ac:graphicFrameMkLst>
            <pc:docMk/>
            <pc:sldMk cId="0" sldId="257"/>
            <ac:graphicFrameMk id="62" creationId="{00000000-0000-0000-0000-000000000000}"/>
          </ac:graphicFrameMkLst>
        </pc:graphicFrameChg>
      </pc:sldChg>
      <pc:sldChg chg="modSp mod modAnim">
        <pc:chgData name="DING, Wenlong" userId="2462c282-915a-45d3-817d-b87203e0e2e0" providerId="ADAL" clId="{5D9E8CCF-4134-8C46-86A4-48224424FD0F}" dt="2023-04-14T13:48:32.808" v="2904" actId="20577"/>
        <pc:sldMkLst>
          <pc:docMk/>
          <pc:sldMk cId="0" sldId="258"/>
        </pc:sldMkLst>
        <pc:spChg chg="mod">
          <ac:chgData name="DING, Wenlong" userId="2462c282-915a-45d3-817d-b87203e0e2e0" providerId="ADAL" clId="{5D9E8CCF-4134-8C46-86A4-48224424FD0F}" dt="2023-04-13T09:28:36.533" v="1306" actId="20577"/>
          <ac:spMkLst>
            <pc:docMk/>
            <pc:sldMk cId="0" sldId="258"/>
            <ac:spMk id="67" creationId="{00000000-0000-0000-0000-000000000000}"/>
          </ac:spMkLst>
        </pc:spChg>
        <pc:spChg chg="mod">
          <ac:chgData name="DING, Wenlong" userId="2462c282-915a-45d3-817d-b87203e0e2e0" providerId="ADAL" clId="{5D9E8CCF-4134-8C46-86A4-48224424FD0F}" dt="2023-04-14T13:48:32.808" v="2904" actId="20577"/>
          <ac:spMkLst>
            <pc:docMk/>
            <pc:sldMk cId="0" sldId="258"/>
            <ac:spMk id="68" creationId="{00000000-0000-0000-0000-000000000000}"/>
          </ac:spMkLst>
        </pc:spChg>
      </pc:sldChg>
      <pc:sldChg chg="addSp delSp modSp add del mod delAnim modAnim">
        <pc:chgData name="DING, Wenlong" userId="2462c282-915a-45d3-817d-b87203e0e2e0" providerId="ADAL" clId="{5D9E8CCF-4134-8C46-86A4-48224424FD0F}" dt="2023-04-13T11:54:45.617" v="2565" actId="2696"/>
        <pc:sldMkLst>
          <pc:docMk/>
          <pc:sldMk cId="0" sldId="259"/>
        </pc:sldMkLst>
        <pc:spChg chg="add del mod">
          <ac:chgData name="DING, Wenlong" userId="2462c282-915a-45d3-817d-b87203e0e2e0" providerId="ADAL" clId="{5D9E8CCF-4134-8C46-86A4-48224424FD0F}" dt="2023-04-12T11:55:24.951" v="190" actId="478"/>
          <ac:spMkLst>
            <pc:docMk/>
            <pc:sldMk cId="0" sldId="259"/>
            <ac:spMk id="3" creationId="{03BC2421-5F4B-85AF-14C4-74A68374B4A9}"/>
          </ac:spMkLst>
        </pc:spChg>
        <pc:spChg chg="add del mod">
          <ac:chgData name="DING, Wenlong" userId="2462c282-915a-45d3-817d-b87203e0e2e0" providerId="ADAL" clId="{5D9E8CCF-4134-8C46-86A4-48224424FD0F}" dt="2023-04-13T07:48:35.217" v="803" actId="478"/>
          <ac:spMkLst>
            <pc:docMk/>
            <pc:sldMk cId="0" sldId="259"/>
            <ac:spMk id="4" creationId="{FEE56820-F268-638F-B696-E0BCFAE304EC}"/>
          </ac:spMkLst>
        </pc:spChg>
        <pc:spChg chg="add del mod">
          <ac:chgData name="DING, Wenlong" userId="2462c282-915a-45d3-817d-b87203e0e2e0" providerId="ADAL" clId="{5D9E8CCF-4134-8C46-86A4-48224424FD0F}" dt="2023-04-13T08:30:06.051" v="894"/>
          <ac:spMkLst>
            <pc:docMk/>
            <pc:sldMk cId="0" sldId="259"/>
            <ac:spMk id="19" creationId="{B2800E89-3B57-5722-1700-0B3D50C5606E}"/>
          </ac:spMkLst>
        </pc:spChg>
        <pc:spChg chg="add mod">
          <ac:chgData name="DING, Wenlong" userId="2462c282-915a-45d3-817d-b87203e0e2e0" providerId="ADAL" clId="{5D9E8CCF-4134-8C46-86A4-48224424FD0F}" dt="2023-04-13T08:37:56.941" v="1035" actId="2711"/>
          <ac:spMkLst>
            <pc:docMk/>
            <pc:sldMk cId="0" sldId="259"/>
            <ac:spMk id="20" creationId="{6C3C4AD0-AF45-F6F7-6852-86460EFB628B}"/>
          </ac:spMkLst>
        </pc:spChg>
        <pc:spChg chg="add mod">
          <ac:chgData name="DING, Wenlong" userId="2462c282-915a-45d3-817d-b87203e0e2e0" providerId="ADAL" clId="{5D9E8CCF-4134-8C46-86A4-48224424FD0F}" dt="2023-04-13T08:38:00.757" v="1036" actId="2711"/>
          <ac:spMkLst>
            <pc:docMk/>
            <pc:sldMk cId="0" sldId="259"/>
            <ac:spMk id="21" creationId="{960EEC04-6971-125C-04F5-AEE41A6B183C}"/>
          </ac:spMkLst>
        </pc:spChg>
        <pc:spChg chg="add mod">
          <ac:chgData name="DING, Wenlong" userId="2462c282-915a-45d3-817d-b87203e0e2e0" providerId="ADAL" clId="{5D9E8CCF-4134-8C46-86A4-48224424FD0F}" dt="2023-04-13T08:38:11.749" v="1038" actId="255"/>
          <ac:spMkLst>
            <pc:docMk/>
            <pc:sldMk cId="0" sldId="259"/>
            <ac:spMk id="22" creationId="{28DB0C21-00DE-EB92-27CD-E6FB6993B1BD}"/>
          </ac:spMkLst>
        </pc:spChg>
        <pc:spChg chg="add mod">
          <ac:chgData name="DING, Wenlong" userId="2462c282-915a-45d3-817d-b87203e0e2e0" providerId="ADAL" clId="{5D9E8CCF-4134-8C46-86A4-48224424FD0F}" dt="2023-04-13T08:38:11.749" v="1038" actId="255"/>
          <ac:spMkLst>
            <pc:docMk/>
            <pc:sldMk cId="0" sldId="259"/>
            <ac:spMk id="23" creationId="{592DB33D-1C5A-E550-C2D2-3B27271F3FCF}"/>
          </ac:spMkLst>
        </pc:spChg>
        <pc:spChg chg="add mod">
          <ac:chgData name="DING, Wenlong" userId="2462c282-915a-45d3-817d-b87203e0e2e0" providerId="ADAL" clId="{5D9E8CCF-4134-8C46-86A4-48224424FD0F}" dt="2023-04-13T08:38:11.749" v="1038" actId="255"/>
          <ac:spMkLst>
            <pc:docMk/>
            <pc:sldMk cId="0" sldId="259"/>
            <ac:spMk id="24" creationId="{4BCBB73F-3005-5755-AB9D-75EB5B8A3983}"/>
          </ac:spMkLst>
        </pc:spChg>
        <pc:spChg chg="mod">
          <ac:chgData name="DING, Wenlong" userId="2462c282-915a-45d3-817d-b87203e0e2e0" providerId="ADAL" clId="{5D9E8CCF-4134-8C46-86A4-48224424FD0F}" dt="2023-04-13T07:40:57.769" v="726" actId="20577"/>
          <ac:spMkLst>
            <pc:docMk/>
            <pc:sldMk cId="0" sldId="259"/>
            <ac:spMk id="73" creationId="{00000000-0000-0000-0000-000000000000}"/>
          </ac:spMkLst>
        </pc:spChg>
        <pc:spChg chg="del mod">
          <ac:chgData name="DING, Wenlong" userId="2462c282-915a-45d3-817d-b87203e0e2e0" providerId="ADAL" clId="{5D9E8CCF-4134-8C46-86A4-48224424FD0F}" dt="2023-04-12T11:55:21.316" v="187" actId="478"/>
          <ac:spMkLst>
            <pc:docMk/>
            <pc:sldMk cId="0" sldId="259"/>
            <ac:spMk id="74" creationId="{00000000-0000-0000-0000-000000000000}"/>
          </ac:spMkLst>
        </pc:spChg>
        <pc:spChg chg="del">
          <ac:chgData name="DING, Wenlong" userId="2462c282-915a-45d3-817d-b87203e0e2e0" providerId="ADAL" clId="{5D9E8CCF-4134-8C46-86A4-48224424FD0F}" dt="2023-04-12T11:52:34.997" v="147" actId="478"/>
          <ac:spMkLst>
            <pc:docMk/>
            <pc:sldMk cId="0" sldId="259"/>
            <ac:spMk id="75" creationId="{00000000-0000-0000-0000-000000000000}"/>
          </ac:spMkLst>
        </pc:spChg>
        <pc:graphicFrameChg chg="add mod modGraphic">
          <ac:chgData name="DING, Wenlong" userId="2462c282-915a-45d3-817d-b87203e0e2e0" providerId="ADAL" clId="{5D9E8CCF-4134-8C46-86A4-48224424FD0F}" dt="2023-04-13T08:29:51.138" v="873" actId="1076"/>
          <ac:graphicFrameMkLst>
            <pc:docMk/>
            <pc:sldMk cId="0" sldId="259"/>
            <ac:graphicFrameMk id="3" creationId="{A4C6C47E-4878-BD92-866E-53B2C77B2197}"/>
          </ac:graphicFrameMkLst>
        </pc:graphicFrameChg>
        <pc:graphicFrameChg chg="add mod modGraphic">
          <ac:chgData name="DING, Wenlong" userId="2462c282-915a-45d3-817d-b87203e0e2e0" providerId="ADAL" clId="{5D9E8CCF-4134-8C46-86A4-48224424FD0F}" dt="2023-04-13T08:29:51.138" v="873" actId="1076"/>
          <ac:graphicFrameMkLst>
            <pc:docMk/>
            <pc:sldMk cId="0" sldId="259"/>
            <ac:graphicFrameMk id="5" creationId="{E30DA224-79EA-A7EF-638C-3CA8555E6744}"/>
          </ac:graphicFrameMkLst>
        </pc:graphicFrameChg>
        <pc:graphicFrameChg chg="add mod modGraphic">
          <ac:chgData name="DING, Wenlong" userId="2462c282-915a-45d3-817d-b87203e0e2e0" providerId="ADAL" clId="{5D9E8CCF-4134-8C46-86A4-48224424FD0F}" dt="2023-04-13T08:29:51.138" v="873" actId="1076"/>
          <ac:graphicFrameMkLst>
            <pc:docMk/>
            <pc:sldMk cId="0" sldId="259"/>
            <ac:graphicFrameMk id="6" creationId="{B041281E-10F7-1478-3DBC-7B48C6AD314E}"/>
          </ac:graphicFrameMkLst>
        </pc:graphicFrameChg>
        <pc:graphicFrameChg chg="add mod modGraphic">
          <ac:chgData name="DING, Wenlong" userId="2462c282-915a-45d3-817d-b87203e0e2e0" providerId="ADAL" clId="{5D9E8CCF-4134-8C46-86A4-48224424FD0F}" dt="2023-04-13T08:29:51.138" v="873" actId="1076"/>
          <ac:graphicFrameMkLst>
            <pc:docMk/>
            <pc:sldMk cId="0" sldId="259"/>
            <ac:graphicFrameMk id="10" creationId="{B2FA6763-578B-AB64-6605-4515AF6659B5}"/>
          </ac:graphicFrameMkLst>
        </pc:graphicFrameChg>
        <pc:graphicFrameChg chg="add mod modGraphic">
          <ac:chgData name="DING, Wenlong" userId="2462c282-915a-45d3-817d-b87203e0e2e0" providerId="ADAL" clId="{5D9E8CCF-4134-8C46-86A4-48224424FD0F}" dt="2023-04-13T08:29:51.138" v="873" actId="1076"/>
          <ac:graphicFrameMkLst>
            <pc:docMk/>
            <pc:sldMk cId="0" sldId="259"/>
            <ac:graphicFrameMk id="11" creationId="{9BEC906F-787B-051C-2430-1702D6DF7097}"/>
          </ac:graphicFrameMkLst>
        </pc:graphicFrameChg>
        <pc:graphicFrameChg chg="add mod modGraphic">
          <ac:chgData name="DING, Wenlong" userId="2462c282-915a-45d3-817d-b87203e0e2e0" providerId="ADAL" clId="{5D9E8CCF-4134-8C46-86A4-48224424FD0F}" dt="2023-04-13T08:29:51.138" v="873" actId="1076"/>
          <ac:graphicFrameMkLst>
            <pc:docMk/>
            <pc:sldMk cId="0" sldId="259"/>
            <ac:graphicFrameMk id="12" creationId="{861A5241-8A52-3744-2226-551F20A143F7}"/>
          </ac:graphicFrameMkLst>
        </pc:graphicFrameChg>
        <pc:graphicFrameChg chg="add mod modGraphic">
          <ac:chgData name="DING, Wenlong" userId="2462c282-915a-45d3-817d-b87203e0e2e0" providerId="ADAL" clId="{5D9E8CCF-4134-8C46-86A4-48224424FD0F}" dt="2023-04-13T08:34:21.470" v="977" actId="207"/>
          <ac:graphicFrameMkLst>
            <pc:docMk/>
            <pc:sldMk cId="0" sldId="259"/>
            <ac:graphicFrameMk id="13" creationId="{93BCF704-3306-E713-66BA-F0913707CF5C}"/>
          </ac:graphicFrameMkLst>
        </pc:graphicFrameChg>
        <pc:graphicFrameChg chg="add mod modGraphic">
          <ac:chgData name="DING, Wenlong" userId="2462c282-915a-45d3-817d-b87203e0e2e0" providerId="ADAL" clId="{5D9E8CCF-4134-8C46-86A4-48224424FD0F}" dt="2023-04-13T08:34:57.879" v="988" actId="20577"/>
          <ac:graphicFrameMkLst>
            <pc:docMk/>
            <pc:sldMk cId="0" sldId="259"/>
            <ac:graphicFrameMk id="14" creationId="{1860CC1D-4704-4C62-5A60-2E5DE1CE05B7}"/>
          </ac:graphicFrameMkLst>
        </pc:graphicFrameChg>
        <pc:graphicFrameChg chg="add mod modGraphic">
          <ac:chgData name="DING, Wenlong" userId="2462c282-915a-45d3-817d-b87203e0e2e0" providerId="ADAL" clId="{5D9E8CCF-4134-8C46-86A4-48224424FD0F}" dt="2023-04-13T08:29:45.468" v="872" actId="1076"/>
          <ac:graphicFrameMkLst>
            <pc:docMk/>
            <pc:sldMk cId="0" sldId="259"/>
            <ac:graphicFrameMk id="15" creationId="{DC61DF43-D02E-11FB-D8F1-C363F0B10811}"/>
          </ac:graphicFrameMkLst>
        </pc:graphicFrameChg>
        <pc:graphicFrameChg chg="add mod modGraphic">
          <ac:chgData name="DING, Wenlong" userId="2462c282-915a-45d3-817d-b87203e0e2e0" providerId="ADAL" clId="{5D9E8CCF-4134-8C46-86A4-48224424FD0F}" dt="2023-04-13T08:29:45.468" v="872" actId="1076"/>
          <ac:graphicFrameMkLst>
            <pc:docMk/>
            <pc:sldMk cId="0" sldId="259"/>
            <ac:graphicFrameMk id="16" creationId="{B5A4BA3D-45AB-E13F-C744-B9CF9FC5EF7E}"/>
          </ac:graphicFrameMkLst>
        </pc:graphicFrameChg>
        <pc:graphicFrameChg chg="add mod modGraphic">
          <ac:chgData name="DING, Wenlong" userId="2462c282-915a-45d3-817d-b87203e0e2e0" providerId="ADAL" clId="{5D9E8CCF-4134-8C46-86A4-48224424FD0F}" dt="2023-04-13T08:29:45.468" v="872" actId="1076"/>
          <ac:graphicFrameMkLst>
            <pc:docMk/>
            <pc:sldMk cId="0" sldId="259"/>
            <ac:graphicFrameMk id="17" creationId="{F364907A-1433-1E63-FC62-24305746177D}"/>
          </ac:graphicFrameMkLst>
        </pc:graphicFrameChg>
        <pc:graphicFrameChg chg="add mod modGraphic">
          <ac:chgData name="DING, Wenlong" userId="2462c282-915a-45d3-817d-b87203e0e2e0" providerId="ADAL" clId="{5D9E8CCF-4134-8C46-86A4-48224424FD0F}" dt="2023-04-13T08:29:45.468" v="872" actId="1076"/>
          <ac:graphicFrameMkLst>
            <pc:docMk/>
            <pc:sldMk cId="0" sldId="259"/>
            <ac:graphicFrameMk id="18" creationId="{035D8149-6BA9-F199-3B97-9EB8E2ACECAB}"/>
          </ac:graphicFrameMkLst>
        </pc:graphicFrameChg>
        <pc:picChg chg="add del mod">
          <ac:chgData name="DING, Wenlong" userId="2462c282-915a-45d3-817d-b87203e0e2e0" providerId="ADAL" clId="{5D9E8CCF-4134-8C46-86A4-48224424FD0F}" dt="2023-04-13T07:42:48.130" v="743" actId="478"/>
          <ac:picMkLst>
            <pc:docMk/>
            <pc:sldMk cId="0" sldId="259"/>
            <ac:picMk id="2" creationId="{629984BD-67DD-82EE-461E-D13B2B8B3D40}"/>
          </ac:picMkLst>
        </pc:picChg>
        <pc:picChg chg="add del mod">
          <ac:chgData name="DING, Wenlong" userId="2462c282-915a-45d3-817d-b87203e0e2e0" providerId="ADAL" clId="{5D9E8CCF-4134-8C46-86A4-48224424FD0F}" dt="2023-04-13T07:45:22.506" v="776" actId="478"/>
          <ac:picMkLst>
            <pc:docMk/>
            <pc:sldMk cId="0" sldId="259"/>
            <ac:picMk id="7" creationId="{A38117DD-0004-12FE-BB0E-961A22F39229}"/>
          </ac:picMkLst>
        </pc:picChg>
        <pc:picChg chg="add mod">
          <ac:chgData name="DING, Wenlong" userId="2462c282-915a-45d3-817d-b87203e0e2e0" providerId="ADAL" clId="{5D9E8CCF-4134-8C46-86A4-48224424FD0F}" dt="2023-04-13T07:55:35.264" v="853" actId="1076"/>
          <ac:picMkLst>
            <pc:docMk/>
            <pc:sldMk cId="0" sldId="259"/>
            <ac:picMk id="8" creationId="{7A0B35D1-00B0-B312-E01D-E45906B73F07}"/>
          </ac:picMkLst>
        </pc:picChg>
        <pc:picChg chg="add mod">
          <ac:chgData name="DING, Wenlong" userId="2462c282-915a-45d3-817d-b87203e0e2e0" providerId="ADAL" clId="{5D9E8CCF-4134-8C46-86A4-48224424FD0F}" dt="2023-04-13T07:55:50.898" v="855" actId="1076"/>
          <ac:picMkLst>
            <pc:docMk/>
            <pc:sldMk cId="0" sldId="259"/>
            <ac:picMk id="9" creationId="{5FE79E36-8897-4573-F1A6-C01E3CE19F75}"/>
          </ac:picMkLst>
        </pc:picChg>
        <pc:picChg chg="del mod">
          <ac:chgData name="DING, Wenlong" userId="2462c282-915a-45d3-817d-b87203e0e2e0" providerId="ADAL" clId="{5D9E8CCF-4134-8C46-86A4-48224424FD0F}" dt="2023-04-13T07:41:48.793" v="732" actId="478"/>
          <ac:picMkLst>
            <pc:docMk/>
            <pc:sldMk cId="0" sldId="259"/>
            <ac:picMk id="76" creationId="{00000000-0000-0000-0000-000000000000}"/>
          </ac:picMkLst>
        </pc:picChg>
      </pc:sldChg>
      <pc:sldChg chg="addSp delSp modSp del mod delAnim modAnim">
        <pc:chgData name="DING, Wenlong" userId="2462c282-915a-45d3-817d-b87203e0e2e0" providerId="ADAL" clId="{5D9E8CCF-4134-8C46-86A4-48224424FD0F}" dt="2023-04-13T11:55:25.853" v="2572" actId="2696"/>
        <pc:sldMkLst>
          <pc:docMk/>
          <pc:sldMk cId="0" sldId="260"/>
        </pc:sldMkLst>
        <pc:spChg chg="add del mod">
          <ac:chgData name="DING, Wenlong" userId="2462c282-915a-45d3-817d-b87203e0e2e0" providerId="ADAL" clId="{5D9E8CCF-4134-8C46-86A4-48224424FD0F}" dt="2023-04-12T11:56:37.653" v="201" actId="478"/>
          <ac:spMkLst>
            <pc:docMk/>
            <pc:sldMk cId="0" sldId="260"/>
            <ac:spMk id="3" creationId="{4CE0CC33-5E06-D6AD-C26B-B04AFF2AE707}"/>
          </ac:spMkLst>
        </pc:spChg>
        <pc:spChg chg="add del mod">
          <ac:chgData name="DING, Wenlong" userId="2462c282-915a-45d3-817d-b87203e0e2e0" providerId="ADAL" clId="{5D9E8CCF-4134-8C46-86A4-48224424FD0F}" dt="2023-04-13T07:32:21.249" v="657" actId="478"/>
          <ac:spMkLst>
            <pc:docMk/>
            <pc:sldMk cId="0" sldId="260"/>
            <ac:spMk id="3" creationId="{68D2DE87-0D62-20C5-A22D-D5265F9C2FB9}"/>
          </ac:spMkLst>
        </pc:spChg>
        <pc:spChg chg="add del mod">
          <ac:chgData name="DING, Wenlong" userId="2462c282-915a-45d3-817d-b87203e0e2e0" providerId="ADAL" clId="{5D9E8CCF-4134-8C46-86A4-48224424FD0F}" dt="2023-04-13T08:37:22.292" v="1011" actId="478"/>
          <ac:spMkLst>
            <pc:docMk/>
            <pc:sldMk cId="0" sldId="260"/>
            <ac:spMk id="5" creationId="{6B83B50A-8BC6-7772-C4D5-0C6E5202C656}"/>
          </ac:spMkLst>
        </pc:spChg>
        <pc:spChg chg="add del mod">
          <ac:chgData name="DING, Wenlong" userId="2462c282-915a-45d3-817d-b87203e0e2e0" providerId="ADAL" clId="{5D9E8CCF-4134-8C46-86A4-48224424FD0F}" dt="2023-04-12T11:56:37.653" v="201" actId="478"/>
          <ac:spMkLst>
            <pc:docMk/>
            <pc:sldMk cId="0" sldId="260"/>
            <ac:spMk id="5" creationId="{F40D66DB-288A-23E3-4ED1-A98095A39832}"/>
          </ac:spMkLst>
        </pc:spChg>
        <pc:spChg chg="add mod">
          <ac:chgData name="DING, Wenlong" userId="2462c282-915a-45d3-817d-b87203e0e2e0" providerId="ADAL" clId="{5D9E8CCF-4134-8C46-86A4-48224424FD0F}" dt="2023-04-13T11:35:19.746" v="2536"/>
          <ac:spMkLst>
            <pc:docMk/>
            <pc:sldMk cId="0" sldId="260"/>
            <ac:spMk id="6" creationId="{6E066515-680A-4C03-8D45-F3D06E1CA1CE}"/>
          </ac:spMkLst>
        </pc:spChg>
        <pc:spChg chg="add del mod">
          <ac:chgData name="DING, Wenlong" userId="2462c282-915a-45d3-817d-b87203e0e2e0" providerId="ADAL" clId="{5D9E8CCF-4134-8C46-86A4-48224424FD0F}" dt="2023-04-13T08:37:18.962" v="1010" actId="478"/>
          <ac:spMkLst>
            <pc:docMk/>
            <pc:sldMk cId="0" sldId="260"/>
            <ac:spMk id="7" creationId="{E28ED5A8-19EC-426B-C453-1A884AB7D545}"/>
          </ac:spMkLst>
        </pc:spChg>
        <pc:spChg chg="add del mod">
          <ac:chgData name="DING, Wenlong" userId="2462c282-915a-45d3-817d-b87203e0e2e0" providerId="ADAL" clId="{5D9E8CCF-4134-8C46-86A4-48224424FD0F}" dt="2023-04-13T11:54:59.387" v="2567" actId="478"/>
          <ac:spMkLst>
            <pc:docMk/>
            <pc:sldMk cId="0" sldId="260"/>
            <ac:spMk id="8" creationId="{CAE04416-4C3F-64D8-2929-3B5036E59A88}"/>
          </ac:spMkLst>
        </pc:spChg>
        <pc:spChg chg="add del mod">
          <ac:chgData name="DING, Wenlong" userId="2462c282-915a-45d3-817d-b87203e0e2e0" providerId="ADAL" clId="{5D9E8CCF-4134-8C46-86A4-48224424FD0F}" dt="2023-04-13T08:52:41.116" v="1222" actId="478"/>
          <ac:spMkLst>
            <pc:docMk/>
            <pc:sldMk cId="0" sldId="260"/>
            <ac:spMk id="12" creationId="{EA99FD7D-F428-C54D-F3F3-EAF64AF2B3FE}"/>
          </ac:spMkLst>
        </pc:spChg>
        <pc:spChg chg="add del mod">
          <ac:chgData name="DING, Wenlong" userId="2462c282-915a-45d3-817d-b87203e0e2e0" providerId="ADAL" clId="{5D9E8CCF-4134-8C46-86A4-48224424FD0F}" dt="2023-04-13T11:55:01.782" v="2568" actId="478"/>
          <ac:spMkLst>
            <pc:docMk/>
            <pc:sldMk cId="0" sldId="260"/>
            <ac:spMk id="13" creationId="{E2BEE91E-022B-4F94-A1D1-1D70498E9046}"/>
          </ac:spMkLst>
        </pc:spChg>
        <pc:spChg chg="add del mod">
          <ac:chgData name="DING, Wenlong" userId="2462c282-915a-45d3-817d-b87203e0e2e0" providerId="ADAL" clId="{5D9E8CCF-4134-8C46-86A4-48224424FD0F}" dt="2023-04-13T08:51:50.269" v="1211" actId="478"/>
          <ac:spMkLst>
            <pc:docMk/>
            <pc:sldMk cId="0" sldId="260"/>
            <ac:spMk id="18" creationId="{16AB13A9-0DDE-F235-56DF-B83FE292C2DD}"/>
          </ac:spMkLst>
        </pc:spChg>
        <pc:spChg chg="add del mod">
          <ac:chgData name="DING, Wenlong" userId="2462c282-915a-45d3-817d-b87203e0e2e0" providerId="ADAL" clId="{5D9E8CCF-4134-8C46-86A4-48224424FD0F}" dt="2023-04-13T08:52:41.116" v="1222" actId="478"/>
          <ac:spMkLst>
            <pc:docMk/>
            <pc:sldMk cId="0" sldId="260"/>
            <ac:spMk id="20" creationId="{F72E70BE-3DDE-B1C9-E12A-F5BB82D7EC5D}"/>
          </ac:spMkLst>
        </pc:spChg>
        <pc:spChg chg="add del mod">
          <ac:chgData name="DING, Wenlong" userId="2462c282-915a-45d3-817d-b87203e0e2e0" providerId="ADAL" clId="{5D9E8CCF-4134-8C46-86A4-48224424FD0F}" dt="2023-04-13T08:53:16.405" v="1228" actId="478"/>
          <ac:spMkLst>
            <pc:docMk/>
            <pc:sldMk cId="0" sldId="260"/>
            <ac:spMk id="25" creationId="{6EE19A0D-36BF-0A3C-4000-A3063945E457}"/>
          </ac:spMkLst>
        </pc:spChg>
        <pc:spChg chg="add del mod topLvl">
          <ac:chgData name="DING, Wenlong" userId="2462c282-915a-45d3-817d-b87203e0e2e0" providerId="ADAL" clId="{5D9E8CCF-4134-8C46-86A4-48224424FD0F}" dt="2023-04-13T11:54:59.387" v="2567" actId="478"/>
          <ac:spMkLst>
            <pc:docMk/>
            <pc:sldMk cId="0" sldId="260"/>
            <ac:spMk id="31" creationId="{BDB3B7DF-ABEE-415E-594B-A6E7BC7F164B}"/>
          </ac:spMkLst>
        </pc:spChg>
        <pc:spChg chg="mod topLvl">
          <ac:chgData name="DING, Wenlong" userId="2462c282-915a-45d3-817d-b87203e0e2e0" providerId="ADAL" clId="{5D9E8CCF-4134-8C46-86A4-48224424FD0F}" dt="2023-04-13T11:55:17.437" v="2571" actId="14100"/>
          <ac:spMkLst>
            <pc:docMk/>
            <pc:sldMk cId="0" sldId="260"/>
            <ac:spMk id="38" creationId="{A26E6CAF-7142-79FB-D14B-EDA4F1012CB3}"/>
          </ac:spMkLst>
        </pc:spChg>
        <pc:spChg chg="mod topLvl">
          <ac:chgData name="DING, Wenlong" userId="2462c282-915a-45d3-817d-b87203e0e2e0" providerId="ADAL" clId="{5D9E8CCF-4134-8C46-86A4-48224424FD0F}" dt="2023-04-13T11:55:17.437" v="2571" actId="14100"/>
          <ac:spMkLst>
            <pc:docMk/>
            <pc:sldMk cId="0" sldId="260"/>
            <ac:spMk id="44" creationId="{6168FB3A-78E1-6BC3-F3C3-F32615BE02DE}"/>
          </ac:spMkLst>
        </pc:spChg>
        <pc:spChg chg="add del mod">
          <ac:chgData name="DING, Wenlong" userId="2462c282-915a-45d3-817d-b87203e0e2e0" providerId="ADAL" clId="{5D9E8CCF-4134-8C46-86A4-48224424FD0F}" dt="2023-04-13T11:35:35.726" v="2542" actId="478"/>
          <ac:spMkLst>
            <pc:docMk/>
            <pc:sldMk cId="0" sldId="260"/>
            <ac:spMk id="52" creationId="{3D6159E7-E4EA-E800-0220-46FD670B5FA2}"/>
          </ac:spMkLst>
        </pc:spChg>
        <pc:spChg chg="add mod">
          <ac:chgData name="DING, Wenlong" userId="2462c282-915a-45d3-817d-b87203e0e2e0" providerId="ADAL" clId="{5D9E8CCF-4134-8C46-86A4-48224424FD0F}" dt="2023-04-13T11:35:24.025" v="2538" actId="1076"/>
          <ac:spMkLst>
            <pc:docMk/>
            <pc:sldMk cId="0" sldId="260"/>
            <ac:spMk id="54" creationId="{D2ED428B-AF72-883E-B342-2C18B1B6AE5F}"/>
          </ac:spMkLst>
        </pc:spChg>
        <pc:spChg chg="del">
          <ac:chgData name="DING, Wenlong" userId="2462c282-915a-45d3-817d-b87203e0e2e0" providerId="ADAL" clId="{5D9E8CCF-4134-8C46-86A4-48224424FD0F}" dt="2023-04-12T11:56:33.270" v="199" actId="478"/>
          <ac:spMkLst>
            <pc:docMk/>
            <pc:sldMk cId="0" sldId="260"/>
            <ac:spMk id="81" creationId="{00000000-0000-0000-0000-000000000000}"/>
          </ac:spMkLst>
        </pc:spChg>
        <pc:spChg chg="del mod">
          <ac:chgData name="DING, Wenlong" userId="2462c282-915a-45d3-817d-b87203e0e2e0" providerId="ADAL" clId="{5D9E8CCF-4134-8C46-86A4-48224424FD0F}" dt="2023-04-12T11:56:33.270" v="199" actId="478"/>
          <ac:spMkLst>
            <pc:docMk/>
            <pc:sldMk cId="0" sldId="260"/>
            <ac:spMk id="82" creationId="{00000000-0000-0000-0000-000000000000}"/>
          </ac:spMkLst>
        </pc:spChg>
        <pc:spChg chg="del">
          <ac:chgData name="DING, Wenlong" userId="2462c282-915a-45d3-817d-b87203e0e2e0" providerId="ADAL" clId="{5D9E8CCF-4134-8C46-86A4-48224424FD0F}" dt="2023-04-12T11:56:45.588" v="203" actId="478"/>
          <ac:spMkLst>
            <pc:docMk/>
            <pc:sldMk cId="0" sldId="260"/>
            <ac:spMk id="83" creationId="{00000000-0000-0000-0000-000000000000}"/>
          </ac:spMkLst>
        </pc:spChg>
        <pc:spChg chg="del mod">
          <ac:chgData name="DING, Wenlong" userId="2462c282-915a-45d3-817d-b87203e0e2e0" providerId="ADAL" clId="{5D9E8CCF-4134-8C46-86A4-48224424FD0F}" dt="2023-04-13T08:49:32.048" v="1175" actId="478"/>
          <ac:spMkLst>
            <pc:docMk/>
            <pc:sldMk cId="0" sldId="260"/>
            <ac:spMk id="88" creationId="{00000000-0000-0000-0000-000000000000}"/>
          </ac:spMkLst>
        </pc:spChg>
        <pc:spChg chg="del mod">
          <ac:chgData name="DING, Wenlong" userId="2462c282-915a-45d3-817d-b87203e0e2e0" providerId="ADAL" clId="{5D9E8CCF-4134-8C46-86A4-48224424FD0F}" dt="2023-04-13T08:49:43.610" v="1179" actId="478"/>
          <ac:spMkLst>
            <pc:docMk/>
            <pc:sldMk cId="0" sldId="260"/>
            <ac:spMk id="89" creationId="{00000000-0000-0000-0000-000000000000}"/>
          </ac:spMkLst>
        </pc:spChg>
        <pc:grpChg chg="add del mod">
          <ac:chgData name="DING, Wenlong" userId="2462c282-915a-45d3-817d-b87203e0e2e0" providerId="ADAL" clId="{5D9E8CCF-4134-8C46-86A4-48224424FD0F}" dt="2023-04-13T08:57:04.131" v="1256" actId="165"/>
          <ac:grpSpMkLst>
            <pc:docMk/>
            <pc:sldMk cId="0" sldId="260"/>
            <ac:grpSpMk id="24" creationId="{6EF95D14-0027-706F-998D-C491EBEE3B2E}"/>
          </ac:grpSpMkLst>
        </pc:grpChg>
        <pc:grpChg chg="add del mod">
          <ac:chgData name="DING, Wenlong" userId="2462c282-915a-45d3-817d-b87203e0e2e0" providerId="ADAL" clId="{5D9E8CCF-4134-8C46-86A4-48224424FD0F}" dt="2023-04-13T08:52:58.695" v="1225" actId="165"/>
          <ac:grpSpMkLst>
            <pc:docMk/>
            <pc:sldMk cId="0" sldId="260"/>
            <ac:grpSpMk id="26" creationId="{C592B815-744A-622E-367E-82C6F60E8202}"/>
          </ac:grpSpMkLst>
        </pc:grpChg>
        <pc:grpChg chg="add del mod">
          <ac:chgData name="DING, Wenlong" userId="2462c282-915a-45d3-817d-b87203e0e2e0" providerId="ADAL" clId="{5D9E8CCF-4134-8C46-86A4-48224424FD0F}" dt="2023-04-13T08:57:16.380" v="1257" actId="165"/>
          <ac:grpSpMkLst>
            <pc:docMk/>
            <pc:sldMk cId="0" sldId="260"/>
            <ac:grpSpMk id="32" creationId="{69807F76-257D-2869-5292-1B7227F84C58}"/>
          </ac:grpSpMkLst>
        </pc:grpChg>
        <pc:grpChg chg="add del mod">
          <ac:chgData name="DING, Wenlong" userId="2462c282-915a-45d3-817d-b87203e0e2e0" providerId="ADAL" clId="{5D9E8CCF-4134-8C46-86A4-48224424FD0F}" dt="2023-04-13T08:57:20.185" v="1258" actId="165"/>
          <ac:grpSpMkLst>
            <pc:docMk/>
            <pc:sldMk cId="0" sldId="260"/>
            <ac:grpSpMk id="33" creationId="{6BAF9166-0E67-7AC6-BDC6-D18296D6CD1F}"/>
          </ac:grpSpMkLst>
        </pc:grpChg>
        <pc:grpChg chg="add del mod">
          <ac:chgData name="DING, Wenlong" userId="2462c282-915a-45d3-817d-b87203e0e2e0" providerId="ADAL" clId="{5D9E8CCF-4134-8C46-86A4-48224424FD0F}" dt="2023-04-13T08:57:26.159" v="1259" actId="165"/>
          <ac:grpSpMkLst>
            <pc:docMk/>
            <pc:sldMk cId="0" sldId="260"/>
            <ac:grpSpMk id="39" creationId="{5F54EFCD-C1C4-958E-5E6E-C7A9A655D7FE}"/>
          </ac:grpSpMkLst>
        </pc:grpChg>
        <pc:graphicFrameChg chg="add del mod topLvl modGraphic">
          <ac:chgData name="DING, Wenlong" userId="2462c282-915a-45d3-817d-b87203e0e2e0" providerId="ADAL" clId="{5D9E8CCF-4134-8C46-86A4-48224424FD0F}" dt="2023-04-13T11:54:59.387" v="2567" actId="478"/>
          <ac:graphicFrameMkLst>
            <pc:docMk/>
            <pc:sldMk cId="0" sldId="260"/>
            <ac:graphicFrameMk id="9" creationId="{39939214-1B30-42CA-41D8-86E4921E643F}"/>
          </ac:graphicFrameMkLst>
        </pc:graphicFrameChg>
        <pc:graphicFrameChg chg="add del mod topLvl modGraphic">
          <ac:chgData name="DING, Wenlong" userId="2462c282-915a-45d3-817d-b87203e0e2e0" providerId="ADAL" clId="{5D9E8CCF-4134-8C46-86A4-48224424FD0F}" dt="2023-04-13T11:54:59.387" v="2567" actId="478"/>
          <ac:graphicFrameMkLst>
            <pc:docMk/>
            <pc:sldMk cId="0" sldId="260"/>
            <ac:graphicFrameMk id="10" creationId="{57395A4E-1256-CC2F-3681-8A2832901D9D}"/>
          </ac:graphicFrameMkLst>
        </pc:graphicFrameChg>
        <pc:graphicFrameChg chg="add del mod modGraphic">
          <ac:chgData name="DING, Wenlong" userId="2462c282-915a-45d3-817d-b87203e0e2e0" providerId="ADAL" clId="{5D9E8CCF-4134-8C46-86A4-48224424FD0F}" dt="2023-04-13T08:52:41.116" v="1222" actId="478"/>
          <ac:graphicFrameMkLst>
            <pc:docMk/>
            <pc:sldMk cId="0" sldId="260"/>
            <ac:graphicFrameMk id="14" creationId="{48C4C862-0C52-53C4-1AA9-14444D8A3DE8}"/>
          </ac:graphicFrameMkLst>
        </pc:graphicFrameChg>
        <pc:graphicFrameChg chg="add del mod modGraphic">
          <ac:chgData name="DING, Wenlong" userId="2462c282-915a-45d3-817d-b87203e0e2e0" providerId="ADAL" clId="{5D9E8CCF-4134-8C46-86A4-48224424FD0F}" dt="2023-04-13T08:52:41.116" v="1222" actId="478"/>
          <ac:graphicFrameMkLst>
            <pc:docMk/>
            <pc:sldMk cId="0" sldId="260"/>
            <ac:graphicFrameMk id="15" creationId="{DD24BEFF-2EA9-3BC8-7E3C-2C56E0DA121E}"/>
          </ac:graphicFrameMkLst>
        </pc:graphicFrameChg>
        <pc:graphicFrameChg chg="add del">
          <ac:chgData name="DING, Wenlong" userId="2462c282-915a-45d3-817d-b87203e0e2e0" providerId="ADAL" clId="{5D9E8CCF-4134-8C46-86A4-48224424FD0F}" dt="2023-04-13T08:50:28.449" v="1192"/>
          <ac:graphicFrameMkLst>
            <pc:docMk/>
            <pc:sldMk cId="0" sldId="260"/>
            <ac:graphicFrameMk id="16" creationId="{ADC0A517-E8D2-71D0-0198-A16AC4FEEA3C}"/>
          </ac:graphicFrameMkLst>
        </pc:graphicFrameChg>
        <pc:graphicFrameChg chg="add del mod modGraphic">
          <ac:chgData name="DING, Wenlong" userId="2462c282-915a-45d3-817d-b87203e0e2e0" providerId="ADAL" clId="{5D9E8CCF-4134-8C46-86A4-48224424FD0F}" dt="2023-04-13T08:52:41.116" v="1222" actId="478"/>
          <ac:graphicFrameMkLst>
            <pc:docMk/>
            <pc:sldMk cId="0" sldId="260"/>
            <ac:graphicFrameMk id="17" creationId="{505FF8E8-872B-12CF-6FA9-BEB394518BC3}"/>
          </ac:graphicFrameMkLst>
        </pc:graphicFrameChg>
        <pc:graphicFrameChg chg="add del mod">
          <ac:chgData name="DING, Wenlong" userId="2462c282-915a-45d3-817d-b87203e0e2e0" providerId="ADAL" clId="{5D9E8CCF-4134-8C46-86A4-48224424FD0F}" dt="2023-04-13T08:52:41.116" v="1222" actId="478"/>
          <ac:graphicFrameMkLst>
            <pc:docMk/>
            <pc:sldMk cId="0" sldId="260"/>
            <ac:graphicFrameMk id="21" creationId="{9F108721-75F9-E9EC-D4B1-774CB5AA09B2}"/>
          </ac:graphicFrameMkLst>
        </pc:graphicFrameChg>
        <pc:graphicFrameChg chg="add del mod">
          <ac:chgData name="DING, Wenlong" userId="2462c282-915a-45d3-817d-b87203e0e2e0" providerId="ADAL" clId="{5D9E8CCF-4134-8C46-86A4-48224424FD0F}" dt="2023-04-13T08:52:41.116" v="1222" actId="478"/>
          <ac:graphicFrameMkLst>
            <pc:docMk/>
            <pc:sldMk cId="0" sldId="260"/>
            <ac:graphicFrameMk id="22" creationId="{D303DB38-66C6-DEE5-53AF-92251BAD8550}"/>
          </ac:graphicFrameMkLst>
        </pc:graphicFrameChg>
        <pc:graphicFrameChg chg="add del mod">
          <ac:chgData name="DING, Wenlong" userId="2462c282-915a-45d3-817d-b87203e0e2e0" providerId="ADAL" clId="{5D9E8CCF-4134-8C46-86A4-48224424FD0F}" dt="2023-04-13T08:52:41.116" v="1222" actId="478"/>
          <ac:graphicFrameMkLst>
            <pc:docMk/>
            <pc:sldMk cId="0" sldId="260"/>
            <ac:graphicFrameMk id="23" creationId="{FCB6E5DA-214D-57CB-159E-3114FE28C220}"/>
          </ac:graphicFrameMkLst>
        </pc:graphicFrameChg>
        <pc:graphicFrameChg chg="del mod topLvl modGraphic">
          <ac:chgData name="DING, Wenlong" userId="2462c282-915a-45d3-817d-b87203e0e2e0" providerId="ADAL" clId="{5D9E8CCF-4134-8C46-86A4-48224424FD0F}" dt="2023-04-13T08:58:38.537" v="1272" actId="478"/>
          <ac:graphicFrameMkLst>
            <pc:docMk/>
            <pc:sldMk cId="0" sldId="260"/>
            <ac:graphicFrameMk id="28" creationId="{A73D8270-C301-7E43-F677-DD3192915FCD}"/>
          </ac:graphicFrameMkLst>
        </pc:graphicFrameChg>
        <pc:graphicFrameChg chg="del mod topLvl modGraphic">
          <ac:chgData name="DING, Wenlong" userId="2462c282-915a-45d3-817d-b87203e0e2e0" providerId="ADAL" clId="{5D9E8CCF-4134-8C46-86A4-48224424FD0F}" dt="2023-04-13T08:58:38.537" v="1272" actId="478"/>
          <ac:graphicFrameMkLst>
            <pc:docMk/>
            <pc:sldMk cId="0" sldId="260"/>
            <ac:graphicFrameMk id="29" creationId="{C370A868-37D4-77A2-DE08-6CE3A7583562}"/>
          </ac:graphicFrameMkLst>
        </pc:graphicFrameChg>
        <pc:graphicFrameChg chg="del mod topLvl modGraphic">
          <ac:chgData name="DING, Wenlong" userId="2462c282-915a-45d3-817d-b87203e0e2e0" providerId="ADAL" clId="{5D9E8CCF-4134-8C46-86A4-48224424FD0F}" dt="2023-04-13T11:54:59.387" v="2567" actId="478"/>
          <ac:graphicFrameMkLst>
            <pc:docMk/>
            <pc:sldMk cId="0" sldId="260"/>
            <ac:graphicFrameMk id="30" creationId="{AEC7B4EE-D3FE-7A30-5AF0-82475F049299}"/>
          </ac:graphicFrameMkLst>
        </pc:graphicFrameChg>
        <pc:graphicFrameChg chg="del mod topLvl modGraphic">
          <ac:chgData name="DING, Wenlong" userId="2462c282-915a-45d3-817d-b87203e0e2e0" providerId="ADAL" clId="{5D9E8CCF-4134-8C46-86A4-48224424FD0F}" dt="2023-04-13T08:58:38.537" v="1272" actId="478"/>
          <ac:graphicFrameMkLst>
            <pc:docMk/>
            <pc:sldMk cId="0" sldId="260"/>
            <ac:graphicFrameMk id="35" creationId="{352E1C11-A84E-AC8F-6EA0-EE0051539B2E}"/>
          </ac:graphicFrameMkLst>
        </pc:graphicFrameChg>
        <pc:graphicFrameChg chg="del mod topLvl modGraphic">
          <ac:chgData name="DING, Wenlong" userId="2462c282-915a-45d3-817d-b87203e0e2e0" providerId="ADAL" clId="{5D9E8CCF-4134-8C46-86A4-48224424FD0F}" dt="2023-04-13T08:58:38.537" v="1272" actId="478"/>
          <ac:graphicFrameMkLst>
            <pc:docMk/>
            <pc:sldMk cId="0" sldId="260"/>
            <ac:graphicFrameMk id="36" creationId="{3E3E025E-C5EE-145A-ADE6-64791AA29F6F}"/>
          </ac:graphicFrameMkLst>
        </pc:graphicFrameChg>
        <pc:graphicFrameChg chg="mod topLvl modGraphic">
          <ac:chgData name="DING, Wenlong" userId="2462c282-915a-45d3-817d-b87203e0e2e0" providerId="ADAL" clId="{5D9E8CCF-4134-8C46-86A4-48224424FD0F}" dt="2023-04-13T11:55:17.437" v="2571" actId="14100"/>
          <ac:graphicFrameMkLst>
            <pc:docMk/>
            <pc:sldMk cId="0" sldId="260"/>
            <ac:graphicFrameMk id="37" creationId="{B88448A3-B49D-4AAD-5322-753339321356}"/>
          </ac:graphicFrameMkLst>
        </pc:graphicFrameChg>
        <pc:graphicFrameChg chg="del mod topLvl modGraphic">
          <ac:chgData name="DING, Wenlong" userId="2462c282-915a-45d3-817d-b87203e0e2e0" providerId="ADAL" clId="{5D9E8CCF-4134-8C46-86A4-48224424FD0F}" dt="2023-04-13T08:58:38.537" v="1272" actId="478"/>
          <ac:graphicFrameMkLst>
            <pc:docMk/>
            <pc:sldMk cId="0" sldId="260"/>
            <ac:graphicFrameMk id="41" creationId="{84AF2A54-ECE9-7E9F-3B2E-465785777694}"/>
          </ac:graphicFrameMkLst>
        </pc:graphicFrameChg>
        <pc:graphicFrameChg chg="del mod topLvl modGraphic">
          <ac:chgData name="DING, Wenlong" userId="2462c282-915a-45d3-817d-b87203e0e2e0" providerId="ADAL" clId="{5D9E8CCF-4134-8C46-86A4-48224424FD0F}" dt="2023-04-13T08:58:38.537" v="1272" actId="478"/>
          <ac:graphicFrameMkLst>
            <pc:docMk/>
            <pc:sldMk cId="0" sldId="260"/>
            <ac:graphicFrameMk id="42" creationId="{D4FA1744-D419-7719-0A22-39E8E54C98F1}"/>
          </ac:graphicFrameMkLst>
        </pc:graphicFrameChg>
        <pc:graphicFrameChg chg="mod topLvl modGraphic">
          <ac:chgData name="DING, Wenlong" userId="2462c282-915a-45d3-817d-b87203e0e2e0" providerId="ADAL" clId="{5D9E8CCF-4134-8C46-86A4-48224424FD0F}" dt="2023-04-13T11:55:17.437" v="2571" actId="14100"/>
          <ac:graphicFrameMkLst>
            <pc:docMk/>
            <pc:sldMk cId="0" sldId="260"/>
            <ac:graphicFrameMk id="43" creationId="{6EB15FF3-B5BE-D611-9203-0B172BDAE7D1}"/>
          </ac:graphicFrameMkLst>
        </pc:graphicFrameChg>
        <pc:graphicFrameChg chg="add del mod modGraphic">
          <ac:chgData name="DING, Wenlong" userId="2462c282-915a-45d3-817d-b87203e0e2e0" providerId="ADAL" clId="{5D9E8CCF-4134-8C46-86A4-48224424FD0F}" dt="2023-04-13T11:54:59.387" v="2567" actId="478"/>
          <ac:graphicFrameMkLst>
            <pc:docMk/>
            <pc:sldMk cId="0" sldId="260"/>
            <ac:graphicFrameMk id="45" creationId="{253D598A-EB41-F6A0-4580-34F22927A0C6}"/>
          </ac:graphicFrameMkLst>
        </pc:graphicFrameChg>
        <pc:graphicFrameChg chg="add del mod modGraphic">
          <ac:chgData name="DING, Wenlong" userId="2462c282-915a-45d3-817d-b87203e0e2e0" providerId="ADAL" clId="{5D9E8CCF-4134-8C46-86A4-48224424FD0F}" dt="2023-04-13T11:54:59.387" v="2567" actId="478"/>
          <ac:graphicFrameMkLst>
            <pc:docMk/>
            <pc:sldMk cId="0" sldId="260"/>
            <ac:graphicFrameMk id="46" creationId="{985BDFB7-B0CE-D245-D0F0-6DA31E8C7CA8}"/>
          </ac:graphicFrameMkLst>
        </pc:graphicFrameChg>
        <pc:graphicFrameChg chg="add mod modGraphic">
          <ac:chgData name="DING, Wenlong" userId="2462c282-915a-45d3-817d-b87203e0e2e0" providerId="ADAL" clId="{5D9E8CCF-4134-8C46-86A4-48224424FD0F}" dt="2023-04-13T11:55:17.437" v="2571" actId="14100"/>
          <ac:graphicFrameMkLst>
            <pc:docMk/>
            <pc:sldMk cId="0" sldId="260"/>
            <ac:graphicFrameMk id="47" creationId="{625C959F-45E5-29DE-2341-10C82FCC91E9}"/>
          </ac:graphicFrameMkLst>
        </pc:graphicFrameChg>
        <pc:graphicFrameChg chg="add mod modGraphic">
          <ac:chgData name="DING, Wenlong" userId="2462c282-915a-45d3-817d-b87203e0e2e0" providerId="ADAL" clId="{5D9E8CCF-4134-8C46-86A4-48224424FD0F}" dt="2023-04-13T11:55:17.437" v="2571" actId="14100"/>
          <ac:graphicFrameMkLst>
            <pc:docMk/>
            <pc:sldMk cId="0" sldId="260"/>
            <ac:graphicFrameMk id="48" creationId="{44667F3A-F733-A7D9-D7D8-1AAF95C28079}"/>
          </ac:graphicFrameMkLst>
        </pc:graphicFrameChg>
        <pc:graphicFrameChg chg="add mod modGraphic">
          <ac:chgData name="DING, Wenlong" userId="2462c282-915a-45d3-817d-b87203e0e2e0" providerId="ADAL" clId="{5D9E8CCF-4134-8C46-86A4-48224424FD0F}" dt="2023-04-13T11:55:17.437" v="2571" actId="14100"/>
          <ac:graphicFrameMkLst>
            <pc:docMk/>
            <pc:sldMk cId="0" sldId="260"/>
            <ac:graphicFrameMk id="49" creationId="{49F283CF-4D07-4B85-7D97-89B7F40CA34A}"/>
          </ac:graphicFrameMkLst>
        </pc:graphicFrameChg>
        <pc:graphicFrameChg chg="add mod modGraphic">
          <ac:chgData name="DING, Wenlong" userId="2462c282-915a-45d3-817d-b87203e0e2e0" providerId="ADAL" clId="{5D9E8CCF-4134-8C46-86A4-48224424FD0F}" dt="2023-04-13T11:55:17.437" v="2571" actId="14100"/>
          <ac:graphicFrameMkLst>
            <pc:docMk/>
            <pc:sldMk cId="0" sldId="260"/>
            <ac:graphicFrameMk id="50" creationId="{95A76F5B-8322-C1FD-BF20-34925E6A26CD}"/>
          </ac:graphicFrameMkLst>
        </pc:graphicFrameChg>
        <pc:graphicFrameChg chg="del mod modGraphic">
          <ac:chgData name="DING, Wenlong" userId="2462c282-915a-45d3-817d-b87203e0e2e0" providerId="ADAL" clId="{5D9E8CCF-4134-8C46-86A4-48224424FD0F}" dt="2023-04-13T08:50:08.681" v="1188" actId="478"/>
          <ac:graphicFrameMkLst>
            <pc:docMk/>
            <pc:sldMk cId="0" sldId="260"/>
            <ac:graphicFrameMk id="85" creationId="{00000000-0000-0000-0000-000000000000}"/>
          </ac:graphicFrameMkLst>
        </pc:graphicFrameChg>
        <pc:graphicFrameChg chg="del mod topLvl modGraphic">
          <ac:chgData name="DING, Wenlong" userId="2462c282-915a-45d3-817d-b87203e0e2e0" providerId="ADAL" clId="{5D9E8CCF-4134-8C46-86A4-48224424FD0F}" dt="2023-04-13T11:54:59.387" v="2567" actId="478"/>
          <ac:graphicFrameMkLst>
            <pc:docMk/>
            <pc:sldMk cId="0" sldId="260"/>
            <ac:graphicFrameMk id="86" creationId="{00000000-0000-0000-0000-000000000000}"/>
          </ac:graphicFrameMkLst>
        </pc:graphicFrameChg>
        <pc:graphicFrameChg chg="del mod modGraphic">
          <ac:chgData name="DING, Wenlong" userId="2462c282-915a-45d3-817d-b87203e0e2e0" providerId="ADAL" clId="{5D9E8CCF-4134-8C46-86A4-48224424FD0F}" dt="2023-04-13T08:45:37.031" v="1144" actId="478"/>
          <ac:graphicFrameMkLst>
            <pc:docMk/>
            <pc:sldMk cId="0" sldId="260"/>
            <ac:graphicFrameMk id="87" creationId="{00000000-0000-0000-0000-000000000000}"/>
          </ac:graphicFrameMkLst>
        </pc:graphicFrameChg>
        <pc:picChg chg="add del mod">
          <ac:chgData name="DING, Wenlong" userId="2462c282-915a-45d3-817d-b87203e0e2e0" providerId="ADAL" clId="{5D9E8CCF-4134-8C46-86A4-48224424FD0F}" dt="2023-04-13T08:52:41.116" v="1222" actId="478"/>
          <ac:picMkLst>
            <pc:docMk/>
            <pc:sldMk cId="0" sldId="260"/>
            <ac:picMk id="11" creationId="{6FDD7438-349A-7843-0C89-69F1D46E2FCD}"/>
          </ac:picMkLst>
        </pc:picChg>
        <pc:picChg chg="add del mod">
          <ac:chgData name="DING, Wenlong" userId="2462c282-915a-45d3-817d-b87203e0e2e0" providerId="ADAL" clId="{5D9E8CCF-4134-8C46-86A4-48224424FD0F}" dt="2023-04-13T08:52:41.116" v="1222" actId="478"/>
          <ac:picMkLst>
            <pc:docMk/>
            <pc:sldMk cId="0" sldId="260"/>
            <ac:picMk id="19" creationId="{915FC47B-FD93-9F2D-455D-72C2CF85ACBF}"/>
          </ac:picMkLst>
        </pc:picChg>
        <pc:picChg chg="del mod topLvl">
          <ac:chgData name="DING, Wenlong" userId="2462c282-915a-45d3-817d-b87203e0e2e0" providerId="ADAL" clId="{5D9E8CCF-4134-8C46-86A4-48224424FD0F}" dt="2023-04-13T11:54:59.387" v="2567" actId="478"/>
          <ac:picMkLst>
            <pc:docMk/>
            <pc:sldMk cId="0" sldId="260"/>
            <ac:picMk id="27" creationId="{866755EB-072E-4F0D-DFF9-4CB0F9D165A2}"/>
          </ac:picMkLst>
        </pc:picChg>
        <pc:picChg chg="mod topLvl">
          <ac:chgData name="DING, Wenlong" userId="2462c282-915a-45d3-817d-b87203e0e2e0" providerId="ADAL" clId="{5D9E8CCF-4134-8C46-86A4-48224424FD0F}" dt="2023-04-13T11:55:17.437" v="2571" actId="14100"/>
          <ac:picMkLst>
            <pc:docMk/>
            <pc:sldMk cId="0" sldId="260"/>
            <ac:picMk id="34" creationId="{226E0FBF-1609-C576-813F-38243D797B54}"/>
          </ac:picMkLst>
        </pc:picChg>
        <pc:picChg chg="mod topLvl">
          <ac:chgData name="DING, Wenlong" userId="2462c282-915a-45d3-817d-b87203e0e2e0" providerId="ADAL" clId="{5D9E8CCF-4134-8C46-86A4-48224424FD0F}" dt="2023-04-13T11:55:17.437" v="2571" actId="14100"/>
          <ac:picMkLst>
            <pc:docMk/>
            <pc:sldMk cId="0" sldId="260"/>
            <ac:picMk id="40" creationId="{E0BA8627-0B1D-2C1E-802D-86C4610B41B7}"/>
          </ac:picMkLst>
        </pc:picChg>
        <pc:picChg chg="del mod topLvl">
          <ac:chgData name="DING, Wenlong" userId="2462c282-915a-45d3-817d-b87203e0e2e0" providerId="ADAL" clId="{5D9E8CCF-4134-8C46-86A4-48224424FD0F}" dt="2023-04-13T11:54:59.387" v="2567" actId="478"/>
          <ac:picMkLst>
            <pc:docMk/>
            <pc:sldMk cId="0" sldId="260"/>
            <ac:picMk id="84" creationId="{00000000-0000-0000-0000-000000000000}"/>
          </ac:picMkLst>
        </pc:picChg>
      </pc:sldChg>
      <pc:sldChg chg="addSp delSp modSp del mod modAnim">
        <pc:chgData name="DING, Wenlong" userId="2462c282-915a-45d3-817d-b87203e0e2e0" providerId="ADAL" clId="{5D9E8CCF-4134-8C46-86A4-48224424FD0F}" dt="2023-04-13T12:37:44.088" v="2708" actId="2696"/>
        <pc:sldMkLst>
          <pc:docMk/>
          <pc:sldMk cId="0" sldId="261"/>
        </pc:sldMkLst>
        <pc:spChg chg="add del mod">
          <ac:chgData name="DING, Wenlong" userId="2462c282-915a-45d3-817d-b87203e0e2e0" providerId="ADAL" clId="{5D9E8CCF-4134-8C46-86A4-48224424FD0F}" dt="2023-04-13T05:17:45.457" v="269" actId="478"/>
          <ac:spMkLst>
            <pc:docMk/>
            <pc:sldMk cId="0" sldId="261"/>
            <ac:spMk id="3" creationId="{D5D3C55C-4A94-CBCB-2E17-583C2D609BAC}"/>
          </ac:spMkLst>
        </pc:spChg>
        <pc:spChg chg="add del mod">
          <ac:chgData name="DING, Wenlong" userId="2462c282-915a-45d3-817d-b87203e0e2e0" providerId="ADAL" clId="{5D9E8CCF-4134-8C46-86A4-48224424FD0F}" dt="2023-04-13T05:17:43.051" v="268"/>
          <ac:spMkLst>
            <pc:docMk/>
            <pc:sldMk cId="0" sldId="261"/>
            <ac:spMk id="4" creationId="{CAA09E5C-413A-5577-D965-26A989C50A7B}"/>
          </ac:spMkLst>
        </pc:spChg>
        <pc:spChg chg="add mod">
          <ac:chgData name="DING, Wenlong" userId="2462c282-915a-45d3-817d-b87203e0e2e0" providerId="ADAL" clId="{5D9E8CCF-4134-8C46-86A4-48224424FD0F}" dt="2023-04-13T05:17:46.022" v="270"/>
          <ac:spMkLst>
            <pc:docMk/>
            <pc:sldMk cId="0" sldId="261"/>
            <ac:spMk id="5" creationId="{30012227-55F7-8D54-0FB2-D6D98CFD50E2}"/>
          </ac:spMkLst>
        </pc:spChg>
        <pc:spChg chg="add mod">
          <ac:chgData name="DING, Wenlong" userId="2462c282-915a-45d3-817d-b87203e0e2e0" providerId="ADAL" clId="{5D9E8CCF-4134-8C46-86A4-48224424FD0F}" dt="2023-04-13T05:25:22.614" v="312" actId="1076"/>
          <ac:spMkLst>
            <pc:docMk/>
            <pc:sldMk cId="0" sldId="261"/>
            <ac:spMk id="8" creationId="{402E2BE6-2B12-545D-F063-2B4E511AF267}"/>
          </ac:spMkLst>
        </pc:spChg>
        <pc:spChg chg="add mod">
          <ac:chgData name="DING, Wenlong" userId="2462c282-915a-45d3-817d-b87203e0e2e0" providerId="ADAL" clId="{5D9E8CCF-4134-8C46-86A4-48224424FD0F}" dt="2023-04-13T05:25:10.891" v="310" actId="1076"/>
          <ac:spMkLst>
            <pc:docMk/>
            <pc:sldMk cId="0" sldId="261"/>
            <ac:spMk id="9" creationId="{F42B71F0-5379-DE8E-6FC7-1CFB3527A7C8}"/>
          </ac:spMkLst>
        </pc:spChg>
        <pc:spChg chg="add mod">
          <ac:chgData name="DING, Wenlong" userId="2462c282-915a-45d3-817d-b87203e0e2e0" providerId="ADAL" clId="{5D9E8CCF-4134-8C46-86A4-48224424FD0F}" dt="2023-04-13T07:32:28.498" v="662"/>
          <ac:spMkLst>
            <pc:docMk/>
            <pc:sldMk cId="0" sldId="261"/>
            <ac:spMk id="12" creationId="{CCCCF513-8408-2F0D-0261-08A9BED729D8}"/>
          </ac:spMkLst>
        </pc:spChg>
        <pc:spChg chg="mod">
          <ac:chgData name="DING, Wenlong" userId="2462c282-915a-45d3-817d-b87203e0e2e0" providerId="ADAL" clId="{5D9E8CCF-4134-8C46-86A4-48224424FD0F}" dt="2023-04-13T05:18:02.390" v="274" actId="2711"/>
          <ac:spMkLst>
            <pc:docMk/>
            <pc:sldMk cId="0" sldId="261"/>
            <ac:spMk id="94" creationId="{00000000-0000-0000-0000-000000000000}"/>
          </ac:spMkLst>
        </pc:spChg>
        <pc:spChg chg="del mod">
          <ac:chgData name="DING, Wenlong" userId="2462c282-915a-45d3-817d-b87203e0e2e0" providerId="ADAL" clId="{5D9E8CCF-4134-8C46-86A4-48224424FD0F}" dt="2023-04-13T05:17:41.530" v="266" actId="478"/>
          <ac:spMkLst>
            <pc:docMk/>
            <pc:sldMk cId="0" sldId="261"/>
            <ac:spMk id="95" creationId="{00000000-0000-0000-0000-000000000000}"/>
          </ac:spMkLst>
        </pc:spChg>
        <pc:spChg chg="del">
          <ac:chgData name="DING, Wenlong" userId="2462c282-915a-45d3-817d-b87203e0e2e0" providerId="ADAL" clId="{5D9E8CCF-4134-8C46-86A4-48224424FD0F}" dt="2023-04-13T05:17:08.466" v="264" actId="478"/>
          <ac:spMkLst>
            <pc:docMk/>
            <pc:sldMk cId="0" sldId="261"/>
            <ac:spMk id="96" creationId="{00000000-0000-0000-0000-000000000000}"/>
          </ac:spMkLst>
        </pc:spChg>
        <pc:spChg chg="del mod">
          <ac:chgData name="DING, Wenlong" userId="2462c282-915a-45d3-817d-b87203e0e2e0" providerId="ADAL" clId="{5D9E8CCF-4134-8C46-86A4-48224424FD0F}" dt="2023-04-13T05:25:05.535" v="308" actId="478"/>
          <ac:spMkLst>
            <pc:docMk/>
            <pc:sldMk cId="0" sldId="261"/>
            <ac:spMk id="101" creationId="{00000000-0000-0000-0000-000000000000}"/>
          </ac:spMkLst>
        </pc:spChg>
        <pc:spChg chg="del mod">
          <ac:chgData name="DING, Wenlong" userId="2462c282-915a-45d3-817d-b87203e0e2e0" providerId="ADAL" clId="{5D9E8CCF-4134-8C46-86A4-48224424FD0F}" dt="2023-04-13T05:24:49.729" v="303" actId="478"/>
          <ac:spMkLst>
            <pc:docMk/>
            <pc:sldMk cId="0" sldId="261"/>
            <ac:spMk id="102" creationId="{00000000-0000-0000-0000-000000000000}"/>
          </ac:spMkLst>
        </pc:spChg>
        <pc:graphicFrameChg chg="add mod">
          <ac:chgData name="DING, Wenlong" userId="2462c282-915a-45d3-817d-b87203e0e2e0" providerId="ADAL" clId="{5D9E8CCF-4134-8C46-86A4-48224424FD0F}" dt="2023-04-13T05:26:43.080" v="318" actId="1076"/>
          <ac:graphicFrameMkLst>
            <pc:docMk/>
            <pc:sldMk cId="0" sldId="261"/>
            <ac:graphicFrameMk id="10" creationId="{8B04E7B2-80B7-2324-8FF6-EA47BE06E74D}"/>
          </ac:graphicFrameMkLst>
        </pc:graphicFrameChg>
        <pc:graphicFrameChg chg="add mod">
          <ac:chgData name="DING, Wenlong" userId="2462c282-915a-45d3-817d-b87203e0e2e0" providerId="ADAL" clId="{5D9E8CCF-4134-8C46-86A4-48224424FD0F}" dt="2023-04-13T05:26:19.375" v="317" actId="1076"/>
          <ac:graphicFrameMkLst>
            <pc:docMk/>
            <pc:sldMk cId="0" sldId="261"/>
            <ac:graphicFrameMk id="11" creationId="{AB357020-01CB-A736-D978-CBCCD543FBDF}"/>
          </ac:graphicFrameMkLst>
        </pc:graphicFrameChg>
        <pc:graphicFrameChg chg="mod modGraphic">
          <ac:chgData name="DING, Wenlong" userId="2462c282-915a-45d3-817d-b87203e0e2e0" providerId="ADAL" clId="{5D9E8CCF-4134-8C46-86A4-48224424FD0F}" dt="2023-04-13T05:25:17.741" v="311" actId="1076"/>
          <ac:graphicFrameMkLst>
            <pc:docMk/>
            <pc:sldMk cId="0" sldId="261"/>
            <ac:graphicFrameMk id="98" creationId="{00000000-0000-0000-0000-000000000000}"/>
          </ac:graphicFrameMkLst>
        </pc:graphicFrameChg>
        <pc:graphicFrameChg chg="del mod modGraphic">
          <ac:chgData name="DING, Wenlong" userId="2462c282-915a-45d3-817d-b87203e0e2e0" providerId="ADAL" clId="{5D9E8CCF-4134-8C46-86A4-48224424FD0F}" dt="2023-04-13T05:25:34.609" v="315" actId="478"/>
          <ac:graphicFrameMkLst>
            <pc:docMk/>
            <pc:sldMk cId="0" sldId="261"/>
            <ac:graphicFrameMk id="99" creationId="{00000000-0000-0000-0000-000000000000}"/>
          </ac:graphicFrameMkLst>
        </pc:graphicFrameChg>
        <pc:graphicFrameChg chg="del mod modGraphic">
          <ac:chgData name="DING, Wenlong" userId="2462c282-915a-45d3-817d-b87203e0e2e0" providerId="ADAL" clId="{5D9E8CCF-4134-8C46-86A4-48224424FD0F}" dt="2023-04-13T05:25:28.455" v="313" actId="478"/>
          <ac:graphicFrameMkLst>
            <pc:docMk/>
            <pc:sldMk cId="0" sldId="261"/>
            <ac:graphicFrameMk id="100" creationId="{00000000-0000-0000-0000-000000000000}"/>
          </ac:graphicFrameMkLst>
        </pc:graphicFrameChg>
        <pc:picChg chg="add del mod">
          <ac:chgData name="DING, Wenlong" userId="2462c282-915a-45d3-817d-b87203e0e2e0" providerId="ADAL" clId="{5D9E8CCF-4134-8C46-86A4-48224424FD0F}" dt="2023-04-13T05:24:39.648" v="300"/>
          <ac:picMkLst>
            <pc:docMk/>
            <pc:sldMk cId="0" sldId="261"/>
            <ac:picMk id="6" creationId="{129F86B7-3B7E-DBFC-9EFE-0765A2C6B53D}"/>
          </ac:picMkLst>
        </pc:picChg>
        <pc:picChg chg="add mod">
          <ac:chgData name="DING, Wenlong" userId="2462c282-915a-45d3-817d-b87203e0e2e0" providerId="ADAL" clId="{5D9E8CCF-4134-8C46-86A4-48224424FD0F}" dt="2023-04-13T05:24:44.212" v="302"/>
          <ac:picMkLst>
            <pc:docMk/>
            <pc:sldMk cId="0" sldId="261"/>
            <ac:picMk id="7" creationId="{28242064-C7B0-BCB3-230D-68CC31D97E80}"/>
          </ac:picMkLst>
        </pc:picChg>
        <pc:picChg chg="del mod">
          <ac:chgData name="DING, Wenlong" userId="2462c282-915a-45d3-817d-b87203e0e2e0" providerId="ADAL" clId="{5D9E8CCF-4134-8C46-86A4-48224424FD0F}" dt="2023-04-13T05:24:35.769" v="298" actId="478"/>
          <ac:picMkLst>
            <pc:docMk/>
            <pc:sldMk cId="0" sldId="261"/>
            <ac:picMk id="97" creationId="{00000000-0000-0000-0000-000000000000}"/>
          </ac:picMkLst>
        </pc:picChg>
      </pc:sldChg>
      <pc:sldChg chg="addSp delSp modSp del mod">
        <pc:chgData name="DING, Wenlong" userId="2462c282-915a-45d3-817d-b87203e0e2e0" providerId="ADAL" clId="{5D9E8CCF-4134-8C46-86A4-48224424FD0F}" dt="2023-04-13T12:37:40.718" v="2706" actId="2696"/>
        <pc:sldMkLst>
          <pc:docMk/>
          <pc:sldMk cId="0" sldId="262"/>
        </pc:sldMkLst>
        <pc:spChg chg="add del mod">
          <ac:chgData name="DING, Wenlong" userId="2462c282-915a-45d3-817d-b87203e0e2e0" providerId="ADAL" clId="{5D9E8CCF-4134-8C46-86A4-48224424FD0F}" dt="2023-04-13T07:33:34.641" v="664" actId="478"/>
          <ac:spMkLst>
            <pc:docMk/>
            <pc:sldMk cId="0" sldId="262"/>
            <ac:spMk id="3" creationId="{3153D386-BCCF-F10E-2586-44228EF2B820}"/>
          </ac:spMkLst>
        </pc:spChg>
        <pc:spChg chg="add mod">
          <ac:chgData name="DING, Wenlong" userId="2462c282-915a-45d3-817d-b87203e0e2e0" providerId="ADAL" clId="{5D9E8CCF-4134-8C46-86A4-48224424FD0F}" dt="2023-04-13T07:33:32.069" v="663"/>
          <ac:spMkLst>
            <pc:docMk/>
            <pc:sldMk cId="0" sldId="262"/>
            <ac:spMk id="4" creationId="{5DD45832-A74E-B83F-6E5B-6665B95E2447}"/>
          </ac:spMkLst>
        </pc:spChg>
        <pc:spChg chg="mod">
          <ac:chgData name="DING, Wenlong" userId="2462c282-915a-45d3-817d-b87203e0e2e0" providerId="ADAL" clId="{5D9E8CCF-4134-8C46-86A4-48224424FD0F}" dt="2023-04-12T11:45:39.878" v="43" actId="27636"/>
          <ac:spMkLst>
            <pc:docMk/>
            <pc:sldMk cId="0" sldId="262"/>
            <ac:spMk id="108" creationId="{00000000-0000-0000-0000-000000000000}"/>
          </ac:spMkLst>
        </pc:spChg>
        <pc:spChg chg="del">
          <ac:chgData name="DING, Wenlong" userId="2462c282-915a-45d3-817d-b87203e0e2e0" providerId="ADAL" clId="{5D9E8CCF-4134-8C46-86A4-48224424FD0F}" dt="2023-04-13T05:17:31.136" v="265" actId="478"/>
          <ac:spMkLst>
            <pc:docMk/>
            <pc:sldMk cId="0" sldId="262"/>
            <ac:spMk id="109" creationId="{00000000-0000-0000-0000-000000000000}"/>
          </ac:spMkLst>
        </pc:spChg>
      </pc:sldChg>
      <pc:sldChg chg="addSp modSp del mod">
        <pc:chgData name="DING, Wenlong" userId="2462c282-915a-45d3-817d-b87203e0e2e0" providerId="ADAL" clId="{5D9E8CCF-4134-8C46-86A4-48224424FD0F}" dt="2023-04-13T12:37:39.666" v="2705" actId="2696"/>
        <pc:sldMkLst>
          <pc:docMk/>
          <pc:sldMk cId="0" sldId="263"/>
        </pc:sldMkLst>
        <pc:spChg chg="add mod">
          <ac:chgData name="DING, Wenlong" userId="2462c282-915a-45d3-817d-b87203e0e2e0" providerId="ADAL" clId="{5D9E8CCF-4134-8C46-86A4-48224424FD0F}" dt="2023-04-13T11:32:43.469" v="2504" actId="20577"/>
          <ac:spMkLst>
            <pc:docMk/>
            <pc:sldMk cId="0" sldId="263"/>
            <ac:spMk id="2" creationId="{FAA64808-1E8C-C9E4-6567-3DFFBB2D16CD}"/>
          </ac:spMkLst>
        </pc:spChg>
        <pc:spChg chg="mod">
          <ac:chgData name="DING, Wenlong" userId="2462c282-915a-45d3-817d-b87203e0e2e0" providerId="ADAL" clId="{5D9E8CCF-4134-8C46-86A4-48224424FD0F}" dt="2023-04-12T11:45:39.893" v="44" actId="27636"/>
          <ac:spMkLst>
            <pc:docMk/>
            <pc:sldMk cId="0" sldId="263"/>
            <ac:spMk id="121" creationId="{00000000-0000-0000-0000-000000000000}"/>
          </ac:spMkLst>
        </pc:spChg>
      </pc:sldChg>
      <pc:sldChg chg="addSp modSp del mod">
        <pc:chgData name="DING, Wenlong" userId="2462c282-915a-45d3-817d-b87203e0e2e0" providerId="ADAL" clId="{5D9E8CCF-4134-8C46-86A4-48224424FD0F}" dt="2023-04-13T12:37:38.415" v="2704" actId="2696"/>
        <pc:sldMkLst>
          <pc:docMk/>
          <pc:sldMk cId="0" sldId="264"/>
        </pc:sldMkLst>
        <pc:spChg chg="add mod">
          <ac:chgData name="DING, Wenlong" userId="2462c282-915a-45d3-817d-b87203e0e2e0" providerId="ADAL" clId="{5D9E8CCF-4134-8C46-86A4-48224424FD0F}" dt="2023-04-13T07:35:28.707" v="668" actId="1076"/>
          <ac:spMkLst>
            <pc:docMk/>
            <pc:sldMk cId="0" sldId="264"/>
            <ac:spMk id="2" creationId="{9E0B7C09-5B08-0B12-4E4B-31EBF6531ADA}"/>
          </ac:spMkLst>
        </pc:spChg>
        <pc:spChg chg="mod">
          <ac:chgData name="DING, Wenlong" userId="2462c282-915a-45d3-817d-b87203e0e2e0" providerId="ADAL" clId="{5D9E8CCF-4134-8C46-86A4-48224424FD0F}" dt="2023-04-12T11:45:39.907" v="45" actId="27636"/>
          <ac:spMkLst>
            <pc:docMk/>
            <pc:sldMk cId="0" sldId="264"/>
            <ac:spMk id="134" creationId="{00000000-0000-0000-0000-000000000000}"/>
          </ac:spMkLst>
        </pc:spChg>
      </pc:sldChg>
      <pc:sldChg chg="delSp modSp del mod">
        <pc:chgData name="DING, Wenlong" userId="2462c282-915a-45d3-817d-b87203e0e2e0" providerId="ADAL" clId="{5D9E8CCF-4134-8C46-86A4-48224424FD0F}" dt="2023-04-13T12:37:37.253" v="2703" actId="2696"/>
        <pc:sldMkLst>
          <pc:docMk/>
          <pc:sldMk cId="0" sldId="265"/>
        </pc:sldMkLst>
        <pc:spChg chg="mod">
          <ac:chgData name="DING, Wenlong" userId="2462c282-915a-45d3-817d-b87203e0e2e0" providerId="ADAL" clId="{5D9E8CCF-4134-8C46-86A4-48224424FD0F}" dt="2023-04-13T05:36:18.696" v="320" actId="2711"/>
          <ac:spMkLst>
            <pc:docMk/>
            <pc:sldMk cId="0" sldId="265"/>
            <ac:spMk id="146" creationId="{00000000-0000-0000-0000-000000000000}"/>
          </ac:spMkLst>
        </pc:spChg>
        <pc:spChg chg="mod">
          <ac:chgData name="DING, Wenlong" userId="2462c282-915a-45d3-817d-b87203e0e2e0" providerId="ADAL" clId="{5D9E8CCF-4134-8C46-86A4-48224424FD0F}" dt="2023-04-13T05:41:05.854" v="357" actId="207"/>
          <ac:spMkLst>
            <pc:docMk/>
            <pc:sldMk cId="0" sldId="265"/>
            <ac:spMk id="147" creationId="{00000000-0000-0000-0000-000000000000}"/>
          </ac:spMkLst>
        </pc:spChg>
        <pc:spChg chg="del">
          <ac:chgData name="DING, Wenlong" userId="2462c282-915a-45d3-817d-b87203e0e2e0" providerId="ADAL" clId="{5D9E8CCF-4134-8C46-86A4-48224424FD0F}" dt="2023-04-13T05:36:33.376" v="323" actId="478"/>
          <ac:spMkLst>
            <pc:docMk/>
            <pc:sldMk cId="0" sldId="265"/>
            <ac:spMk id="148" creationId="{00000000-0000-0000-0000-000000000000}"/>
          </ac:spMkLst>
        </pc:spChg>
      </pc:sldChg>
      <pc:sldChg chg="addSp delSp modSp del mod modAnim">
        <pc:chgData name="DING, Wenlong" userId="2462c282-915a-45d3-817d-b87203e0e2e0" providerId="ADAL" clId="{5D9E8CCF-4134-8C46-86A4-48224424FD0F}" dt="2023-04-13T12:37:36.251" v="2702" actId="2696"/>
        <pc:sldMkLst>
          <pc:docMk/>
          <pc:sldMk cId="0" sldId="266"/>
        </pc:sldMkLst>
        <pc:spChg chg="add mod">
          <ac:chgData name="DING, Wenlong" userId="2462c282-915a-45d3-817d-b87203e0e2e0" providerId="ADAL" clId="{5D9E8CCF-4134-8C46-86A4-48224424FD0F}" dt="2023-04-13T07:09:51.902" v="627" actId="20577"/>
          <ac:spMkLst>
            <pc:docMk/>
            <pc:sldMk cId="0" sldId="266"/>
            <ac:spMk id="3" creationId="{CC430EC1-1049-D6D2-D7E2-6D208032DE46}"/>
          </ac:spMkLst>
        </pc:spChg>
        <pc:spChg chg="mod">
          <ac:chgData name="DING, Wenlong" userId="2462c282-915a-45d3-817d-b87203e0e2e0" providerId="ADAL" clId="{5D9E8CCF-4134-8C46-86A4-48224424FD0F}" dt="2023-04-13T05:42:38.522" v="361" actId="255"/>
          <ac:spMkLst>
            <pc:docMk/>
            <pc:sldMk cId="0" sldId="266"/>
            <ac:spMk id="154" creationId="{00000000-0000-0000-0000-000000000000}"/>
          </ac:spMkLst>
        </pc:spChg>
        <pc:spChg chg="mod">
          <ac:chgData name="DING, Wenlong" userId="2462c282-915a-45d3-817d-b87203e0e2e0" providerId="ADAL" clId="{5D9E8CCF-4134-8C46-86A4-48224424FD0F}" dt="2023-04-13T06:55:50.026" v="511" actId="14100"/>
          <ac:spMkLst>
            <pc:docMk/>
            <pc:sldMk cId="0" sldId="266"/>
            <ac:spMk id="155" creationId="{00000000-0000-0000-0000-000000000000}"/>
          </ac:spMkLst>
        </pc:spChg>
        <pc:picChg chg="add del mod">
          <ac:chgData name="DING, Wenlong" userId="2462c282-915a-45d3-817d-b87203e0e2e0" providerId="ADAL" clId="{5D9E8CCF-4134-8C46-86A4-48224424FD0F}" dt="2023-04-13T06:58:34.537" v="519" actId="478"/>
          <ac:picMkLst>
            <pc:docMk/>
            <pc:sldMk cId="0" sldId="266"/>
            <ac:picMk id="4" creationId="{EE8C56EA-BE15-E2EC-50BC-EE8DEBA2AB6D}"/>
          </ac:picMkLst>
        </pc:picChg>
        <pc:picChg chg="add del mod">
          <ac:chgData name="DING, Wenlong" userId="2462c282-915a-45d3-817d-b87203e0e2e0" providerId="ADAL" clId="{5D9E8CCF-4134-8C46-86A4-48224424FD0F}" dt="2023-04-13T06:59:07.068" v="522" actId="478"/>
          <ac:picMkLst>
            <pc:docMk/>
            <pc:sldMk cId="0" sldId="266"/>
            <ac:picMk id="5" creationId="{2D5B4807-8A9C-97B8-C557-C22D059B0B3F}"/>
          </ac:picMkLst>
        </pc:picChg>
        <pc:picChg chg="add mod">
          <ac:chgData name="DING, Wenlong" userId="2462c282-915a-45d3-817d-b87203e0e2e0" providerId="ADAL" clId="{5D9E8CCF-4134-8C46-86A4-48224424FD0F}" dt="2023-04-13T06:59:17.194" v="526" actId="1076"/>
          <ac:picMkLst>
            <pc:docMk/>
            <pc:sldMk cId="0" sldId="266"/>
            <ac:picMk id="6" creationId="{DB9A0591-A605-6902-19EB-7FE6F2F3C020}"/>
          </ac:picMkLst>
        </pc:picChg>
        <pc:picChg chg="mod">
          <ac:chgData name="DING, Wenlong" userId="2462c282-915a-45d3-817d-b87203e0e2e0" providerId="ADAL" clId="{5D9E8CCF-4134-8C46-86A4-48224424FD0F}" dt="2023-04-13T06:55:40.315" v="509" actId="1076"/>
          <ac:picMkLst>
            <pc:docMk/>
            <pc:sldMk cId="0" sldId="266"/>
            <ac:picMk id="157" creationId="{00000000-0000-0000-0000-000000000000}"/>
          </ac:picMkLst>
        </pc:picChg>
      </pc:sldChg>
      <pc:sldChg chg="modSp del mod">
        <pc:chgData name="DING, Wenlong" userId="2462c282-915a-45d3-817d-b87203e0e2e0" providerId="ADAL" clId="{5D9E8CCF-4134-8C46-86A4-48224424FD0F}" dt="2023-04-13T12:37:35.203" v="2701" actId="2696"/>
        <pc:sldMkLst>
          <pc:docMk/>
          <pc:sldMk cId="0" sldId="267"/>
        </pc:sldMkLst>
        <pc:spChg chg="mod">
          <ac:chgData name="DING, Wenlong" userId="2462c282-915a-45d3-817d-b87203e0e2e0" providerId="ADAL" clId="{5D9E8CCF-4134-8C46-86A4-48224424FD0F}" dt="2023-04-13T07:00:43.546" v="527" actId="2711"/>
          <ac:spMkLst>
            <pc:docMk/>
            <pc:sldMk cId="0" sldId="267"/>
            <ac:spMk id="162" creationId="{00000000-0000-0000-0000-000000000000}"/>
          </ac:spMkLst>
        </pc:spChg>
        <pc:spChg chg="mod">
          <ac:chgData name="DING, Wenlong" userId="2462c282-915a-45d3-817d-b87203e0e2e0" providerId="ADAL" clId="{5D9E8CCF-4134-8C46-86A4-48224424FD0F}" dt="2023-04-13T07:00:46.933" v="528" actId="2711"/>
          <ac:spMkLst>
            <pc:docMk/>
            <pc:sldMk cId="0" sldId="267"/>
            <ac:spMk id="163" creationId="{00000000-0000-0000-0000-000000000000}"/>
          </ac:spMkLst>
        </pc:spChg>
        <pc:spChg chg="mod">
          <ac:chgData name="DING, Wenlong" userId="2462c282-915a-45d3-817d-b87203e0e2e0" providerId="ADAL" clId="{5D9E8CCF-4134-8C46-86A4-48224424FD0F}" dt="2023-04-13T07:01:06.189" v="532" actId="1076"/>
          <ac:spMkLst>
            <pc:docMk/>
            <pc:sldMk cId="0" sldId="267"/>
            <ac:spMk id="168" creationId="{00000000-0000-0000-0000-000000000000}"/>
          </ac:spMkLst>
        </pc:spChg>
        <pc:spChg chg="mod">
          <ac:chgData name="DING, Wenlong" userId="2462c282-915a-45d3-817d-b87203e0e2e0" providerId="ADAL" clId="{5D9E8CCF-4134-8C46-86A4-48224424FD0F}" dt="2023-04-13T07:01:11.183" v="533" actId="1076"/>
          <ac:spMkLst>
            <pc:docMk/>
            <pc:sldMk cId="0" sldId="267"/>
            <ac:spMk id="169" creationId="{00000000-0000-0000-0000-000000000000}"/>
          </ac:spMkLst>
        </pc:spChg>
        <pc:spChg chg="mod">
          <ac:chgData name="DING, Wenlong" userId="2462c282-915a-45d3-817d-b87203e0e2e0" providerId="ADAL" clId="{5D9E8CCF-4134-8C46-86A4-48224424FD0F}" dt="2023-04-13T07:01:53.761" v="557" actId="1076"/>
          <ac:spMkLst>
            <pc:docMk/>
            <pc:sldMk cId="0" sldId="267"/>
            <ac:spMk id="171" creationId="{00000000-0000-0000-0000-000000000000}"/>
          </ac:spMkLst>
        </pc:spChg>
        <pc:graphicFrameChg chg="modGraphic">
          <ac:chgData name="DING, Wenlong" userId="2462c282-915a-45d3-817d-b87203e0e2e0" providerId="ADAL" clId="{5D9E8CCF-4134-8C46-86A4-48224424FD0F}" dt="2023-04-13T07:02:22.124" v="561" actId="403"/>
          <ac:graphicFrameMkLst>
            <pc:docMk/>
            <pc:sldMk cId="0" sldId="267"/>
            <ac:graphicFrameMk id="166" creationId="{00000000-0000-0000-0000-000000000000}"/>
          </ac:graphicFrameMkLst>
        </pc:graphicFrameChg>
        <pc:graphicFrameChg chg="modGraphic">
          <ac:chgData name="DING, Wenlong" userId="2462c282-915a-45d3-817d-b87203e0e2e0" providerId="ADAL" clId="{5D9E8CCF-4134-8C46-86A4-48224424FD0F}" dt="2023-04-13T07:02:26.780" v="562" actId="403"/>
          <ac:graphicFrameMkLst>
            <pc:docMk/>
            <pc:sldMk cId="0" sldId="267"/>
            <ac:graphicFrameMk id="167" creationId="{00000000-0000-0000-0000-000000000000}"/>
          </ac:graphicFrameMkLst>
        </pc:graphicFrameChg>
      </pc:sldChg>
      <pc:sldChg chg="modSp del mod">
        <pc:chgData name="DING, Wenlong" userId="2462c282-915a-45d3-817d-b87203e0e2e0" providerId="ADAL" clId="{5D9E8CCF-4134-8C46-86A4-48224424FD0F}" dt="2023-04-13T12:37:34.012" v="2700" actId="2696"/>
        <pc:sldMkLst>
          <pc:docMk/>
          <pc:sldMk cId="0" sldId="268"/>
        </pc:sldMkLst>
        <pc:spChg chg="mod">
          <ac:chgData name="DING, Wenlong" userId="2462c282-915a-45d3-817d-b87203e0e2e0" providerId="ADAL" clId="{5D9E8CCF-4134-8C46-86A4-48224424FD0F}" dt="2023-04-13T07:04:19.174" v="580" actId="255"/>
          <ac:spMkLst>
            <pc:docMk/>
            <pc:sldMk cId="0" sldId="268"/>
            <ac:spMk id="176" creationId="{00000000-0000-0000-0000-000000000000}"/>
          </ac:spMkLst>
        </pc:spChg>
        <pc:spChg chg="mod">
          <ac:chgData name="DING, Wenlong" userId="2462c282-915a-45d3-817d-b87203e0e2e0" providerId="ADAL" clId="{5D9E8CCF-4134-8C46-86A4-48224424FD0F}" dt="2023-04-13T07:04:24.856" v="581" actId="2711"/>
          <ac:spMkLst>
            <pc:docMk/>
            <pc:sldMk cId="0" sldId="268"/>
            <ac:spMk id="177" creationId="{00000000-0000-0000-0000-000000000000}"/>
          </ac:spMkLst>
        </pc:spChg>
        <pc:spChg chg="mod">
          <ac:chgData name="DING, Wenlong" userId="2462c282-915a-45d3-817d-b87203e0e2e0" providerId="ADAL" clId="{5D9E8CCF-4134-8C46-86A4-48224424FD0F}" dt="2023-04-13T07:04:33.710" v="583" actId="2711"/>
          <ac:spMkLst>
            <pc:docMk/>
            <pc:sldMk cId="0" sldId="268"/>
            <ac:spMk id="182" creationId="{00000000-0000-0000-0000-000000000000}"/>
          </ac:spMkLst>
        </pc:spChg>
        <pc:spChg chg="mod">
          <ac:chgData name="DING, Wenlong" userId="2462c282-915a-45d3-817d-b87203e0e2e0" providerId="ADAL" clId="{5D9E8CCF-4134-8C46-86A4-48224424FD0F}" dt="2023-04-13T07:04:33.710" v="583" actId="2711"/>
          <ac:spMkLst>
            <pc:docMk/>
            <pc:sldMk cId="0" sldId="268"/>
            <ac:spMk id="183" creationId="{00000000-0000-0000-0000-000000000000}"/>
          </ac:spMkLst>
        </pc:spChg>
        <pc:picChg chg="mod">
          <ac:chgData name="DING, Wenlong" userId="2462c282-915a-45d3-817d-b87203e0e2e0" providerId="ADAL" clId="{5D9E8CCF-4134-8C46-86A4-48224424FD0F}" dt="2023-04-13T07:03:09.641" v="572" actId="1076"/>
          <ac:picMkLst>
            <pc:docMk/>
            <pc:sldMk cId="0" sldId="268"/>
            <ac:picMk id="179" creationId="{00000000-0000-0000-0000-000000000000}"/>
          </ac:picMkLst>
        </pc:picChg>
      </pc:sldChg>
      <pc:sldChg chg="modSp del mod">
        <pc:chgData name="DING, Wenlong" userId="2462c282-915a-45d3-817d-b87203e0e2e0" providerId="ADAL" clId="{5D9E8CCF-4134-8C46-86A4-48224424FD0F}" dt="2023-04-13T12:37:32.781" v="2699" actId="2696"/>
        <pc:sldMkLst>
          <pc:docMk/>
          <pc:sldMk cId="0" sldId="269"/>
        </pc:sldMkLst>
        <pc:spChg chg="mod">
          <ac:chgData name="DING, Wenlong" userId="2462c282-915a-45d3-817d-b87203e0e2e0" providerId="ADAL" clId="{5D9E8CCF-4134-8C46-86A4-48224424FD0F}" dt="2023-04-13T07:04:58.447" v="589" actId="255"/>
          <ac:spMkLst>
            <pc:docMk/>
            <pc:sldMk cId="0" sldId="269"/>
            <ac:spMk id="188" creationId="{00000000-0000-0000-0000-000000000000}"/>
          </ac:spMkLst>
        </pc:spChg>
        <pc:spChg chg="mod">
          <ac:chgData name="DING, Wenlong" userId="2462c282-915a-45d3-817d-b87203e0e2e0" providerId="ADAL" clId="{5D9E8CCF-4134-8C46-86A4-48224424FD0F}" dt="2023-04-13T07:04:45.397" v="585" actId="255"/>
          <ac:spMkLst>
            <pc:docMk/>
            <pc:sldMk cId="0" sldId="269"/>
            <ac:spMk id="189" creationId="{00000000-0000-0000-0000-000000000000}"/>
          </ac:spMkLst>
        </pc:spChg>
        <pc:spChg chg="mod">
          <ac:chgData name="DING, Wenlong" userId="2462c282-915a-45d3-817d-b87203e0e2e0" providerId="ADAL" clId="{5D9E8CCF-4134-8C46-86A4-48224424FD0F}" dt="2023-04-13T07:05:51.289" v="598" actId="1076"/>
          <ac:spMkLst>
            <pc:docMk/>
            <pc:sldMk cId="0" sldId="269"/>
            <ac:spMk id="194" creationId="{00000000-0000-0000-0000-000000000000}"/>
          </ac:spMkLst>
        </pc:spChg>
        <pc:spChg chg="mod">
          <ac:chgData name="DING, Wenlong" userId="2462c282-915a-45d3-817d-b87203e0e2e0" providerId="ADAL" clId="{5D9E8CCF-4134-8C46-86A4-48224424FD0F}" dt="2023-04-13T07:05:59.152" v="599" actId="1076"/>
          <ac:spMkLst>
            <pc:docMk/>
            <pc:sldMk cId="0" sldId="269"/>
            <ac:spMk id="195" creationId="{00000000-0000-0000-0000-000000000000}"/>
          </ac:spMkLst>
        </pc:spChg>
        <pc:spChg chg="mod">
          <ac:chgData name="DING, Wenlong" userId="2462c282-915a-45d3-817d-b87203e0e2e0" providerId="ADAL" clId="{5D9E8CCF-4134-8C46-86A4-48224424FD0F}" dt="2023-04-13T11:40:04.110" v="2543" actId="20577"/>
          <ac:spMkLst>
            <pc:docMk/>
            <pc:sldMk cId="0" sldId="269"/>
            <ac:spMk id="196" creationId="{00000000-0000-0000-0000-000000000000}"/>
          </ac:spMkLst>
        </pc:spChg>
        <pc:graphicFrameChg chg="modGraphic">
          <ac:chgData name="DING, Wenlong" userId="2462c282-915a-45d3-817d-b87203e0e2e0" providerId="ADAL" clId="{5D9E8CCF-4134-8C46-86A4-48224424FD0F}" dt="2023-04-13T07:05:11.829" v="592" actId="255"/>
          <ac:graphicFrameMkLst>
            <pc:docMk/>
            <pc:sldMk cId="0" sldId="269"/>
            <ac:graphicFrameMk id="192" creationId="{00000000-0000-0000-0000-000000000000}"/>
          </ac:graphicFrameMkLst>
        </pc:graphicFrameChg>
        <pc:graphicFrameChg chg="mod modGraphic">
          <ac:chgData name="DING, Wenlong" userId="2462c282-915a-45d3-817d-b87203e0e2e0" providerId="ADAL" clId="{5D9E8CCF-4134-8C46-86A4-48224424FD0F}" dt="2023-04-13T07:05:28.462" v="596" actId="1076"/>
          <ac:graphicFrameMkLst>
            <pc:docMk/>
            <pc:sldMk cId="0" sldId="269"/>
            <ac:graphicFrameMk id="193" creationId="{00000000-0000-0000-0000-000000000000}"/>
          </ac:graphicFrameMkLst>
        </pc:graphicFrameChg>
        <pc:picChg chg="mod">
          <ac:chgData name="DING, Wenlong" userId="2462c282-915a-45d3-817d-b87203e0e2e0" providerId="ADAL" clId="{5D9E8CCF-4134-8C46-86A4-48224424FD0F}" dt="2023-04-13T07:05:24.551" v="595" actId="1076"/>
          <ac:picMkLst>
            <pc:docMk/>
            <pc:sldMk cId="0" sldId="269"/>
            <ac:picMk id="191" creationId="{00000000-0000-0000-0000-000000000000}"/>
          </ac:picMkLst>
        </pc:picChg>
      </pc:sldChg>
      <pc:sldChg chg="modSp del mod">
        <pc:chgData name="DING, Wenlong" userId="2462c282-915a-45d3-817d-b87203e0e2e0" providerId="ADAL" clId="{5D9E8CCF-4134-8C46-86A4-48224424FD0F}" dt="2023-04-13T12:37:31.459" v="2698" actId="2696"/>
        <pc:sldMkLst>
          <pc:docMk/>
          <pc:sldMk cId="0" sldId="270"/>
        </pc:sldMkLst>
        <pc:spChg chg="mod">
          <ac:chgData name="DING, Wenlong" userId="2462c282-915a-45d3-817d-b87203e0e2e0" providerId="ADAL" clId="{5D9E8CCF-4134-8C46-86A4-48224424FD0F}" dt="2023-04-13T07:06:22.762" v="602" actId="255"/>
          <ac:spMkLst>
            <pc:docMk/>
            <pc:sldMk cId="0" sldId="270"/>
            <ac:spMk id="201" creationId="{00000000-0000-0000-0000-000000000000}"/>
          </ac:spMkLst>
        </pc:spChg>
        <pc:spChg chg="mod">
          <ac:chgData name="DING, Wenlong" userId="2462c282-915a-45d3-817d-b87203e0e2e0" providerId="ADAL" clId="{5D9E8CCF-4134-8C46-86A4-48224424FD0F}" dt="2023-04-13T07:07:50.086" v="619" actId="20577"/>
          <ac:spMkLst>
            <pc:docMk/>
            <pc:sldMk cId="0" sldId="270"/>
            <ac:spMk id="202" creationId="{00000000-0000-0000-0000-000000000000}"/>
          </ac:spMkLst>
        </pc:spChg>
        <pc:spChg chg="mod">
          <ac:chgData name="DING, Wenlong" userId="2462c282-915a-45d3-817d-b87203e0e2e0" providerId="ADAL" clId="{5D9E8CCF-4134-8C46-86A4-48224424FD0F}" dt="2023-04-13T07:07:06.858" v="608" actId="1076"/>
          <ac:spMkLst>
            <pc:docMk/>
            <pc:sldMk cId="0" sldId="270"/>
            <ac:spMk id="207" creationId="{00000000-0000-0000-0000-000000000000}"/>
          </ac:spMkLst>
        </pc:spChg>
        <pc:spChg chg="mod">
          <ac:chgData name="DING, Wenlong" userId="2462c282-915a-45d3-817d-b87203e0e2e0" providerId="ADAL" clId="{5D9E8CCF-4134-8C46-86A4-48224424FD0F}" dt="2023-04-13T07:06:59.519" v="607" actId="1076"/>
          <ac:spMkLst>
            <pc:docMk/>
            <pc:sldMk cId="0" sldId="270"/>
            <ac:spMk id="208" creationId="{00000000-0000-0000-0000-000000000000}"/>
          </ac:spMkLst>
        </pc:spChg>
        <pc:graphicFrameChg chg="modGraphic">
          <ac:chgData name="DING, Wenlong" userId="2462c282-915a-45d3-817d-b87203e0e2e0" providerId="ADAL" clId="{5D9E8CCF-4134-8C46-86A4-48224424FD0F}" dt="2023-04-13T07:07:36.573" v="613" actId="403"/>
          <ac:graphicFrameMkLst>
            <pc:docMk/>
            <pc:sldMk cId="0" sldId="270"/>
            <ac:graphicFrameMk id="205" creationId="{00000000-0000-0000-0000-000000000000}"/>
          </ac:graphicFrameMkLst>
        </pc:graphicFrameChg>
        <pc:graphicFrameChg chg="modGraphic">
          <ac:chgData name="DING, Wenlong" userId="2462c282-915a-45d3-817d-b87203e0e2e0" providerId="ADAL" clId="{5D9E8CCF-4134-8C46-86A4-48224424FD0F}" dt="2023-04-13T07:07:33.199" v="612" actId="403"/>
          <ac:graphicFrameMkLst>
            <pc:docMk/>
            <pc:sldMk cId="0" sldId="270"/>
            <ac:graphicFrameMk id="206" creationId="{00000000-0000-0000-0000-000000000000}"/>
          </ac:graphicFrameMkLst>
        </pc:graphicFrameChg>
        <pc:picChg chg="mod">
          <ac:chgData name="DING, Wenlong" userId="2462c282-915a-45d3-817d-b87203e0e2e0" providerId="ADAL" clId="{5D9E8CCF-4134-8C46-86A4-48224424FD0F}" dt="2023-04-13T07:07:29.889" v="611" actId="1076"/>
          <ac:picMkLst>
            <pc:docMk/>
            <pc:sldMk cId="0" sldId="270"/>
            <ac:picMk id="204" creationId="{00000000-0000-0000-0000-000000000000}"/>
          </ac:picMkLst>
        </pc:picChg>
      </pc:sldChg>
      <pc:sldChg chg="modSp del mod">
        <pc:chgData name="DING, Wenlong" userId="2462c282-915a-45d3-817d-b87203e0e2e0" providerId="ADAL" clId="{5D9E8CCF-4134-8C46-86A4-48224424FD0F}" dt="2023-04-13T11:29:16.782" v="2503" actId="2696"/>
        <pc:sldMkLst>
          <pc:docMk/>
          <pc:sldMk cId="0" sldId="271"/>
        </pc:sldMkLst>
        <pc:spChg chg="mod">
          <ac:chgData name="DING, Wenlong" userId="2462c282-915a-45d3-817d-b87203e0e2e0" providerId="ADAL" clId="{5D9E8CCF-4134-8C46-86A4-48224424FD0F}" dt="2023-04-13T05:49:37.239" v="393" actId="255"/>
          <ac:spMkLst>
            <pc:docMk/>
            <pc:sldMk cId="0" sldId="271"/>
            <ac:spMk id="213" creationId="{00000000-0000-0000-0000-000000000000}"/>
          </ac:spMkLst>
        </pc:spChg>
        <pc:spChg chg="mod">
          <ac:chgData name="DING, Wenlong" userId="2462c282-915a-45d3-817d-b87203e0e2e0" providerId="ADAL" clId="{5D9E8CCF-4134-8C46-86A4-48224424FD0F}" dt="2023-04-13T09:14:24.969" v="1299" actId="20577"/>
          <ac:spMkLst>
            <pc:docMk/>
            <pc:sldMk cId="0" sldId="271"/>
            <ac:spMk id="214" creationId="{00000000-0000-0000-0000-000000000000}"/>
          </ac:spMkLst>
        </pc:spChg>
        <pc:picChg chg="mod">
          <ac:chgData name="DING, Wenlong" userId="2462c282-915a-45d3-817d-b87203e0e2e0" providerId="ADAL" clId="{5D9E8CCF-4134-8C46-86A4-48224424FD0F}" dt="2023-04-13T08:48:11.833" v="1170" actId="1076"/>
          <ac:picMkLst>
            <pc:docMk/>
            <pc:sldMk cId="0" sldId="271"/>
            <ac:picMk id="215" creationId="{00000000-0000-0000-0000-000000000000}"/>
          </ac:picMkLst>
        </pc:picChg>
      </pc:sldChg>
      <pc:sldChg chg="add">
        <pc:chgData name="DING, Wenlong" userId="2462c282-915a-45d3-817d-b87203e0e2e0" providerId="ADAL" clId="{5D9E8CCF-4134-8C46-86A4-48224424FD0F}" dt="2023-04-13T05:52:07.124" v="401"/>
        <pc:sldMkLst>
          <pc:docMk/>
          <pc:sldMk cId="3216618933" sldId="272"/>
        </pc:sldMkLst>
      </pc:sldChg>
      <pc:sldChg chg="add del">
        <pc:chgData name="DING, Wenlong" userId="2462c282-915a-45d3-817d-b87203e0e2e0" providerId="ADAL" clId="{5D9E8CCF-4134-8C46-86A4-48224424FD0F}" dt="2023-04-13T07:40:32.750" v="688" actId="2696"/>
        <pc:sldMkLst>
          <pc:docMk/>
          <pc:sldMk cId="96595233" sldId="273"/>
        </pc:sldMkLst>
      </pc:sldChg>
      <pc:sldChg chg="add del">
        <pc:chgData name="DING, Wenlong" userId="2462c282-915a-45d3-817d-b87203e0e2e0" providerId="ADAL" clId="{5D9E8CCF-4134-8C46-86A4-48224424FD0F}" dt="2023-04-13T12:37:41.879" v="2707" actId="2696"/>
        <pc:sldMkLst>
          <pc:docMk/>
          <pc:sldMk cId="3171665457" sldId="273"/>
        </pc:sldMkLst>
      </pc:sldChg>
      <pc:sldChg chg="add del">
        <pc:chgData name="DING, Wenlong" userId="2462c282-915a-45d3-817d-b87203e0e2e0" providerId="ADAL" clId="{5D9E8CCF-4134-8C46-86A4-48224424FD0F}" dt="2023-04-13T07:40:20.923" v="679"/>
        <pc:sldMkLst>
          <pc:docMk/>
          <pc:sldMk cId="3817671778" sldId="273"/>
        </pc:sldMkLst>
      </pc:sldChg>
      <pc:sldChg chg="addSp delSp modSp add mod delAnim modAnim">
        <pc:chgData name="DING, Wenlong" userId="2462c282-915a-45d3-817d-b87203e0e2e0" providerId="ADAL" clId="{5D9E8CCF-4134-8C46-86A4-48224424FD0F}" dt="2023-04-13T10:58:17.893" v="2149" actId="403"/>
        <pc:sldMkLst>
          <pc:docMk/>
          <pc:sldMk cId="2475225684" sldId="274"/>
        </pc:sldMkLst>
        <pc:spChg chg="add del mod">
          <ac:chgData name="DING, Wenlong" userId="2462c282-915a-45d3-817d-b87203e0e2e0" providerId="ADAL" clId="{5D9E8CCF-4134-8C46-86A4-48224424FD0F}" dt="2023-04-13T09:29:50.014" v="1344" actId="478"/>
          <ac:spMkLst>
            <pc:docMk/>
            <pc:sldMk cId="2475225684" sldId="274"/>
            <ac:spMk id="3" creationId="{9013D7C5-9035-9769-9289-80AE88A0E7A5}"/>
          </ac:spMkLst>
        </pc:spChg>
        <pc:spChg chg="add del mod">
          <ac:chgData name="DING, Wenlong" userId="2462c282-915a-45d3-817d-b87203e0e2e0" providerId="ADAL" clId="{5D9E8CCF-4134-8C46-86A4-48224424FD0F}" dt="2023-04-13T10:57:25.388" v="2142" actId="478"/>
          <ac:spMkLst>
            <pc:docMk/>
            <pc:sldMk cId="2475225684" sldId="274"/>
            <ac:spMk id="5" creationId="{AEE36C74-063B-21B8-D026-A4C9C11C02A0}"/>
          </ac:spMkLst>
        </pc:spChg>
        <pc:spChg chg="del mod topLvl">
          <ac:chgData name="DING, Wenlong" userId="2462c282-915a-45d3-817d-b87203e0e2e0" providerId="ADAL" clId="{5D9E8CCF-4134-8C46-86A4-48224424FD0F}" dt="2023-04-13T10:56:28.790" v="2136" actId="478"/>
          <ac:spMkLst>
            <pc:docMk/>
            <pc:sldMk cId="2475225684" sldId="274"/>
            <ac:spMk id="7" creationId="{A0EFEA59-4A80-1661-2FD1-878BA1D619DC}"/>
          </ac:spMkLst>
        </pc:spChg>
        <pc:spChg chg="del mod topLvl">
          <ac:chgData name="DING, Wenlong" userId="2462c282-915a-45d3-817d-b87203e0e2e0" providerId="ADAL" clId="{5D9E8CCF-4134-8C46-86A4-48224424FD0F}" dt="2023-04-13T10:56:28.790" v="2136" actId="478"/>
          <ac:spMkLst>
            <pc:docMk/>
            <pc:sldMk cId="2475225684" sldId="274"/>
            <ac:spMk id="8" creationId="{9201D815-6187-D308-BA54-E4BEE98132D3}"/>
          </ac:spMkLst>
        </pc:spChg>
        <pc:spChg chg="del mod topLvl">
          <ac:chgData name="DING, Wenlong" userId="2462c282-915a-45d3-817d-b87203e0e2e0" providerId="ADAL" clId="{5D9E8CCF-4134-8C46-86A4-48224424FD0F}" dt="2023-04-13T10:56:28.790" v="2136" actId="478"/>
          <ac:spMkLst>
            <pc:docMk/>
            <pc:sldMk cId="2475225684" sldId="274"/>
            <ac:spMk id="9" creationId="{537490BE-A631-8A32-1378-3827210902DB}"/>
          </ac:spMkLst>
        </pc:spChg>
        <pc:spChg chg="del mod topLvl">
          <ac:chgData name="DING, Wenlong" userId="2462c282-915a-45d3-817d-b87203e0e2e0" providerId="ADAL" clId="{5D9E8CCF-4134-8C46-86A4-48224424FD0F}" dt="2023-04-13T10:56:28.790" v="2136" actId="478"/>
          <ac:spMkLst>
            <pc:docMk/>
            <pc:sldMk cId="2475225684" sldId="274"/>
            <ac:spMk id="10" creationId="{46EA61DA-8445-44E5-8B9B-598D09C3064A}"/>
          </ac:spMkLst>
        </pc:spChg>
        <pc:spChg chg="del mod topLvl">
          <ac:chgData name="DING, Wenlong" userId="2462c282-915a-45d3-817d-b87203e0e2e0" providerId="ADAL" clId="{5D9E8CCF-4134-8C46-86A4-48224424FD0F}" dt="2023-04-13T10:56:28.790" v="2136" actId="478"/>
          <ac:spMkLst>
            <pc:docMk/>
            <pc:sldMk cId="2475225684" sldId="274"/>
            <ac:spMk id="11" creationId="{815929D8-E737-3430-6B1C-7DE5A211441A}"/>
          </ac:spMkLst>
        </pc:spChg>
        <pc:spChg chg="add mod">
          <ac:chgData name="DING, Wenlong" userId="2462c282-915a-45d3-817d-b87203e0e2e0" providerId="ADAL" clId="{5D9E8CCF-4134-8C46-86A4-48224424FD0F}" dt="2023-04-13T10:58:17.893" v="2149" actId="403"/>
          <ac:spMkLst>
            <pc:docMk/>
            <pc:sldMk cId="2475225684" sldId="274"/>
            <ac:spMk id="14" creationId="{00EBFE64-F6C4-2F9F-2C7B-D9BA3E62DFCE}"/>
          </ac:spMkLst>
        </pc:spChg>
        <pc:spChg chg="mod">
          <ac:chgData name="DING, Wenlong" userId="2462c282-915a-45d3-817d-b87203e0e2e0" providerId="ADAL" clId="{5D9E8CCF-4134-8C46-86A4-48224424FD0F}" dt="2023-04-13T09:30:31.230" v="1391" actId="20577"/>
          <ac:spMkLst>
            <pc:docMk/>
            <pc:sldMk cId="2475225684" sldId="274"/>
            <ac:spMk id="67" creationId="{00000000-0000-0000-0000-000000000000}"/>
          </ac:spMkLst>
        </pc:spChg>
        <pc:spChg chg="del">
          <ac:chgData name="DING, Wenlong" userId="2462c282-915a-45d3-817d-b87203e0e2e0" providerId="ADAL" clId="{5D9E8CCF-4134-8C46-86A4-48224424FD0F}" dt="2023-04-13T09:29:46.233" v="1343" actId="478"/>
          <ac:spMkLst>
            <pc:docMk/>
            <pc:sldMk cId="2475225684" sldId="274"/>
            <ac:spMk id="68" creationId="{00000000-0000-0000-0000-000000000000}"/>
          </ac:spMkLst>
        </pc:spChg>
        <pc:grpChg chg="add del mod">
          <ac:chgData name="DING, Wenlong" userId="2462c282-915a-45d3-817d-b87203e0e2e0" providerId="ADAL" clId="{5D9E8CCF-4134-8C46-86A4-48224424FD0F}" dt="2023-04-13T10:56:04.229" v="2135" actId="165"/>
          <ac:grpSpMkLst>
            <pc:docMk/>
            <pc:sldMk cId="2475225684" sldId="274"/>
            <ac:grpSpMk id="6" creationId="{9E164E7E-3145-B8B2-1DED-E2D16527FAF9}"/>
          </ac:grpSpMkLst>
        </pc:grpChg>
        <pc:picChg chg="add mod">
          <ac:chgData name="DING, Wenlong" userId="2462c282-915a-45d3-817d-b87203e0e2e0" providerId="ADAL" clId="{5D9E8CCF-4134-8C46-86A4-48224424FD0F}" dt="2023-04-13T10:56:35.267" v="2139" actId="14100"/>
          <ac:picMkLst>
            <pc:docMk/>
            <pc:sldMk cId="2475225684" sldId="274"/>
            <ac:picMk id="12" creationId="{50757896-0592-C360-C80F-291B2205C535}"/>
          </ac:picMkLst>
        </pc:picChg>
      </pc:sldChg>
      <pc:sldChg chg="addSp delSp modSp add mod ord delAnim">
        <pc:chgData name="DING, Wenlong" userId="2462c282-915a-45d3-817d-b87203e0e2e0" providerId="ADAL" clId="{5D9E8CCF-4134-8C46-86A4-48224424FD0F}" dt="2023-04-14T13:49:17.638" v="2921" actId="1076"/>
        <pc:sldMkLst>
          <pc:docMk/>
          <pc:sldMk cId="4188368259" sldId="275"/>
        </pc:sldMkLst>
        <pc:spChg chg="add del mod">
          <ac:chgData name="DING, Wenlong" userId="2462c282-915a-45d3-817d-b87203e0e2e0" providerId="ADAL" clId="{5D9E8CCF-4134-8C46-86A4-48224424FD0F}" dt="2023-04-13T09:30:44.164" v="1393" actId="478"/>
          <ac:spMkLst>
            <pc:docMk/>
            <pc:sldMk cId="4188368259" sldId="275"/>
            <ac:spMk id="3" creationId="{636BE57C-661D-8D97-DA76-D5D6EFB69CB2}"/>
          </ac:spMkLst>
        </pc:spChg>
        <pc:spChg chg="add mod">
          <ac:chgData name="DING, Wenlong" userId="2462c282-915a-45d3-817d-b87203e0e2e0" providerId="ADAL" clId="{5D9E8CCF-4134-8C46-86A4-48224424FD0F}" dt="2023-04-13T09:34:47.109" v="1498" actId="1076"/>
          <ac:spMkLst>
            <pc:docMk/>
            <pc:sldMk cId="4188368259" sldId="275"/>
            <ac:spMk id="4" creationId="{0569DBBD-2188-A0AC-763C-4DF473772C08}"/>
          </ac:spMkLst>
        </pc:spChg>
        <pc:spChg chg="add mod">
          <ac:chgData name="DING, Wenlong" userId="2462c282-915a-45d3-817d-b87203e0e2e0" providerId="ADAL" clId="{5D9E8CCF-4134-8C46-86A4-48224424FD0F}" dt="2023-04-14T13:49:17.638" v="2921" actId="1076"/>
          <ac:spMkLst>
            <pc:docMk/>
            <pc:sldMk cId="4188368259" sldId="275"/>
            <ac:spMk id="5" creationId="{D8206A69-3CD6-3B12-E117-F4F8E60EC84B}"/>
          </ac:spMkLst>
        </pc:spChg>
        <pc:spChg chg="add mod">
          <ac:chgData name="DING, Wenlong" userId="2462c282-915a-45d3-817d-b87203e0e2e0" providerId="ADAL" clId="{5D9E8CCF-4134-8C46-86A4-48224424FD0F}" dt="2023-04-14T13:49:12.499" v="2920" actId="1076"/>
          <ac:spMkLst>
            <pc:docMk/>
            <pc:sldMk cId="4188368259" sldId="275"/>
            <ac:spMk id="6" creationId="{608514B3-CB1F-A25A-DBFB-FFF7708D1EB9}"/>
          </ac:spMkLst>
        </pc:spChg>
        <pc:spChg chg="mod">
          <ac:chgData name="DING, Wenlong" userId="2462c282-915a-45d3-817d-b87203e0e2e0" providerId="ADAL" clId="{5D9E8CCF-4134-8C46-86A4-48224424FD0F}" dt="2023-04-13T09:30:47.493" v="1397" actId="20577"/>
          <ac:spMkLst>
            <pc:docMk/>
            <pc:sldMk cId="4188368259" sldId="275"/>
            <ac:spMk id="67" creationId="{00000000-0000-0000-0000-000000000000}"/>
          </ac:spMkLst>
        </pc:spChg>
        <pc:spChg chg="del">
          <ac:chgData name="DING, Wenlong" userId="2462c282-915a-45d3-817d-b87203e0e2e0" providerId="ADAL" clId="{5D9E8CCF-4134-8C46-86A4-48224424FD0F}" dt="2023-04-13T09:30:41.636" v="1392" actId="478"/>
          <ac:spMkLst>
            <pc:docMk/>
            <pc:sldMk cId="4188368259" sldId="275"/>
            <ac:spMk id="68" creationId="{00000000-0000-0000-0000-000000000000}"/>
          </ac:spMkLst>
        </pc:spChg>
      </pc:sldChg>
      <pc:sldChg chg="addSp delSp modSp add mod">
        <pc:chgData name="DING, Wenlong" userId="2462c282-915a-45d3-817d-b87203e0e2e0" providerId="ADAL" clId="{5D9E8CCF-4134-8C46-86A4-48224424FD0F}" dt="2023-04-14T13:49:31.577" v="2934" actId="20577"/>
        <pc:sldMkLst>
          <pc:docMk/>
          <pc:sldMk cId="4248956976" sldId="276"/>
        </pc:sldMkLst>
        <pc:spChg chg="add mod">
          <ac:chgData name="DING, Wenlong" userId="2462c282-915a-45d3-817d-b87203e0e2e0" providerId="ADAL" clId="{5D9E8CCF-4134-8C46-86A4-48224424FD0F}" dt="2023-04-13T09:43:14.546" v="1657" actId="1076"/>
          <ac:spMkLst>
            <pc:docMk/>
            <pc:sldMk cId="4248956976" sldId="276"/>
            <ac:spMk id="3" creationId="{5C461B64-2ECC-01DB-2098-1829F77DE978}"/>
          </ac:spMkLst>
        </pc:spChg>
        <pc:spChg chg="del mod">
          <ac:chgData name="DING, Wenlong" userId="2462c282-915a-45d3-817d-b87203e0e2e0" providerId="ADAL" clId="{5D9E8CCF-4134-8C46-86A4-48224424FD0F}" dt="2023-04-13T09:32:23.589" v="1406" actId="478"/>
          <ac:spMkLst>
            <pc:docMk/>
            <pc:sldMk cId="4248956976" sldId="276"/>
            <ac:spMk id="4" creationId="{0569DBBD-2188-A0AC-763C-4DF473772C08}"/>
          </ac:spMkLst>
        </pc:spChg>
        <pc:spChg chg="add mod">
          <ac:chgData name="DING, Wenlong" userId="2462c282-915a-45d3-817d-b87203e0e2e0" providerId="ADAL" clId="{5D9E8CCF-4134-8C46-86A4-48224424FD0F}" dt="2023-04-13T09:43:14.546" v="1657" actId="1076"/>
          <ac:spMkLst>
            <pc:docMk/>
            <pc:sldMk cId="4248956976" sldId="276"/>
            <ac:spMk id="6" creationId="{DBDB495C-4A97-E6EC-72D9-515FBBB0B1F2}"/>
          </ac:spMkLst>
        </pc:spChg>
        <pc:spChg chg="add mod">
          <ac:chgData name="DING, Wenlong" userId="2462c282-915a-45d3-817d-b87203e0e2e0" providerId="ADAL" clId="{5D9E8CCF-4134-8C46-86A4-48224424FD0F}" dt="2023-04-14T13:49:31.577" v="2934" actId="20577"/>
          <ac:spMkLst>
            <pc:docMk/>
            <pc:sldMk cId="4248956976" sldId="276"/>
            <ac:spMk id="9" creationId="{D8C5C662-0645-E098-29EB-0E510D400D26}"/>
          </ac:spMkLst>
        </pc:spChg>
        <pc:graphicFrameChg chg="add mod modGraphic">
          <ac:chgData name="DING, Wenlong" userId="2462c282-915a-45d3-817d-b87203e0e2e0" providerId="ADAL" clId="{5D9E8CCF-4134-8C46-86A4-48224424FD0F}" dt="2023-04-13T09:44:10.130" v="1712" actId="20577"/>
          <ac:graphicFrameMkLst>
            <pc:docMk/>
            <pc:sldMk cId="4248956976" sldId="276"/>
            <ac:graphicFrameMk id="7" creationId="{5EB15423-52CF-6624-16F1-6E14953CDDB3}"/>
          </ac:graphicFrameMkLst>
        </pc:graphicFrameChg>
        <pc:picChg chg="add mod">
          <ac:chgData name="DING, Wenlong" userId="2462c282-915a-45d3-817d-b87203e0e2e0" providerId="ADAL" clId="{5D9E8CCF-4134-8C46-86A4-48224424FD0F}" dt="2023-04-13T09:43:17.991" v="1658" actId="1076"/>
          <ac:picMkLst>
            <pc:docMk/>
            <pc:sldMk cId="4248956976" sldId="276"/>
            <ac:picMk id="8" creationId="{E7890EF7-9E0F-B583-BB74-FA5DBEAB98CD}"/>
          </ac:picMkLst>
        </pc:picChg>
      </pc:sldChg>
      <pc:sldChg chg="add del">
        <pc:chgData name="DING, Wenlong" userId="2462c282-915a-45d3-817d-b87203e0e2e0" providerId="ADAL" clId="{5D9E8CCF-4134-8C46-86A4-48224424FD0F}" dt="2023-04-13T09:44:59.186" v="1754" actId="2696"/>
        <pc:sldMkLst>
          <pc:docMk/>
          <pc:sldMk cId="1716140093" sldId="277"/>
        </pc:sldMkLst>
      </pc:sldChg>
      <pc:sldChg chg="addSp delSp modSp add mod">
        <pc:chgData name="DING, Wenlong" userId="2462c282-915a-45d3-817d-b87203e0e2e0" providerId="ADAL" clId="{5D9E8CCF-4134-8C46-86A4-48224424FD0F}" dt="2023-04-14T13:50:05.116" v="2936"/>
        <pc:sldMkLst>
          <pc:docMk/>
          <pc:sldMk cId="2286679438" sldId="278"/>
        </pc:sldMkLst>
        <pc:spChg chg="add mod">
          <ac:chgData name="DING, Wenlong" userId="2462c282-915a-45d3-817d-b87203e0e2e0" providerId="ADAL" clId="{5D9E8CCF-4134-8C46-86A4-48224424FD0F}" dt="2023-04-14T13:50:05.116" v="2936"/>
          <ac:spMkLst>
            <pc:docMk/>
            <pc:sldMk cId="2286679438" sldId="278"/>
            <ac:spMk id="2" creationId="{ECA5FCDB-1969-398D-C3EA-D6A4589E7880}"/>
          </ac:spMkLst>
        </pc:spChg>
        <pc:spChg chg="del">
          <ac:chgData name="DING, Wenlong" userId="2462c282-915a-45d3-817d-b87203e0e2e0" providerId="ADAL" clId="{5D9E8CCF-4134-8C46-86A4-48224424FD0F}" dt="2023-04-13T09:45:02.934" v="1755" actId="478"/>
          <ac:spMkLst>
            <pc:docMk/>
            <pc:sldMk cId="2286679438" sldId="278"/>
            <ac:spMk id="3" creationId="{5C461B64-2ECC-01DB-2098-1829F77DE978}"/>
          </ac:spMkLst>
        </pc:spChg>
        <pc:spChg chg="del">
          <ac:chgData name="DING, Wenlong" userId="2462c282-915a-45d3-817d-b87203e0e2e0" providerId="ADAL" clId="{5D9E8CCF-4134-8C46-86A4-48224424FD0F}" dt="2023-04-14T13:50:00.674" v="2935" actId="478"/>
          <ac:spMkLst>
            <pc:docMk/>
            <pc:sldMk cId="2286679438" sldId="278"/>
            <ac:spMk id="9" creationId="{D8C5C662-0645-E098-29EB-0E510D400D26}"/>
          </ac:spMkLst>
        </pc:spChg>
        <pc:graphicFrameChg chg="mod modGraphic">
          <ac:chgData name="DING, Wenlong" userId="2462c282-915a-45d3-817d-b87203e0e2e0" providerId="ADAL" clId="{5D9E8CCF-4134-8C46-86A4-48224424FD0F}" dt="2023-04-13T10:35:45.729" v="1950" actId="20577"/>
          <ac:graphicFrameMkLst>
            <pc:docMk/>
            <pc:sldMk cId="2286679438" sldId="278"/>
            <ac:graphicFrameMk id="7" creationId="{5EB15423-52CF-6624-16F1-6E14953CDDB3}"/>
          </ac:graphicFrameMkLst>
        </pc:graphicFrameChg>
      </pc:sldChg>
      <pc:sldChg chg="modSp add del mod">
        <pc:chgData name="DING, Wenlong" userId="2462c282-915a-45d3-817d-b87203e0e2e0" providerId="ADAL" clId="{5D9E8CCF-4134-8C46-86A4-48224424FD0F}" dt="2023-04-13T09:46:57.171" v="1810" actId="2696"/>
        <pc:sldMkLst>
          <pc:docMk/>
          <pc:sldMk cId="4287311301" sldId="279"/>
        </pc:sldMkLst>
        <pc:graphicFrameChg chg="modGraphic">
          <ac:chgData name="DING, Wenlong" userId="2462c282-915a-45d3-817d-b87203e0e2e0" providerId="ADAL" clId="{5D9E8CCF-4134-8C46-86A4-48224424FD0F}" dt="2023-04-13T09:46:16.063" v="1796" actId="207"/>
          <ac:graphicFrameMkLst>
            <pc:docMk/>
            <pc:sldMk cId="4287311301" sldId="279"/>
            <ac:graphicFrameMk id="7" creationId="{5EB15423-52CF-6624-16F1-6E14953CDDB3}"/>
          </ac:graphicFrameMkLst>
        </pc:graphicFrameChg>
      </pc:sldChg>
      <pc:sldChg chg="addSp delSp modSp add mod">
        <pc:chgData name="DING, Wenlong" userId="2462c282-915a-45d3-817d-b87203e0e2e0" providerId="ADAL" clId="{5D9E8CCF-4134-8C46-86A4-48224424FD0F}" dt="2023-04-14T13:52:14.110" v="2952"/>
        <pc:sldMkLst>
          <pc:docMk/>
          <pc:sldMk cId="3205117471" sldId="280"/>
        </pc:sldMkLst>
        <pc:spChg chg="add mod">
          <ac:chgData name="DING, Wenlong" userId="2462c282-915a-45d3-817d-b87203e0e2e0" providerId="ADAL" clId="{5D9E8CCF-4134-8C46-86A4-48224424FD0F}" dt="2023-04-13T09:47:38.807" v="1825"/>
          <ac:spMkLst>
            <pc:docMk/>
            <pc:sldMk cId="3205117471" sldId="280"/>
            <ac:spMk id="2" creationId="{BEF269EF-A095-B86E-98E1-6EF653D86163}"/>
          </ac:spMkLst>
        </pc:spChg>
        <pc:spChg chg="add del mod">
          <ac:chgData name="DING, Wenlong" userId="2462c282-915a-45d3-817d-b87203e0e2e0" providerId="ADAL" clId="{5D9E8CCF-4134-8C46-86A4-48224424FD0F}" dt="2023-04-13T09:49:08.425" v="1830"/>
          <ac:spMkLst>
            <pc:docMk/>
            <pc:sldMk cId="3205117471" sldId="280"/>
            <ac:spMk id="3" creationId="{D3F0F6B1-7BFB-CB37-8DBB-06347DDC6770}"/>
          </ac:spMkLst>
        </pc:spChg>
        <pc:spChg chg="add del mod">
          <ac:chgData name="DING, Wenlong" userId="2462c282-915a-45d3-817d-b87203e0e2e0" providerId="ADAL" clId="{5D9E8CCF-4134-8C46-86A4-48224424FD0F}" dt="2023-04-13T09:49:08.072" v="1829"/>
          <ac:spMkLst>
            <pc:docMk/>
            <pc:sldMk cId="3205117471" sldId="280"/>
            <ac:spMk id="4" creationId="{801AD773-7224-101E-9C60-7DBE196A26DF}"/>
          </ac:spMkLst>
        </pc:spChg>
        <pc:spChg chg="add mod">
          <ac:chgData name="DING, Wenlong" userId="2462c282-915a-45d3-817d-b87203e0e2e0" providerId="ADAL" clId="{5D9E8CCF-4134-8C46-86A4-48224424FD0F}" dt="2023-04-14T13:50:59.583" v="2946" actId="20577"/>
          <ac:spMkLst>
            <pc:docMk/>
            <pc:sldMk cId="3205117471" sldId="280"/>
            <ac:spMk id="4" creationId="{D2A83299-778D-87B8-5A90-1FA77E6BB2EC}"/>
          </ac:spMkLst>
        </pc:spChg>
        <pc:spChg chg="add mod">
          <ac:chgData name="DING, Wenlong" userId="2462c282-915a-45d3-817d-b87203e0e2e0" providerId="ADAL" clId="{5D9E8CCF-4134-8C46-86A4-48224424FD0F}" dt="2023-04-14T13:52:14.110" v="2952"/>
          <ac:spMkLst>
            <pc:docMk/>
            <pc:sldMk cId="3205117471" sldId="280"/>
            <ac:spMk id="5" creationId="{5436477B-0248-49E9-FAF4-6F6B6992ADEF}"/>
          </ac:spMkLst>
        </pc:spChg>
        <pc:spChg chg="del">
          <ac:chgData name="DING, Wenlong" userId="2462c282-915a-45d3-817d-b87203e0e2e0" providerId="ADAL" clId="{5D9E8CCF-4134-8C46-86A4-48224424FD0F}" dt="2023-04-13T09:47:40.707" v="1826" actId="478"/>
          <ac:spMkLst>
            <pc:docMk/>
            <pc:sldMk cId="3205117471" sldId="280"/>
            <ac:spMk id="6" creationId="{DBDB495C-4A97-E6EC-72D9-515FBBB0B1F2}"/>
          </ac:spMkLst>
        </pc:spChg>
        <pc:spChg chg="del">
          <ac:chgData name="DING, Wenlong" userId="2462c282-915a-45d3-817d-b87203e0e2e0" providerId="ADAL" clId="{5D9E8CCF-4134-8C46-86A4-48224424FD0F}" dt="2023-04-14T13:52:13.825" v="2951" actId="478"/>
          <ac:spMkLst>
            <pc:docMk/>
            <pc:sldMk cId="3205117471" sldId="280"/>
            <ac:spMk id="9" creationId="{D8C5C662-0645-E098-29EB-0E510D400D26}"/>
          </ac:spMkLst>
        </pc:spChg>
        <pc:graphicFrameChg chg="mod modGraphic">
          <ac:chgData name="DING, Wenlong" userId="2462c282-915a-45d3-817d-b87203e0e2e0" providerId="ADAL" clId="{5D9E8CCF-4134-8C46-86A4-48224424FD0F}" dt="2023-04-13T10:36:02.122" v="1958" actId="20577"/>
          <ac:graphicFrameMkLst>
            <pc:docMk/>
            <pc:sldMk cId="3205117471" sldId="280"/>
            <ac:graphicFrameMk id="7" creationId="{5EB15423-52CF-6624-16F1-6E14953CDDB3}"/>
          </ac:graphicFrameMkLst>
        </pc:graphicFrameChg>
      </pc:sldChg>
      <pc:sldChg chg="addSp delSp modSp add mod">
        <pc:chgData name="DING, Wenlong" userId="2462c282-915a-45d3-817d-b87203e0e2e0" providerId="ADAL" clId="{5D9E8CCF-4134-8C46-86A4-48224424FD0F}" dt="2023-04-14T13:54:06.950" v="2964" actId="20577"/>
        <pc:sldMkLst>
          <pc:docMk/>
          <pc:sldMk cId="3684504715" sldId="281"/>
        </pc:sldMkLst>
        <pc:spChg chg="add mod">
          <ac:chgData name="DING, Wenlong" userId="2462c282-915a-45d3-817d-b87203e0e2e0" providerId="ADAL" clId="{5D9E8CCF-4134-8C46-86A4-48224424FD0F}" dt="2023-04-14T13:54:06.950" v="2964" actId="20577"/>
          <ac:spMkLst>
            <pc:docMk/>
            <pc:sldMk cId="3684504715" sldId="281"/>
            <ac:spMk id="3" creationId="{AF4C9956-176A-C390-DA99-19DAA6B815E8}"/>
          </ac:spMkLst>
        </pc:spChg>
        <pc:spChg chg="add mod">
          <ac:chgData name="DING, Wenlong" userId="2462c282-915a-45d3-817d-b87203e0e2e0" providerId="ADAL" clId="{5D9E8CCF-4134-8C46-86A4-48224424FD0F}" dt="2023-04-14T13:54:01.284" v="2962"/>
          <ac:spMkLst>
            <pc:docMk/>
            <pc:sldMk cId="3684504715" sldId="281"/>
            <ac:spMk id="4" creationId="{7E8489F9-A416-70B1-08CB-547B44B2B0B2}"/>
          </ac:spMkLst>
        </pc:spChg>
        <pc:spChg chg="del">
          <ac:chgData name="DING, Wenlong" userId="2462c282-915a-45d3-817d-b87203e0e2e0" providerId="ADAL" clId="{5D9E8CCF-4134-8C46-86A4-48224424FD0F}" dt="2023-04-14T13:53:46.769" v="2959" actId="478"/>
          <ac:spMkLst>
            <pc:docMk/>
            <pc:sldMk cId="3684504715" sldId="281"/>
            <ac:spMk id="9" creationId="{D8C5C662-0645-E098-29EB-0E510D400D26}"/>
          </ac:spMkLst>
        </pc:spChg>
        <pc:graphicFrameChg chg="mod modGraphic">
          <ac:chgData name="DING, Wenlong" userId="2462c282-915a-45d3-817d-b87203e0e2e0" providerId="ADAL" clId="{5D9E8CCF-4134-8C46-86A4-48224424FD0F}" dt="2023-04-14T13:53:49.407" v="2961" actId="20577"/>
          <ac:graphicFrameMkLst>
            <pc:docMk/>
            <pc:sldMk cId="3684504715" sldId="281"/>
            <ac:graphicFrameMk id="7" creationId="{5EB15423-52CF-6624-16F1-6E14953CDDB3}"/>
          </ac:graphicFrameMkLst>
        </pc:graphicFrameChg>
      </pc:sldChg>
      <pc:sldChg chg="add del">
        <pc:chgData name="DING, Wenlong" userId="2462c282-915a-45d3-817d-b87203e0e2e0" providerId="ADAL" clId="{5D9E8CCF-4134-8C46-86A4-48224424FD0F}" dt="2023-04-13T10:37:03.926" v="1987" actId="2696"/>
        <pc:sldMkLst>
          <pc:docMk/>
          <pc:sldMk cId="2318852283" sldId="282"/>
        </pc:sldMkLst>
      </pc:sldChg>
      <pc:sldChg chg="addSp delSp modSp add mod">
        <pc:chgData name="DING, Wenlong" userId="2462c282-915a-45d3-817d-b87203e0e2e0" providerId="ADAL" clId="{5D9E8CCF-4134-8C46-86A4-48224424FD0F}" dt="2023-04-14T13:53:27.383" v="2958" actId="20577"/>
        <pc:sldMkLst>
          <pc:docMk/>
          <pc:sldMk cId="2965921930" sldId="283"/>
        </pc:sldMkLst>
        <pc:spChg chg="add del mod">
          <ac:chgData name="DING, Wenlong" userId="2462c282-915a-45d3-817d-b87203e0e2e0" providerId="ADAL" clId="{5D9E8CCF-4134-8C46-86A4-48224424FD0F}" dt="2023-04-14T13:52:18.236" v="2953" actId="478"/>
          <ac:spMkLst>
            <pc:docMk/>
            <pc:sldMk cId="2965921930" sldId="283"/>
            <ac:spMk id="3" creationId="{2709D065-0E06-3644-AFCA-28ED41EC8801}"/>
          </ac:spMkLst>
        </pc:spChg>
        <pc:spChg chg="add mod">
          <ac:chgData name="DING, Wenlong" userId="2462c282-915a-45d3-817d-b87203e0e2e0" providerId="ADAL" clId="{5D9E8CCF-4134-8C46-86A4-48224424FD0F}" dt="2023-04-14T13:52:55.190" v="2956" actId="20577"/>
          <ac:spMkLst>
            <pc:docMk/>
            <pc:sldMk cId="2965921930" sldId="283"/>
            <ac:spMk id="4" creationId="{D818129A-D631-651A-7186-B5C1E1654584}"/>
          </ac:spMkLst>
        </pc:spChg>
        <pc:spChg chg="add mod">
          <ac:chgData name="DING, Wenlong" userId="2462c282-915a-45d3-817d-b87203e0e2e0" providerId="ADAL" clId="{5D9E8CCF-4134-8C46-86A4-48224424FD0F}" dt="2023-04-14T13:52:18.523" v="2954"/>
          <ac:spMkLst>
            <pc:docMk/>
            <pc:sldMk cId="2965921930" sldId="283"/>
            <ac:spMk id="5" creationId="{A4E43BE3-6E1D-B278-6DD4-BCB41FC8F93E}"/>
          </ac:spMkLst>
        </pc:spChg>
        <pc:spChg chg="del">
          <ac:chgData name="DING, Wenlong" userId="2462c282-915a-45d3-817d-b87203e0e2e0" providerId="ADAL" clId="{5D9E8CCF-4134-8C46-86A4-48224424FD0F}" dt="2023-04-14T13:51:54.026" v="2947" actId="478"/>
          <ac:spMkLst>
            <pc:docMk/>
            <pc:sldMk cId="2965921930" sldId="283"/>
            <ac:spMk id="9" creationId="{D8C5C662-0645-E098-29EB-0E510D400D26}"/>
          </ac:spMkLst>
        </pc:spChg>
        <pc:graphicFrameChg chg="modGraphic">
          <ac:chgData name="DING, Wenlong" userId="2462c282-915a-45d3-817d-b87203e0e2e0" providerId="ADAL" clId="{5D9E8CCF-4134-8C46-86A4-48224424FD0F}" dt="2023-04-14T13:53:27.383" v="2958" actId="20577"/>
          <ac:graphicFrameMkLst>
            <pc:docMk/>
            <pc:sldMk cId="2965921930" sldId="283"/>
            <ac:graphicFrameMk id="7" creationId="{5EB15423-52CF-6624-16F1-6E14953CDDB3}"/>
          </ac:graphicFrameMkLst>
        </pc:graphicFrameChg>
      </pc:sldChg>
      <pc:sldChg chg="add del">
        <pc:chgData name="DING, Wenlong" userId="2462c282-915a-45d3-817d-b87203e0e2e0" providerId="ADAL" clId="{5D9E8CCF-4134-8C46-86A4-48224424FD0F}" dt="2023-04-13T10:37:11.570" v="1989" actId="2696"/>
        <pc:sldMkLst>
          <pc:docMk/>
          <pc:sldMk cId="973634039" sldId="284"/>
        </pc:sldMkLst>
      </pc:sldChg>
      <pc:sldChg chg="addSp delSp modSp add mod">
        <pc:chgData name="DING, Wenlong" userId="2462c282-915a-45d3-817d-b87203e0e2e0" providerId="ADAL" clId="{5D9E8CCF-4134-8C46-86A4-48224424FD0F}" dt="2023-04-14T13:55:07.384" v="2972" actId="20577"/>
        <pc:sldMkLst>
          <pc:docMk/>
          <pc:sldMk cId="1057335085" sldId="284"/>
        </pc:sldMkLst>
        <pc:spChg chg="add mod">
          <ac:chgData name="DING, Wenlong" userId="2462c282-915a-45d3-817d-b87203e0e2e0" providerId="ADAL" clId="{5D9E8CCF-4134-8C46-86A4-48224424FD0F}" dt="2023-04-13T10:40:04.233" v="2118" actId="1076"/>
          <ac:spMkLst>
            <pc:docMk/>
            <pc:sldMk cId="1057335085" sldId="284"/>
            <ac:spMk id="3" creationId="{66919AF1-5304-7254-81A8-CF236CFD980E}"/>
          </ac:spMkLst>
        </pc:spChg>
        <pc:spChg chg="add mod">
          <ac:chgData name="DING, Wenlong" userId="2462c282-915a-45d3-817d-b87203e0e2e0" providerId="ADAL" clId="{5D9E8CCF-4134-8C46-86A4-48224424FD0F}" dt="2023-04-14T13:54:50.318" v="2970" actId="20577"/>
          <ac:spMkLst>
            <pc:docMk/>
            <pc:sldMk cId="1057335085" sldId="284"/>
            <ac:spMk id="4" creationId="{2726F035-DD10-32D3-B327-E695D0AC45B6}"/>
          </ac:spMkLst>
        </pc:spChg>
        <pc:spChg chg="add mod">
          <ac:chgData name="DING, Wenlong" userId="2462c282-915a-45d3-817d-b87203e0e2e0" providerId="ADAL" clId="{5D9E8CCF-4134-8C46-86A4-48224424FD0F}" dt="2023-04-14T13:54:41.157" v="2966"/>
          <ac:spMkLst>
            <pc:docMk/>
            <pc:sldMk cId="1057335085" sldId="284"/>
            <ac:spMk id="5" creationId="{8CA84670-80FB-B747-EBDA-3F8B3A026A66}"/>
          </ac:spMkLst>
        </pc:spChg>
        <pc:spChg chg="del">
          <ac:chgData name="DING, Wenlong" userId="2462c282-915a-45d3-817d-b87203e0e2e0" providerId="ADAL" clId="{5D9E8CCF-4134-8C46-86A4-48224424FD0F}" dt="2023-04-14T13:54:40.689" v="2965" actId="478"/>
          <ac:spMkLst>
            <pc:docMk/>
            <pc:sldMk cId="1057335085" sldId="284"/>
            <ac:spMk id="9" creationId="{D8C5C662-0645-E098-29EB-0E510D400D26}"/>
          </ac:spMkLst>
        </pc:spChg>
        <pc:graphicFrameChg chg="mod modGraphic">
          <ac:chgData name="DING, Wenlong" userId="2462c282-915a-45d3-817d-b87203e0e2e0" providerId="ADAL" clId="{5D9E8CCF-4134-8C46-86A4-48224424FD0F}" dt="2023-04-14T13:55:07.384" v="2972" actId="20577"/>
          <ac:graphicFrameMkLst>
            <pc:docMk/>
            <pc:sldMk cId="1057335085" sldId="284"/>
            <ac:graphicFrameMk id="7" creationId="{5EB15423-52CF-6624-16F1-6E14953CDDB3}"/>
          </ac:graphicFrameMkLst>
        </pc:graphicFrameChg>
      </pc:sldChg>
      <pc:sldChg chg="addSp modSp add del mod">
        <pc:chgData name="DING, Wenlong" userId="2462c282-915a-45d3-817d-b87203e0e2e0" providerId="ADAL" clId="{5D9E8CCF-4134-8C46-86A4-48224424FD0F}" dt="2023-04-13T11:54:38.786" v="2564" actId="2696"/>
        <pc:sldMkLst>
          <pc:docMk/>
          <pc:sldMk cId="52636870" sldId="285"/>
        </pc:sldMkLst>
        <pc:spChg chg="add mod">
          <ac:chgData name="DING, Wenlong" userId="2462c282-915a-45d3-817d-b87203e0e2e0" providerId="ADAL" clId="{5D9E8CCF-4134-8C46-86A4-48224424FD0F}" dt="2023-04-13T11:54:33.341" v="2563" actId="20577"/>
          <ac:spMkLst>
            <pc:docMk/>
            <pc:sldMk cId="52636870" sldId="285"/>
            <ac:spMk id="4" creationId="{C4DFB329-570D-A4AE-7F4E-7DAE7FE46AE7}"/>
          </ac:spMkLst>
        </pc:spChg>
      </pc:sldChg>
      <pc:sldChg chg="addSp delSp modSp add del mod delAnim">
        <pc:chgData name="DING, Wenlong" userId="2462c282-915a-45d3-817d-b87203e0e2e0" providerId="ADAL" clId="{5D9E8CCF-4134-8C46-86A4-48224424FD0F}" dt="2023-04-13T12:46:56.668" v="2716" actId="2696"/>
        <pc:sldMkLst>
          <pc:docMk/>
          <pc:sldMk cId="1486105223" sldId="285"/>
        </pc:sldMkLst>
        <pc:spChg chg="add mod">
          <ac:chgData name="DING, Wenlong" userId="2462c282-915a-45d3-817d-b87203e0e2e0" providerId="ADAL" clId="{5D9E8CCF-4134-8C46-86A4-48224424FD0F}" dt="2023-04-13T12:03:20.002" v="2659" actId="1076"/>
          <ac:spMkLst>
            <pc:docMk/>
            <pc:sldMk cId="1486105223" sldId="285"/>
            <ac:spMk id="3" creationId="{02163D5A-A5C8-EBCC-9EC0-5A7A43E7903C}"/>
          </ac:spMkLst>
        </pc:spChg>
        <pc:spChg chg="add del mod">
          <ac:chgData name="DING, Wenlong" userId="2462c282-915a-45d3-817d-b87203e0e2e0" providerId="ADAL" clId="{5D9E8CCF-4134-8C46-86A4-48224424FD0F}" dt="2023-04-13T12:06:22.241" v="2679" actId="478"/>
          <ac:spMkLst>
            <pc:docMk/>
            <pc:sldMk cId="1486105223" sldId="285"/>
            <ac:spMk id="4" creationId="{8BB1A93F-69A1-8C57-5CA2-16C12FDDAC0A}"/>
          </ac:spMkLst>
        </pc:spChg>
        <pc:spChg chg="mod topLvl">
          <ac:chgData name="DING, Wenlong" userId="2462c282-915a-45d3-817d-b87203e0e2e0" providerId="ADAL" clId="{5D9E8CCF-4134-8C46-86A4-48224424FD0F}" dt="2023-04-13T12:06:03.695" v="2674" actId="20577"/>
          <ac:spMkLst>
            <pc:docMk/>
            <pc:sldMk cId="1486105223" sldId="285"/>
            <ac:spMk id="8" creationId="{CAE04416-4C3F-64D8-2929-3B5036E59A88}"/>
          </ac:spMkLst>
        </pc:spChg>
        <pc:spChg chg="mod topLvl">
          <ac:chgData name="DING, Wenlong" userId="2462c282-915a-45d3-817d-b87203e0e2e0" providerId="ADAL" clId="{5D9E8CCF-4134-8C46-86A4-48224424FD0F}" dt="2023-04-13T11:59:54.048" v="2616" actId="20577"/>
          <ac:spMkLst>
            <pc:docMk/>
            <pc:sldMk cId="1486105223" sldId="285"/>
            <ac:spMk id="13" creationId="{E2BEE91E-022B-4F94-A1D1-1D70498E9046}"/>
          </ac:spMkLst>
        </pc:spChg>
        <pc:spChg chg="mod topLvl">
          <ac:chgData name="DING, Wenlong" userId="2462c282-915a-45d3-817d-b87203e0e2e0" providerId="ADAL" clId="{5D9E8CCF-4134-8C46-86A4-48224424FD0F}" dt="2023-04-13T11:58:55.725" v="2602" actId="1076"/>
          <ac:spMkLst>
            <pc:docMk/>
            <pc:sldMk cId="1486105223" sldId="285"/>
            <ac:spMk id="31" creationId="{BDB3B7DF-ABEE-415E-594B-A6E7BC7F164B}"/>
          </ac:spMkLst>
        </pc:spChg>
        <pc:spChg chg="mod topLvl">
          <ac:chgData name="DING, Wenlong" userId="2462c282-915a-45d3-817d-b87203e0e2e0" providerId="ADAL" clId="{5D9E8CCF-4134-8C46-86A4-48224424FD0F}" dt="2023-04-13T11:58:59.256" v="2604" actId="20577"/>
          <ac:spMkLst>
            <pc:docMk/>
            <pc:sldMk cId="1486105223" sldId="285"/>
            <ac:spMk id="38" creationId="{A26E6CAF-7142-79FB-D14B-EDA4F1012CB3}"/>
          </ac:spMkLst>
        </pc:spChg>
        <pc:spChg chg="del">
          <ac:chgData name="DING, Wenlong" userId="2462c282-915a-45d3-817d-b87203e0e2e0" providerId="ADAL" clId="{5D9E8CCF-4134-8C46-86A4-48224424FD0F}" dt="2023-04-13T11:55:40.238" v="2574" actId="478"/>
          <ac:spMkLst>
            <pc:docMk/>
            <pc:sldMk cId="1486105223" sldId="285"/>
            <ac:spMk id="44" creationId="{6168FB3A-78E1-6BC3-F3C3-F32615BE02DE}"/>
          </ac:spMkLst>
        </pc:spChg>
        <pc:spChg chg="mod">
          <ac:chgData name="DING, Wenlong" userId="2462c282-915a-45d3-817d-b87203e0e2e0" providerId="ADAL" clId="{5D9E8CCF-4134-8C46-86A4-48224424FD0F}" dt="2023-04-13T12:03:09.385" v="2657" actId="403"/>
          <ac:spMkLst>
            <pc:docMk/>
            <pc:sldMk cId="1486105223" sldId="285"/>
            <ac:spMk id="54" creationId="{D2ED428B-AF72-883E-B342-2C18B1B6AE5F}"/>
          </ac:spMkLst>
        </pc:spChg>
        <pc:grpChg chg="add del mod">
          <ac:chgData name="DING, Wenlong" userId="2462c282-915a-45d3-817d-b87203e0e2e0" providerId="ADAL" clId="{5D9E8CCF-4134-8C46-86A4-48224424FD0F}" dt="2023-04-13T11:56:22.668" v="2580" actId="165"/>
          <ac:grpSpMkLst>
            <pc:docMk/>
            <pc:sldMk cId="1486105223" sldId="285"/>
            <ac:grpSpMk id="2" creationId="{4E5D19C3-B735-4B3F-DFE9-02F1F4B156A7}"/>
          </ac:grpSpMkLst>
        </pc:grpChg>
        <pc:graphicFrameChg chg="del mod topLvl modGraphic">
          <ac:chgData name="DING, Wenlong" userId="2462c282-915a-45d3-817d-b87203e0e2e0" providerId="ADAL" clId="{5D9E8CCF-4134-8C46-86A4-48224424FD0F}" dt="2023-04-13T12:05:58.714" v="2666" actId="478"/>
          <ac:graphicFrameMkLst>
            <pc:docMk/>
            <pc:sldMk cId="1486105223" sldId="285"/>
            <ac:graphicFrameMk id="9" creationId="{39939214-1B30-42CA-41D8-86E4921E643F}"/>
          </ac:graphicFrameMkLst>
        </pc:graphicFrameChg>
        <pc:graphicFrameChg chg="mod topLvl modGraphic">
          <ac:chgData name="DING, Wenlong" userId="2462c282-915a-45d3-817d-b87203e0e2e0" providerId="ADAL" clId="{5D9E8CCF-4134-8C46-86A4-48224424FD0F}" dt="2023-04-13T11:58:55.725" v="2602" actId="1076"/>
          <ac:graphicFrameMkLst>
            <pc:docMk/>
            <pc:sldMk cId="1486105223" sldId="285"/>
            <ac:graphicFrameMk id="10" creationId="{57395A4E-1256-CC2F-3681-8A2832901D9D}"/>
          </ac:graphicFrameMkLst>
        </pc:graphicFrameChg>
        <pc:graphicFrameChg chg="mod topLvl modGraphic">
          <ac:chgData name="DING, Wenlong" userId="2462c282-915a-45d3-817d-b87203e0e2e0" providerId="ADAL" clId="{5D9E8CCF-4134-8C46-86A4-48224424FD0F}" dt="2023-04-13T12:01:18.067" v="2636" actId="255"/>
          <ac:graphicFrameMkLst>
            <pc:docMk/>
            <pc:sldMk cId="1486105223" sldId="285"/>
            <ac:graphicFrameMk id="30" creationId="{AEC7B4EE-D3FE-7A30-5AF0-82475F049299}"/>
          </ac:graphicFrameMkLst>
        </pc:graphicFrameChg>
        <pc:graphicFrameChg chg="mod topLvl modGraphic">
          <ac:chgData name="DING, Wenlong" userId="2462c282-915a-45d3-817d-b87203e0e2e0" providerId="ADAL" clId="{5D9E8CCF-4134-8C46-86A4-48224424FD0F}" dt="2023-04-13T12:01:13.388" v="2635" actId="255"/>
          <ac:graphicFrameMkLst>
            <pc:docMk/>
            <pc:sldMk cId="1486105223" sldId="285"/>
            <ac:graphicFrameMk id="37" creationId="{B88448A3-B49D-4AAD-5322-753339321356}"/>
          </ac:graphicFrameMkLst>
        </pc:graphicFrameChg>
        <pc:graphicFrameChg chg="del">
          <ac:chgData name="DING, Wenlong" userId="2462c282-915a-45d3-817d-b87203e0e2e0" providerId="ADAL" clId="{5D9E8CCF-4134-8C46-86A4-48224424FD0F}" dt="2023-04-13T11:55:40.238" v="2574" actId="478"/>
          <ac:graphicFrameMkLst>
            <pc:docMk/>
            <pc:sldMk cId="1486105223" sldId="285"/>
            <ac:graphicFrameMk id="43" creationId="{6EB15FF3-B5BE-D611-9203-0B172BDAE7D1}"/>
          </ac:graphicFrameMkLst>
        </pc:graphicFrameChg>
        <pc:graphicFrameChg chg="mod topLvl modGraphic">
          <ac:chgData name="DING, Wenlong" userId="2462c282-915a-45d3-817d-b87203e0e2e0" providerId="ADAL" clId="{5D9E8CCF-4134-8C46-86A4-48224424FD0F}" dt="2023-04-13T12:06:36.327" v="2681" actId="207"/>
          <ac:graphicFrameMkLst>
            <pc:docMk/>
            <pc:sldMk cId="1486105223" sldId="285"/>
            <ac:graphicFrameMk id="45" creationId="{253D598A-EB41-F6A0-4580-34F22927A0C6}"/>
          </ac:graphicFrameMkLst>
        </pc:graphicFrameChg>
        <pc:graphicFrameChg chg="del mod topLvl modGraphic">
          <ac:chgData name="DING, Wenlong" userId="2462c282-915a-45d3-817d-b87203e0e2e0" providerId="ADAL" clId="{5D9E8CCF-4134-8C46-86A4-48224424FD0F}" dt="2023-04-13T12:06:11.171" v="2675" actId="478"/>
          <ac:graphicFrameMkLst>
            <pc:docMk/>
            <pc:sldMk cId="1486105223" sldId="285"/>
            <ac:graphicFrameMk id="46" creationId="{985BDFB7-B0CE-D245-D0F0-6DA31E8C7CA8}"/>
          </ac:graphicFrameMkLst>
        </pc:graphicFrameChg>
        <pc:graphicFrameChg chg="mod topLvl modGraphic">
          <ac:chgData name="DING, Wenlong" userId="2462c282-915a-45d3-817d-b87203e0e2e0" providerId="ADAL" clId="{5D9E8CCF-4134-8C46-86A4-48224424FD0F}" dt="2023-04-13T12:06:39.253" v="2682" actId="207"/>
          <ac:graphicFrameMkLst>
            <pc:docMk/>
            <pc:sldMk cId="1486105223" sldId="285"/>
            <ac:graphicFrameMk id="47" creationId="{625C959F-45E5-29DE-2341-10C82FCC91E9}"/>
          </ac:graphicFrameMkLst>
        </pc:graphicFrameChg>
        <pc:graphicFrameChg chg="del mod topLvl modGraphic">
          <ac:chgData name="DING, Wenlong" userId="2462c282-915a-45d3-817d-b87203e0e2e0" providerId="ADAL" clId="{5D9E8CCF-4134-8C46-86A4-48224424FD0F}" dt="2023-04-13T12:06:13.620" v="2676" actId="478"/>
          <ac:graphicFrameMkLst>
            <pc:docMk/>
            <pc:sldMk cId="1486105223" sldId="285"/>
            <ac:graphicFrameMk id="48" creationId="{44667F3A-F733-A7D9-D7D8-1AAF95C28079}"/>
          </ac:graphicFrameMkLst>
        </pc:graphicFrameChg>
        <pc:graphicFrameChg chg="del">
          <ac:chgData name="DING, Wenlong" userId="2462c282-915a-45d3-817d-b87203e0e2e0" providerId="ADAL" clId="{5D9E8CCF-4134-8C46-86A4-48224424FD0F}" dt="2023-04-13T11:55:40.238" v="2574" actId="478"/>
          <ac:graphicFrameMkLst>
            <pc:docMk/>
            <pc:sldMk cId="1486105223" sldId="285"/>
            <ac:graphicFrameMk id="49" creationId="{49F283CF-4D07-4B85-7D97-89B7F40CA34A}"/>
          </ac:graphicFrameMkLst>
        </pc:graphicFrameChg>
        <pc:graphicFrameChg chg="del">
          <ac:chgData name="DING, Wenlong" userId="2462c282-915a-45d3-817d-b87203e0e2e0" providerId="ADAL" clId="{5D9E8CCF-4134-8C46-86A4-48224424FD0F}" dt="2023-04-13T11:55:40.238" v="2574" actId="478"/>
          <ac:graphicFrameMkLst>
            <pc:docMk/>
            <pc:sldMk cId="1486105223" sldId="285"/>
            <ac:graphicFrameMk id="50" creationId="{95A76F5B-8322-C1FD-BF20-34925E6A26CD}"/>
          </ac:graphicFrameMkLst>
        </pc:graphicFrameChg>
        <pc:graphicFrameChg chg="mod topLvl modGraphic">
          <ac:chgData name="DING, Wenlong" userId="2462c282-915a-45d3-817d-b87203e0e2e0" providerId="ADAL" clId="{5D9E8CCF-4134-8C46-86A4-48224424FD0F}" dt="2023-04-13T11:59:50.121" v="2614" actId="255"/>
          <ac:graphicFrameMkLst>
            <pc:docMk/>
            <pc:sldMk cId="1486105223" sldId="285"/>
            <ac:graphicFrameMk id="86" creationId="{00000000-0000-0000-0000-000000000000}"/>
          </ac:graphicFrameMkLst>
        </pc:graphicFrameChg>
        <pc:picChg chg="mod topLvl">
          <ac:chgData name="DING, Wenlong" userId="2462c282-915a-45d3-817d-b87203e0e2e0" providerId="ADAL" clId="{5D9E8CCF-4134-8C46-86A4-48224424FD0F}" dt="2023-04-13T11:58:55.725" v="2602" actId="1076"/>
          <ac:picMkLst>
            <pc:docMk/>
            <pc:sldMk cId="1486105223" sldId="285"/>
            <ac:picMk id="27" creationId="{866755EB-072E-4F0D-DFF9-4CB0F9D165A2}"/>
          </ac:picMkLst>
        </pc:picChg>
        <pc:picChg chg="mod topLvl">
          <ac:chgData name="DING, Wenlong" userId="2462c282-915a-45d3-817d-b87203e0e2e0" providerId="ADAL" clId="{5D9E8CCF-4134-8C46-86A4-48224424FD0F}" dt="2023-04-13T11:58:55.725" v="2602" actId="1076"/>
          <ac:picMkLst>
            <pc:docMk/>
            <pc:sldMk cId="1486105223" sldId="285"/>
            <ac:picMk id="34" creationId="{226E0FBF-1609-C576-813F-38243D797B54}"/>
          </ac:picMkLst>
        </pc:picChg>
        <pc:picChg chg="del">
          <ac:chgData name="DING, Wenlong" userId="2462c282-915a-45d3-817d-b87203e0e2e0" providerId="ADAL" clId="{5D9E8CCF-4134-8C46-86A4-48224424FD0F}" dt="2023-04-13T11:55:40.238" v="2574" actId="478"/>
          <ac:picMkLst>
            <pc:docMk/>
            <pc:sldMk cId="1486105223" sldId="285"/>
            <ac:picMk id="40" creationId="{E0BA8627-0B1D-2C1E-802D-86C4610B41B7}"/>
          </ac:picMkLst>
        </pc:picChg>
        <pc:picChg chg="mod topLvl">
          <ac:chgData name="DING, Wenlong" userId="2462c282-915a-45d3-817d-b87203e0e2e0" providerId="ADAL" clId="{5D9E8CCF-4134-8C46-86A4-48224424FD0F}" dt="2023-04-13T11:58:55.725" v="2602" actId="1076"/>
          <ac:picMkLst>
            <pc:docMk/>
            <pc:sldMk cId="1486105223" sldId="285"/>
            <ac:picMk id="84" creationId="{00000000-0000-0000-0000-000000000000}"/>
          </ac:picMkLst>
        </pc:picChg>
      </pc:sldChg>
      <pc:sldChg chg="addSp delSp modSp add del mod">
        <pc:chgData name="DING, Wenlong" userId="2462c282-915a-45d3-817d-b87203e0e2e0" providerId="ADAL" clId="{5D9E8CCF-4134-8C46-86A4-48224424FD0F}" dt="2023-04-13T11:28:59.017" v="2501" actId="2696"/>
        <pc:sldMkLst>
          <pc:docMk/>
          <pc:sldMk cId="1863590560" sldId="285"/>
        </pc:sldMkLst>
        <pc:spChg chg="del">
          <ac:chgData name="DING, Wenlong" userId="2462c282-915a-45d3-817d-b87203e0e2e0" providerId="ADAL" clId="{5D9E8CCF-4134-8C46-86A4-48224424FD0F}" dt="2023-04-13T10:51:32.282" v="2127" actId="478"/>
          <ac:spMkLst>
            <pc:docMk/>
            <pc:sldMk cId="1863590560" sldId="285"/>
            <ac:spMk id="3" creationId="{5C461B64-2ECC-01DB-2098-1829F77DE978}"/>
          </ac:spMkLst>
        </pc:spChg>
        <pc:spChg chg="add del mod">
          <ac:chgData name="DING, Wenlong" userId="2462c282-915a-45d3-817d-b87203e0e2e0" providerId="ADAL" clId="{5D9E8CCF-4134-8C46-86A4-48224424FD0F}" dt="2023-04-13T10:51:20.497" v="2124" actId="478"/>
          <ac:spMkLst>
            <pc:docMk/>
            <pc:sldMk cId="1863590560" sldId="285"/>
            <ac:spMk id="4" creationId="{ED6F0F7A-08BA-7E5B-141E-5409EF335C52}"/>
          </ac:spMkLst>
        </pc:spChg>
        <pc:spChg chg="add mod">
          <ac:chgData name="DING, Wenlong" userId="2462c282-915a-45d3-817d-b87203e0e2e0" providerId="ADAL" clId="{5D9E8CCF-4134-8C46-86A4-48224424FD0F}" dt="2023-04-13T10:51:24.943" v="2125"/>
          <ac:spMkLst>
            <pc:docMk/>
            <pc:sldMk cId="1863590560" sldId="285"/>
            <ac:spMk id="5" creationId="{D1A8B3F1-AD62-FAA7-725B-B04816C17F9B}"/>
          </ac:spMkLst>
        </pc:spChg>
        <pc:spChg chg="del">
          <ac:chgData name="DING, Wenlong" userId="2462c282-915a-45d3-817d-b87203e0e2e0" providerId="ADAL" clId="{5D9E8CCF-4134-8C46-86A4-48224424FD0F}" dt="2023-04-13T10:51:29.141" v="2126" actId="478"/>
          <ac:spMkLst>
            <pc:docMk/>
            <pc:sldMk cId="1863590560" sldId="285"/>
            <ac:spMk id="6" creationId="{DBDB495C-4A97-E6EC-72D9-515FBBB0B1F2}"/>
          </ac:spMkLst>
        </pc:spChg>
        <pc:spChg chg="del">
          <ac:chgData name="DING, Wenlong" userId="2462c282-915a-45d3-817d-b87203e0e2e0" providerId="ADAL" clId="{5D9E8CCF-4134-8C46-86A4-48224424FD0F}" dt="2023-04-13T10:51:11.556" v="2121" actId="478"/>
          <ac:spMkLst>
            <pc:docMk/>
            <pc:sldMk cId="1863590560" sldId="285"/>
            <ac:spMk id="9" creationId="{D8C5C662-0645-E098-29EB-0E510D400D26}"/>
          </ac:spMkLst>
        </pc:spChg>
        <pc:spChg chg="add mod">
          <ac:chgData name="DING, Wenlong" userId="2462c282-915a-45d3-817d-b87203e0e2e0" providerId="ADAL" clId="{5D9E8CCF-4134-8C46-86A4-48224424FD0F}" dt="2023-04-13T11:00:28.439" v="2202" actId="1076"/>
          <ac:spMkLst>
            <pc:docMk/>
            <pc:sldMk cId="1863590560" sldId="285"/>
            <ac:spMk id="10" creationId="{BE960388-88EE-735E-BA3C-B1D79894C336}"/>
          </ac:spMkLst>
        </pc:spChg>
        <pc:spChg chg="add del mod">
          <ac:chgData name="DING, Wenlong" userId="2462c282-915a-45d3-817d-b87203e0e2e0" providerId="ADAL" clId="{5D9E8CCF-4134-8C46-86A4-48224424FD0F}" dt="2023-04-13T11:12:33.038" v="2455" actId="478"/>
          <ac:spMkLst>
            <pc:docMk/>
            <pc:sldMk cId="1863590560" sldId="285"/>
            <ac:spMk id="11" creationId="{801321AA-43D1-2495-9F26-80D1AA1228E3}"/>
          </ac:spMkLst>
        </pc:spChg>
        <pc:spChg chg="del">
          <ac:chgData name="DING, Wenlong" userId="2462c282-915a-45d3-817d-b87203e0e2e0" providerId="ADAL" clId="{5D9E8CCF-4134-8C46-86A4-48224424FD0F}" dt="2023-04-13T10:51:15.211" v="2122" actId="478"/>
          <ac:spMkLst>
            <pc:docMk/>
            <pc:sldMk cId="1863590560" sldId="285"/>
            <ac:spMk id="67" creationId="{00000000-0000-0000-0000-000000000000}"/>
          </ac:spMkLst>
        </pc:spChg>
        <pc:graphicFrameChg chg="del">
          <ac:chgData name="DING, Wenlong" userId="2462c282-915a-45d3-817d-b87203e0e2e0" providerId="ADAL" clId="{5D9E8CCF-4134-8C46-86A4-48224424FD0F}" dt="2023-04-13T10:51:08.333" v="2120" actId="478"/>
          <ac:graphicFrameMkLst>
            <pc:docMk/>
            <pc:sldMk cId="1863590560" sldId="285"/>
            <ac:graphicFrameMk id="7" creationId="{5EB15423-52CF-6624-16F1-6E14953CDDB3}"/>
          </ac:graphicFrameMkLst>
        </pc:graphicFrameChg>
        <pc:graphicFrameChg chg="add mod modGraphic">
          <ac:chgData name="DING, Wenlong" userId="2462c282-915a-45d3-817d-b87203e0e2e0" providerId="ADAL" clId="{5D9E8CCF-4134-8C46-86A4-48224424FD0F}" dt="2023-04-13T11:12:54.302" v="2458" actId="1076"/>
          <ac:graphicFrameMkLst>
            <pc:docMk/>
            <pc:sldMk cId="1863590560" sldId="285"/>
            <ac:graphicFrameMk id="12" creationId="{9BD35518-BE8C-2C87-D88F-5611B1E3D82A}"/>
          </ac:graphicFrameMkLst>
        </pc:graphicFrameChg>
        <pc:picChg chg="mod">
          <ac:chgData name="DING, Wenlong" userId="2462c282-915a-45d3-817d-b87203e0e2e0" providerId="ADAL" clId="{5D9E8CCF-4134-8C46-86A4-48224424FD0F}" dt="2023-04-13T10:58:44.947" v="2150" actId="1076"/>
          <ac:picMkLst>
            <pc:docMk/>
            <pc:sldMk cId="1863590560" sldId="285"/>
            <ac:picMk id="8" creationId="{E7890EF7-9E0F-B583-BB74-FA5DBEAB98CD}"/>
          </ac:picMkLst>
        </pc:picChg>
      </pc:sldChg>
      <pc:sldChg chg="addSp delSp modSp add del mod">
        <pc:chgData name="DING, Wenlong" userId="2462c282-915a-45d3-817d-b87203e0e2e0" providerId="ADAL" clId="{5D9E8CCF-4134-8C46-86A4-48224424FD0F}" dt="2023-04-13T11:29:02.627" v="2502" actId="2696"/>
        <pc:sldMkLst>
          <pc:docMk/>
          <pc:sldMk cId="820859621" sldId="286"/>
        </pc:sldMkLst>
        <pc:spChg chg="add mod">
          <ac:chgData name="DING, Wenlong" userId="2462c282-915a-45d3-817d-b87203e0e2e0" providerId="ADAL" clId="{5D9E8CCF-4134-8C46-86A4-48224424FD0F}" dt="2023-04-13T11:19:20.306" v="2500" actId="1076"/>
          <ac:spMkLst>
            <pc:docMk/>
            <pc:sldMk cId="820859621" sldId="286"/>
            <ac:spMk id="3" creationId="{A4933374-68D1-204C-E404-EB8408EFA198}"/>
          </ac:spMkLst>
        </pc:spChg>
        <pc:spChg chg="add del mod">
          <ac:chgData name="DING, Wenlong" userId="2462c282-915a-45d3-817d-b87203e0e2e0" providerId="ADAL" clId="{5D9E8CCF-4134-8C46-86A4-48224424FD0F}" dt="2023-04-13T11:19:14.525" v="2499" actId="478"/>
          <ac:spMkLst>
            <pc:docMk/>
            <pc:sldMk cId="820859621" sldId="286"/>
            <ac:spMk id="4" creationId="{E2C60250-C3F0-A064-B0FF-2888658DD2B7}"/>
          </ac:spMkLst>
        </pc:spChg>
      </pc:sldChg>
      <pc:sldChg chg="addSp delSp modSp add mod">
        <pc:chgData name="DING, Wenlong" userId="2462c282-915a-45d3-817d-b87203e0e2e0" providerId="ADAL" clId="{5D9E8CCF-4134-8C46-86A4-48224424FD0F}" dt="2023-04-14T13:59:05.912" v="2978" actId="1076"/>
        <pc:sldMkLst>
          <pc:docMk/>
          <pc:sldMk cId="922675022" sldId="286"/>
        </pc:sldMkLst>
        <pc:spChg chg="add mod">
          <ac:chgData name="DING, Wenlong" userId="2462c282-915a-45d3-817d-b87203e0e2e0" providerId="ADAL" clId="{5D9E8CCF-4134-8C46-86A4-48224424FD0F}" dt="2023-04-13T12:47:33.302" v="2724" actId="1076"/>
          <ac:spMkLst>
            <pc:docMk/>
            <pc:sldMk cId="922675022" sldId="286"/>
            <ac:spMk id="4" creationId="{E504D0EB-F67F-8559-CBD7-BCB123A1155E}"/>
          </ac:spMkLst>
        </pc:spChg>
        <pc:spChg chg="del">
          <ac:chgData name="DING, Wenlong" userId="2462c282-915a-45d3-817d-b87203e0e2e0" providerId="ADAL" clId="{5D9E8CCF-4134-8C46-86A4-48224424FD0F}" dt="2023-04-13T12:46:54.243" v="2715" actId="478"/>
          <ac:spMkLst>
            <pc:docMk/>
            <pc:sldMk cId="922675022" sldId="286"/>
            <ac:spMk id="14" creationId="{00EBFE64-F6C4-2F9F-2C7B-D9BA3E62DFCE}"/>
          </ac:spMkLst>
        </pc:spChg>
        <pc:picChg chg="add del mod">
          <ac:chgData name="DING, Wenlong" userId="2462c282-915a-45d3-817d-b87203e0e2e0" providerId="ADAL" clId="{5D9E8CCF-4134-8C46-86A4-48224424FD0F}" dt="2023-04-14T13:58:47.241" v="2973" actId="478"/>
          <ac:picMkLst>
            <pc:docMk/>
            <pc:sldMk cId="922675022" sldId="286"/>
            <ac:picMk id="2" creationId="{CB39128E-0EE8-96DF-BE34-9E609C025235}"/>
          </ac:picMkLst>
        </pc:picChg>
        <pc:picChg chg="add mod">
          <ac:chgData name="DING, Wenlong" userId="2462c282-915a-45d3-817d-b87203e0e2e0" providerId="ADAL" clId="{5D9E8CCF-4134-8C46-86A4-48224424FD0F}" dt="2023-04-14T13:59:05.912" v="2978" actId="1076"/>
          <ac:picMkLst>
            <pc:docMk/>
            <pc:sldMk cId="922675022" sldId="286"/>
            <ac:picMk id="3" creationId="{3C8FF365-345F-5AB5-AA77-1D277B7346D9}"/>
          </ac:picMkLst>
        </pc:picChg>
        <pc:picChg chg="del">
          <ac:chgData name="DING, Wenlong" userId="2462c282-915a-45d3-817d-b87203e0e2e0" providerId="ADAL" clId="{5D9E8CCF-4134-8C46-86A4-48224424FD0F}" dt="2023-04-13T12:46:54.243" v="2715" actId="478"/>
          <ac:picMkLst>
            <pc:docMk/>
            <pc:sldMk cId="922675022" sldId="286"/>
            <ac:picMk id="12" creationId="{50757896-0592-C360-C80F-291B2205C535}"/>
          </ac:picMkLst>
        </pc:picChg>
      </pc:sldChg>
      <pc:sldChg chg="delSp add del mod">
        <pc:chgData name="DING, Wenlong" userId="2462c282-915a-45d3-817d-b87203e0e2e0" providerId="ADAL" clId="{5D9E8CCF-4134-8C46-86A4-48224424FD0F}" dt="2023-04-13T12:06:17.938" v="2678" actId="2696"/>
        <pc:sldMkLst>
          <pc:docMk/>
          <pc:sldMk cId="2906400452" sldId="286"/>
        </pc:sldMkLst>
        <pc:spChg chg="del">
          <ac:chgData name="DING, Wenlong" userId="2462c282-915a-45d3-817d-b87203e0e2e0" providerId="ADAL" clId="{5D9E8CCF-4134-8C46-86A4-48224424FD0F}" dt="2023-04-13T11:55:48.951" v="2575" actId="478"/>
          <ac:spMkLst>
            <pc:docMk/>
            <pc:sldMk cId="2906400452" sldId="286"/>
            <ac:spMk id="8" creationId="{CAE04416-4C3F-64D8-2929-3B5036E59A88}"/>
          </ac:spMkLst>
        </pc:spChg>
        <pc:graphicFrameChg chg="del">
          <ac:chgData name="DING, Wenlong" userId="2462c282-915a-45d3-817d-b87203e0e2e0" providerId="ADAL" clId="{5D9E8CCF-4134-8C46-86A4-48224424FD0F}" dt="2023-04-13T11:55:48.951" v="2575" actId="478"/>
          <ac:graphicFrameMkLst>
            <pc:docMk/>
            <pc:sldMk cId="2906400452" sldId="286"/>
            <ac:graphicFrameMk id="9" creationId="{39939214-1B30-42CA-41D8-86E4921E643F}"/>
          </ac:graphicFrameMkLst>
        </pc:graphicFrameChg>
        <pc:graphicFrameChg chg="del">
          <ac:chgData name="DING, Wenlong" userId="2462c282-915a-45d3-817d-b87203e0e2e0" providerId="ADAL" clId="{5D9E8CCF-4134-8C46-86A4-48224424FD0F}" dt="2023-04-13T11:55:48.951" v="2575" actId="478"/>
          <ac:graphicFrameMkLst>
            <pc:docMk/>
            <pc:sldMk cId="2906400452" sldId="286"/>
            <ac:graphicFrameMk id="10" creationId="{57395A4E-1256-CC2F-3681-8A2832901D9D}"/>
          </ac:graphicFrameMkLst>
        </pc:graphicFrameChg>
        <pc:graphicFrameChg chg="del">
          <ac:chgData name="DING, Wenlong" userId="2462c282-915a-45d3-817d-b87203e0e2e0" providerId="ADAL" clId="{5D9E8CCF-4134-8C46-86A4-48224424FD0F}" dt="2023-04-13T11:55:48.951" v="2575" actId="478"/>
          <ac:graphicFrameMkLst>
            <pc:docMk/>
            <pc:sldMk cId="2906400452" sldId="286"/>
            <ac:graphicFrameMk id="86" creationId="{00000000-0000-0000-0000-000000000000}"/>
          </ac:graphicFrameMkLst>
        </pc:graphicFrameChg>
        <pc:picChg chg="del">
          <ac:chgData name="DING, Wenlong" userId="2462c282-915a-45d3-817d-b87203e0e2e0" providerId="ADAL" clId="{5D9E8CCF-4134-8C46-86A4-48224424FD0F}" dt="2023-04-13T11:55:48.951" v="2575" actId="478"/>
          <ac:picMkLst>
            <pc:docMk/>
            <pc:sldMk cId="2906400452" sldId="286"/>
            <ac:picMk id="84" creationId="{00000000-0000-0000-0000-000000000000}"/>
          </ac:picMkLst>
        </pc:picChg>
      </pc:sldChg>
      <pc:sldChg chg="addSp modSp add del mod">
        <pc:chgData name="DING, Wenlong" userId="2462c282-915a-45d3-817d-b87203e0e2e0" providerId="ADAL" clId="{5D9E8CCF-4134-8C46-86A4-48224424FD0F}" dt="2023-04-13T12:37:45.214" v="2709" actId="2696"/>
        <pc:sldMkLst>
          <pc:docMk/>
          <pc:sldMk cId="3333264055" sldId="287"/>
        </pc:sldMkLst>
        <pc:spChg chg="add mod">
          <ac:chgData name="DING, Wenlong" userId="2462c282-915a-45d3-817d-b87203e0e2e0" providerId="ADAL" clId="{5D9E8CCF-4134-8C46-86A4-48224424FD0F}" dt="2023-04-13T12:07:26.714" v="2684" actId="1076"/>
          <ac:spMkLst>
            <pc:docMk/>
            <pc:sldMk cId="3333264055" sldId="287"/>
            <ac:spMk id="2" creationId="{4C269C06-05FF-E298-107B-25B2376354D2}"/>
          </ac:spMkLst>
        </pc:spChg>
        <pc:spChg chg="add mod">
          <ac:chgData name="DING, Wenlong" userId="2462c282-915a-45d3-817d-b87203e0e2e0" providerId="ADAL" clId="{5D9E8CCF-4134-8C46-86A4-48224424FD0F}" dt="2023-04-13T12:08:12.691" v="2697" actId="20577"/>
          <ac:spMkLst>
            <pc:docMk/>
            <pc:sldMk cId="3333264055" sldId="287"/>
            <ac:spMk id="5" creationId="{B2C3C421-CFBD-DC36-BC0F-74F2088CDED8}"/>
          </ac:spMkLst>
        </pc:spChg>
        <pc:graphicFrameChg chg="mod">
          <ac:chgData name="DING, Wenlong" userId="2462c282-915a-45d3-817d-b87203e0e2e0" providerId="ADAL" clId="{5D9E8CCF-4134-8C46-86A4-48224424FD0F}" dt="2023-04-13T12:07:34.390" v="2685"/>
          <ac:graphicFrameMkLst>
            <pc:docMk/>
            <pc:sldMk cId="3333264055" sldId="287"/>
            <ac:graphicFrameMk id="10" creationId="{57395A4E-1256-CC2F-3681-8A2832901D9D}"/>
          </ac:graphicFrameMkLst>
        </pc:graphicFrameChg>
      </pc:sldChg>
      <pc:sldChg chg="addSp delSp modSp add mod">
        <pc:chgData name="DING, Wenlong" userId="2462c282-915a-45d3-817d-b87203e0e2e0" providerId="ADAL" clId="{5D9E8CCF-4134-8C46-86A4-48224424FD0F}" dt="2023-04-13T12:48:04.112" v="2732" actId="1076"/>
        <pc:sldMkLst>
          <pc:docMk/>
          <pc:sldMk cId="4093359681" sldId="287"/>
        </pc:sldMkLst>
        <pc:picChg chg="del">
          <ac:chgData name="DING, Wenlong" userId="2462c282-915a-45d3-817d-b87203e0e2e0" providerId="ADAL" clId="{5D9E8CCF-4134-8C46-86A4-48224424FD0F}" dt="2023-04-13T12:47:42.707" v="2727" actId="478"/>
          <ac:picMkLst>
            <pc:docMk/>
            <pc:sldMk cId="4093359681" sldId="287"/>
            <ac:picMk id="2" creationId="{CB39128E-0EE8-96DF-BE34-9E609C025235}"/>
          </ac:picMkLst>
        </pc:picChg>
        <pc:picChg chg="add mod">
          <ac:chgData name="DING, Wenlong" userId="2462c282-915a-45d3-817d-b87203e0e2e0" providerId="ADAL" clId="{5D9E8CCF-4134-8C46-86A4-48224424FD0F}" dt="2023-04-13T12:48:04.112" v="2732" actId="1076"/>
          <ac:picMkLst>
            <pc:docMk/>
            <pc:sldMk cId="4093359681" sldId="287"/>
            <ac:picMk id="3" creationId="{F9965F07-D2EB-8794-4F1E-73677F2857B5}"/>
          </ac:picMkLst>
        </pc:picChg>
      </pc:sldChg>
      <pc:sldChg chg="addSp delSp modSp add mod">
        <pc:chgData name="DING, Wenlong" userId="2462c282-915a-45d3-817d-b87203e0e2e0" providerId="ADAL" clId="{5D9E8CCF-4134-8C46-86A4-48224424FD0F}" dt="2023-04-13T12:48:36.705" v="2739" actId="1076"/>
        <pc:sldMkLst>
          <pc:docMk/>
          <pc:sldMk cId="4263844469" sldId="288"/>
        </pc:sldMkLst>
        <pc:picChg chg="add mod">
          <ac:chgData name="DING, Wenlong" userId="2462c282-915a-45d3-817d-b87203e0e2e0" providerId="ADAL" clId="{5D9E8CCF-4134-8C46-86A4-48224424FD0F}" dt="2023-04-13T12:48:36.705" v="2739" actId="1076"/>
          <ac:picMkLst>
            <pc:docMk/>
            <pc:sldMk cId="4263844469" sldId="288"/>
            <ac:picMk id="2" creationId="{AE25414A-20C8-94A2-8513-82D25BE0F1C7}"/>
          </ac:picMkLst>
        </pc:picChg>
        <pc:picChg chg="del">
          <ac:chgData name="DING, Wenlong" userId="2462c282-915a-45d3-817d-b87203e0e2e0" providerId="ADAL" clId="{5D9E8CCF-4134-8C46-86A4-48224424FD0F}" dt="2023-04-13T12:48:15.169" v="2734" actId="478"/>
          <ac:picMkLst>
            <pc:docMk/>
            <pc:sldMk cId="4263844469" sldId="288"/>
            <ac:picMk id="3" creationId="{F9965F07-D2EB-8794-4F1E-73677F2857B5}"/>
          </ac:picMkLst>
        </pc:picChg>
      </pc:sldChg>
      <pc:sldMasterChg chg="addSldLayout delSldLayout">
        <pc:chgData name="DING, Wenlong" userId="2462c282-915a-45d3-817d-b87203e0e2e0" providerId="ADAL" clId="{5D9E8CCF-4134-8C46-86A4-48224424FD0F}" dt="2023-04-13T12:46:56.669" v="2717" actId="2696"/>
        <pc:sldMasterMkLst>
          <pc:docMk/>
          <pc:sldMasterMk cId="0" sldId="2147483659"/>
        </pc:sldMasterMkLst>
        <pc:sldLayoutChg chg="add del">
          <pc:chgData name="DING, Wenlong" userId="2462c282-915a-45d3-817d-b87203e0e2e0" providerId="ADAL" clId="{5D9E8CCF-4134-8C46-86A4-48224424FD0F}" dt="2023-04-13T12:46:56.669" v="2717" actId="2696"/>
          <pc:sldLayoutMkLst>
            <pc:docMk/>
            <pc:sldMasterMk cId="0" sldId="2147483659"/>
            <pc:sldLayoutMk cId="0" sldId="2147483651"/>
          </pc:sldLayoutMkLst>
        </pc:sldLayoutChg>
      </pc:sldMasterChg>
    </pc:docChg>
  </pc:docChgLst>
  <pc:docChgLst>
    <pc:chgData name="DING, Wenlong" userId="2462c282-915a-45d3-817d-b87203e0e2e0" providerId="ADAL" clId="{FA84A8F1-1FFD-F941-8BBE-197ACBA10BF4}"/>
    <pc:docChg chg="custSel modSld">
      <pc:chgData name="DING, Wenlong" userId="2462c282-915a-45d3-817d-b87203e0e2e0" providerId="ADAL" clId="{FA84A8F1-1FFD-F941-8BBE-197ACBA10BF4}" dt="2023-11-13T03:27:31.267" v="3" actId="478"/>
      <pc:docMkLst>
        <pc:docMk/>
      </pc:docMkLst>
      <pc:sldChg chg="addSp delSp modSp mod">
        <pc:chgData name="DING, Wenlong" userId="2462c282-915a-45d3-817d-b87203e0e2e0" providerId="ADAL" clId="{FA84A8F1-1FFD-F941-8BBE-197ACBA10BF4}" dt="2023-11-13T03:27:31.267" v="3" actId="478"/>
        <pc:sldMkLst>
          <pc:docMk/>
          <pc:sldMk cId="0" sldId="257"/>
        </pc:sldMkLst>
        <pc:spChg chg="add del mod">
          <ac:chgData name="DING, Wenlong" userId="2462c282-915a-45d3-817d-b87203e0e2e0" providerId="ADAL" clId="{FA84A8F1-1FFD-F941-8BBE-197ACBA10BF4}" dt="2023-11-13T03:25:40.536" v="1" actId="478"/>
          <ac:spMkLst>
            <pc:docMk/>
            <pc:sldMk cId="0" sldId="257"/>
            <ac:spMk id="2" creationId="{4A794F36-0ACC-BB92-DA63-91AA329F3B22}"/>
          </ac:spMkLst>
        </pc:spChg>
        <pc:spChg chg="add del mod">
          <ac:chgData name="DING, Wenlong" userId="2462c282-915a-45d3-817d-b87203e0e2e0" providerId="ADAL" clId="{FA84A8F1-1FFD-F941-8BBE-197ACBA10BF4}" dt="2023-11-13T03:27:31.267" v="3" actId="478"/>
          <ac:spMkLst>
            <pc:docMk/>
            <pc:sldMk cId="0" sldId="257"/>
            <ac:spMk id="3" creationId="{8F77077C-4C83-7D72-285F-792F6889C3E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CN" dirty="0" smtClean="0"/>
              <a:t>Hello everyone, and welcome to Tutorial 11 for </a:t>
            </a:r>
            <a:r>
              <a:rPr lang="en-US" altLang="zh-CN" dirty="0" err="1" smtClean="0"/>
              <a:t>CSCI</a:t>
            </a:r>
            <a:r>
              <a:rPr lang="en-US" altLang="zh-CN" dirty="0" smtClean="0"/>
              <a:t> 4430. Today, we’ll focus on key concepts of Intra-Domain Routing. Our goal is to understand how different routing protocols work inside a single network domain. By the end of this tutorial, you should have a clear idea of why routers need these protocols and how they exchange routing information.</a:t>
            </a:r>
          </a:p>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altLang="zh-CN" dirty="0" smtClean="0"/>
              <a:t>Recently, we posted some new notes about </a:t>
            </a:r>
            <a:r>
              <a:rPr lang="en-US" altLang="zh-CN" dirty="0" err="1" smtClean="0"/>
              <a:t>ASG3</a:t>
            </a:r>
            <a:r>
              <a:rPr lang="en-US" altLang="zh-CN" dirty="0" smtClean="0"/>
              <a:t> on Piazza. Please make sure to check them out.</a:t>
            </a:r>
          </a:p>
          <a:p>
            <a:pPr marL="158750" indent="0">
              <a:buNone/>
            </a:pPr>
            <a:r>
              <a:rPr lang="en-US" altLang="zh-CN" dirty="0" smtClean="0"/>
              <a:t>Since I’m not in charge of </a:t>
            </a:r>
            <a:r>
              <a:rPr lang="en-US" altLang="zh-CN" dirty="0" err="1" smtClean="0"/>
              <a:t>ASG3</a:t>
            </a:r>
            <a:r>
              <a:rPr lang="en-US" altLang="zh-CN" dirty="0" smtClean="0"/>
              <a:t>, if you have any questions about it, please post them on Piazza. Our TA, </a:t>
            </a:r>
            <a:r>
              <a:rPr lang="en-US" altLang="zh-CN" dirty="0" err="1" smtClean="0"/>
              <a:t>Shaofeng</a:t>
            </a:r>
            <a:r>
              <a:rPr lang="en-US" altLang="zh-CN" dirty="0" smtClean="0"/>
              <a:t> Wu, will be responsible for answering those questions.</a:t>
            </a:r>
          </a:p>
        </p:txBody>
      </p:sp>
    </p:spTree>
    <p:extLst>
      <p:ext uri="{BB962C8B-B14F-4D97-AF65-F5344CB8AC3E}">
        <p14:creationId xmlns:p14="http://schemas.microsoft.com/office/powerpoint/2010/main" val="30908926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20da7fe0c5_1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20da7fe0c5_1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ltLang="zh-CN" dirty="0" smtClean="0"/>
              <a:t>In this slide, we see two major types of routing protocols used within a single network: Link-State and Distance-Vector. Link-State protocols, like </a:t>
            </a:r>
            <a:r>
              <a:rPr lang="en-US" altLang="zh-CN" dirty="0" err="1" smtClean="0"/>
              <a:t>OSPF</a:t>
            </a:r>
            <a:r>
              <a:rPr lang="en-US" altLang="zh-CN" dirty="0" smtClean="0"/>
              <a:t>, rely on </a:t>
            </a:r>
            <a:r>
              <a:rPr lang="en-US" altLang="zh-CN" dirty="0" err="1" smtClean="0"/>
              <a:t>Dijkstra’s</a:t>
            </a:r>
            <a:r>
              <a:rPr lang="en-US" altLang="zh-CN" dirty="0" smtClean="0"/>
              <a:t> Algorithm to find the shortest path. In contrast, Distance-Vector protocols, such as RIP, use the Bellman-Ford Algorithm.</a:t>
            </a:r>
          </a:p>
          <a:p>
            <a:r>
              <a:rPr lang="en-US" altLang="zh-CN" dirty="0" smtClean="0"/>
              <a:t>It’s important to note that these protocols share network topology information among routers. However, they do not handle the actual data carried by packets, such as website content or email messages. Instead, they only exchange details about how the network is connected and the cost to reach different parts of it. We’ll talk more about each protocol’s specific operations and differences in the coming slides.</a:t>
            </a:r>
          </a:p>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20da7fe0c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20da7fe0c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altLang="zh-CN" dirty="0" smtClean="0"/>
              <a:t>On this slide, we have three statements about Link-State and Distance-Vector routing, and each one is labeled as true. Let’s look at them:</a:t>
            </a:r>
          </a:p>
          <a:p>
            <a:r>
              <a:rPr lang="en-US" altLang="zh-CN" b="1" dirty="0" smtClean="0"/>
              <a:t>Link-State routing broadcasts its local knowledge of the network to everyone.</a:t>
            </a:r>
            <a:r>
              <a:rPr lang="en-US" altLang="zh-CN" dirty="0" smtClean="0"/>
              <a:t/>
            </a:r>
            <a:br>
              <a:rPr lang="en-US" altLang="zh-CN" dirty="0" smtClean="0"/>
            </a:br>
            <a:r>
              <a:rPr lang="en-US" altLang="zh-CN" dirty="0" smtClean="0"/>
              <a:t>This is true because Link-State protocols, such as </a:t>
            </a:r>
            <a:r>
              <a:rPr lang="en-US" altLang="zh-CN" dirty="0" err="1" smtClean="0"/>
              <a:t>OSPF</a:t>
            </a:r>
            <a:r>
              <a:rPr lang="en-US" altLang="zh-CN" dirty="0" smtClean="0"/>
              <a:t>, rely on each router sharing its immediate connections (or ‘links’) with all other routers. They then use </a:t>
            </a:r>
            <a:r>
              <a:rPr lang="en-US" altLang="zh-CN" dirty="0" err="1" smtClean="0"/>
              <a:t>Dijkstra’s</a:t>
            </a:r>
            <a:r>
              <a:rPr lang="en-US" altLang="zh-CN" dirty="0" smtClean="0"/>
              <a:t> algorithm to compute the shortest paths.</a:t>
            </a:r>
          </a:p>
          <a:p>
            <a:r>
              <a:rPr lang="en-US" altLang="zh-CN" b="1" dirty="0" smtClean="0"/>
              <a:t>Distance-Vector routing involves telling only neighbors about its global view.</a:t>
            </a:r>
            <a:r>
              <a:rPr lang="en-US" altLang="zh-CN" dirty="0" smtClean="0"/>
              <a:t/>
            </a:r>
            <a:br>
              <a:rPr lang="en-US" altLang="zh-CN" dirty="0" smtClean="0"/>
            </a:br>
            <a:r>
              <a:rPr lang="en-US" altLang="zh-CN" dirty="0" smtClean="0"/>
              <a:t>This is also true. In Distance-Vector protocols like RIP, each router periodically sends its routing table to its neighbors. The routers then apply the Bellman-Ford algorithm to figure out the best routes.</a:t>
            </a:r>
          </a:p>
          <a:p>
            <a:r>
              <a:rPr lang="en-US" altLang="zh-CN" b="1" dirty="0" smtClean="0"/>
              <a:t>Both methods find least-cost paths to all other nodes.</a:t>
            </a:r>
            <a:r>
              <a:rPr lang="en-US" altLang="zh-CN" dirty="0" smtClean="0"/>
              <a:t/>
            </a:r>
            <a:br>
              <a:rPr lang="en-US" altLang="zh-CN" dirty="0" smtClean="0"/>
            </a:br>
            <a:r>
              <a:rPr lang="en-US" altLang="zh-CN" dirty="0" smtClean="0"/>
              <a:t>This is correct as well. Even though the protocols differ in how they exchange information, they both aim to compute the most efficient paths to every destination in the network. The underlying algorithms help avoid routing loops by carefully calculating path costs.</a:t>
            </a:r>
          </a:p>
          <a:p>
            <a:endParaRPr lang="en-US" altLang="zh-CN" dirty="0" smtClean="0"/>
          </a:p>
          <a:p>
            <a:pPr marL="0" lvl="0" indent="0" algn="l" rtl="0">
              <a:spcBef>
                <a:spcPts val="0"/>
              </a:spcBef>
              <a:spcAft>
                <a:spcPts val="0"/>
              </a:spcAft>
              <a:buNone/>
            </a:pPr>
            <a:r>
              <a:rPr lang="en-US" altLang="zh-CN" dirty="0" smtClean="0"/>
              <a:t>As you can see, both Link-State and Distance-Vector routing share the same goal—finding the best paths—though they achieve it through different strategies.</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20da7fe0c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20da7fe0c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altLang="zh-CN" dirty="0" smtClean="0"/>
              <a:t>Here we see the core steps of </a:t>
            </a:r>
            <a:r>
              <a:rPr lang="en-US" altLang="zh-CN" dirty="0" err="1" smtClean="0"/>
              <a:t>Dijkstra’s</a:t>
            </a:r>
            <a:r>
              <a:rPr lang="en-US" altLang="zh-CN" dirty="0" smtClean="0"/>
              <a:t> Algorithm, which is commonly used in Link-State routing protocols like </a:t>
            </a:r>
            <a:r>
              <a:rPr lang="en-US" altLang="zh-CN" dirty="0" err="1" smtClean="0"/>
              <a:t>OSPF</a:t>
            </a:r>
            <a:r>
              <a:rPr lang="en-US" altLang="zh-CN" dirty="0" smtClean="0"/>
              <a:t>. The idea is straightforward: we start at a chosen source node, labeled ‘u.’ We initialize the distance to ‘u’ as zero, since it’s our starting point. All other nodes begin with an infinite distance, meaning we don’t yet know how to reach them.</a:t>
            </a:r>
          </a:p>
          <a:p>
            <a:pPr marL="158750" indent="0">
              <a:buNone/>
            </a:pPr>
            <a:endParaRPr lang="en-US" altLang="zh-CN" dirty="0" smtClean="0"/>
          </a:p>
          <a:p>
            <a:pPr marL="158750" indent="0">
              <a:buNone/>
            </a:pPr>
            <a:r>
              <a:rPr lang="en-US" altLang="zh-CN" dirty="0" smtClean="0"/>
              <a:t>Next, we enter a loop. At each step, we pick the node ‘w’ that isn’t in our visited set (N’) and has the smallest distance so far. We add ‘w’ to our visited set, and then we use ‘w’ to potentially improve the distances to its neighbors. Specifically, for each neighbor ‘v’ of ‘w,’ we update D(v) if going through ‘w’ offers a shorter path than what we currently have.</a:t>
            </a:r>
          </a:p>
          <a:p>
            <a:pPr marL="158750" indent="0">
              <a:buNone/>
            </a:pPr>
            <a:endParaRPr lang="en-US" altLang="zh-CN" dirty="0" smtClean="0"/>
          </a:p>
          <a:p>
            <a:pPr marL="158750" indent="0">
              <a:buNone/>
            </a:pPr>
            <a:r>
              <a:rPr lang="en-US" altLang="zh-CN" dirty="0" smtClean="0"/>
              <a:t>The process continues until all nodes are in our visited set, which means we’ve computed the shortest path from our source to every other node. This slide shows the pseudocode for that process, and in the following slides, we’ll walk through a concrete example to see how these updates happen step by step.</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5530888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20da7fe0c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20da7fe0c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Here,</a:t>
            </a:r>
            <a:r>
              <a:rPr lang="en-US" baseline="0" dirty="0" smtClean="0"/>
              <a:t> I will give you a </a:t>
            </a:r>
            <a:r>
              <a:rPr lang="en-US" altLang="zh-CN" baseline="0" dirty="0" smtClean="0"/>
              <a:t>complete </a:t>
            </a:r>
            <a:r>
              <a:rPr lang="en-US" altLang="zh-CN" dirty="0" err="1" smtClean="0"/>
              <a:t>Dijkstra</a:t>
            </a:r>
            <a:r>
              <a:rPr lang="en-US" altLang="zh-CN" dirty="0" smtClean="0"/>
              <a:t> algorithm demonstration. </a:t>
            </a:r>
          </a:p>
          <a:p>
            <a:pPr marL="0" lvl="0" indent="0" algn="l" rtl="0">
              <a:spcBef>
                <a:spcPts val="0"/>
              </a:spcBef>
              <a:spcAft>
                <a:spcPts val="0"/>
              </a:spcAft>
              <a:buNone/>
            </a:pPr>
            <a:endParaRPr lang="en-US" dirty="0" smtClean="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smtClean="0"/>
              <a:t>In</a:t>
            </a:r>
            <a:r>
              <a:rPr lang="en-US" baseline="0" dirty="0" smtClean="0"/>
              <a:t> the first step, </a:t>
            </a:r>
            <a:r>
              <a:rPr lang="en-US" altLang="zh-CN" dirty="0" smtClean="0"/>
              <a:t>we initialize our algorithm starting at node ‘a.’ We set the distance from ‘a’ to itself as zero. For every other node, we start by assigning a distance of infinity because we haven’t calculated a path yet. However, if a node is directly connected to ‘a’—for example, node ‘b’ might have a cost of 10, node ‘d’ a cost of 30, and node ‘e’ a cost of 100—we set those costs accordingly. This initial setup is crucial as it establishes our starting point before we begin updating paths.”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523606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20da7fe0c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20da7fe0c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smtClean="0"/>
              <a:t>Next, we look for the node not yet confirmed with the smallest temporary distance. Node ‘b’ has the smallest cost of 10, so we add ‘b’ to our set of confirmed nodes, N’. With ‘b’ confirmed, we then update the distances for its neighbors. For instance, if the cost from ‘b’ to another node like ‘c’ is 50, we compare it with the current value (which was infinity) and update it to 60 if that is the best route we can find. At this point, the distances for nodes that are not directly affected by ‘b’ remain unchanged. This step marks the first improvement in our path estimates.</a:t>
            </a:r>
            <a:endParaRPr dirty="0"/>
          </a:p>
        </p:txBody>
      </p:sp>
    </p:spTree>
    <p:extLst>
      <p:ext uri="{BB962C8B-B14F-4D97-AF65-F5344CB8AC3E}">
        <p14:creationId xmlns:p14="http://schemas.microsoft.com/office/powerpoint/2010/main" val="3015663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20da7fe0c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20da7fe0c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Then, </a:t>
            </a:r>
            <a:r>
              <a:rPr lang="en-US" altLang="zh-CN" dirty="0" smtClean="0"/>
              <a:t>we choose the next node with the smallest tentative cost from those that remain. Now, node ‘d’ becomes our candidate. We add ‘d’ to our confirmed set N’. After including ‘d’, we update the distances for the nodes that are still not confirmed. Notably, by going through ‘d’, the cost to reach node ‘c’ drops—from the previous estimate to a new lower value, say from 60 to 50. Additionally, if ‘d’ connects to other nodes, their costs might also be updated. This step shows how confirming a new node can lead to better, lower-cost paths for its neighbors.</a:t>
            </a:r>
            <a:endParaRPr dirty="0"/>
          </a:p>
        </p:txBody>
      </p:sp>
    </p:spTree>
    <p:extLst>
      <p:ext uri="{BB962C8B-B14F-4D97-AF65-F5344CB8AC3E}">
        <p14:creationId xmlns:p14="http://schemas.microsoft.com/office/powerpoint/2010/main" val="31847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20da7fe0c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20da7fe0c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smtClean="0"/>
              <a:t>“In this iteration, we pick node ‘c’ as the next candidate because it now has the smallest tentative distance among the remaining nodes. Once we add ‘c’ to N’, we review and update the costs for any still unconfirmed nodes. Here, we see that the cost to node ‘e’ can now be reduced—using the new path through ‘c’ instead of the previous higher-cost path. This step is important because it refines our cost estimates further, ensuring that every update moves us closer to the optimal paths.</a:t>
            </a:r>
            <a:endParaRPr dirty="0"/>
          </a:p>
        </p:txBody>
      </p:sp>
    </p:spTree>
    <p:extLst>
      <p:ext uri="{BB962C8B-B14F-4D97-AF65-F5344CB8AC3E}">
        <p14:creationId xmlns:p14="http://schemas.microsoft.com/office/powerpoint/2010/main" val="28805049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20da7fe0c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20da7fe0c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altLang="zh-CN" dirty="0" smtClean="0"/>
              <a:t>At this step, we look at the unvisited nodes and see that node ‘c’ has the smallest temporary distance, which is 50. We select ‘c’ and add it to our confirmed set N′</a:t>
            </a:r>
          </a:p>
          <a:p>
            <a:pPr marL="158750" indent="0">
              <a:buNone/>
            </a:pPr>
            <a:endParaRPr lang="en-US" altLang="zh-CN" dirty="0" smtClean="0"/>
          </a:p>
          <a:p>
            <a:pPr marL="158750" indent="0">
              <a:buNone/>
            </a:pPr>
            <a:r>
              <a:rPr lang="en-US" altLang="zh-CN" dirty="0" smtClean="0"/>
              <a:t>Once we add ‘c,’ we update the distances of any unvisited neighbors of ‘c.’ Here, that means we check node ‘e.’ Previously, the distance to ‘e’ was 90, but by going through ‘c,’ the total cost becomes 50+10=6050 + 10 = 6050+10=60, assuming the link from ‘c’ to ‘e’ costs 10.</a:t>
            </a:r>
          </a:p>
          <a:p>
            <a:pPr marL="158750" indent="0">
              <a:buNone/>
            </a:pPr>
            <a:endParaRPr lang="en-US" altLang="zh-CN" dirty="0" smtClean="0"/>
          </a:p>
          <a:p>
            <a:pPr marL="158750" indent="0">
              <a:buNone/>
            </a:pPr>
            <a:r>
              <a:rPr lang="en-US" altLang="zh-CN" dirty="0" smtClean="0"/>
              <a:t>We replace the old distance (90) with the new one (60), since it’s cheaper. Now our set N′ is {a, b, d, c}, and the only node left to confirm is ‘e.’ We’ll handle that in the next step.</a:t>
            </a:r>
            <a:endParaRPr lang="en-US" altLang="zh-CN" dirty="0"/>
          </a:p>
        </p:txBody>
      </p:sp>
    </p:spTree>
    <p:extLst>
      <p:ext uri="{BB962C8B-B14F-4D97-AF65-F5344CB8AC3E}">
        <p14:creationId xmlns:p14="http://schemas.microsoft.com/office/powerpoint/2010/main" val="2663370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20da7fe0c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20da7fe0c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altLang="zh-CN" dirty="0" smtClean="0"/>
              <a:t>Finally, we pick node ‘e,’ which has the smallest remaining distance of 60. We add ‘e’ to our confirmed set N′, and now every node is included. This means we’ve found the shortest path from ‘a’ to every other node.</a:t>
            </a:r>
          </a:p>
          <a:p>
            <a:pPr marL="158750" indent="0">
              <a:buNone/>
            </a:pPr>
            <a:r>
              <a:rPr lang="en-US" altLang="zh-CN" dirty="0" smtClean="0"/>
              <a:t>Looking at the final costs:</a:t>
            </a:r>
          </a:p>
          <a:p>
            <a:pPr marL="158750" indent="0">
              <a:buNone/>
            </a:pPr>
            <a:endParaRPr lang="en-US" altLang="zh-CN" dirty="0" smtClean="0"/>
          </a:p>
          <a:p>
            <a:r>
              <a:rPr lang="en-US" altLang="zh-CN" b="1" dirty="0" smtClean="0"/>
              <a:t>a → b</a:t>
            </a:r>
            <a:r>
              <a:rPr lang="en-US" altLang="zh-CN" dirty="0" smtClean="0"/>
              <a:t> = 10</a:t>
            </a:r>
          </a:p>
          <a:p>
            <a:r>
              <a:rPr lang="en-US" altLang="zh-CN" b="1" dirty="0" smtClean="0"/>
              <a:t>a → d</a:t>
            </a:r>
            <a:r>
              <a:rPr lang="en-US" altLang="zh-CN" dirty="0" smtClean="0"/>
              <a:t> = 30</a:t>
            </a:r>
          </a:p>
          <a:p>
            <a:r>
              <a:rPr lang="en-US" altLang="zh-CN" b="1" dirty="0" smtClean="0"/>
              <a:t>a → d → c</a:t>
            </a:r>
            <a:r>
              <a:rPr lang="en-US" altLang="zh-CN" dirty="0" smtClean="0"/>
              <a:t> = 50</a:t>
            </a:r>
          </a:p>
          <a:p>
            <a:r>
              <a:rPr lang="en-US" altLang="zh-CN" b="1" dirty="0" smtClean="0"/>
              <a:t>a → d → c → e</a:t>
            </a:r>
            <a:r>
              <a:rPr lang="en-US" altLang="zh-CN" dirty="0" smtClean="0"/>
              <a:t> = 60</a:t>
            </a:r>
          </a:p>
          <a:p>
            <a:pPr marL="158750" indent="0">
              <a:buNone/>
            </a:pPr>
            <a:endParaRPr lang="en-US" altLang="zh-CN" dirty="0" smtClean="0"/>
          </a:p>
          <a:p>
            <a:pPr marL="158750" indent="0">
              <a:buNone/>
            </a:pPr>
            <a:r>
              <a:rPr lang="en-US" altLang="zh-CN" dirty="0" smtClean="0"/>
              <a:t>This completes </a:t>
            </a:r>
            <a:r>
              <a:rPr lang="en-US" altLang="zh-CN" dirty="0" err="1" smtClean="0"/>
              <a:t>Dijkstra’s</a:t>
            </a:r>
            <a:r>
              <a:rPr lang="en-US" altLang="zh-CN" dirty="0" smtClean="0"/>
              <a:t> algorithm. The table at the bottom confirms our shortest paths. We can see that, step by step, we refined the distances until we found the most efficient route to each node.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534470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20da7fe0c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20da7fe0c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smtClean="0"/>
              <a:t>Now we’re shifting our focus to the Distance-Vector approach, which uses the Bellman-Ford algorithm. The main idea is that each node calculates the cost to every other node based on information from its immediate neighbors. Here is summarized by the Bellman-Ford equation</a:t>
            </a:r>
            <a:r>
              <a:rPr lang="en-US" altLang="zh-CN" baseline="0" dirty="0" smtClean="0"/>
              <a:t> (red part).</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altLang="zh-CN" dirty="0" smtClean="0"/>
              <a:t>dx​(y) is the cost of the least-cost path from x to y. c(</a:t>
            </a:r>
            <a:r>
              <a:rPr lang="en-US" altLang="zh-CN" dirty="0" err="1" smtClean="0"/>
              <a:t>x,v</a:t>
            </a:r>
            <a:r>
              <a:rPr lang="en-US" altLang="zh-CN" dirty="0" smtClean="0"/>
              <a:t>) is the cost to get from x to one of its neighbors v, and </a:t>
            </a:r>
            <a:r>
              <a:rPr lang="en-US" altLang="zh-CN" dirty="0" err="1" smtClean="0"/>
              <a:t>d_v</a:t>
            </a:r>
            <a:r>
              <a:rPr lang="en-US" altLang="zh-CN" dirty="0" smtClean="0"/>
              <a:t>(y) is v’s known distance to y. We pick the smallest among all neighbors.</a:t>
            </a:r>
          </a:p>
          <a:p>
            <a:pPr marL="0" lvl="0" indent="0" algn="l" rtl="0">
              <a:spcBef>
                <a:spcPts val="0"/>
              </a:spcBef>
              <a:spcAft>
                <a:spcPts val="0"/>
              </a:spcAft>
              <a:buNone/>
            </a:pPr>
            <a:endParaRPr lang="en-US" dirty="0" smtClean="0"/>
          </a:p>
          <a:p>
            <a:r>
              <a:rPr lang="en-US" altLang="zh-CN" dirty="0" smtClean="0"/>
              <a:t>The slide also shows the general behavior at each node:</a:t>
            </a:r>
          </a:p>
          <a:p>
            <a:r>
              <a:rPr lang="en-US" altLang="zh-CN" b="1" dirty="0" smtClean="0"/>
              <a:t>Wait</a:t>
            </a:r>
            <a:r>
              <a:rPr lang="en-US" altLang="zh-CN" dirty="0" smtClean="0"/>
              <a:t> for a change in local link cost or an update message from a neighbor.</a:t>
            </a:r>
          </a:p>
          <a:p>
            <a:r>
              <a:rPr lang="en-US" altLang="zh-CN" b="1" dirty="0" err="1" smtClean="0"/>
              <a:t>Recompute</a:t>
            </a:r>
            <a:r>
              <a:rPr lang="en-US" altLang="zh-CN" dirty="0" smtClean="0"/>
              <a:t> the distance estimates using Bellman-Ford.</a:t>
            </a:r>
          </a:p>
          <a:p>
            <a:r>
              <a:rPr lang="en-US" altLang="zh-CN" b="1" dirty="0" smtClean="0"/>
              <a:t>Notify</a:t>
            </a:r>
            <a:r>
              <a:rPr lang="en-US" altLang="zh-CN" dirty="0" smtClean="0"/>
              <a:t> neighbors if there’s an improvement in any route.</a:t>
            </a:r>
          </a:p>
          <a:p>
            <a:pPr marL="158750" indent="0">
              <a:buNone/>
            </a:pPr>
            <a:endParaRPr lang="en-US" altLang="zh-CN" dirty="0" smtClean="0"/>
          </a:p>
          <a:p>
            <a:pPr marL="158750" indent="0">
              <a:buNone/>
            </a:pPr>
            <a:r>
              <a:rPr lang="en-US" altLang="zh-CN" dirty="0" smtClean="0"/>
              <a:t>In simpler terms, each router advertises its distance table to its neighbors. Then, if a neighbor learns of a shorter path through a different route, it updates its own table and passes the new information along. This process continues until the network converges to the best set of distances. On the following slides, we’ll look at a specific example to see how these updates happen in practice.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384586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20da7fe0c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20da7fe0c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Here,</a:t>
            </a:r>
            <a:r>
              <a:rPr lang="en-US" baseline="0" dirty="0" smtClean="0"/>
              <a:t> I will give you a </a:t>
            </a:r>
            <a:r>
              <a:rPr lang="en-US" altLang="zh-CN" baseline="0" dirty="0" smtClean="0"/>
              <a:t>explanation</a:t>
            </a:r>
            <a:r>
              <a:rPr lang="en-US" altLang="zh-CN" dirty="0" smtClean="0"/>
              <a:t> of  the step-by-step process of the Distance-Vector routing using the Bellman-Ford algorithm.</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altLang="zh-CN" dirty="0" smtClean="0"/>
              <a:t>Here, we start with the network in its original state. Each node has a distance table showing how it currently reaches every other node. Then, we see a change in the network: the cost of a particular link, labeled ‘</a:t>
            </a:r>
            <a:r>
              <a:rPr lang="en-US" altLang="zh-CN" dirty="0" err="1" smtClean="0"/>
              <a:t>yz</a:t>
            </a:r>
            <a:r>
              <a:rPr lang="en-US" altLang="zh-CN" dirty="0" smtClean="0"/>
              <a:t>,’ becomes 7. As soon as node </a:t>
            </a:r>
            <a:r>
              <a:rPr lang="en-US" altLang="zh-CN" b="1" dirty="0" smtClean="0"/>
              <a:t>a</a:t>
            </a:r>
            <a:r>
              <a:rPr lang="en-US" altLang="zh-CN" dirty="0" smtClean="0"/>
              <a:t> detects this cost change, it updates its table accordingly. Once node </a:t>
            </a:r>
            <a:r>
              <a:rPr lang="en-US" altLang="zh-CN" b="1" dirty="0" smtClean="0"/>
              <a:t>a</a:t>
            </a:r>
            <a:r>
              <a:rPr lang="en-US" altLang="zh-CN" dirty="0" smtClean="0"/>
              <a:t> updates its distance vector, it broadcasts the new information to its neighbor, node </a:t>
            </a:r>
            <a:r>
              <a:rPr lang="en-US" altLang="zh-CN" b="1" dirty="0" smtClean="0"/>
              <a:t>b</a:t>
            </a:r>
            <a:r>
              <a:rPr lang="en-US" altLang="zh-CN" dirty="0" smtClean="0"/>
              <a:t>. This is the trigger that starts our Distance-Vector update process</a:t>
            </a:r>
            <a:endParaRPr dirty="0"/>
          </a:p>
        </p:txBody>
      </p:sp>
    </p:spTree>
    <p:extLst>
      <p:ext uri="{BB962C8B-B14F-4D97-AF65-F5344CB8AC3E}">
        <p14:creationId xmlns:p14="http://schemas.microsoft.com/office/powerpoint/2010/main" val="2990293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20da7fe0c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20da7fe0c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smtClean="0"/>
              <a:t>In this slide, node </a:t>
            </a:r>
            <a:r>
              <a:rPr lang="en-US" altLang="zh-CN" b="1" dirty="0" smtClean="0"/>
              <a:t>b</a:t>
            </a:r>
            <a:r>
              <a:rPr lang="en-US" altLang="zh-CN" dirty="0" smtClean="0"/>
              <a:t> receives the updated distance information from node </a:t>
            </a:r>
            <a:r>
              <a:rPr lang="en-US" altLang="zh-CN" b="1" dirty="0" smtClean="0"/>
              <a:t>a</a:t>
            </a:r>
            <a:r>
              <a:rPr lang="en-US" altLang="zh-CN" dirty="0" smtClean="0"/>
              <a:t>. Using the Bellman-Ford formula,</a:t>
            </a:r>
            <a:r>
              <a:rPr lang="en-US" altLang="zh-CN" baseline="0" dirty="0" smtClean="0"/>
              <a:t> </a:t>
            </a:r>
            <a:r>
              <a:rPr lang="en-US" altLang="zh-CN" dirty="0" smtClean="0"/>
              <a:t>node </a:t>
            </a:r>
            <a:r>
              <a:rPr lang="en-US" altLang="zh-CN" b="1" dirty="0" smtClean="0"/>
              <a:t>b</a:t>
            </a:r>
            <a:r>
              <a:rPr lang="en-US" altLang="zh-CN" dirty="0" smtClean="0"/>
              <a:t> checks if going through </a:t>
            </a:r>
            <a:r>
              <a:rPr lang="en-US" altLang="zh-CN" b="1" dirty="0" smtClean="0"/>
              <a:t>a</a:t>
            </a:r>
            <a:r>
              <a:rPr lang="en-US" altLang="zh-CN" dirty="0" smtClean="0"/>
              <a:t> (with the new cost) is cheaper than what it previously had. If </a:t>
            </a:r>
            <a:r>
              <a:rPr lang="en-US" altLang="zh-CN" b="1" dirty="0" smtClean="0"/>
              <a:t>b</a:t>
            </a:r>
            <a:r>
              <a:rPr lang="en-US" altLang="zh-CN" dirty="0" smtClean="0"/>
              <a:t> finds a better route to any destination via </a:t>
            </a:r>
            <a:r>
              <a:rPr lang="en-US" altLang="zh-CN" b="1" dirty="0" smtClean="0"/>
              <a:t>a</a:t>
            </a:r>
            <a:r>
              <a:rPr lang="en-US" altLang="zh-CN" dirty="0" smtClean="0"/>
              <a:t>, it updates its own table. Then </a:t>
            </a:r>
            <a:r>
              <a:rPr lang="en-US" altLang="zh-CN" b="1" dirty="0" smtClean="0"/>
              <a:t>b</a:t>
            </a:r>
            <a:r>
              <a:rPr lang="en-US" altLang="zh-CN" dirty="0" smtClean="0"/>
              <a:t> sends out a new update to its neighbor, which could be </a:t>
            </a:r>
            <a:r>
              <a:rPr lang="en-US" altLang="zh-CN" b="1" dirty="0" smtClean="0"/>
              <a:t>a</a:t>
            </a:r>
            <a:r>
              <a:rPr lang="en-US" altLang="zh-CN" dirty="0" smtClean="0"/>
              <a:t> again or another node in the network, indicating that it has new, potentially improved, distances.</a:t>
            </a:r>
            <a:endParaRPr dirty="0"/>
          </a:p>
        </p:txBody>
      </p:sp>
    </p:spTree>
    <p:extLst>
      <p:ext uri="{BB962C8B-B14F-4D97-AF65-F5344CB8AC3E}">
        <p14:creationId xmlns:p14="http://schemas.microsoft.com/office/powerpoint/2010/main" val="19688730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20da7fe0c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20da7fe0c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smtClean="0"/>
              <a:t>Finally, node </a:t>
            </a:r>
            <a:r>
              <a:rPr lang="en-US" altLang="zh-CN" b="1" dirty="0" smtClean="0"/>
              <a:t>a</a:t>
            </a:r>
            <a:r>
              <a:rPr lang="en-US" altLang="zh-CN" dirty="0" smtClean="0"/>
              <a:t> receives the updated information from </a:t>
            </a:r>
            <a:r>
              <a:rPr lang="en-US" altLang="zh-CN" b="1" dirty="0" smtClean="0"/>
              <a:t>b</a:t>
            </a:r>
            <a:r>
              <a:rPr lang="en-US" altLang="zh-CN" dirty="0" smtClean="0"/>
              <a:t>. It again runs the Bellman-Ford check to see if there is a cheaper path to any destination through </a:t>
            </a:r>
            <a:r>
              <a:rPr lang="en-US" altLang="zh-CN" b="1" dirty="0" smtClean="0"/>
              <a:t>b</a:t>
            </a:r>
            <a:r>
              <a:rPr lang="en-US" altLang="zh-CN" dirty="0" smtClean="0"/>
              <a:t>. In this slide, we see that the new information does not lead to any improvement in </a:t>
            </a:r>
            <a:r>
              <a:rPr lang="en-US" altLang="zh-CN" b="1" dirty="0" smtClean="0"/>
              <a:t>a</a:t>
            </a:r>
            <a:r>
              <a:rPr lang="en-US" altLang="zh-CN" dirty="0" smtClean="0"/>
              <a:t>’s table—so ‘forwarding item unchanged.’ Because no further improvements are found, no additional broadcasts are needed. At this point, the network converges, and all nodes have their best-known distances to every other node.</a:t>
            </a:r>
            <a:endParaRPr dirty="0"/>
          </a:p>
        </p:txBody>
      </p:sp>
    </p:spTree>
    <p:extLst>
      <p:ext uri="{BB962C8B-B14F-4D97-AF65-F5344CB8AC3E}">
        <p14:creationId xmlns:p14="http://schemas.microsoft.com/office/powerpoint/2010/main" val="28958264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58750" indent="0">
              <a:buNone/>
            </a:pPr>
            <a:r>
              <a:rPr lang="en-US" altLang="zh-CN" dirty="0" smtClean="0"/>
              <a:t>That's all for today's tutorial. Thank you all for listening.</a:t>
            </a:r>
            <a:endParaRPr lang="zh-CN" altLang="en-US" dirty="0"/>
          </a:p>
        </p:txBody>
      </p:sp>
    </p:spTree>
    <p:extLst>
      <p:ext uri="{BB962C8B-B14F-4D97-AF65-F5344CB8AC3E}">
        <p14:creationId xmlns:p14="http://schemas.microsoft.com/office/powerpoint/2010/main" val="21589246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D011E-DCDE-C342-A56C-2EAC9B225B8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498A12E-F58F-7A41-BFC0-F72ABF92C8F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759EBF6-8755-7E49-B0D7-FB2F3BB92CFA}"/>
              </a:ext>
            </a:extLst>
          </p:cNvPr>
          <p:cNvSpPr>
            <a:spLocks noGrp="1"/>
          </p:cNvSpPr>
          <p:nvPr>
            <p:ph type="dt" sz="half" idx="10"/>
          </p:nvPr>
        </p:nvSpPr>
        <p:spPr/>
        <p:txBody>
          <a:bodyPr/>
          <a:lstStyle/>
          <a:p>
            <a:fld id="{2425905D-C0C4-D040-B3F5-79CCA23FA4EB}" type="datetimeFigureOut">
              <a:rPr lang="en-US" smtClean="0"/>
              <a:t>3/31/2025</a:t>
            </a:fld>
            <a:endParaRPr lang="en-US"/>
          </a:p>
        </p:txBody>
      </p:sp>
      <p:sp>
        <p:nvSpPr>
          <p:cNvPr id="5" name="Footer Placeholder 4">
            <a:extLst>
              <a:ext uri="{FF2B5EF4-FFF2-40B4-BE49-F238E27FC236}">
                <a16:creationId xmlns:a16="http://schemas.microsoft.com/office/drawing/2014/main" id="{CAFEA0E9-4BD6-7644-BA8D-7470DF7661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40FEFB-6605-6C41-87AB-0F5AA21FDECA}"/>
              </a:ext>
            </a:extLst>
          </p:cNvPr>
          <p:cNvSpPr>
            <a:spLocks noGrp="1"/>
          </p:cNvSpPr>
          <p:nvPr>
            <p:ph type="sldNum" sz="quarter" idx="12"/>
          </p:nvPr>
        </p:nvSpPr>
        <p:spPr/>
        <p:txBody>
          <a:bodyPr/>
          <a:lstStyle/>
          <a:p>
            <a:fld id="{E775FB78-5F16-864A-B0AF-52552E8F5DF6}" type="slidenum">
              <a:rPr lang="en-US" smtClean="0"/>
              <a:t>‹#›</a:t>
            </a:fld>
            <a:endParaRPr lang="en-US"/>
          </a:p>
        </p:txBody>
      </p:sp>
    </p:spTree>
    <p:extLst>
      <p:ext uri="{BB962C8B-B14F-4D97-AF65-F5344CB8AC3E}">
        <p14:creationId xmlns:p14="http://schemas.microsoft.com/office/powerpoint/2010/main" val="2882772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1pPr>
            <a:lvl2pPr lvl="1">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2pPr>
            <a:lvl3pPr lvl="2">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3pPr>
            <a:lvl4pPr lvl="3">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4pPr>
            <a:lvl5pPr lvl="4">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5pPr>
            <a:lvl6pPr lvl="5">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6pPr>
            <a:lvl7pPr lvl="6">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7pPr>
            <a:lvl8pPr lvl="7">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8pPr>
            <a:lvl9pPr lvl="8">
              <a:spcBef>
                <a:spcPts val="0"/>
              </a:spcBef>
              <a:spcAft>
                <a:spcPts val="0"/>
              </a:spcAft>
              <a:buClr>
                <a:schemeClr val="dk1"/>
              </a:buClr>
              <a:buSzPts val="2800"/>
              <a:buFont typeface="Ubuntu"/>
              <a:buNone/>
              <a:defRPr sz="2800">
                <a:solidFill>
                  <a:schemeClr val="dk1"/>
                </a:solidFill>
                <a:latin typeface="Ubuntu"/>
                <a:ea typeface="Ubuntu"/>
                <a:cs typeface="Ubuntu"/>
                <a:sym typeface="Ubuntu"/>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Ubuntu"/>
              <a:buChar char="●"/>
              <a:defRPr sz="1800">
                <a:solidFill>
                  <a:schemeClr val="dk2"/>
                </a:solidFill>
                <a:latin typeface="Ubuntu"/>
                <a:ea typeface="Ubuntu"/>
                <a:cs typeface="Ubuntu"/>
                <a:sym typeface="Ubuntu"/>
              </a:defRPr>
            </a:lvl1pPr>
            <a:lvl2pPr marL="914400" lvl="1" indent="-317500">
              <a:lnSpc>
                <a:spcPct val="115000"/>
              </a:lnSpc>
              <a:spcBef>
                <a:spcPts val="0"/>
              </a:spcBef>
              <a:spcAft>
                <a:spcPts val="0"/>
              </a:spcAft>
              <a:buClr>
                <a:schemeClr val="dk2"/>
              </a:buClr>
              <a:buSzPts val="1400"/>
              <a:buFont typeface="Ubuntu"/>
              <a:buChar char="○"/>
              <a:defRPr>
                <a:solidFill>
                  <a:schemeClr val="dk2"/>
                </a:solidFill>
                <a:latin typeface="Ubuntu"/>
                <a:ea typeface="Ubuntu"/>
                <a:cs typeface="Ubuntu"/>
                <a:sym typeface="Ubuntu"/>
              </a:defRPr>
            </a:lvl2pPr>
            <a:lvl3pPr marL="1371600" lvl="2" indent="-317500">
              <a:lnSpc>
                <a:spcPct val="115000"/>
              </a:lnSpc>
              <a:spcBef>
                <a:spcPts val="0"/>
              </a:spcBef>
              <a:spcAft>
                <a:spcPts val="0"/>
              </a:spcAft>
              <a:buClr>
                <a:schemeClr val="dk2"/>
              </a:buClr>
              <a:buSzPts val="1400"/>
              <a:buFont typeface="Ubuntu"/>
              <a:buChar char="■"/>
              <a:defRPr>
                <a:solidFill>
                  <a:schemeClr val="dk2"/>
                </a:solidFill>
                <a:latin typeface="Ubuntu"/>
                <a:ea typeface="Ubuntu"/>
                <a:cs typeface="Ubuntu"/>
                <a:sym typeface="Ubuntu"/>
              </a:defRPr>
            </a:lvl3pPr>
            <a:lvl4pPr marL="1828800" lvl="3" indent="-317500">
              <a:lnSpc>
                <a:spcPct val="115000"/>
              </a:lnSpc>
              <a:spcBef>
                <a:spcPts val="0"/>
              </a:spcBef>
              <a:spcAft>
                <a:spcPts val="0"/>
              </a:spcAft>
              <a:buClr>
                <a:schemeClr val="dk2"/>
              </a:buClr>
              <a:buSzPts val="1400"/>
              <a:buFont typeface="Ubuntu"/>
              <a:buChar char="●"/>
              <a:defRPr>
                <a:solidFill>
                  <a:schemeClr val="dk2"/>
                </a:solidFill>
                <a:latin typeface="Ubuntu"/>
                <a:ea typeface="Ubuntu"/>
                <a:cs typeface="Ubuntu"/>
                <a:sym typeface="Ubuntu"/>
              </a:defRPr>
            </a:lvl4pPr>
            <a:lvl5pPr marL="2286000" lvl="4" indent="-317500">
              <a:lnSpc>
                <a:spcPct val="115000"/>
              </a:lnSpc>
              <a:spcBef>
                <a:spcPts val="0"/>
              </a:spcBef>
              <a:spcAft>
                <a:spcPts val="0"/>
              </a:spcAft>
              <a:buClr>
                <a:schemeClr val="dk2"/>
              </a:buClr>
              <a:buSzPts val="1400"/>
              <a:buFont typeface="Ubuntu"/>
              <a:buChar char="○"/>
              <a:defRPr>
                <a:solidFill>
                  <a:schemeClr val="dk2"/>
                </a:solidFill>
                <a:latin typeface="Ubuntu"/>
                <a:ea typeface="Ubuntu"/>
                <a:cs typeface="Ubuntu"/>
                <a:sym typeface="Ubuntu"/>
              </a:defRPr>
            </a:lvl5pPr>
            <a:lvl6pPr marL="2743200" lvl="5" indent="-317500">
              <a:lnSpc>
                <a:spcPct val="115000"/>
              </a:lnSpc>
              <a:spcBef>
                <a:spcPts val="0"/>
              </a:spcBef>
              <a:spcAft>
                <a:spcPts val="0"/>
              </a:spcAft>
              <a:buClr>
                <a:schemeClr val="dk2"/>
              </a:buClr>
              <a:buSzPts val="1400"/>
              <a:buFont typeface="Ubuntu"/>
              <a:buChar char="■"/>
              <a:defRPr>
                <a:solidFill>
                  <a:schemeClr val="dk2"/>
                </a:solidFill>
                <a:latin typeface="Ubuntu"/>
                <a:ea typeface="Ubuntu"/>
                <a:cs typeface="Ubuntu"/>
                <a:sym typeface="Ubuntu"/>
              </a:defRPr>
            </a:lvl6pPr>
            <a:lvl7pPr marL="3200400" lvl="6" indent="-317500">
              <a:lnSpc>
                <a:spcPct val="115000"/>
              </a:lnSpc>
              <a:spcBef>
                <a:spcPts val="0"/>
              </a:spcBef>
              <a:spcAft>
                <a:spcPts val="0"/>
              </a:spcAft>
              <a:buClr>
                <a:schemeClr val="dk2"/>
              </a:buClr>
              <a:buSzPts val="1400"/>
              <a:buFont typeface="Ubuntu"/>
              <a:buChar char="●"/>
              <a:defRPr>
                <a:solidFill>
                  <a:schemeClr val="dk2"/>
                </a:solidFill>
                <a:latin typeface="Ubuntu"/>
                <a:ea typeface="Ubuntu"/>
                <a:cs typeface="Ubuntu"/>
                <a:sym typeface="Ubuntu"/>
              </a:defRPr>
            </a:lvl7pPr>
            <a:lvl8pPr marL="3657600" lvl="7" indent="-317500">
              <a:lnSpc>
                <a:spcPct val="115000"/>
              </a:lnSpc>
              <a:spcBef>
                <a:spcPts val="0"/>
              </a:spcBef>
              <a:spcAft>
                <a:spcPts val="0"/>
              </a:spcAft>
              <a:buClr>
                <a:schemeClr val="dk2"/>
              </a:buClr>
              <a:buSzPts val="1400"/>
              <a:buFont typeface="Ubuntu"/>
              <a:buChar char="○"/>
              <a:defRPr>
                <a:solidFill>
                  <a:schemeClr val="dk2"/>
                </a:solidFill>
                <a:latin typeface="Ubuntu"/>
                <a:ea typeface="Ubuntu"/>
                <a:cs typeface="Ubuntu"/>
                <a:sym typeface="Ubuntu"/>
              </a:defRPr>
            </a:lvl8pPr>
            <a:lvl9pPr marL="4114800" lvl="8" indent="-317500">
              <a:lnSpc>
                <a:spcPct val="115000"/>
              </a:lnSpc>
              <a:spcBef>
                <a:spcPts val="0"/>
              </a:spcBef>
              <a:spcAft>
                <a:spcPts val="0"/>
              </a:spcAft>
              <a:buClr>
                <a:schemeClr val="dk2"/>
              </a:buClr>
              <a:buSzPts val="1400"/>
              <a:buFont typeface="Ubuntu"/>
              <a:buChar char="■"/>
              <a:defRPr>
                <a:solidFill>
                  <a:schemeClr val="dk2"/>
                </a:solidFill>
                <a:latin typeface="Ubuntu"/>
                <a:ea typeface="Ubuntu"/>
                <a:cs typeface="Ubuntu"/>
                <a:sym typeface="Ubuntu"/>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Ubuntu"/>
                <a:ea typeface="Ubuntu"/>
                <a:cs typeface="Ubuntu"/>
                <a:sym typeface="Ubuntu"/>
              </a:defRPr>
            </a:lvl1pPr>
            <a:lvl2pPr lvl="1" algn="r">
              <a:buNone/>
              <a:defRPr sz="1000">
                <a:solidFill>
                  <a:schemeClr val="dk2"/>
                </a:solidFill>
                <a:latin typeface="Ubuntu"/>
                <a:ea typeface="Ubuntu"/>
                <a:cs typeface="Ubuntu"/>
                <a:sym typeface="Ubuntu"/>
              </a:defRPr>
            </a:lvl2pPr>
            <a:lvl3pPr lvl="2" algn="r">
              <a:buNone/>
              <a:defRPr sz="1000">
                <a:solidFill>
                  <a:schemeClr val="dk2"/>
                </a:solidFill>
                <a:latin typeface="Ubuntu"/>
                <a:ea typeface="Ubuntu"/>
                <a:cs typeface="Ubuntu"/>
                <a:sym typeface="Ubuntu"/>
              </a:defRPr>
            </a:lvl3pPr>
            <a:lvl4pPr lvl="3" algn="r">
              <a:buNone/>
              <a:defRPr sz="1000">
                <a:solidFill>
                  <a:schemeClr val="dk2"/>
                </a:solidFill>
                <a:latin typeface="Ubuntu"/>
                <a:ea typeface="Ubuntu"/>
                <a:cs typeface="Ubuntu"/>
                <a:sym typeface="Ubuntu"/>
              </a:defRPr>
            </a:lvl4pPr>
            <a:lvl5pPr lvl="4" algn="r">
              <a:buNone/>
              <a:defRPr sz="1000">
                <a:solidFill>
                  <a:schemeClr val="dk2"/>
                </a:solidFill>
                <a:latin typeface="Ubuntu"/>
                <a:ea typeface="Ubuntu"/>
                <a:cs typeface="Ubuntu"/>
                <a:sym typeface="Ubuntu"/>
              </a:defRPr>
            </a:lvl5pPr>
            <a:lvl6pPr lvl="5" algn="r">
              <a:buNone/>
              <a:defRPr sz="1000">
                <a:solidFill>
                  <a:schemeClr val="dk2"/>
                </a:solidFill>
                <a:latin typeface="Ubuntu"/>
                <a:ea typeface="Ubuntu"/>
                <a:cs typeface="Ubuntu"/>
                <a:sym typeface="Ubuntu"/>
              </a:defRPr>
            </a:lvl6pPr>
            <a:lvl7pPr lvl="6" algn="r">
              <a:buNone/>
              <a:defRPr sz="1000">
                <a:solidFill>
                  <a:schemeClr val="dk2"/>
                </a:solidFill>
                <a:latin typeface="Ubuntu"/>
                <a:ea typeface="Ubuntu"/>
                <a:cs typeface="Ubuntu"/>
                <a:sym typeface="Ubuntu"/>
              </a:defRPr>
            </a:lvl7pPr>
            <a:lvl8pPr lvl="7" algn="r">
              <a:buNone/>
              <a:defRPr sz="1000">
                <a:solidFill>
                  <a:schemeClr val="dk2"/>
                </a:solidFill>
                <a:latin typeface="Ubuntu"/>
                <a:ea typeface="Ubuntu"/>
                <a:cs typeface="Ubuntu"/>
                <a:sym typeface="Ubuntu"/>
              </a:defRPr>
            </a:lvl8pPr>
            <a:lvl9pPr lvl="8" algn="r">
              <a:buNone/>
              <a:defRPr sz="1000">
                <a:solidFill>
                  <a:schemeClr val="dk2"/>
                </a:solidFill>
                <a:latin typeface="Ubuntu"/>
                <a:ea typeface="Ubuntu"/>
                <a:cs typeface="Ubuntu"/>
                <a:sym typeface="Ubuntu"/>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zh-CN" dirty="0">
                <a:latin typeface="Calibri" panose="020F0502020204030204" pitchFamily="34" charset="0"/>
                <a:cs typeface="Calibri" panose="020F0502020204030204" pitchFamily="34" charset="0"/>
              </a:rPr>
              <a:t>CSCI 4430 - </a:t>
            </a:r>
            <a:r>
              <a:rPr lang="en-US" altLang="zh-CN" dirty="0" smtClean="0">
                <a:latin typeface="Calibri" panose="020F0502020204030204" pitchFamily="34" charset="0"/>
                <a:cs typeface="Calibri" panose="020F0502020204030204" pitchFamily="34" charset="0"/>
              </a:rPr>
              <a:t>Spring</a:t>
            </a:r>
            <a:r>
              <a:rPr lang="zh-CN" dirty="0" smtClean="0">
                <a:latin typeface="Calibri" panose="020F0502020204030204" pitchFamily="34" charset="0"/>
                <a:cs typeface="Calibri" panose="020F0502020204030204" pitchFamily="34" charset="0"/>
              </a:rPr>
              <a:t> 2</a:t>
            </a:r>
            <a:r>
              <a:rPr lang="en-US" altLang="zh-CN" dirty="0" smtClean="0">
                <a:latin typeface="Calibri" panose="020F0502020204030204" pitchFamily="34" charset="0"/>
                <a:cs typeface="Calibri" panose="020F0502020204030204" pitchFamily="34" charset="0"/>
              </a:rPr>
              <a:t>5</a:t>
            </a:r>
            <a:endParaRPr dirty="0">
              <a:latin typeface="Calibri" panose="020F0502020204030204" pitchFamily="34" charset="0"/>
              <a:cs typeface="Calibri" panose="020F0502020204030204" pitchFamily="34" charset="0"/>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zh-CN" dirty="0">
                <a:solidFill>
                  <a:schemeClr val="tx1"/>
                </a:solidFill>
                <a:latin typeface="Calibri" panose="020F0502020204030204" pitchFamily="34" charset="0"/>
                <a:cs typeface="Calibri" panose="020F0502020204030204" pitchFamily="34" charset="0"/>
              </a:rPr>
              <a:t>Tutorial 11</a:t>
            </a:r>
            <a:endParaRPr dirty="0">
              <a:solidFill>
                <a:schemeClr val="tx1"/>
              </a:solidFill>
              <a:latin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5" name="Google Shape;55;p13"/>
          <p:cNvSpPr txBox="1">
            <a:spLocks noGrp="1"/>
          </p:cNvSpPr>
          <p:nvPr>
            <p:ph type="subTitle" idx="1"/>
          </p:nvPr>
        </p:nvSpPr>
        <p:spPr>
          <a:xfrm>
            <a:off x="-701566" y="3827518"/>
            <a:ext cx="9631918" cy="957704"/>
          </a:xfrm>
          <a:prstGeom prst="rect">
            <a:avLst/>
          </a:prstGeom>
        </p:spPr>
        <p:txBody>
          <a:bodyPr spcFirstLastPara="1" wrap="square" lIns="91425" tIns="91425" rIns="91425" bIns="91425" anchor="t" anchorCtr="0">
            <a:noAutofit/>
          </a:bodyPr>
          <a:lstStyle/>
          <a:p>
            <a:pPr marL="1054100" lvl="2" indent="0" algn="l">
              <a:lnSpc>
                <a:spcPct val="145000"/>
              </a:lnSpc>
              <a:buClr>
                <a:schemeClr val="tx1">
                  <a:lumMod val="50000"/>
                  <a:lumOff val="50000"/>
                </a:schemeClr>
              </a:buClr>
              <a:buSzPct val="45000"/>
              <a:defRPr/>
            </a:pPr>
            <a:r>
              <a:rPr lang="en-US" altLang="zh-CN" sz="1600" dirty="0">
                <a:solidFill>
                  <a:schemeClr val="tx1"/>
                </a:solidFill>
                <a:latin typeface="Calibri" panose="020F0502020204030204" pitchFamily="34" charset="0"/>
                <a:cs typeface="Calibri" panose="020F0502020204030204" pitchFamily="34" charset="0"/>
                <a:sym typeface="Arial"/>
              </a:rPr>
              <a:t>Please ensure you check for latest updates in starter code of assignment 3 as we are making corrections and changes over the course. Specifically, you can </a:t>
            </a:r>
            <a:r>
              <a:rPr lang="en-US" altLang="zh-CN" sz="1600" dirty="0" err="1">
                <a:solidFill>
                  <a:schemeClr val="tx1"/>
                </a:solidFill>
                <a:latin typeface="Calibri" panose="020F0502020204030204" pitchFamily="34" charset="0"/>
                <a:cs typeface="Calibri" panose="020F0502020204030204" pitchFamily="34" charset="0"/>
              </a:rPr>
              <a:t>git</a:t>
            </a:r>
            <a:r>
              <a:rPr lang="en-US" altLang="zh-CN" sz="1600" dirty="0">
                <a:solidFill>
                  <a:schemeClr val="tx1"/>
                </a:solidFill>
                <a:latin typeface="Calibri" panose="020F0502020204030204" pitchFamily="34" charset="0"/>
                <a:cs typeface="Calibri" panose="020F0502020204030204" pitchFamily="34" charset="0"/>
              </a:rPr>
              <a:t> pull</a:t>
            </a:r>
            <a:r>
              <a:rPr lang="en-US" altLang="zh-CN" sz="1600" dirty="0">
                <a:solidFill>
                  <a:schemeClr val="tx1"/>
                </a:solidFill>
                <a:latin typeface="Calibri" panose="020F0502020204030204" pitchFamily="34" charset="0"/>
                <a:cs typeface="Calibri" panose="020F0502020204030204" pitchFamily="34" charset="0"/>
                <a:sym typeface="Arial"/>
              </a:rPr>
              <a:t> right before each time you get down to coding.</a:t>
            </a:r>
            <a:endParaRPr lang="en-US" altLang="zh-CN" sz="1600" dirty="0">
              <a:solidFill>
                <a:schemeClr val="tx1"/>
              </a:solidFill>
              <a:latin typeface="Calibri" panose="020F0502020204030204" pitchFamily="34" charset="0"/>
              <a:cs typeface="Calibri" panose="020F0502020204030204" pitchFamily="34" charset="0"/>
            </a:endParaRPr>
          </a:p>
        </p:txBody>
      </p:sp>
      <p:pic>
        <p:nvPicPr>
          <p:cNvPr id="6" name="图片 5"/>
          <p:cNvPicPr>
            <a:picLocks noChangeAspect="1"/>
          </p:cNvPicPr>
          <p:nvPr/>
        </p:nvPicPr>
        <p:blipFill>
          <a:blip r:embed="rId3"/>
          <a:stretch>
            <a:fillRect/>
          </a:stretch>
        </p:blipFill>
        <p:spPr>
          <a:xfrm>
            <a:off x="387069" y="931312"/>
            <a:ext cx="8756931" cy="2812232"/>
          </a:xfrm>
          <a:prstGeom prst="rect">
            <a:avLst/>
          </a:prstGeom>
        </p:spPr>
      </p:pic>
      <p:pic>
        <p:nvPicPr>
          <p:cNvPr id="9" name="图片 8"/>
          <p:cNvPicPr>
            <a:picLocks noChangeAspect="1"/>
          </p:cNvPicPr>
          <p:nvPr/>
        </p:nvPicPr>
        <p:blipFill>
          <a:blip r:embed="rId4"/>
          <a:stretch>
            <a:fillRect/>
          </a:stretch>
        </p:blipFill>
        <p:spPr>
          <a:xfrm>
            <a:off x="1342263" y="1972990"/>
            <a:ext cx="7588089" cy="1770554"/>
          </a:xfrm>
          <a:prstGeom prst="rect">
            <a:avLst/>
          </a:prstGeom>
        </p:spPr>
      </p:pic>
      <p:sp>
        <p:nvSpPr>
          <p:cNvPr id="10" name="Google Shape;60;p14"/>
          <p:cNvSpPr txBox="1">
            <a:spLocks/>
          </p:cNvSpPr>
          <p:nvPr/>
        </p:nvSpPr>
        <p:spPr>
          <a:xfrm>
            <a:off x="256520" y="124123"/>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1pPr>
            <a:lvl2pPr marR="0" lvl="1"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2pPr>
            <a:lvl3pPr marR="0" lvl="2"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3pPr>
            <a:lvl4pPr marR="0" lvl="3"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4pPr>
            <a:lvl5pPr marR="0" lvl="4"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5pPr>
            <a:lvl6pPr marR="0" lvl="5"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6pPr>
            <a:lvl7pPr marR="0" lvl="6"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7pPr>
            <a:lvl8pPr marR="0" lvl="7"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8pPr>
            <a:lvl9pPr marR="0" lvl="8" algn="ctr" rtl="0">
              <a:lnSpc>
                <a:spcPct val="100000"/>
              </a:lnSpc>
              <a:spcBef>
                <a:spcPts val="0"/>
              </a:spcBef>
              <a:spcAft>
                <a:spcPts val="0"/>
              </a:spcAft>
              <a:buClr>
                <a:schemeClr val="dk1"/>
              </a:buClr>
              <a:buSzPts val="5200"/>
              <a:buFont typeface="Ubuntu"/>
              <a:buNone/>
              <a:defRPr sz="5200" b="0" i="0" u="none" strike="noStrike" cap="none">
                <a:solidFill>
                  <a:schemeClr val="dk1"/>
                </a:solidFill>
                <a:latin typeface="Ubuntu"/>
                <a:ea typeface="Ubuntu"/>
                <a:cs typeface="Ubuntu"/>
                <a:sym typeface="Ubuntu"/>
              </a:defRPr>
            </a:lvl9pPr>
          </a:lstStyle>
          <a:p>
            <a:pPr algn="l"/>
            <a:r>
              <a:rPr lang="en-US" altLang="zh-CN" sz="2500" dirty="0" err="1" smtClean="0">
                <a:latin typeface="Arial" panose="020B0604020202020204" pitchFamily="34" charset="0"/>
                <a:cs typeface="Arial" panose="020B0604020202020204" pitchFamily="34" charset="0"/>
              </a:rPr>
              <a:t>ASG3</a:t>
            </a:r>
            <a:r>
              <a:rPr lang="en-US" altLang="zh-CN" sz="2500" dirty="0" smtClean="0">
                <a:latin typeface="Arial" panose="020B0604020202020204" pitchFamily="34" charset="0"/>
                <a:cs typeface="Arial" panose="020B0604020202020204" pitchFamily="34" charset="0"/>
              </a:rPr>
              <a:t> Notes</a:t>
            </a:r>
            <a:endParaRPr lang="en-US" sz="25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40422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2500" dirty="0">
                <a:latin typeface="Arial" panose="020B0604020202020204" pitchFamily="34" charset="0"/>
                <a:cs typeface="Arial" panose="020B0604020202020204" pitchFamily="34" charset="0"/>
              </a:rPr>
              <a:t>Intra-Domain </a:t>
            </a:r>
            <a:r>
              <a:rPr lang="zh-CN" sz="2500" dirty="0">
                <a:latin typeface="Arial" panose="020B0604020202020204" pitchFamily="34" charset="0"/>
                <a:cs typeface="Arial" panose="020B0604020202020204" pitchFamily="34" charset="0"/>
              </a:rPr>
              <a:t>Routing</a:t>
            </a:r>
            <a:endParaRPr sz="2500" dirty="0">
              <a:latin typeface="Arial" panose="020B0604020202020204" pitchFamily="34" charset="0"/>
              <a:cs typeface="Arial" panose="020B0604020202020204" pitchFamily="34" charset="0"/>
            </a:endParaRPr>
          </a:p>
        </p:txBody>
      </p:sp>
      <p:sp>
        <p:nvSpPr>
          <p:cNvPr id="61" name="Google Shape;61;p14"/>
          <p:cNvSpPr txBox="1">
            <a:spLocks noGrp="1"/>
          </p:cNvSpPr>
          <p:nvPr>
            <p:ph type="body" idx="1"/>
          </p:nvPr>
        </p:nvSpPr>
        <p:spPr>
          <a:xfrm>
            <a:off x="311700" y="907547"/>
            <a:ext cx="8520600" cy="897000"/>
          </a:xfrm>
          <a:prstGeom prst="rect">
            <a:avLst/>
          </a:prstGeom>
        </p:spPr>
        <p:txBody>
          <a:bodyPr spcFirstLastPara="1" wrap="square" lIns="91425" tIns="91425" rIns="91425" bIns="91425" anchor="t" anchorCtr="0">
            <a:noAutofit/>
          </a:bodyPr>
          <a:lstStyle/>
          <a:p>
            <a:pPr marL="457200" lvl="0" indent="-342900" algn="l" rtl="0">
              <a:lnSpc>
                <a:spcPct val="125000"/>
              </a:lnSpc>
              <a:spcBef>
                <a:spcPts val="600"/>
              </a:spcBef>
              <a:spcAft>
                <a:spcPts val="0"/>
              </a:spcAft>
              <a:buSzPts val="1800"/>
              <a:buChar char="●"/>
            </a:pPr>
            <a:r>
              <a:rPr lang="en-US" altLang="zh-CN" sz="2000" dirty="0">
                <a:solidFill>
                  <a:schemeClr val="tx1"/>
                </a:solidFill>
                <a:latin typeface="Calibri" panose="020F0502020204030204" pitchFamily="34" charset="0"/>
                <a:cs typeface="Calibri" panose="020F0502020204030204" pitchFamily="34" charset="0"/>
              </a:rPr>
              <a:t>R</a:t>
            </a:r>
            <a:r>
              <a:rPr lang="zh-CN" sz="2000" dirty="0">
                <a:solidFill>
                  <a:schemeClr val="tx1"/>
                </a:solidFill>
                <a:latin typeface="Calibri" panose="020F0502020204030204" pitchFamily="34" charset="0"/>
                <a:cs typeface="Calibri" panose="020F0502020204030204" pitchFamily="34" charset="0"/>
              </a:rPr>
              <a:t>outing </a:t>
            </a:r>
            <a:r>
              <a:rPr lang="en-US" altLang="zh-CN" sz="2000" dirty="0">
                <a:solidFill>
                  <a:schemeClr val="tx1"/>
                </a:solidFill>
                <a:latin typeface="Calibri" panose="020F0502020204030204" pitchFamily="34" charset="0"/>
                <a:cs typeface="Calibri" panose="020F0502020204030204" pitchFamily="34" charset="0"/>
              </a:rPr>
              <a:t>P</a:t>
            </a:r>
            <a:r>
              <a:rPr lang="zh-CN" sz="2000" dirty="0">
                <a:solidFill>
                  <a:schemeClr val="tx1"/>
                </a:solidFill>
                <a:latin typeface="Calibri" panose="020F0502020204030204" pitchFamily="34" charset="0"/>
                <a:cs typeface="Calibri" panose="020F0502020204030204" pitchFamily="34" charset="0"/>
              </a:rPr>
              <a:t>rotocols</a:t>
            </a:r>
            <a:endParaRPr sz="2000" dirty="0">
              <a:solidFill>
                <a:schemeClr val="tx1"/>
              </a:solidFill>
              <a:latin typeface="Calibri" panose="020F0502020204030204" pitchFamily="34" charset="0"/>
              <a:cs typeface="Calibri" panose="020F0502020204030204" pitchFamily="34" charset="0"/>
            </a:endParaRPr>
          </a:p>
          <a:p>
            <a:pPr marL="914400" lvl="1" indent="-317500" algn="l" rtl="0">
              <a:lnSpc>
                <a:spcPct val="125000"/>
              </a:lnSpc>
              <a:spcBef>
                <a:spcPts val="800"/>
              </a:spcBef>
              <a:spcAft>
                <a:spcPts val="0"/>
              </a:spcAft>
              <a:buSzPts val="1400"/>
              <a:buChar char="○"/>
            </a:pPr>
            <a:r>
              <a:rPr lang="en-US" altLang="zh-CN" sz="1600" dirty="0">
                <a:solidFill>
                  <a:schemeClr val="tx1"/>
                </a:solidFill>
                <a:latin typeface="Calibri" panose="020F0502020204030204" pitchFamily="34" charset="0"/>
                <a:cs typeface="Calibri" panose="020F0502020204030204" pitchFamily="34" charset="0"/>
              </a:rPr>
              <a:t>Link-State (LS) Routing</a:t>
            </a:r>
          </a:p>
          <a:p>
            <a:pPr lvl="2">
              <a:lnSpc>
                <a:spcPct val="125000"/>
              </a:lnSpc>
              <a:buClr>
                <a:schemeClr val="tx1">
                  <a:lumMod val="50000"/>
                  <a:lumOff val="50000"/>
                </a:schemeClr>
              </a:buClr>
              <a:buSzPct val="45000"/>
              <a:buFont typeface="Wingdings" pitchFamily="2" charset="2"/>
              <a:buChar char="l"/>
            </a:pPr>
            <a:r>
              <a:rPr lang="en-US" altLang="zh-CN" sz="1600" dirty="0">
                <a:solidFill>
                  <a:schemeClr val="tx1"/>
                </a:solidFill>
                <a:latin typeface="Calibri" panose="020F0502020204030204" pitchFamily="34" charset="0"/>
                <a:cs typeface="Calibri" panose="020F0502020204030204" pitchFamily="34" charset="0"/>
              </a:rPr>
              <a:t>Open Shortest Path First (OSPF)</a:t>
            </a:r>
          </a:p>
          <a:p>
            <a:pPr lvl="2">
              <a:lnSpc>
                <a:spcPct val="125000"/>
              </a:lnSpc>
              <a:buClr>
                <a:schemeClr val="tx1">
                  <a:lumMod val="50000"/>
                  <a:lumOff val="50000"/>
                </a:schemeClr>
              </a:buClr>
              <a:buSzPct val="45000"/>
              <a:buFont typeface="Wingdings" pitchFamily="2" charset="2"/>
              <a:buChar char="l"/>
            </a:pPr>
            <a:r>
              <a:rPr lang="en-US" altLang="zh-CN" sz="1600" dirty="0">
                <a:solidFill>
                  <a:schemeClr val="tx1"/>
                </a:solidFill>
                <a:latin typeface="Calibri" panose="020F0502020204030204" pitchFamily="34" charset="0"/>
                <a:cs typeface="Calibri" panose="020F0502020204030204" pitchFamily="34" charset="0"/>
              </a:rPr>
              <a:t>Dijkstra’s Algorithm</a:t>
            </a:r>
          </a:p>
          <a:p>
            <a:pPr marL="914400" lvl="1" indent="-317500" algn="l" rtl="0">
              <a:lnSpc>
                <a:spcPct val="125000"/>
              </a:lnSpc>
              <a:spcBef>
                <a:spcPts val="1800"/>
              </a:spcBef>
              <a:spcAft>
                <a:spcPts val="0"/>
              </a:spcAft>
              <a:buSzPts val="1400"/>
              <a:buChar char="○"/>
            </a:pPr>
            <a:r>
              <a:rPr lang="en-US" sz="1600" dirty="0">
                <a:solidFill>
                  <a:schemeClr val="tx1"/>
                </a:solidFill>
                <a:latin typeface="Calibri" panose="020F0502020204030204" pitchFamily="34" charset="0"/>
                <a:cs typeface="Calibri" panose="020F0502020204030204" pitchFamily="34" charset="0"/>
              </a:rPr>
              <a:t>Distance-Vector (DV) Routing</a:t>
            </a:r>
          </a:p>
          <a:p>
            <a:pPr lvl="2">
              <a:lnSpc>
                <a:spcPct val="125000"/>
              </a:lnSpc>
              <a:buClr>
                <a:schemeClr val="tx1">
                  <a:lumMod val="50000"/>
                  <a:lumOff val="50000"/>
                </a:schemeClr>
              </a:buClr>
              <a:buSzPct val="45000"/>
              <a:buFont typeface="Wingdings" pitchFamily="2" charset="2"/>
              <a:buChar char="l"/>
            </a:pPr>
            <a:r>
              <a:rPr lang="en-US" altLang="zh-CN" sz="1600" dirty="0">
                <a:solidFill>
                  <a:schemeClr val="tx1"/>
                </a:solidFill>
                <a:latin typeface="Calibri" panose="020F0502020204030204" pitchFamily="34" charset="0"/>
                <a:cs typeface="Calibri" panose="020F0502020204030204" pitchFamily="34" charset="0"/>
              </a:rPr>
              <a:t>Routing Information Protocol (RIP)</a:t>
            </a:r>
          </a:p>
          <a:p>
            <a:pPr lvl="2">
              <a:lnSpc>
                <a:spcPct val="125000"/>
              </a:lnSpc>
              <a:buClr>
                <a:schemeClr val="tx1">
                  <a:lumMod val="50000"/>
                  <a:lumOff val="50000"/>
                </a:schemeClr>
              </a:buClr>
              <a:buSzPct val="45000"/>
              <a:buFont typeface="Wingdings" pitchFamily="2" charset="2"/>
              <a:buChar char="l"/>
            </a:pPr>
            <a:r>
              <a:rPr lang="en-US" altLang="zh-CN" sz="1600" dirty="0">
                <a:solidFill>
                  <a:schemeClr val="tx1"/>
                </a:solidFill>
                <a:latin typeface="Calibri" panose="020F0502020204030204" pitchFamily="34" charset="0"/>
                <a:cs typeface="Calibri" panose="020F0502020204030204" pitchFamily="34" charset="0"/>
              </a:rPr>
              <a:t>Bellman-Ford Algorithm</a:t>
            </a:r>
          </a:p>
        </p:txBody>
      </p:sp>
      <p:sp>
        <p:nvSpPr>
          <p:cNvPr id="6" name="文本框 5">
            <a:extLst>
              <a:ext uri="{FF2B5EF4-FFF2-40B4-BE49-F238E27FC236}">
                <a16:creationId xmlns:a16="http://schemas.microsoft.com/office/drawing/2014/main" id="{46CE24D7-20A8-DFC1-1A20-E75F7CD013BF}"/>
              </a:ext>
            </a:extLst>
          </p:cNvPr>
          <p:cNvSpPr txBox="1"/>
          <p:nvPr/>
        </p:nvSpPr>
        <p:spPr>
          <a:xfrm>
            <a:off x="311700" y="4087539"/>
            <a:ext cx="8097514" cy="610936"/>
          </a:xfrm>
          <a:prstGeom prst="rect">
            <a:avLst/>
          </a:prstGeom>
          <a:noFill/>
        </p:spPr>
        <p:txBody>
          <a:bodyPr wrap="square">
            <a:spAutoFit/>
          </a:bodyPr>
          <a:lstStyle/>
          <a:p>
            <a:pPr marL="596900" lvl="1" algn="l" rtl="0">
              <a:lnSpc>
                <a:spcPct val="125000"/>
              </a:lnSpc>
              <a:spcBef>
                <a:spcPts val="0"/>
              </a:spcBef>
              <a:spcAft>
                <a:spcPts val="0"/>
              </a:spcAft>
              <a:buSzPts val="1400"/>
            </a:pPr>
            <a:r>
              <a:rPr lang="en-US" altLang="zh-CN" sz="1400" i="1" dirty="0">
                <a:solidFill>
                  <a:schemeClr val="tx1"/>
                </a:solidFill>
                <a:latin typeface="Calibri" panose="020F0502020204030204" pitchFamily="34" charset="0"/>
                <a:cs typeface="Calibri" panose="020F0502020204030204" pitchFamily="34" charset="0"/>
              </a:rPr>
              <a:t>* Routing Protocols are used by routers to exchange network information about topology and routing, </a:t>
            </a:r>
            <a:r>
              <a:rPr lang="en-US" altLang="zh-CN" i="1" dirty="0">
                <a:solidFill>
                  <a:schemeClr val="tx1"/>
                </a:solidFill>
                <a:latin typeface="Calibri" panose="020F0502020204030204" pitchFamily="34" charset="0"/>
                <a:cs typeface="Calibri" panose="020F0502020204030204" pitchFamily="34" charset="0"/>
              </a:rPr>
              <a:t>but </a:t>
            </a:r>
            <a:r>
              <a:rPr lang="en-US" altLang="zh-CN" sz="1400" i="1" dirty="0">
                <a:solidFill>
                  <a:schemeClr val="tx1"/>
                </a:solidFill>
                <a:latin typeface="Calibri" panose="020F0502020204030204" pitchFamily="34" charset="0"/>
                <a:cs typeface="Calibri" panose="020F0502020204030204" pitchFamily="34" charset="0"/>
              </a:rPr>
              <a:t>not the encapsulated protocols and payload inside data packets.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a:latin typeface="Arial" panose="020B0604020202020204" pitchFamily="34" charset="0"/>
                <a:cs typeface="Arial" panose="020B0604020202020204" pitchFamily="34" charset="0"/>
              </a:rPr>
              <a:t>Q1 </a:t>
            </a:r>
            <a:r>
              <a:rPr lang="zh-CN" dirty="0">
                <a:latin typeface="Arial" panose="020B0604020202020204" pitchFamily="34" charset="0"/>
                <a:cs typeface="Arial" panose="020B0604020202020204" pitchFamily="34" charset="0"/>
              </a:rPr>
              <a:t>True/False</a:t>
            </a:r>
            <a:endParaRPr dirty="0">
              <a:latin typeface="Arial" panose="020B0604020202020204" pitchFamily="34" charset="0"/>
              <a:cs typeface="Arial" panose="020B0604020202020204" pitchFamily="34" charset="0"/>
            </a:endParaRPr>
          </a:p>
        </p:txBody>
      </p:sp>
      <p:sp>
        <p:nvSpPr>
          <p:cNvPr id="68" name="Google Shape;68;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10000"/>
          </a:bodyPr>
          <a:lstStyle/>
          <a:p>
            <a:pPr marL="457200" lvl="0" indent="-342900" algn="l" rtl="0">
              <a:spcBef>
                <a:spcPts val="0"/>
              </a:spcBef>
              <a:spcAft>
                <a:spcPts val="0"/>
              </a:spcAft>
              <a:buSzPts val="1800"/>
              <a:buChar char="●"/>
            </a:pPr>
            <a:r>
              <a:rPr lang="zh-CN" sz="1900" dirty="0">
                <a:solidFill>
                  <a:schemeClr val="tx1"/>
                </a:solidFill>
                <a:latin typeface="Calibri" panose="020F0502020204030204" pitchFamily="34" charset="0"/>
                <a:cs typeface="Calibri" panose="020F0502020204030204" pitchFamily="34" charset="0"/>
              </a:rPr>
              <a:t>Link-State (LS) routing involves broadcasting its local knowledge of the network to everyone.</a:t>
            </a:r>
            <a:endParaRPr lang="en-US" altLang="zh-CN" sz="1900" dirty="0">
              <a:solidFill>
                <a:schemeClr val="tx1"/>
              </a:solidFill>
              <a:latin typeface="Calibri" panose="020F0502020204030204" pitchFamily="34" charset="0"/>
              <a:cs typeface="Calibri" panose="020F0502020204030204" pitchFamily="34" charset="0"/>
            </a:endParaRPr>
          </a:p>
          <a:p>
            <a:pPr lvl="0"/>
            <a:r>
              <a:rPr lang="zh-CN" altLang="zh-CN" sz="1900" dirty="0">
                <a:solidFill>
                  <a:schemeClr val="accent1">
                    <a:lumMod val="75000"/>
                  </a:schemeClr>
                </a:solidFill>
                <a:latin typeface="Calibri" panose="020F0502020204030204" pitchFamily="34" charset="0"/>
                <a:cs typeface="Calibri" panose="020F0502020204030204" pitchFamily="34" charset="0"/>
              </a:rPr>
              <a:t>True; uses Dijkstra’s for computation (OSPF).</a:t>
            </a:r>
            <a:r>
              <a:rPr lang="zh-CN" sz="1900" dirty="0">
                <a:solidFill>
                  <a:schemeClr val="tx1"/>
                </a:solidFill>
                <a:latin typeface="Calibri" panose="020F0502020204030204" pitchFamily="34" charset="0"/>
                <a:cs typeface="Calibri" panose="020F0502020204030204" pitchFamily="34" charset="0"/>
              </a:rPr>
              <a:t/>
            </a:r>
            <a:br>
              <a:rPr lang="zh-CN" sz="1900" dirty="0">
                <a:solidFill>
                  <a:schemeClr val="tx1"/>
                </a:solidFill>
                <a:latin typeface="Calibri" panose="020F0502020204030204" pitchFamily="34" charset="0"/>
                <a:cs typeface="Calibri" panose="020F0502020204030204" pitchFamily="34" charset="0"/>
              </a:rPr>
            </a:br>
            <a:endParaRPr sz="1900" dirty="0">
              <a:solidFill>
                <a:schemeClr val="tx1"/>
              </a:solidFill>
              <a:latin typeface="Calibri" panose="020F0502020204030204" pitchFamily="34" charset="0"/>
              <a:cs typeface="Calibri" panose="020F0502020204030204" pitchFamily="34" charset="0"/>
            </a:endParaRPr>
          </a:p>
          <a:p>
            <a:pPr marL="457200" lvl="0" indent="-342900" algn="l" rtl="0">
              <a:spcBef>
                <a:spcPts val="0"/>
              </a:spcBef>
              <a:spcAft>
                <a:spcPts val="0"/>
              </a:spcAft>
              <a:buSzPts val="1800"/>
              <a:buChar char="●"/>
            </a:pPr>
            <a:r>
              <a:rPr lang="zh-CN" sz="1900" dirty="0">
                <a:solidFill>
                  <a:schemeClr val="tx1"/>
                </a:solidFill>
                <a:latin typeface="Calibri" panose="020F0502020204030204" pitchFamily="34" charset="0"/>
                <a:cs typeface="Calibri" panose="020F0502020204030204" pitchFamily="34" charset="0"/>
              </a:rPr>
              <a:t>Conversely, Distance-Vector routing involves telling only neighbors about its global view.</a:t>
            </a:r>
            <a:endParaRPr sz="1900" dirty="0">
              <a:solidFill>
                <a:schemeClr val="tx1"/>
              </a:solidFill>
              <a:latin typeface="Calibri" panose="020F0502020204030204" pitchFamily="34" charset="0"/>
              <a:cs typeface="Calibri" panose="020F0502020204030204" pitchFamily="34" charset="0"/>
            </a:endParaRPr>
          </a:p>
          <a:p>
            <a:pPr marL="457200" lvl="0" indent="-342900" algn="l" rtl="0">
              <a:spcBef>
                <a:spcPts val="0"/>
              </a:spcBef>
              <a:spcAft>
                <a:spcPts val="0"/>
              </a:spcAft>
              <a:buSzPts val="1800"/>
              <a:buChar char="●"/>
            </a:pPr>
            <a:r>
              <a:rPr lang="zh-CN" sz="1900" dirty="0">
                <a:solidFill>
                  <a:schemeClr val="accent1">
                    <a:lumMod val="75000"/>
                  </a:schemeClr>
                </a:solidFill>
                <a:latin typeface="Calibri" panose="020F0502020204030204" pitchFamily="34" charset="0"/>
                <a:cs typeface="Calibri" panose="020F0502020204030204" pitchFamily="34" charset="0"/>
              </a:rPr>
              <a:t>True; uses Bellman-Ford for computation (RIP).</a:t>
            </a:r>
            <a:r>
              <a:rPr lang="zh-CN" sz="1900" dirty="0">
                <a:solidFill>
                  <a:schemeClr val="tx1"/>
                </a:solidFill>
                <a:latin typeface="Calibri" panose="020F0502020204030204" pitchFamily="34" charset="0"/>
                <a:cs typeface="Calibri" panose="020F0502020204030204" pitchFamily="34" charset="0"/>
              </a:rPr>
              <a:t/>
            </a:r>
            <a:br>
              <a:rPr lang="zh-CN" sz="1900" dirty="0">
                <a:solidFill>
                  <a:schemeClr val="tx1"/>
                </a:solidFill>
                <a:latin typeface="Calibri" panose="020F0502020204030204" pitchFamily="34" charset="0"/>
                <a:cs typeface="Calibri" panose="020F0502020204030204" pitchFamily="34" charset="0"/>
              </a:rPr>
            </a:br>
            <a:endParaRPr sz="1900" dirty="0">
              <a:solidFill>
                <a:schemeClr val="tx1"/>
              </a:solidFill>
              <a:latin typeface="Calibri" panose="020F0502020204030204" pitchFamily="34" charset="0"/>
              <a:cs typeface="Calibri" panose="020F0502020204030204" pitchFamily="34" charset="0"/>
            </a:endParaRPr>
          </a:p>
          <a:p>
            <a:pPr marL="457200" lvl="0" indent="-342900" algn="l" rtl="0">
              <a:spcBef>
                <a:spcPts val="0"/>
              </a:spcBef>
              <a:spcAft>
                <a:spcPts val="0"/>
              </a:spcAft>
              <a:buSzPts val="1800"/>
              <a:buChar char="●"/>
            </a:pPr>
            <a:r>
              <a:rPr lang="zh-CN" sz="1900" dirty="0">
                <a:solidFill>
                  <a:schemeClr val="tx1"/>
                </a:solidFill>
                <a:latin typeface="Calibri" panose="020F0502020204030204" pitchFamily="34" charset="0"/>
                <a:cs typeface="Calibri" panose="020F0502020204030204" pitchFamily="34" charset="0"/>
              </a:rPr>
              <a:t>Both routing methods involve finding least-cost paths to all other nodes</a:t>
            </a:r>
            <a:r>
              <a:rPr lang="en-US" altLang="zh-CN" sz="1900" dirty="0">
                <a:solidFill>
                  <a:schemeClr val="tx1"/>
                </a:solidFill>
                <a:latin typeface="Calibri" panose="020F0502020204030204" pitchFamily="34" charset="0"/>
                <a:cs typeface="Calibri" panose="020F0502020204030204" pitchFamily="34" charset="0"/>
              </a:rPr>
              <a:t>.</a:t>
            </a:r>
            <a:endParaRPr sz="1900" dirty="0">
              <a:solidFill>
                <a:schemeClr val="tx1"/>
              </a:solidFill>
              <a:latin typeface="Calibri" panose="020F0502020204030204" pitchFamily="34" charset="0"/>
              <a:cs typeface="Calibri" panose="020F0502020204030204" pitchFamily="34" charset="0"/>
            </a:endParaRPr>
          </a:p>
          <a:p>
            <a:pPr marL="457200" lvl="0" indent="-342900" algn="l" rtl="0">
              <a:spcBef>
                <a:spcPts val="0"/>
              </a:spcBef>
              <a:spcAft>
                <a:spcPts val="0"/>
              </a:spcAft>
              <a:buSzPts val="1800"/>
              <a:buChar char="●"/>
            </a:pPr>
            <a:r>
              <a:rPr lang="zh-CN" sz="1900" dirty="0">
                <a:solidFill>
                  <a:schemeClr val="accent1">
                    <a:lumMod val="75000"/>
                  </a:schemeClr>
                </a:solidFill>
                <a:latin typeface="Calibri" panose="020F0502020204030204" pitchFamily="34" charset="0"/>
                <a:cs typeface="Calibri" panose="020F0502020204030204" pitchFamily="34" charset="0"/>
              </a:rPr>
              <a:t>True;</a:t>
            </a:r>
            <a:r>
              <a:rPr lang="en-US" altLang="zh-CN" sz="1900" dirty="0">
                <a:solidFill>
                  <a:schemeClr val="accent1">
                    <a:lumMod val="75000"/>
                  </a:schemeClr>
                </a:solidFill>
                <a:latin typeface="Calibri" panose="020F0502020204030204" pitchFamily="34" charset="0"/>
                <a:cs typeface="Calibri" panose="020F0502020204030204" pitchFamily="34" charset="0"/>
              </a:rPr>
              <a:t> both are the shortest path calculation algorithm that allows easy metric to avoid loops</a:t>
            </a:r>
            <a:r>
              <a:rPr lang="zh-CN" sz="1900" dirty="0">
                <a:solidFill>
                  <a:schemeClr val="accent1">
                    <a:lumMod val="75000"/>
                  </a:schemeClr>
                </a:solidFill>
                <a:latin typeface="Calibri" panose="020F0502020204030204" pitchFamily="34" charset="0"/>
                <a:cs typeface="Calibri" panose="020F0502020204030204" pitchFamily="34" charset="0"/>
              </a:rPr>
              <a:t>.</a:t>
            </a:r>
            <a:endParaRPr sz="1900" dirty="0">
              <a:solidFill>
                <a:schemeClr val="accent1">
                  <a:lumMod val="75000"/>
                </a:schemeClr>
              </a:solidFill>
              <a:latin typeface="Calibri" panose="020F0502020204030204" pitchFamily="34" charset="0"/>
              <a:cs typeface="Calibri" panose="020F0502020204030204" pitchFamily="34" charset="0"/>
            </a:endParaRPr>
          </a:p>
          <a:p>
            <a:pPr marL="0" lvl="0" indent="0" algn="l" rtl="0">
              <a:spcBef>
                <a:spcPts val="1200"/>
              </a:spcBef>
              <a:spcAft>
                <a:spcPts val="1200"/>
              </a:spcAft>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8">
                                            <p:txEl>
                                              <p:pRg st="0" end="0"/>
                                            </p:txEl>
                                          </p:spTgt>
                                        </p:tgtEl>
                                        <p:attrNameLst>
                                          <p:attrName>style.visibility</p:attrName>
                                        </p:attrNameLst>
                                      </p:cBhvr>
                                      <p:to>
                                        <p:strVal val="visible"/>
                                      </p:to>
                                    </p:set>
                                    <p:animEffect transition="in" filter="fade">
                                      <p:cBhvr>
                                        <p:cTn id="7" dur="1000"/>
                                        <p:tgtEl>
                                          <p:spTgt spid="6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8">
                                            <p:txEl>
                                              <p:pRg st="1" end="1"/>
                                            </p:txEl>
                                          </p:spTgt>
                                        </p:tgtEl>
                                        <p:attrNameLst>
                                          <p:attrName>style.visibility</p:attrName>
                                        </p:attrNameLst>
                                      </p:cBhvr>
                                      <p:to>
                                        <p:strVal val="visible"/>
                                      </p:to>
                                    </p:set>
                                    <p:animEffect transition="in" filter="fade">
                                      <p:cBhvr>
                                        <p:cTn id="12" dur="1000"/>
                                        <p:tgtEl>
                                          <p:spTgt spid="6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8">
                                            <p:txEl>
                                              <p:pRg st="2" end="2"/>
                                            </p:txEl>
                                          </p:spTgt>
                                        </p:tgtEl>
                                        <p:attrNameLst>
                                          <p:attrName>style.visibility</p:attrName>
                                        </p:attrNameLst>
                                      </p:cBhvr>
                                      <p:to>
                                        <p:strVal val="visible"/>
                                      </p:to>
                                    </p:set>
                                    <p:animEffect transition="in" filter="fade">
                                      <p:cBhvr>
                                        <p:cTn id="17" dur="1000"/>
                                        <p:tgtEl>
                                          <p:spTgt spid="6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8">
                                            <p:txEl>
                                              <p:pRg st="3" end="3"/>
                                            </p:txEl>
                                          </p:spTgt>
                                        </p:tgtEl>
                                        <p:attrNameLst>
                                          <p:attrName>style.visibility</p:attrName>
                                        </p:attrNameLst>
                                      </p:cBhvr>
                                      <p:to>
                                        <p:strVal val="visible"/>
                                      </p:to>
                                    </p:set>
                                    <p:animEffect transition="in" filter="fade">
                                      <p:cBhvr>
                                        <p:cTn id="22" dur="1000"/>
                                        <p:tgtEl>
                                          <p:spTgt spid="6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8">
                                            <p:txEl>
                                              <p:pRg st="4" end="4"/>
                                            </p:txEl>
                                          </p:spTgt>
                                        </p:tgtEl>
                                        <p:attrNameLst>
                                          <p:attrName>style.visibility</p:attrName>
                                        </p:attrNameLst>
                                      </p:cBhvr>
                                      <p:to>
                                        <p:strVal val="visible"/>
                                      </p:to>
                                    </p:set>
                                    <p:animEffect transition="in" filter="fade">
                                      <p:cBhvr>
                                        <p:cTn id="27" dur="1000"/>
                                        <p:tgtEl>
                                          <p:spTgt spid="6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8">
                                            <p:txEl>
                                              <p:pRg st="5" end="5"/>
                                            </p:txEl>
                                          </p:spTgt>
                                        </p:tgtEl>
                                        <p:attrNameLst>
                                          <p:attrName>style.visibility</p:attrName>
                                        </p:attrNameLst>
                                      </p:cBhvr>
                                      <p:to>
                                        <p:strVal val="visible"/>
                                      </p:to>
                                    </p:set>
                                    <p:animEffect transition="in" filter="fade">
                                      <p:cBhvr>
                                        <p:cTn id="32" dur="1000"/>
                                        <p:tgtEl>
                                          <p:spTgt spid="6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a:latin typeface="Arial" panose="020B0604020202020204" pitchFamily="34" charset="0"/>
                <a:cs typeface="Arial" panose="020B0604020202020204" pitchFamily="34" charset="0"/>
              </a:rPr>
              <a:t>Q2 Link-State Routing: Dijkstra</a:t>
            </a:r>
            <a:endParaRPr dirty="0">
              <a:latin typeface="Arial" panose="020B0604020202020204" pitchFamily="34" charset="0"/>
              <a:cs typeface="Arial" panose="020B0604020202020204" pitchFamily="34" charset="0"/>
            </a:endParaRPr>
          </a:p>
        </p:txBody>
      </p:sp>
      <p:sp>
        <p:nvSpPr>
          <p:cNvPr id="4" name="Content Placeholder 5">
            <a:extLst>
              <a:ext uri="{FF2B5EF4-FFF2-40B4-BE49-F238E27FC236}">
                <a16:creationId xmlns:a16="http://schemas.microsoft.com/office/drawing/2014/main" id="{0569DBBD-2188-A0AC-763C-4DF473772C08}"/>
              </a:ext>
            </a:extLst>
          </p:cNvPr>
          <p:cNvSpPr txBox="1">
            <a:spLocks/>
          </p:cNvSpPr>
          <p:nvPr/>
        </p:nvSpPr>
        <p:spPr>
          <a:xfrm>
            <a:off x="311700" y="1017725"/>
            <a:ext cx="7924800" cy="3957231"/>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Ubuntu"/>
              <a:buChar char="●"/>
              <a:defRPr sz="1800" b="0" i="0" u="none" strike="noStrike" cap="none">
                <a:solidFill>
                  <a:schemeClr val="dk2"/>
                </a:solidFill>
                <a:latin typeface="Ubuntu"/>
                <a:ea typeface="Ubuntu"/>
                <a:cs typeface="Ubuntu"/>
                <a:sym typeface="Ubuntu"/>
              </a:defRPr>
            </a:lvl1pPr>
            <a:lvl2pPr marL="914400" marR="0" lvl="1" indent="-317500" algn="l" rtl="0">
              <a:lnSpc>
                <a:spcPct val="115000"/>
              </a:lnSpc>
              <a:spcBef>
                <a:spcPts val="0"/>
              </a:spcBef>
              <a:spcAft>
                <a:spcPts val="0"/>
              </a:spcAft>
              <a:buClr>
                <a:schemeClr val="dk2"/>
              </a:buClr>
              <a:buSzPts val="1400"/>
              <a:buFont typeface="Ubuntu"/>
              <a:buChar char="○"/>
              <a:defRPr sz="1400" b="0" i="0" u="none" strike="noStrike" cap="none">
                <a:solidFill>
                  <a:schemeClr val="dk2"/>
                </a:solidFill>
                <a:latin typeface="Ubuntu"/>
                <a:ea typeface="Ubuntu"/>
                <a:cs typeface="Ubuntu"/>
                <a:sym typeface="Ubuntu"/>
              </a:defRPr>
            </a:lvl2pPr>
            <a:lvl3pPr marL="1371600" marR="0" lvl="2" indent="-317500" algn="l" rtl="0">
              <a:lnSpc>
                <a:spcPct val="115000"/>
              </a:lnSpc>
              <a:spcBef>
                <a:spcPts val="0"/>
              </a:spcBef>
              <a:spcAft>
                <a:spcPts val="0"/>
              </a:spcAft>
              <a:buClr>
                <a:schemeClr val="dk2"/>
              </a:buClr>
              <a:buSzPts val="1400"/>
              <a:buFont typeface="Ubuntu"/>
              <a:buChar char="■"/>
              <a:defRPr sz="1400" b="0" i="0" u="none" strike="noStrike" cap="none">
                <a:solidFill>
                  <a:schemeClr val="dk2"/>
                </a:solidFill>
                <a:latin typeface="Ubuntu"/>
                <a:ea typeface="Ubuntu"/>
                <a:cs typeface="Ubuntu"/>
                <a:sym typeface="Ubuntu"/>
              </a:defRPr>
            </a:lvl3pPr>
            <a:lvl4pPr marL="1828800" marR="0" lvl="3" indent="-317500" algn="l" rtl="0">
              <a:lnSpc>
                <a:spcPct val="115000"/>
              </a:lnSpc>
              <a:spcBef>
                <a:spcPts val="0"/>
              </a:spcBef>
              <a:spcAft>
                <a:spcPts val="0"/>
              </a:spcAft>
              <a:buClr>
                <a:schemeClr val="dk2"/>
              </a:buClr>
              <a:buSzPts val="1400"/>
              <a:buFont typeface="Ubuntu"/>
              <a:buChar char="●"/>
              <a:defRPr sz="1400" b="0" i="0" u="none" strike="noStrike" cap="none">
                <a:solidFill>
                  <a:schemeClr val="dk2"/>
                </a:solidFill>
                <a:latin typeface="Ubuntu"/>
                <a:ea typeface="Ubuntu"/>
                <a:cs typeface="Ubuntu"/>
                <a:sym typeface="Ubuntu"/>
              </a:defRPr>
            </a:lvl4pPr>
            <a:lvl5pPr marL="2286000" marR="0" lvl="4" indent="-317500" algn="l" rtl="0">
              <a:lnSpc>
                <a:spcPct val="115000"/>
              </a:lnSpc>
              <a:spcBef>
                <a:spcPts val="0"/>
              </a:spcBef>
              <a:spcAft>
                <a:spcPts val="0"/>
              </a:spcAft>
              <a:buClr>
                <a:schemeClr val="dk2"/>
              </a:buClr>
              <a:buSzPts val="1400"/>
              <a:buFont typeface="Ubuntu"/>
              <a:buChar char="○"/>
              <a:defRPr sz="1400" b="0" i="0" u="none" strike="noStrike" cap="none">
                <a:solidFill>
                  <a:schemeClr val="dk2"/>
                </a:solidFill>
                <a:latin typeface="Ubuntu"/>
                <a:ea typeface="Ubuntu"/>
                <a:cs typeface="Ubuntu"/>
                <a:sym typeface="Ubuntu"/>
              </a:defRPr>
            </a:lvl5pPr>
            <a:lvl6pPr marL="2743200" marR="0" lvl="5" indent="-317500" algn="l" rtl="0">
              <a:lnSpc>
                <a:spcPct val="115000"/>
              </a:lnSpc>
              <a:spcBef>
                <a:spcPts val="0"/>
              </a:spcBef>
              <a:spcAft>
                <a:spcPts val="0"/>
              </a:spcAft>
              <a:buClr>
                <a:schemeClr val="dk2"/>
              </a:buClr>
              <a:buSzPts val="1400"/>
              <a:buFont typeface="Ubuntu"/>
              <a:buChar char="■"/>
              <a:defRPr sz="1400" b="0" i="0" u="none" strike="noStrike" cap="none">
                <a:solidFill>
                  <a:schemeClr val="dk2"/>
                </a:solidFill>
                <a:latin typeface="Ubuntu"/>
                <a:ea typeface="Ubuntu"/>
                <a:cs typeface="Ubuntu"/>
                <a:sym typeface="Ubuntu"/>
              </a:defRPr>
            </a:lvl6pPr>
            <a:lvl7pPr marL="3200400" marR="0" lvl="6" indent="-317500" algn="l" rtl="0">
              <a:lnSpc>
                <a:spcPct val="115000"/>
              </a:lnSpc>
              <a:spcBef>
                <a:spcPts val="0"/>
              </a:spcBef>
              <a:spcAft>
                <a:spcPts val="0"/>
              </a:spcAft>
              <a:buClr>
                <a:schemeClr val="dk2"/>
              </a:buClr>
              <a:buSzPts val="1400"/>
              <a:buFont typeface="Ubuntu"/>
              <a:buChar char="●"/>
              <a:defRPr sz="1400" b="0" i="0" u="none" strike="noStrike" cap="none">
                <a:solidFill>
                  <a:schemeClr val="dk2"/>
                </a:solidFill>
                <a:latin typeface="Ubuntu"/>
                <a:ea typeface="Ubuntu"/>
                <a:cs typeface="Ubuntu"/>
                <a:sym typeface="Ubuntu"/>
              </a:defRPr>
            </a:lvl7pPr>
            <a:lvl8pPr marL="3657600" marR="0" lvl="7" indent="-317500" algn="l" rtl="0">
              <a:lnSpc>
                <a:spcPct val="115000"/>
              </a:lnSpc>
              <a:spcBef>
                <a:spcPts val="0"/>
              </a:spcBef>
              <a:spcAft>
                <a:spcPts val="0"/>
              </a:spcAft>
              <a:buClr>
                <a:schemeClr val="dk2"/>
              </a:buClr>
              <a:buSzPts val="1400"/>
              <a:buFont typeface="Ubuntu"/>
              <a:buChar char="○"/>
              <a:defRPr sz="1400" b="0" i="0" u="none" strike="noStrike" cap="none">
                <a:solidFill>
                  <a:schemeClr val="dk2"/>
                </a:solidFill>
                <a:latin typeface="Ubuntu"/>
                <a:ea typeface="Ubuntu"/>
                <a:cs typeface="Ubuntu"/>
                <a:sym typeface="Ubuntu"/>
              </a:defRPr>
            </a:lvl8pPr>
            <a:lvl9pPr marL="4114800" marR="0" lvl="8" indent="-317500" algn="l" rtl="0">
              <a:lnSpc>
                <a:spcPct val="115000"/>
              </a:lnSpc>
              <a:spcBef>
                <a:spcPts val="0"/>
              </a:spcBef>
              <a:spcAft>
                <a:spcPts val="0"/>
              </a:spcAft>
              <a:buClr>
                <a:schemeClr val="dk2"/>
              </a:buClr>
              <a:buSzPts val="1400"/>
              <a:buFont typeface="Ubuntu"/>
              <a:buChar char="■"/>
              <a:defRPr sz="1400" b="0" i="0" u="none" strike="noStrike" cap="none">
                <a:solidFill>
                  <a:schemeClr val="dk2"/>
                </a:solidFill>
                <a:latin typeface="Ubuntu"/>
                <a:ea typeface="Ubuntu"/>
                <a:cs typeface="Ubuntu"/>
                <a:sym typeface="Ubuntu"/>
              </a:defRPr>
            </a:lvl9pPr>
          </a:lstStyle>
          <a:p>
            <a:pPr marL="0" indent="0">
              <a:buFont typeface="Ubuntu"/>
              <a:buNone/>
            </a:pPr>
            <a:r>
              <a:rPr lang="en-US" sz="1400" dirty="0">
                <a:latin typeface="Courier New" charset="0"/>
                <a:ea typeface="Courier New" charset="0"/>
                <a:cs typeface="Courier New" charset="0"/>
              </a:rPr>
              <a:t> 1  </a:t>
            </a:r>
            <a:r>
              <a:rPr lang="en-US" sz="1400" b="1" i="1" dirty="0">
                <a:latin typeface="Courier New" charset="0"/>
                <a:ea typeface="Courier New" charset="0"/>
                <a:cs typeface="Courier New" charset="0"/>
              </a:rPr>
              <a:t>Initialization:</a:t>
            </a:r>
            <a:r>
              <a:rPr lang="en-US" sz="1400" dirty="0">
                <a:latin typeface="Courier New" charset="0"/>
                <a:ea typeface="Courier New" charset="0"/>
                <a:cs typeface="Courier New" charset="0"/>
              </a:rPr>
              <a:t> </a:t>
            </a:r>
          </a:p>
          <a:p>
            <a:pPr marL="0" indent="0">
              <a:buFont typeface="Ubuntu"/>
              <a:buNone/>
            </a:pPr>
            <a:r>
              <a:rPr lang="en-US" sz="1400" dirty="0">
                <a:latin typeface="Courier New" charset="0"/>
                <a:ea typeface="Courier New" charset="0"/>
                <a:cs typeface="Courier New" charset="0"/>
              </a:rPr>
              <a:t> 2    N' = {u}; D(u) = 0</a:t>
            </a:r>
          </a:p>
          <a:p>
            <a:pPr marL="0" indent="0">
              <a:buFont typeface="Ubuntu"/>
              <a:buNone/>
            </a:pPr>
            <a:r>
              <a:rPr lang="en-US" sz="1400" dirty="0">
                <a:latin typeface="Courier New" charset="0"/>
                <a:ea typeface="Courier New" charset="0"/>
                <a:cs typeface="Courier New" charset="0"/>
              </a:rPr>
              <a:t> 3    for all nodes v </a:t>
            </a:r>
          </a:p>
          <a:p>
            <a:pPr marL="0" indent="0">
              <a:buFont typeface="Ubuntu"/>
              <a:buNone/>
            </a:pPr>
            <a:r>
              <a:rPr lang="en-US" sz="1400" dirty="0">
                <a:latin typeface="Courier New" charset="0"/>
                <a:ea typeface="Courier New" charset="0"/>
                <a:cs typeface="Courier New" charset="0"/>
              </a:rPr>
              <a:t> 4      if v adjacent to u </a:t>
            </a:r>
          </a:p>
          <a:p>
            <a:pPr marL="0" indent="0">
              <a:buFont typeface="Ubuntu"/>
              <a:buNone/>
            </a:pPr>
            <a:r>
              <a:rPr lang="en-US" sz="1400" dirty="0">
                <a:latin typeface="Courier New" charset="0"/>
                <a:ea typeface="Courier New" charset="0"/>
                <a:cs typeface="Courier New" charset="0"/>
              </a:rPr>
              <a:t> 5        then D(v) = c(</a:t>
            </a:r>
            <a:r>
              <a:rPr lang="en-US" sz="1400" dirty="0" err="1">
                <a:latin typeface="Courier New" charset="0"/>
                <a:ea typeface="Courier New" charset="0"/>
                <a:cs typeface="Courier New" charset="0"/>
              </a:rPr>
              <a:t>u,v</a:t>
            </a:r>
            <a:r>
              <a:rPr lang="en-US" sz="1400" dirty="0">
                <a:latin typeface="Courier New" charset="0"/>
                <a:ea typeface="Courier New" charset="0"/>
                <a:cs typeface="Courier New" charset="0"/>
              </a:rPr>
              <a:t>) </a:t>
            </a:r>
          </a:p>
          <a:p>
            <a:pPr marL="0" indent="0">
              <a:buFont typeface="Ubuntu"/>
              <a:buNone/>
            </a:pPr>
            <a:r>
              <a:rPr lang="en-US" sz="1400" dirty="0">
                <a:latin typeface="Courier New" charset="0"/>
                <a:ea typeface="Courier New" charset="0"/>
                <a:cs typeface="Courier New" charset="0"/>
              </a:rPr>
              <a:t> 6      else D(v) = ∞ </a:t>
            </a:r>
          </a:p>
          <a:p>
            <a:pPr marL="0" indent="0">
              <a:buFont typeface="Ubuntu"/>
              <a:buNone/>
            </a:pPr>
            <a:r>
              <a:rPr lang="en-US" sz="1400" dirty="0">
                <a:latin typeface="Courier New" charset="0"/>
                <a:ea typeface="Courier New" charset="0"/>
                <a:cs typeface="Courier New" charset="0"/>
              </a:rPr>
              <a:t> 7    </a:t>
            </a:r>
          </a:p>
          <a:p>
            <a:pPr marL="0" indent="0">
              <a:buFont typeface="Ubuntu"/>
              <a:buNone/>
            </a:pPr>
            <a:r>
              <a:rPr lang="en-US" sz="1400" dirty="0">
                <a:latin typeface="Courier New" charset="0"/>
                <a:ea typeface="Courier New" charset="0"/>
                <a:cs typeface="Courier New" charset="0"/>
              </a:rPr>
              <a:t> 8  </a:t>
            </a:r>
            <a:r>
              <a:rPr lang="en-US" sz="1400" b="1" i="1" dirty="0">
                <a:latin typeface="Courier New" charset="0"/>
                <a:ea typeface="Courier New" charset="0"/>
                <a:cs typeface="Courier New" charset="0"/>
              </a:rPr>
              <a:t>Loop</a:t>
            </a:r>
            <a:r>
              <a:rPr lang="en-US" sz="1400" i="1" dirty="0">
                <a:latin typeface="Courier New" charset="0"/>
                <a:ea typeface="Courier New" charset="0"/>
                <a:cs typeface="Courier New" charset="0"/>
              </a:rPr>
              <a:t> </a:t>
            </a:r>
            <a:endParaRPr lang="en-US" sz="1400" dirty="0">
              <a:latin typeface="Courier New" charset="0"/>
              <a:ea typeface="Courier New" charset="0"/>
              <a:cs typeface="Courier New" charset="0"/>
            </a:endParaRPr>
          </a:p>
          <a:p>
            <a:pPr marL="0" indent="0">
              <a:buFont typeface="Ubuntu"/>
              <a:buNone/>
            </a:pPr>
            <a:r>
              <a:rPr lang="en-US" sz="1400" dirty="0">
                <a:latin typeface="Courier New" charset="0"/>
                <a:ea typeface="Courier New" charset="0"/>
                <a:cs typeface="Courier New" charset="0"/>
              </a:rPr>
              <a:t> 9    find w not in N' such that D(w) is a minimum </a:t>
            </a:r>
          </a:p>
          <a:p>
            <a:pPr marL="0" indent="0">
              <a:buFont typeface="Ubuntu"/>
              <a:buNone/>
            </a:pPr>
            <a:r>
              <a:rPr lang="en-US" sz="1400" dirty="0">
                <a:latin typeface="Courier New" charset="0"/>
                <a:ea typeface="Courier New" charset="0"/>
                <a:cs typeface="Courier New" charset="0"/>
              </a:rPr>
              <a:t>10    add w to N' </a:t>
            </a:r>
          </a:p>
          <a:p>
            <a:pPr marL="0" indent="0">
              <a:buFont typeface="Ubuntu"/>
              <a:buNone/>
            </a:pPr>
            <a:r>
              <a:rPr lang="en-US" sz="1400" dirty="0">
                <a:latin typeface="Courier New" charset="0"/>
                <a:ea typeface="Courier New" charset="0"/>
                <a:cs typeface="Courier New" charset="0"/>
              </a:rPr>
              <a:t>11    update D(v) for all v adjacent to w and not in N': </a:t>
            </a:r>
          </a:p>
          <a:p>
            <a:pPr marL="0" indent="0">
              <a:buFont typeface="Ubuntu"/>
              <a:buNone/>
            </a:pPr>
            <a:r>
              <a:rPr lang="en-US" sz="1400" dirty="0">
                <a:latin typeface="Courier New" charset="0"/>
                <a:ea typeface="Courier New" charset="0"/>
                <a:cs typeface="Courier New" charset="0"/>
              </a:rPr>
              <a:t>12        </a:t>
            </a:r>
            <a:r>
              <a:rPr lang="en-US" sz="1400" b="1" dirty="0">
                <a:solidFill>
                  <a:srgbClr val="CC0000"/>
                </a:solidFill>
                <a:latin typeface="Courier New" charset="0"/>
                <a:ea typeface="Courier New" charset="0"/>
                <a:cs typeface="Courier New" charset="0"/>
              </a:rPr>
              <a:t>D(v) = min( D(v), D(w) + c(</a:t>
            </a:r>
            <a:r>
              <a:rPr lang="en-US" sz="1400" b="1" dirty="0" err="1">
                <a:solidFill>
                  <a:srgbClr val="CC0000"/>
                </a:solidFill>
                <a:latin typeface="Courier New" charset="0"/>
                <a:ea typeface="Courier New" charset="0"/>
                <a:cs typeface="Courier New" charset="0"/>
              </a:rPr>
              <a:t>w,v</a:t>
            </a:r>
            <a:r>
              <a:rPr lang="en-US" sz="1400" b="1" dirty="0">
                <a:solidFill>
                  <a:srgbClr val="CC0000"/>
                </a:solidFill>
                <a:latin typeface="Courier New" charset="0"/>
                <a:ea typeface="Courier New" charset="0"/>
                <a:cs typeface="Courier New" charset="0"/>
              </a:rPr>
              <a:t>) ) </a:t>
            </a:r>
          </a:p>
          <a:p>
            <a:pPr marL="0" indent="0">
              <a:buFont typeface="Ubuntu"/>
              <a:buNone/>
            </a:pPr>
            <a:r>
              <a:rPr lang="en-US" sz="1400" dirty="0">
                <a:latin typeface="Courier New" charset="0"/>
                <a:ea typeface="Courier New" charset="0"/>
                <a:cs typeface="Courier New" charset="0"/>
              </a:rPr>
              <a:t>13        /* new cost to v is either old cost to v or known </a:t>
            </a:r>
          </a:p>
          <a:p>
            <a:pPr marL="0" indent="0">
              <a:buFont typeface="Ubuntu"/>
              <a:buNone/>
            </a:pPr>
            <a:r>
              <a:rPr lang="en-US" sz="1400" dirty="0">
                <a:latin typeface="Courier New" charset="0"/>
                <a:ea typeface="Courier New" charset="0"/>
                <a:cs typeface="Courier New" charset="0"/>
              </a:rPr>
              <a:t>14         least path cost to w plus cost from w to v */ </a:t>
            </a:r>
          </a:p>
          <a:p>
            <a:pPr marL="0" indent="0">
              <a:buFont typeface="Ubuntu"/>
              <a:buNone/>
            </a:pPr>
            <a:r>
              <a:rPr lang="en-US" sz="1400" dirty="0">
                <a:latin typeface="Courier New" charset="0"/>
                <a:ea typeface="Courier New" charset="0"/>
                <a:cs typeface="Courier New" charset="0"/>
              </a:rPr>
              <a:t>15  </a:t>
            </a:r>
            <a:r>
              <a:rPr lang="en-US" sz="1400" b="1" i="1" dirty="0">
                <a:latin typeface="Courier New" charset="0"/>
                <a:ea typeface="Courier New" charset="0"/>
                <a:cs typeface="Courier New" charset="0"/>
              </a:rPr>
              <a:t>until all nodes are in N'</a:t>
            </a:r>
            <a:endParaRPr lang="en-US" sz="1400" dirty="0">
              <a:latin typeface="Courier New" charset="0"/>
              <a:ea typeface="Courier New" charset="0"/>
              <a:cs typeface="Courier New" charset="0"/>
            </a:endParaRPr>
          </a:p>
        </p:txBody>
      </p:sp>
      <p:sp>
        <p:nvSpPr>
          <p:cNvPr id="5" name="文本框 4">
            <a:extLst>
              <a:ext uri="{FF2B5EF4-FFF2-40B4-BE49-F238E27FC236}">
                <a16:creationId xmlns:a16="http://schemas.microsoft.com/office/drawing/2014/main" id="{D8206A69-3CD6-3B12-E117-F4F8E60EC84B}"/>
              </a:ext>
            </a:extLst>
          </p:cNvPr>
          <p:cNvSpPr txBox="1"/>
          <p:nvPr/>
        </p:nvSpPr>
        <p:spPr>
          <a:xfrm>
            <a:off x="3758872" y="1623940"/>
            <a:ext cx="2060179" cy="523220"/>
          </a:xfrm>
          <a:prstGeom prst="rect">
            <a:avLst/>
          </a:prstGeom>
          <a:noFill/>
        </p:spPr>
        <p:txBody>
          <a:bodyPr wrap="none" rtlCol="0">
            <a:spAutoFit/>
          </a:bodyPr>
          <a:lstStyle/>
          <a:p>
            <a:r>
              <a:rPr kumimoji="1" lang="en-US" altLang="zh-CN" dirty="0">
                <a:solidFill>
                  <a:srgbClr val="FF0000"/>
                </a:solidFill>
                <a:latin typeface="Calibri" panose="020F0502020204030204" pitchFamily="34" charset="0"/>
                <a:cs typeface="Calibri" panose="020F0502020204030204" pitchFamily="34" charset="0"/>
              </a:rPr>
              <a:t>If adjacent, set to its cost;</a:t>
            </a:r>
          </a:p>
          <a:p>
            <a:r>
              <a:rPr kumimoji="1" lang="en-US" altLang="zh-CN" dirty="0">
                <a:solidFill>
                  <a:srgbClr val="FF0000"/>
                </a:solidFill>
                <a:latin typeface="Calibri" panose="020F0502020204030204" pitchFamily="34" charset="0"/>
                <a:cs typeface="Calibri" panose="020F0502020204030204" pitchFamily="34" charset="0"/>
              </a:rPr>
              <a:t>If not, set to infinity</a:t>
            </a:r>
            <a:endParaRPr kumimoji="1" lang="zh-CN" altLang="en-US" dirty="0">
              <a:solidFill>
                <a:srgbClr val="FF0000"/>
              </a:solidFill>
              <a:latin typeface="Calibri" panose="020F0502020204030204" pitchFamily="34" charset="0"/>
              <a:cs typeface="Calibri" panose="020F0502020204030204" pitchFamily="34" charset="0"/>
            </a:endParaRPr>
          </a:p>
        </p:txBody>
      </p:sp>
      <p:sp>
        <p:nvSpPr>
          <p:cNvPr id="6" name="文本框 5">
            <a:extLst>
              <a:ext uri="{FF2B5EF4-FFF2-40B4-BE49-F238E27FC236}">
                <a16:creationId xmlns:a16="http://schemas.microsoft.com/office/drawing/2014/main" id="{608514B3-CB1F-A25A-DBFB-FFF7708D1EB9}"/>
              </a:ext>
            </a:extLst>
          </p:cNvPr>
          <p:cNvSpPr txBox="1"/>
          <p:nvPr/>
        </p:nvSpPr>
        <p:spPr>
          <a:xfrm>
            <a:off x="5819051" y="2996340"/>
            <a:ext cx="3324949" cy="523220"/>
          </a:xfrm>
          <a:prstGeom prst="rect">
            <a:avLst/>
          </a:prstGeom>
          <a:noFill/>
        </p:spPr>
        <p:txBody>
          <a:bodyPr wrap="none" rtlCol="0">
            <a:spAutoFit/>
          </a:bodyPr>
          <a:lstStyle/>
          <a:p>
            <a:r>
              <a:rPr kumimoji="1" lang="en-US" altLang="zh-CN" dirty="0">
                <a:solidFill>
                  <a:srgbClr val="FF0000"/>
                </a:solidFill>
                <a:latin typeface="Calibri" panose="020F0502020204030204" pitchFamily="34" charset="0"/>
                <a:cs typeface="Calibri" panose="020F0502020204030204" pitchFamily="34" charset="0"/>
              </a:rPr>
              <a:t>Insert current min cost node, update costs,</a:t>
            </a:r>
          </a:p>
          <a:p>
            <a:r>
              <a:rPr kumimoji="1" lang="en-US" altLang="zh-CN" dirty="0">
                <a:solidFill>
                  <a:srgbClr val="FF0000"/>
                </a:solidFill>
                <a:latin typeface="Calibri" panose="020F0502020204030204" pitchFamily="34" charset="0"/>
                <a:cs typeface="Calibri" panose="020F0502020204030204" pitchFamily="34" charset="0"/>
              </a:rPr>
              <a:t>Until all nodes inserted</a:t>
            </a:r>
            <a:endParaRPr kumimoji="1" lang="zh-CN" altLang="en-US" dirty="0">
              <a:solidFill>
                <a:srgbClr val="FF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88368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a:latin typeface="Arial" panose="020B0604020202020204" pitchFamily="34" charset="0"/>
                <a:cs typeface="Arial" panose="020B0604020202020204" pitchFamily="34" charset="0"/>
              </a:rPr>
              <a:t>Q2 Link-State Routing: Dijkstra</a:t>
            </a:r>
            <a:endParaRPr dirty="0">
              <a:latin typeface="Arial" panose="020B0604020202020204" pitchFamily="34" charset="0"/>
              <a:cs typeface="Arial" panose="020B0604020202020204" pitchFamily="34" charset="0"/>
            </a:endParaRPr>
          </a:p>
        </p:txBody>
      </p:sp>
      <p:sp>
        <p:nvSpPr>
          <p:cNvPr id="3" name="文本框 2">
            <a:extLst>
              <a:ext uri="{FF2B5EF4-FFF2-40B4-BE49-F238E27FC236}">
                <a16:creationId xmlns:a16="http://schemas.microsoft.com/office/drawing/2014/main" id="{5C461B64-2ECC-01DB-2098-1829F77DE978}"/>
              </a:ext>
            </a:extLst>
          </p:cNvPr>
          <p:cNvSpPr txBox="1"/>
          <p:nvPr/>
        </p:nvSpPr>
        <p:spPr>
          <a:xfrm>
            <a:off x="4293030" y="2073672"/>
            <a:ext cx="3587858" cy="338554"/>
          </a:xfrm>
          <a:prstGeom prst="rect">
            <a:avLst/>
          </a:prstGeom>
          <a:noFill/>
        </p:spPr>
        <p:txBody>
          <a:bodyPr wrap="square">
            <a:spAutoFit/>
          </a:bodyPr>
          <a:lstStyle/>
          <a:p>
            <a:r>
              <a:rPr lang="en-US" altLang="zh-CN" sz="1600" b="1" dirty="0">
                <a:solidFill>
                  <a:srgbClr val="FF0000"/>
                </a:solidFill>
                <a:latin typeface="Calibri" panose="020F0502020204030204" pitchFamily="34" charset="0"/>
                <a:ea typeface="Courier New" charset="0"/>
                <a:cs typeface="Calibri" panose="020F0502020204030204" pitchFamily="34" charset="0"/>
              </a:rPr>
              <a:t>Update: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D</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a:solidFill>
                  <a:srgbClr val="FF0000"/>
                </a:solidFill>
                <a:latin typeface="Calibri" panose="020F0502020204030204" pitchFamily="34" charset="0"/>
                <a:ea typeface="Courier New" charset="0"/>
                <a:cs typeface="Calibri" panose="020F0502020204030204" pitchFamily="34" charset="0"/>
              </a:rPr>
              <a:t>v</a:t>
            </a:r>
            <a:r>
              <a:rPr lang="en-US" altLang="zh-CN" sz="1600" b="1" dirty="0">
                <a:solidFill>
                  <a:srgbClr val="FF0000"/>
                </a:solidFill>
                <a:latin typeface="Calibri" panose="020F0502020204030204" pitchFamily="34" charset="0"/>
                <a:ea typeface="Courier New" charset="0"/>
                <a:cs typeface="Calibri" panose="020F0502020204030204" pitchFamily="34" charset="0"/>
              </a:rPr>
              <a:t>) = min(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D</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a:solidFill>
                  <a:srgbClr val="FF0000"/>
                </a:solidFill>
                <a:latin typeface="Calibri" panose="020F0502020204030204" pitchFamily="34" charset="0"/>
                <a:ea typeface="Courier New" charset="0"/>
                <a:cs typeface="Calibri" panose="020F0502020204030204" pitchFamily="34" charset="0"/>
              </a:rPr>
              <a:t>v</a:t>
            </a:r>
            <a:r>
              <a:rPr lang="en-US" altLang="zh-CN" sz="1600" b="1" dirty="0">
                <a:solidFill>
                  <a:srgbClr val="FF0000"/>
                </a:solidFill>
                <a:latin typeface="Calibri" panose="020F0502020204030204" pitchFamily="34" charset="0"/>
                <a:ea typeface="Courier New" charset="0"/>
                <a:cs typeface="Calibri" panose="020F0502020204030204" pitchFamily="34" charset="0"/>
              </a:rPr>
              <a:t>),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D</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a:solidFill>
                  <a:srgbClr val="FF0000"/>
                </a:solidFill>
                <a:latin typeface="Calibri" panose="020F0502020204030204" pitchFamily="34" charset="0"/>
                <a:ea typeface="Courier New" charset="0"/>
                <a:cs typeface="Calibri" panose="020F0502020204030204" pitchFamily="34" charset="0"/>
              </a:rPr>
              <a:t>w</a:t>
            </a:r>
            <a:r>
              <a:rPr lang="en-US" altLang="zh-CN" sz="1600" b="1" dirty="0">
                <a:solidFill>
                  <a:srgbClr val="FF0000"/>
                </a:solidFill>
                <a:latin typeface="Calibri" panose="020F0502020204030204" pitchFamily="34" charset="0"/>
                <a:ea typeface="Courier New" charset="0"/>
                <a:cs typeface="Calibri" panose="020F0502020204030204" pitchFamily="34" charset="0"/>
              </a:rPr>
              <a:t>) +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c</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err="1">
                <a:solidFill>
                  <a:srgbClr val="FF0000"/>
                </a:solidFill>
                <a:latin typeface="Calibri" panose="020F0502020204030204" pitchFamily="34" charset="0"/>
                <a:ea typeface="Courier New" charset="0"/>
                <a:cs typeface="Calibri" panose="020F0502020204030204" pitchFamily="34" charset="0"/>
              </a:rPr>
              <a:t>w</a:t>
            </a:r>
            <a:r>
              <a:rPr lang="en-US" altLang="zh-CN" sz="1600" b="1" dirty="0" err="1">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err="1">
                <a:solidFill>
                  <a:srgbClr val="FF0000"/>
                </a:solidFill>
                <a:latin typeface="Calibri" panose="020F0502020204030204" pitchFamily="34" charset="0"/>
                <a:ea typeface="Courier New" charset="0"/>
                <a:cs typeface="Calibri" panose="020F0502020204030204" pitchFamily="34" charset="0"/>
              </a:rPr>
              <a:t>v</a:t>
            </a:r>
            <a:r>
              <a:rPr lang="en-US" altLang="zh-CN" sz="1600" b="1" dirty="0">
                <a:solidFill>
                  <a:srgbClr val="FF0000"/>
                </a:solidFill>
                <a:latin typeface="Calibri" panose="020F0502020204030204" pitchFamily="34" charset="0"/>
                <a:ea typeface="Courier New" charset="0"/>
                <a:cs typeface="Calibri" panose="020F0502020204030204" pitchFamily="34" charset="0"/>
              </a:rPr>
              <a:t>) ) </a:t>
            </a:r>
            <a:endParaRPr lang="zh-CN" altLang="en-US" sz="1600" dirty="0">
              <a:solidFill>
                <a:srgbClr val="FF0000"/>
              </a:solidFill>
              <a:latin typeface="Calibri" panose="020F0502020204030204" pitchFamily="34" charset="0"/>
              <a:cs typeface="Calibri" panose="020F0502020204030204" pitchFamily="34" charset="0"/>
            </a:endParaRPr>
          </a:p>
        </p:txBody>
      </p:sp>
      <p:sp>
        <p:nvSpPr>
          <p:cNvPr id="6" name="文本框 5">
            <a:extLst>
              <a:ext uri="{FF2B5EF4-FFF2-40B4-BE49-F238E27FC236}">
                <a16:creationId xmlns:a16="http://schemas.microsoft.com/office/drawing/2014/main" id="{DBDB495C-4A97-E6EC-72D9-515FBBB0B1F2}"/>
              </a:ext>
            </a:extLst>
          </p:cNvPr>
          <p:cNvSpPr txBox="1"/>
          <p:nvPr/>
        </p:nvSpPr>
        <p:spPr>
          <a:xfrm>
            <a:off x="4293030" y="1735118"/>
            <a:ext cx="4850970" cy="338554"/>
          </a:xfrm>
          <a:prstGeom prst="rect">
            <a:avLst/>
          </a:prstGeom>
          <a:noFill/>
        </p:spPr>
        <p:txBody>
          <a:bodyPr wrap="square">
            <a:spAutoFit/>
          </a:bodyPr>
          <a:lstStyle/>
          <a:p>
            <a:pPr marL="0" indent="0">
              <a:buFont typeface="Ubuntu"/>
              <a:buNone/>
            </a:pPr>
            <a:r>
              <a:rPr lang="en-US" altLang="zh-CN" sz="1600" b="1" dirty="0">
                <a:solidFill>
                  <a:srgbClr val="FF0000"/>
                </a:solidFill>
                <a:latin typeface="Calibri" panose="020F0502020204030204" pitchFamily="34" charset="0"/>
                <a:ea typeface="Courier New" charset="0"/>
                <a:cs typeface="Calibri" panose="020F0502020204030204" pitchFamily="34" charset="0"/>
              </a:rPr>
              <a:t>Init: if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v</a:t>
            </a:r>
            <a:r>
              <a:rPr lang="en-US" altLang="zh-CN" sz="1600" b="1" dirty="0">
                <a:solidFill>
                  <a:srgbClr val="FF0000"/>
                </a:solidFill>
                <a:latin typeface="Calibri" panose="020F0502020204030204" pitchFamily="34" charset="0"/>
                <a:ea typeface="Courier New" charset="0"/>
                <a:cs typeface="Calibri" panose="020F0502020204030204" pitchFamily="34" charset="0"/>
              </a:rPr>
              <a:t> adjacent to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u</a:t>
            </a:r>
            <a:r>
              <a:rPr lang="en-US" altLang="zh-CN" sz="1600" b="1" dirty="0">
                <a:solidFill>
                  <a:srgbClr val="FF0000"/>
                </a:solidFill>
                <a:latin typeface="Calibri" panose="020F0502020204030204" pitchFamily="34" charset="0"/>
                <a:ea typeface="Courier New" charset="0"/>
                <a:cs typeface="Calibri" panose="020F0502020204030204" pitchFamily="34" charset="0"/>
              </a:rPr>
              <a:t> then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D</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a:solidFill>
                  <a:srgbClr val="FF0000"/>
                </a:solidFill>
                <a:latin typeface="Calibri" panose="020F0502020204030204" pitchFamily="34" charset="0"/>
                <a:ea typeface="Courier New" charset="0"/>
                <a:cs typeface="Calibri" panose="020F0502020204030204" pitchFamily="34" charset="0"/>
              </a:rPr>
              <a:t>v</a:t>
            </a:r>
            <a:r>
              <a:rPr lang="en-US" altLang="zh-CN" sz="1600" b="1" dirty="0">
                <a:solidFill>
                  <a:srgbClr val="FF0000"/>
                </a:solidFill>
                <a:latin typeface="Calibri" panose="020F0502020204030204" pitchFamily="34" charset="0"/>
                <a:ea typeface="Courier New" charset="0"/>
                <a:cs typeface="Calibri" panose="020F0502020204030204" pitchFamily="34" charset="0"/>
              </a:rPr>
              <a:t>) =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c</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err="1">
                <a:solidFill>
                  <a:srgbClr val="FF0000"/>
                </a:solidFill>
                <a:latin typeface="Calibri" panose="020F0502020204030204" pitchFamily="34" charset="0"/>
                <a:ea typeface="Courier New" charset="0"/>
                <a:cs typeface="Calibri" panose="020F0502020204030204" pitchFamily="34" charset="0"/>
              </a:rPr>
              <a:t>u,v</a:t>
            </a:r>
            <a:r>
              <a:rPr lang="en-US" altLang="zh-CN" sz="1600" b="1" dirty="0">
                <a:solidFill>
                  <a:srgbClr val="FF0000"/>
                </a:solidFill>
                <a:latin typeface="Calibri" panose="020F0502020204030204" pitchFamily="34" charset="0"/>
                <a:ea typeface="Courier New" charset="0"/>
                <a:cs typeface="Calibri" panose="020F0502020204030204" pitchFamily="34" charset="0"/>
              </a:rPr>
              <a:t>) else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D</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a:solidFill>
                  <a:srgbClr val="FF0000"/>
                </a:solidFill>
                <a:latin typeface="Calibri" panose="020F0502020204030204" pitchFamily="34" charset="0"/>
                <a:ea typeface="Courier New" charset="0"/>
                <a:cs typeface="Calibri" panose="020F0502020204030204" pitchFamily="34" charset="0"/>
              </a:rPr>
              <a:t>v</a:t>
            </a:r>
            <a:r>
              <a:rPr lang="en-US" altLang="zh-CN" sz="1600" b="1" dirty="0">
                <a:solidFill>
                  <a:srgbClr val="FF0000"/>
                </a:solidFill>
                <a:latin typeface="Calibri" panose="020F0502020204030204" pitchFamily="34" charset="0"/>
                <a:ea typeface="Courier New" charset="0"/>
                <a:cs typeface="Calibri" panose="020F0502020204030204" pitchFamily="34" charset="0"/>
              </a:rPr>
              <a:t>) = ∞ </a:t>
            </a:r>
          </a:p>
        </p:txBody>
      </p:sp>
      <p:graphicFrame>
        <p:nvGraphicFramePr>
          <p:cNvPr id="7" name="表格 6">
            <a:extLst>
              <a:ext uri="{FF2B5EF4-FFF2-40B4-BE49-F238E27FC236}">
                <a16:creationId xmlns:a16="http://schemas.microsoft.com/office/drawing/2014/main" id="{5EB15423-52CF-6624-16F1-6E14953CDDB3}"/>
              </a:ext>
            </a:extLst>
          </p:cNvPr>
          <p:cNvGraphicFramePr>
            <a:graphicFrameLocks noGrp="1"/>
          </p:cNvGraphicFramePr>
          <p:nvPr>
            <p:extLst>
              <p:ext uri="{D42A27DB-BD31-4B8C-83A1-F6EECF244321}">
                <p14:modId xmlns:p14="http://schemas.microsoft.com/office/powerpoint/2010/main" val="837657761"/>
              </p:ext>
            </p:extLst>
          </p:nvPr>
        </p:nvGraphicFramePr>
        <p:xfrm>
          <a:off x="656186" y="3524994"/>
          <a:ext cx="4923205" cy="1356972"/>
        </p:xfrm>
        <a:graphic>
          <a:graphicData uri="http://schemas.openxmlformats.org/drawingml/2006/table">
            <a:tbl>
              <a:tblPr firstRow="1" firstCol="1" bandRow="1">
                <a:tableStyleId>{B0082EC5-C718-4C4A-A93D-152775E55CCE}</a:tableStyleId>
              </a:tblPr>
              <a:tblGrid>
                <a:gridCol w="449854">
                  <a:extLst>
                    <a:ext uri="{9D8B030D-6E8A-4147-A177-3AD203B41FA5}">
                      <a16:colId xmlns:a16="http://schemas.microsoft.com/office/drawing/2014/main" val="1336641781"/>
                    </a:ext>
                  </a:extLst>
                </a:gridCol>
                <a:gridCol w="808757">
                  <a:extLst>
                    <a:ext uri="{9D8B030D-6E8A-4147-A177-3AD203B41FA5}">
                      <a16:colId xmlns:a16="http://schemas.microsoft.com/office/drawing/2014/main" val="3561598710"/>
                    </a:ext>
                  </a:extLst>
                </a:gridCol>
                <a:gridCol w="1017943">
                  <a:extLst>
                    <a:ext uri="{9D8B030D-6E8A-4147-A177-3AD203B41FA5}">
                      <a16:colId xmlns:a16="http://schemas.microsoft.com/office/drawing/2014/main" val="550166354"/>
                    </a:ext>
                  </a:extLst>
                </a:gridCol>
                <a:gridCol w="880118">
                  <a:extLst>
                    <a:ext uri="{9D8B030D-6E8A-4147-A177-3AD203B41FA5}">
                      <a16:colId xmlns:a16="http://schemas.microsoft.com/office/drawing/2014/main" val="3821070441"/>
                    </a:ext>
                  </a:extLst>
                </a:gridCol>
                <a:gridCol w="883616">
                  <a:extLst>
                    <a:ext uri="{9D8B030D-6E8A-4147-A177-3AD203B41FA5}">
                      <a16:colId xmlns:a16="http://schemas.microsoft.com/office/drawing/2014/main" val="3659548248"/>
                    </a:ext>
                  </a:extLst>
                </a:gridCol>
                <a:gridCol w="882917">
                  <a:extLst>
                    <a:ext uri="{9D8B030D-6E8A-4147-A177-3AD203B41FA5}">
                      <a16:colId xmlns:a16="http://schemas.microsoft.com/office/drawing/2014/main" val="3867645600"/>
                    </a:ext>
                  </a:extLst>
                </a:gridCol>
              </a:tblGrid>
              <a:tr h="226162">
                <a:tc>
                  <a:txBody>
                    <a:bodyPr/>
                    <a:lstStyle/>
                    <a:p>
                      <a:pPr algn="just"/>
                      <a:r>
                        <a:rPr lang="en-US" sz="1100" kern="100">
                          <a:effectLst/>
                        </a:rPr>
                        <a:t>Step</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N’</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D(b), p(b)</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D(c), p(c)</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D(d), p(d)</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D(e), p(e)</a:t>
                      </a:r>
                      <a:endParaRPr lang="zh-CN" sz="1200" kern="10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3165120727"/>
                  </a:ext>
                </a:extLst>
              </a:tr>
              <a:tr h="226162">
                <a:tc>
                  <a:txBody>
                    <a:bodyPr/>
                    <a:lstStyle/>
                    <a:p>
                      <a:pPr algn="just"/>
                      <a:r>
                        <a:rPr lang="en-US" sz="1100" kern="100">
                          <a:effectLst/>
                        </a:rPr>
                        <a:t>0</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a</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2295215699"/>
                  </a:ext>
                </a:extLst>
              </a:tr>
              <a:tr h="226162">
                <a:tc>
                  <a:txBody>
                    <a:bodyPr/>
                    <a:lstStyle/>
                    <a:p>
                      <a:pPr algn="just"/>
                      <a:r>
                        <a:rPr lang="en-US" sz="1100" kern="100">
                          <a:effectLst/>
                        </a:rPr>
                        <a:t>1</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3660860167"/>
                  </a:ext>
                </a:extLst>
              </a:tr>
              <a:tr h="226162">
                <a:tc>
                  <a:txBody>
                    <a:bodyPr/>
                    <a:lstStyle/>
                    <a:p>
                      <a:pPr algn="just"/>
                      <a:r>
                        <a:rPr lang="en-US" sz="1100" kern="100">
                          <a:effectLst/>
                        </a:rPr>
                        <a:t>2</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u="none" strike="noStrike"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3283996384"/>
                  </a:ext>
                </a:extLst>
              </a:tr>
              <a:tr h="226162">
                <a:tc>
                  <a:txBody>
                    <a:bodyPr/>
                    <a:lstStyle/>
                    <a:p>
                      <a:pPr algn="just"/>
                      <a:r>
                        <a:rPr lang="en-US" sz="1100" kern="100">
                          <a:effectLst/>
                        </a:rPr>
                        <a:t>3</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787148146"/>
                  </a:ext>
                </a:extLst>
              </a:tr>
              <a:tr h="226162">
                <a:tc>
                  <a:txBody>
                    <a:bodyPr/>
                    <a:lstStyle/>
                    <a:p>
                      <a:pPr algn="just"/>
                      <a:r>
                        <a:rPr lang="en-US" sz="1100" kern="100">
                          <a:effectLst/>
                        </a:rPr>
                        <a:t>4</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dirty="0">
                          <a:effectLst/>
                        </a:rPr>
                        <a:t> </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1462670658"/>
                  </a:ext>
                </a:extLst>
              </a:tr>
            </a:tbl>
          </a:graphicData>
        </a:graphic>
      </p:graphicFrame>
      <p:pic>
        <p:nvPicPr>
          <p:cNvPr id="8" name="图片 7">
            <a:extLst>
              <a:ext uri="{FF2B5EF4-FFF2-40B4-BE49-F238E27FC236}">
                <a16:creationId xmlns:a16="http://schemas.microsoft.com/office/drawing/2014/main" id="{E7890EF7-9E0F-B583-BB74-FA5DBEAB98CD}"/>
              </a:ext>
            </a:extLst>
          </p:cNvPr>
          <p:cNvPicPr>
            <a:picLocks noChangeAspect="1"/>
          </p:cNvPicPr>
          <p:nvPr/>
        </p:nvPicPr>
        <p:blipFill>
          <a:blip r:embed="rId3"/>
          <a:stretch>
            <a:fillRect/>
          </a:stretch>
        </p:blipFill>
        <p:spPr>
          <a:xfrm>
            <a:off x="975214" y="982781"/>
            <a:ext cx="2132195" cy="2295425"/>
          </a:xfrm>
          <a:prstGeom prst="rect">
            <a:avLst/>
          </a:prstGeom>
        </p:spPr>
      </p:pic>
      <p:sp>
        <p:nvSpPr>
          <p:cNvPr id="9" name="文本框 8">
            <a:extLst>
              <a:ext uri="{FF2B5EF4-FFF2-40B4-BE49-F238E27FC236}">
                <a16:creationId xmlns:a16="http://schemas.microsoft.com/office/drawing/2014/main" id="{D8C5C662-0645-E098-29EB-0E510D400D26}"/>
              </a:ext>
            </a:extLst>
          </p:cNvPr>
          <p:cNvSpPr txBox="1"/>
          <p:nvPr/>
        </p:nvSpPr>
        <p:spPr>
          <a:xfrm>
            <a:off x="4293030" y="2596891"/>
            <a:ext cx="4023858" cy="307777"/>
          </a:xfrm>
          <a:prstGeom prst="rect">
            <a:avLst/>
          </a:prstGeom>
          <a:noFill/>
        </p:spPr>
        <p:txBody>
          <a:bodyPr wrap="none" rtlCol="0">
            <a:spAutoFit/>
          </a:bodyPr>
          <a:lstStyle/>
          <a:p>
            <a:r>
              <a:rPr kumimoji="1" lang="en-US" altLang="zh-CN" dirty="0"/>
              <a:t>Calculate shortest paths start from a to all nodes</a:t>
            </a:r>
            <a:endParaRPr kumimoji="1" lang="zh-CN" altLang="en-US" dirty="0"/>
          </a:p>
        </p:txBody>
      </p:sp>
    </p:spTree>
    <p:extLst>
      <p:ext uri="{BB962C8B-B14F-4D97-AF65-F5344CB8AC3E}">
        <p14:creationId xmlns:p14="http://schemas.microsoft.com/office/powerpoint/2010/main" val="4248956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a:latin typeface="Arial" panose="020B0604020202020204" pitchFamily="34" charset="0"/>
                <a:cs typeface="Arial" panose="020B0604020202020204" pitchFamily="34" charset="0"/>
              </a:rPr>
              <a:t>Q2 Link-State Routing: Dijkstra</a:t>
            </a:r>
            <a:endParaRPr dirty="0">
              <a:latin typeface="Arial" panose="020B060402020202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DBDB495C-4A97-E6EC-72D9-515FBBB0B1F2}"/>
              </a:ext>
            </a:extLst>
          </p:cNvPr>
          <p:cNvSpPr txBox="1"/>
          <p:nvPr/>
        </p:nvSpPr>
        <p:spPr>
          <a:xfrm>
            <a:off x="4293030" y="1735118"/>
            <a:ext cx="4850970" cy="338554"/>
          </a:xfrm>
          <a:prstGeom prst="rect">
            <a:avLst/>
          </a:prstGeom>
          <a:noFill/>
        </p:spPr>
        <p:txBody>
          <a:bodyPr wrap="square">
            <a:spAutoFit/>
          </a:bodyPr>
          <a:lstStyle/>
          <a:p>
            <a:pPr marL="0" indent="0">
              <a:buFont typeface="Ubuntu"/>
              <a:buNone/>
            </a:pPr>
            <a:r>
              <a:rPr lang="en-US" altLang="zh-CN" sz="1600" b="1" dirty="0">
                <a:solidFill>
                  <a:srgbClr val="FF0000"/>
                </a:solidFill>
                <a:latin typeface="Calibri" panose="020F0502020204030204" pitchFamily="34" charset="0"/>
                <a:ea typeface="Courier New" charset="0"/>
                <a:cs typeface="Calibri" panose="020F0502020204030204" pitchFamily="34" charset="0"/>
              </a:rPr>
              <a:t>Init: if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v</a:t>
            </a:r>
            <a:r>
              <a:rPr lang="en-US" altLang="zh-CN" sz="1600" b="1" dirty="0">
                <a:solidFill>
                  <a:srgbClr val="FF0000"/>
                </a:solidFill>
                <a:latin typeface="Calibri" panose="020F0502020204030204" pitchFamily="34" charset="0"/>
                <a:ea typeface="Courier New" charset="0"/>
                <a:cs typeface="Calibri" panose="020F0502020204030204" pitchFamily="34" charset="0"/>
              </a:rPr>
              <a:t> adjacent to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u</a:t>
            </a:r>
            <a:r>
              <a:rPr lang="en-US" altLang="zh-CN" sz="1600" b="1" dirty="0">
                <a:solidFill>
                  <a:srgbClr val="FF0000"/>
                </a:solidFill>
                <a:latin typeface="Calibri" panose="020F0502020204030204" pitchFamily="34" charset="0"/>
                <a:ea typeface="Courier New" charset="0"/>
                <a:cs typeface="Calibri" panose="020F0502020204030204" pitchFamily="34" charset="0"/>
              </a:rPr>
              <a:t> then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D</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a:solidFill>
                  <a:srgbClr val="FF0000"/>
                </a:solidFill>
                <a:latin typeface="Calibri" panose="020F0502020204030204" pitchFamily="34" charset="0"/>
                <a:ea typeface="Courier New" charset="0"/>
                <a:cs typeface="Calibri" panose="020F0502020204030204" pitchFamily="34" charset="0"/>
              </a:rPr>
              <a:t>v</a:t>
            </a:r>
            <a:r>
              <a:rPr lang="en-US" altLang="zh-CN" sz="1600" b="1" dirty="0">
                <a:solidFill>
                  <a:srgbClr val="FF0000"/>
                </a:solidFill>
                <a:latin typeface="Calibri" panose="020F0502020204030204" pitchFamily="34" charset="0"/>
                <a:ea typeface="Courier New" charset="0"/>
                <a:cs typeface="Calibri" panose="020F0502020204030204" pitchFamily="34" charset="0"/>
              </a:rPr>
              <a:t>) =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c</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err="1">
                <a:solidFill>
                  <a:srgbClr val="FF0000"/>
                </a:solidFill>
                <a:latin typeface="Calibri" panose="020F0502020204030204" pitchFamily="34" charset="0"/>
                <a:ea typeface="Courier New" charset="0"/>
                <a:cs typeface="Calibri" panose="020F0502020204030204" pitchFamily="34" charset="0"/>
              </a:rPr>
              <a:t>u,v</a:t>
            </a:r>
            <a:r>
              <a:rPr lang="en-US" altLang="zh-CN" sz="1600" b="1" dirty="0">
                <a:solidFill>
                  <a:srgbClr val="FF0000"/>
                </a:solidFill>
                <a:latin typeface="Calibri" panose="020F0502020204030204" pitchFamily="34" charset="0"/>
                <a:ea typeface="Courier New" charset="0"/>
                <a:cs typeface="Calibri" panose="020F0502020204030204" pitchFamily="34" charset="0"/>
              </a:rPr>
              <a:t>) else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D</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a:solidFill>
                  <a:srgbClr val="FF0000"/>
                </a:solidFill>
                <a:latin typeface="Calibri" panose="020F0502020204030204" pitchFamily="34" charset="0"/>
                <a:ea typeface="Courier New" charset="0"/>
                <a:cs typeface="Calibri" panose="020F0502020204030204" pitchFamily="34" charset="0"/>
              </a:rPr>
              <a:t>v</a:t>
            </a:r>
            <a:r>
              <a:rPr lang="en-US" altLang="zh-CN" sz="1600" b="1" dirty="0">
                <a:solidFill>
                  <a:srgbClr val="FF0000"/>
                </a:solidFill>
                <a:latin typeface="Calibri" panose="020F0502020204030204" pitchFamily="34" charset="0"/>
                <a:ea typeface="Courier New" charset="0"/>
                <a:cs typeface="Calibri" panose="020F0502020204030204" pitchFamily="34" charset="0"/>
              </a:rPr>
              <a:t>) = ∞ </a:t>
            </a:r>
          </a:p>
        </p:txBody>
      </p:sp>
      <p:graphicFrame>
        <p:nvGraphicFramePr>
          <p:cNvPr id="7" name="表格 6">
            <a:extLst>
              <a:ext uri="{FF2B5EF4-FFF2-40B4-BE49-F238E27FC236}">
                <a16:creationId xmlns:a16="http://schemas.microsoft.com/office/drawing/2014/main" id="{5EB15423-52CF-6624-16F1-6E14953CDDB3}"/>
              </a:ext>
            </a:extLst>
          </p:cNvPr>
          <p:cNvGraphicFramePr>
            <a:graphicFrameLocks noGrp="1"/>
          </p:cNvGraphicFramePr>
          <p:nvPr>
            <p:extLst>
              <p:ext uri="{D42A27DB-BD31-4B8C-83A1-F6EECF244321}">
                <p14:modId xmlns:p14="http://schemas.microsoft.com/office/powerpoint/2010/main" val="8710304"/>
              </p:ext>
            </p:extLst>
          </p:nvPr>
        </p:nvGraphicFramePr>
        <p:xfrm>
          <a:off x="656186" y="3524994"/>
          <a:ext cx="4923205" cy="1356972"/>
        </p:xfrm>
        <a:graphic>
          <a:graphicData uri="http://schemas.openxmlformats.org/drawingml/2006/table">
            <a:tbl>
              <a:tblPr firstRow="1" firstCol="1" bandRow="1">
                <a:tableStyleId>{B0082EC5-C718-4C4A-A93D-152775E55CCE}</a:tableStyleId>
              </a:tblPr>
              <a:tblGrid>
                <a:gridCol w="449854">
                  <a:extLst>
                    <a:ext uri="{9D8B030D-6E8A-4147-A177-3AD203B41FA5}">
                      <a16:colId xmlns:a16="http://schemas.microsoft.com/office/drawing/2014/main" val="1336641781"/>
                    </a:ext>
                  </a:extLst>
                </a:gridCol>
                <a:gridCol w="808757">
                  <a:extLst>
                    <a:ext uri="{9D8B030D-6E8A-4147-A177-3AD203B41FA5}">
                      <a16:colId xmlns:a16="http://schemas.microsoft.com/office/drawing/2014/main" val="3561598710"/>
                    </a:ext>
                  </a:extLst>
                </a:gridCol>
                <a:gridCol w="1017943">
                  <a:extLst>
                    <a:ext uri="{9D8B030D-6E8A-4147-A177-3AD203B41FA5}">
                      <a16:colId xmlns:a16="http://schemas.microsoft.com/office/drawing/2014/main" val="550166354"/>
                    </a:ext>
                  </a:extLst>
                </a:gridCol>
                <a:gridCol w="880118">
                  <a:extLst>
                    <a:ext uri="{9D8B030D-6E8A-4147-A177-3AD203B41FA5}">
                      <a16:colId xmlns:a16="http://schemas.microsoft.com/office/drawing/2014/main" val="3821070441"/>
                    </a:ext>
                  </a:extLst>
                </a:gridCol>
                <a:gridCol w="883616">
                  <a:extLst>
                    <a:ext uri="{9D8B030D-6E8A-4147-A177-3AD203B41FA5}">
                      <a16:colId xmlns:a16="http://schemas.microsoft.com/office/drawing/2014/main" val="3659548248"/>
                    </a:ext>
                  </a:extLst>
                </a:gridCol>
                <a:gridCol w="882917">
                  <a:extLst>
                    <a:ext uri="{9D8B030D-6E8A-4147-A177-3AD203B41FA5}">
                      <a16:colId xmlns:a16="http://schemas.microsoft.com/office/drawing/2014/main" val="3867645600"/>
                    </a:ext>
                  </a:extLst>
                </a:gridCol>
              </a:tblGrid>
              <a:tr h="226162">
                <a:tc>
                  <a:txBody>
                    <a:bodyPr/>
                    <a:lstStyle/>
                    <a:p>
                      <a:pPr algn="just"/>
                      <a:r>
                        <a:rPr lang="en-US" sz="1100" kern="100">
                          <a:effectLst/>
                        </a:rPr>
                        <a:t>Step</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N’</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D(b), p(b)</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D(c), p(c)</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D(d), p(d)</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dirty="0">
                          <a:effectLst/>
                        </a:rPr>
                        <a:t>D(e), p(e)</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3165120727"/>
                  </a:ext>
                </a:extLst>
              </a:tr>
              <a:tr h="226162">
                <a:tc>
                  <a:txBody>
                    <a:bodyPr/>
                    <a:lstStyle/>
                    <a:p>
                      <a:pPr algn="just"/>
                      <a:r>
                        <a:rPr lang="en-US" sz="1100" kern="100">
                          <a:effectLst/>
                        </a:rPr>
                        <a:t>0</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a</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b="1" u="sng" dirty="0">
                          <a:solidFill>
                            <a:srgbClr val="FF0000"/>
                          </a:solidFill>
                          <a:latin typeface="Calibri" panose="020F0502020204030204" pitchFamily="34" charset="0"/>
                          <a:ea typeface="Courier New" charset="0"/>
                          <a:cs typeface="Calibri" panose="020F0502020204030204" pitchFamily="34" charset="0"/>
                        </a:rPr>
                        <a:t>10,a</a:t>
                      </a:r>
                      <a:endParaRPr lang="zh-CN" sz="1200" u="sng"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b="1" dirty="0">
                          <a:solidFill>
                            <a:srgbClr val="FF0000"/>
                          </a:solidFill>
                          <a:latin typeface="Calibri" panose="020F0502020204030204" pitchFamily="34" charset="0"/>
                          <a:ea typeface="Courier New" charset="0"/>
                          <a:cs typeface="Calibri" panose="020F0502020204030204" pitchFamily="34" charset="0"/>
                        </a:rPr>
                        <a:t>∞,a</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b="1" kern="100" dirty="0">
                          <a:solidFill>
                            <a:srgbClr val="FF0000"/>
                          </a:solidFill>
                          <a:effectLst/>
                          <a:latin typeface="Calibri" panose="020F0502020204030204" pitchFamily="34" charset="0"/>
                          <a:ea typeface="PMingLiU" panose="02020500000000000000" pitchFamily="18" charset="-120"/>
                          <a:cs typeface="Calibri" panose="020F0502020204030204" pitchFamily="34" charset="0"/>
                        </a:rPr>
                        <a:t>30,a</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b="1" dirty="0">
                          <a:solidFill>
                            <a:srgbClr val="FF0000"/>
                          </a:solidFill>
                          <a:latin typeface="Calibri" panose="020F0502020204030204" pitchFamily="34" charset="0"/>
                          <a:ea typeface="Courier New" charset="0"/>
                          <a:cs typeface="Calibri" panose="020F0502020204030204" pitchFamily="34" charset="0"/>
                        </a:rPr>
                        <a:t>100,a</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2295215699"/>
                  </a:ext>
                </a:extLst>
              </a:tr>
              <a:tr h="226162">
                <a:tc>
                  <a:txBody>
                    <a:bodyPr/>
                    <a:lstStyle/>
                    <a:p>
                      <a:pPr algn="just"/>
                      <a:r>
                        <a:rPr lang="en-US" sz="1100" kern="100">
                          <a:effectLst/>
                        </a:rPr>
                        <a:t>1</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kern="100" dirty="0" err="1">
                          <a:effectLst/>
                          <a:latin typeface="Times New Roman" panose="02020603050405020304" pitchFamily="18" charset="0"/>
                          <a:ea typeface="PMingLiU" panose="02020500000000000000" pitchFamily="18" charset="-120"/>
                        </a:rPr>
                        <a:t>a,b</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3660860167"/>
                  </a:ext>
                </a:extLst>
              </a:tr>
              <a:tr h="226162">
                <a:tc>
                  <a:txBody>
                    <a:bodyPr/>
                    <a:lstStyle/>
                    <a:p>
                      <a:pPr algn="just"/>
                      <a:r>
                        <a:rPr lang="en-US" sz="1100" kern="100">
                          <a:effectLst/>
                        </a:rPr>
                        <a:t>2</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u="none" strike="noStrike"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3283996384"/>
                  </a:ext>
                </a:extLst>
              </a:tr>
              <a:tr h="226162">
                <a:tc>
                  <a:txBody>
                    <a:bodyPr/>
                    <a:lstStyle/>
                    <a:p>
                      <a:pPr algn="just"/>
                      <a:r>
                        <a:rPr lang="en-US" sz="1100" kern="100">
                          <a:effectLst/>
                        </a:rPr>
                        <a:t>3</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787148146"/>
                  </a:ext>
                </a:extLst>
              </a:tr>
              <a:tr h="226162">
                <a:tc>
                  <a:txBody>
                    <a:bodyPr/>
                    <a:lstStyle/>
                    <a:p>
                      <a:pPr algn="just"/>
                      <a:r>
                        <a:rPr lang="en-US" sz="1100" kern="100">
                          <a:effectLst/>
                        </a:rPr>
                        <a:t>4</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dirty="0">
                          <a:effectLst/>
                        </a:rPr>
                        <a:t> </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1462670658"/>
                  </a:ext>
                </a:extLst>
              </a:tr>
            </a:tbl>
          </a:graphicData>
        </a:graphic>
      </p:graphicFrame>
      <p:pic>
        <p:nvPicPr>
          <p:cNvPr id="8" name="图片 7">
            <a:extLst>
              <a:ext uri="{FF2B5EF4-FFF2-40B4-BE49-F238E27FC236}">
                <a16:creationId xmlns:a16="http://schemas.microsoft.com/office/drawing/2014/main" id="{E7890EF7-9E0F-B583-BB74-FA5DBEAB98CD}"/>
              </a:ext>
            </a:extLst>
          </p:cNvPr>
          <p:cNvPicPr>
            <a:picLocks noChangeAspect="1"/>
          </p:cNvPicPr>
          <p:nvPr/>
        </p:nvPicPr>
        <p:blipFill>
          <a:blip r:embed="rId3"/>
          <a:stretch>
            <a:fillRect/>
          </a:stretch>
        </p:blipFill>
        <p:spPr>
          <a:xfrm>
            <a:off x="975214" y="982781"/>
            <a:ext cx="2132195" cy="2295425"/>
          </a:xfrm>
          <a:prstGeom prst="rect">
            <a:avLst/>
          </a:prstGeom>
        </p:spPr>
      </p:pic>
      <p:sp>
        <p:nvSpPr>
          <p:cNvPr id="2" name="文本框 1">
            <a:extLst>
              <a:ext uri="{FF2B5EF4-FFF2-40B4-BE49-F238E27FC236}">
                <a16:creationId xmlns:a16="http://schemas.microsoft.com/office/drawing/2014/main" id="{ECA5FCDB-1969-398D-C3EA-D6A4589E7880}"/>
              </a:ext>
            </a:extLst>
          </p:cNvPr>
          <p:cNvSpPr txBox="1"/>
          <p:nvPr/>
        </p:nvSpPr>
        <p:spPr>
          <a:xfrm>
            <a:off x="4293030" y="2596891"/>
            <a:ext cx="4023858" cy="307777"/>
          </a:xfrm>
          <a:prstGeom prst="rect">
            <a:avLst/>
          </a:prstGeom>
          <a:noFill/>
        </p:spPr>
        <p:txBody>
          <a:bodyPr wrap="none" rtlCol="0">
            <a:spAutoFit/>
          </a:bodyPr>
          <a:lstStyle/>
          <a:p>
            <a:r>
              <a:rPr kumimoji="1" lang="en-US" altLang="zh-CN" dirty="0"/>
              <a:t>Calculate shortest paths start from a to all nodes</a:t>
            </a:r>
            <a:endParaRPr kumimoji="1" lang="zh-CN" altLang="en-US" dirty="0"/>
          </a:p>
        </p:txBody>
      </p:sp>
    </p:spTree>
    <p:extLst>
      <p:ext uri="{BB962C8B-B14F-4D97-AF65-F5344CB8AC3E}">
        <p14:creationId xmlns:p14="http://schemas.microsoft.com/office/powerpoint/2010/main" val="2286679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a:latin typeface="Arial" panose="020B0604020202020204" pitchFamily="34" charset="0"/>
                <a:cs typeface="Arial" panose="020B0604020202020204" pitchFamily="34" charset="0"/>
              </a:rPr>
              <a:t>Q2 Link-State Routing: Dijkstra</a:t>
            </a:r>
            <a:endParaRPr dirty="0">
              <a:latin typeface="Arial" panose="020B0604020202020204" pitchFamily="34" charset="0"/>
              <a:cs typeface="Arial" panose="020B0604020202020204" pitchFamily="34" charset="0"/>
            </a:endParaRPr>
          </a:p>
        </p:txBody>
      </p:sp>
      <p:graphicFrame>
        <p:nvGraphicFramePr>
          <p:cNvPr id="7" name="表格 6">
            <a:extLst>
              <a:ext uri="{FF2B5EF4-FFF2-40B4-BE49-F238E27FC236}">
                <a16:creationId xmlns:a16="http://schemas.microsoft.com/office/drawing/2014/main" id="{5EB15423-52CF-6624-16F1-6E14953CDDB3}"/>
              </a:ext>
            </a:extLst>
          </p:cNvPr>
          <p:cNvGraphicFramePr>
            <a:graphicFrameLocks noGrp="1"/>
          </p:cNvGraphicFramePr>
          <p:nvPr>
            <p:extLst>
              <p:ext uri="{D42A27DB-BD31-4B8C-83A1-F6EECF244321}">
                <p14:modId xmlns:p14="http://schemas.microsoft.com/office/powerpoint/2010/main" val="654220580"/>
              </p:ext>
            </p:extLst>
          </p:nvPr>
        </p:nvGraphicFramePr>
        <p:xfrm>
          <a:off x="656186" y="3524994"/>
          <a:ext cx="4923205" cy="1356972"/>
        </p:xfrm>
        <a:graphic>
          <a:graphicData uri="http://schemas.openxmlformats.org/drawingml/2006/table">
            <a:tbl>
              <a:tblPr firstRow="1" firstCol="1" bandRow="1">
                <a:tableStyleId>{B0082EC5-C718-4C4A-A93D-152775E55CCE}</a:tableStyleId>
              </a:tblPr>
              <a:tblGrid>
                <a:gridCol w="449854">
                  <a:extLst>
                    <a:ext uri="{9D8B030D-6E8A-4147-A177-3AD203B41FA5}">
                      <a16:colId xmlns:a16="http://schemas.microsoft.com/office/drawing/2014/main" val="1336641781"/>
                    </a:ext>
                  </a:extLst>
                </a:gridCol>
                <a:gridCol w="808757">
                  <a:extLst>
                    <a:ext uri="{9D8B030D-6E8A-4147-A177-3AD203B41FA5}">
                      <a16:colId xmlns:a16="http://schemas.microsoft.com/office/drawing/2014/main" val="3561598710"/>
                    </a:ext>
                  </a:extLst>
                </a:gridCol>
                <a:gridCol w="1017943">
                  <a:extLst>
                    <a:ext uri="{9D8B030D-6E8A-4147-A177-3AD203B41FA5}">
                      <a16:colId xmlns:a16="http://schemas.microsoft.com/office/drawing/2014/main" val="550166354"/>
                    </a:ext>
                  </a:extLst>
                </a:gridCol>
                <a:gridCol w="880118">
                  <a:extLst>
                    <a:ext uri="{9D8B030D-6E8A-4147-A177-3AD203B41FA5}">
                      <a16:colId xmlns:a16="http://schemas.microsoft.com/office/drawing/2014/main" val="3821070441"/>
                    </a:ext>
                  </a:extLst>
                </a:gridCol>
                <a:gridCol w="883616">
                  <a:extLst>
                    <a:ext uri="{9D8B030D-6E8A-4147-A177-3AD203B41FA5}">
                      <a16:colId xmlns:a16="http://schemas.microsoft.com/office/drawing/2014/main" val="3659548248"/>
                    </a:ext>
                  </a:extLst>
                </a:gridCol>
                <a:gridCol w="882917">
                  <a:extLst>
                    <a:ext uri="{9D8B030D-6E8A-4147-A177-3AD203B41FA5}">
                      <a16:colId xmlns:a16="http://schemas.microsoft.com/office/drawing/2014/main" val="3867645600"/>
                    </a:ext>
                  </a:extLst>
                </a:gridCol>
              </a:tblGrid>
              <a:tr h="226162">
                <a:tc>
                  <a:txBody>
                    <a:bodyPr/>
                    <a:lstStyle/>
                    <a:p>
                      <a:pPr algn="just"/>
                      <a:r>
                        <a:rPr lang="en-US" sz="1100" kern="100">
                          <a:effectLst/>
                        </a:rPr>
                        <a:t>Step</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N’</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D(b), p(b)</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D(c), p(c)</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D(d), p(d)</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dirty="0">
                          <a:effectLst/>
                        </a:rPr>
                        <a:t>D(e), p(e)</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3165120727"/>
                  </a:ext>
                </a:extLst>
              </a:tr>
              <a:tr h="226162">
                <a:tc>
                  <a:txBody>
                    <a:bodyPr/>
                    <a:lstStyle/>
                    <a:p>
                      <a:pPr algn="just"/>
                      <a:r>
                        <a:rPr lang="en-US" sz="1100" kern="100">
                          <a:effectLst/>
                        </a:rPr>
                        <a:t>0</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a</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b="1" u="sng" dirty="0">
                          <a:solidFill>
                            <a:srgbClr val="00B0F0"/>
                          </a:solidFill>
                          <a:latin typeface="Calibri" panose="020F0502020204030204" pitchFamily="34" charset="0"/>
                          <a:ea typeface="Courier New" charset="0"/>
                          <a:cs typeface="Calibri" panose="020F0502020204030204" pitchFamily="34" charset="0"/>
                        </a:rPr>
                        <a:t>10,a</a:t>
                      </a:r>
                      <a:endParaRPr lang="zh-CN" sz="1200" u="sng" kern="100" dirty="0">
                        <a:solidFill>
                          <a:srgbClr val="00B0F0"/>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b="1" dirty="0">
                          <a:solidFill>
                            <a:schemeClr val="tx1"/>
                          </a:solidFill>
                          <a:latin typeface="Calibri" panose="020F0502020204030204" pitchFamily="34" charset="0"/>
                          <a:ea typeface="Courier New" charset="0"/>
                          <a:cs typeface="Calibri" panose="020F0502020204030204" pitchFamily="34" charset="0"/>
                        </a:rPr>
                        <a:t>∞,a</a:t>
                      </a:r>
                      <a:endParaRPr lang="zh-CN" sz="1200" kern="100" dirty="0">
                        <a:solidFill>
                          <a:schemeClr val="tx1"/>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b="1" kern="100" dirty="0">
                          <a:solidFill>
                            <a:schemeClr val="tx1"/>
                          </a:solidFill>
                          <a:effectLst/>
                          <a:latin typeface="Calibri" panose="020F0502020204030204" pitchFamily="34" charset="0"/>
                          <a:ea typeface="PMingLiU" panose="02020500000000000000" pitchFamily="18" charset="-120"/>
                          <a:cs typeface="Calibri" panose="020F0502020204030204" pitchFamily="34" charset="0"/>
                        </a:rPr>
                        <a:t>30,a</a:t>
                      </a:r>
                      <a:endParaRPr lang="zh-CN" sz="1200" kern="100" dirty="0">
                        <a:solidFill>
                          <a:schemeClr val="tx1"/>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b="1" dirty="0">
                          <a:solidFill>
                            <a:schemeClr val="tx1"/>
                          </a:solidFill>
                          <a:latin typeface="Calibri" panose="020F0502020204030204" pitchFamily="34" charset="0"/>
                          <a:ea typeface="Courier New" charset="0"/>
                          <a:cs typeface="Calibri" panose="020F0502020204030204" pitchFamily="34" charset="0"/>
                        </a:rPr>
                        <a:t>100,a</a:t>
                      </a:r>
                      <a:endParaRPr lang="zh-CN" sz="1200" kern="100" dirty="0">
                        <a:solidFill>
                          <a:schemeClr val="tx1"/>
                        </a:solidFill>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2295215699"/>
                  </a:ext>
                </a:extLst>
              </a:tr>
              <a:tr h="226162">
                <a:tc>
                  <a:txBody>
                    <a:bodyPr/>
                    <a:lstStyle/>
                    <a:p>
                      <a:pPr algn="just"/>
                      <a:r>
                        <a:rPr lang="en-US" sz="1100" kern="100">
                          <a:effectLst/>
                        </a:rPr>
                        <a:t>1</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kern="100" dirty="0" err="1">
                          <a:effectLst/>
                          <a:latin typeface="Times New Roman" panose="02020603050405020304" pitchFamily="18" charset="0"/>
                          <a:ea typeface="PMingLiU" panose="02020500000000000000" pitchFamily="18" charset="-120"/>
                        </a:rPr>
                        <a:t>a,b</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b="1" kern="100" dirty="0">
                          <a:solidFill>
                            <a:srgbClr val="FF0000"/>
                          </a:solidFill>
                          <a:effectLst/>
                          <a:latin typeface="Calibri" panose="020F0502020204030204" pitchFamily="34" charset="0"/>
                          <a:ea typeface="PMingLiU" panose="02020500000000000000" pitchFamily="18" charset="-120"/>
                          <a:cs typeface="Calibri" panose="020F0502020204030204" pitchFamily="34" charset="0"/>
                        </a:rPr>
                        <a:t>60,b</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200" b="1" u="sng" kern="100" dirty="0">
                          <a:solidFill>
                            <a:schemeClr val="tx1"/>
                          </a:solidFill>
                          <a:effectLst/>
                          <a:latin typeface="Calibri" panose="020F0502020204030204" pitchFamily="34" charset="0"/>
                          <a:ea typeface="PMingLiU" panose="02020500000000000000" pitchFamily="18" charset="-120"/>
                          <a:cs typeface="Calibri" panose="020F0502020204030204" pitchFamily="34" charset="0"/>
                        </a:rPr>
                        <a:t>30,a</a:t>
                      </a:r>
                      <a:endParaRPr lang="zh-CN" altLang="zh-CN" sz="1200" u="sng" kern="100" dirty="0">
                        <a:solidFill>
                          <a:schemeClr val="tx1"/>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200" b="1" dirty="0">
                          <a:solidFill>
                            <a:schemeClr val="tx1"/>
                          </a:solidFill>
                          <a:latin typeface="Calibri" panose="020F0502020204030204" pitchFamily="34" charset="0"/>
                          <a:ea typeface="Courier New" charset="0"/>
                          <a:cs typeface="Calibri" panose="020F0502020204030204" pitchFamily="34" charset="0"/>
                        </a:rPr>
                        <a:t>100,a</a:t>
                      </a:r>
                      <a:endParaRPr lang="zh-CN" altLang="zh-CN" sz="1200" kern="100" dirty="0">
                        <a:solidFill>
                          <a:schemeClr val="tx1"/>
                        </a:solidFill>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3660860167"/>
                  </a:ext>
                </a:extLst>
              </a:tr>
              <a:tr h="226162">
                <a:tc>
                  <a:txBody>
                    <a:bodyPr/>
                    <a:lstStyle/>
                    <a:p>
                      <a:pPr algn="just"/>
                      <a:r>
                        <a:rPr lang="en-US" sz="1100" kern="100">
                          <a:effectLst/>
                        </a:rPr>
                        <a:t>2</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kern="100" dirty="0" err="1">
                          <a:effectLst/>
                          <a:latin typeface="Times New Roman" panose="02020603050405020304" pitchFamily="18" charset="0"/>
                          <a:ea typeface="PMingLiU" panose="02020500000000000000" pitchFamily="18" charset="-120"/>
                        </a:rPr>
                        <a:t>a,b,d</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u="none" strike="noStrike"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3283996384"/>
                  </a:ext>
                </a:extLst>
              </a:tr>
              <a:tr h="226162">
                <a:tc>
                  <a:txBody>
                    <a:bodyPr/>
                    <a:lstStyle/>
                    <a:p>
                      <a:pPr algn="just"/>
                      <a:r>
                        <a:rPr lang="en-US" sz="1100" kern="100">
                          <a:effectLst/>
                        </a:rPr>
                        <a:t>3</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787148146"/>
                  </a:ext>
                </a:extLst>
              </a:tr>
              <a:tr h="226162">
                <a:tc>
                  <a:txBody>
                    <a:bodyPr/>
                    <a:lstStyle/>
                    <a:p>
                      <a:pPr algn="just"/>
                      <a:r>
                        <a:rPr lang="en-US" sz="1100" kern="100">
                          <a:effectLst/>
                        </a:rPr>
                        <a:t>4</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dirty="0">
                          <a:effectLst/>
                        </a:rPr>
                        <a:t> </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1462670658"/>
                  </a:ext>
                </a:extLst>
              </a:tr>
            </a:tbl>
          </a:graphicData>
        </a:graphic>
      </p:graphicFrame>
      <p:pic>
        <p:nvPicPr>
          <p:cNvPr id="8" name="图片 7">
            <a:extLst>
              <a:ext uri="{FF2B5EF4-FFF2-40B4-BE49-F238E27FC236}">
                <a16:creationId xmlns:a16="http://schemas.microsoft.com/office/drawing/2014/main" id="{E7890EF7-9E0F-B583-BB74-FA5DBEAB98CD}"/>
              </a:ext>
            </a:extLst>
          </p:cNvPr>
          <p:cNvPicPr>
            <a:picLocks noChangeAspect="1"/>
          </p:cNvPicPr>
          <p:nvPr/>
        </p:nvPicPr>
        <p:blipFill>
          <a:blip r:embed="rId3"/>
          <a:stretch>
            <a:fillRect/>
          </a:stretch>
        </p:blipFill>
        <p:spPr>
          <a:xfrm>
            <a:off x="975214" y="982781"/>
            <a:ext cx="2132195" cy="2295425"/>
          </a:xfrm>
          <a:prstGeom prst="rect">
            <a:avLst/>
          </a:prstGeom>
        </p:spPr>
      </p:pic>
      <p:sp>
        <p:nvSpPr>
          <p:cNvPr id="2" name="文本框 1">
            <a:extLst>
              <a:ext uri="{FF2B5EF4-FFF2-40B4-BE49-F238E27FC236}">
                <a16:creationId xmlns:a16="http://schemas.microsoft.com/office/drawing/2014/main" id="{BEF269EF-A095-B86E-98E1-6EF653D86163}"/>
              </a:ext>
            </a:extLst>
          </p:cNvPr>
          <p:cNvSpPr txBox="1"/>
          <p:nvPr/>
        </p:nvSpPr>
        <p:spPr>
          <a:xfrm>
            <a:off x="4293030" y="2073672"/>
            <a:ext cx="3587858" cy="338554"/>
          </a:xfrm>
          <a:prstGeom prst="rect">
            <a:avLst/>
          </a:prstGeom>
          <a:noFill/>
        </p:spPr>
        <p:txBody>
          <a:bodyPr wrap="square">
            <a:spAutoFit/>
          </a:bodyPr>
          <a:lstStyle/>
          <a:p>
            <a:r>
              <a:rPr lang="en-US" altLang="zh-CN" sz="1600" b="1" dirty="0">
                <a:solidFill>
                  <a:srgbClr val="FF0000"/>
                </a:solidFill>
                <a:latin typeface="Calibri" panose="020F0502020204030204" pitchFamily="34" charset="0"/>
                <a:ea typeface="Courier New" charset="0"/>
                <a:cs typeface="Calibri" panose="020F0502020204030204" pitchFamily="34" charset="0"/>
              </a:rPr>
              <a:t>Update: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D</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a:solidFill>
                  <a:srgbClr val="FF0000"/>
                </a:solidFill>
                <a:latin typeface="Calibri" panose="020F0502020204030204" pitchFamily="34" charset="0"/>
                <a:ea typeface="Courier New" charset="0"/>
                <a:cs typeface="Calibri" panose="020F0502020204030204" pitchFamily="34" charset="0"/>
              </a:rPr>
              <a:t>v</a:t>
            </a:r>
            <a:r>
              <a:rPr lang="en-US" altLang="zh-CN" sz="1600" b="1" dirty="0">
                <a:solidFill>
                  <a:srgbClr val="FF0000"/>
                </a:solidFill>
                <a:latin typeface="Calibri" panose="020F0502020204030204" pitchFamily="34" charset="0"/>
                <a:ea typeface="Courier New" charset="0"/>
                <a:cs typeface="Calibri" panose="020F0502020204030204" pitchFamily="34" charset="0"/>
              </a:rPr>
              <a:t>) = min(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D</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a:solidFill>
                  <a:srgbClr val="FF0000"/>
                </a:solidFill>
                <a:latin typeface="Calibri" panose="020F0502020204030204" pitchFamily="34" charset="0"/>
                <a:ea typeface="Courier New" charset="0"/>
                <a:cs typeface="Calibri" panose="020F0502020204030204" pitchFamily="34" charset="0"/>
              </a:rPr>
              <a:t>v</a:t>
            </a:r>
            <a:r>
              <a:rPr lang="en-US" altLang="zh-CN" sz="1600" b="1" dirty="0">
                <a:solidFill>
                  <a:srgbClr val="FF0000"/>
                </a:solidFill>
                <a:latin typeface="Calibri" panose="020F0502020204030204" pitchFamily="34" charset="0"/>
                <a:ea typeface="Courier New" charset="0"/>
                <a:cs typeface="Calibri" panose="020F0502020204030204" pitchFamily="34" charset="0"/>
              </a:rPr>
              <a:t>),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D</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a:solidFill>
                  <a:srgbClr val="FF0000"/>
                </a:solidFill>
                <a:latin typeface="Calibri" panose="020F0502020204030204" pitchFamily="34" charset="0"/>
                <a:ea typeface="Courier New" charset="0"/>
                <a:cs typeface="Calibri" panose="020F0502020204030204" pitchFamily="34" charset="0"/>
              </a:rPr>
              <a:t>w</a:t>
            </a:r>
            <a:r>
              <a:rPr lang="en-US" altLang="zh-CN" sz="1600" b="1" dirty="0">
                <a:solidFill>
                  <a:srgbClr val="FF0000"/>
                </a:solidFill>
                <a:latin typeface="Calibri" panose="020F0502020204030204" pitchFamily="34" charset="0"/>
                <a:ea typeface="Courier New" charset="0"/>
                <a:cs typeface="Calibri" panose="020F0502020204030204" pitchFamily="34" charset="0"/>
              </a:rPr>
              <a:t>) +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c</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err="1">
                <a:solidFill>
                  <a:srgbClr val="FF0000"/>
                </a:solidFill>
                <a:latin typeface="Calibri" panose="020F0502020204030204" pitchFamily="34" charset="0"/>
                <a:ea typeface="Courier New" charset="0"/>
                <a:cs typeface="Calibri" panose="020F0502020204030204" pitchFamily="34" charset="0"/>
              </a:rPr>
              <a:t>w</a:t>
            </a:r>
            <a:r>
              <a:rPr lang="en-US" altLang="zh-CN" sz="1600" b="1" dirty="0" err="1">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err="1">
                <a:solidFill>
                  <a:srgbClr val="FF0000"/>
                </a:solidFill>
                <a:latin typeface="Calibri" panose="020F0502020204030204" pitchFamily="34" charset="0"/>
                <a:ea typeface="Courier New" charset="0"/>
                <a:cs typeface="Calibri" panose="020F0502020204030204" pitchFamily="34" charset="0"/>
              </a:rPr>
              <a:t>v</a:t>
            </a:r>
            <a:r>
              <a:rPr lang="en-US" altLang="zh-CN" sz="1600" b="1" dirty="0">
                <a:solidFill>
                  <a:srgbClr val="FF0000"/>
                </a:solidFill>
                <a:latin typeface="Calibri" panose="020F0502020204030204" pitchFamily="34" charset="0"/>
                <a:ea typeface="Courier New" charset="0"/>
                <a:cs typeface="Calibri" panose="020F0502020204030204" pitchFamily="34" charset="0"/>
              </a:rPr>
              <a:t>) ) </a:t>
            </a:r>
            <a:endParaRPr lang="zh-CN" altLang="en-US" sz="1600" dirty="0">
              <a:solidFill>
                <a:srgbClr val="FF0000"/>
              </a:solidFill>
              <a:latin typeface="Calibri" panose="020F0502020204030204" pitchFamily="34" charset="0"/>
              <a:cs typeface="Calibri" panose="020F0502020204030204" pitchFamily="34" charset="0"/>
            </a:endParaRPr>
          </a:p>
        </p:txBody>
      </p:sp>
      <p:sp>
        <p:nvSpPr>
          <p:cNvPr id="4" name="文本框 3">
            <a:extLst>
              <a:ext uri="{FF2B5EF4-FFF2-40B4-BE49-F238E27FC236}">
                <a16:creationId xmlns:a16="http://schemas.microsoft.com/office/drawing/2014/main" id="{D2A83299-778D-87B8-5A90-1FA77E6BB2EC}"/>
              </a:ext>
            </a:extLst>
          </p:cNvPr>
          <p:cNvSpPr txBox="1"/>
          <p:nvPr/>
        </p:nvSpPr>
        <p:spPr>
          <a:xfrm>
            <a:off x="4293030" y="1735118"/>
            <a:ext cx="4572000" cy="338554"/>
          </a:xfrm>
          <a:prstGeom prst="rect">
            <a:avLst/>
          </a:prstGeom>
          <a:noFill/>
        </p:spPr>
        <p:txBody>
          <a:bodyPr wrap="square">
            <a:spAutoFit/>
          </a:bodyPr>
          <a:lstStyle/>
          <a:p>
            <a:r>
              <a:rPr lang="en-US" altLang="zh-CN" sz="1600" b="1" i="1" dirty="0">
                <a:solidFill>
                  <a:srgbClr val="FF0000"/>
                </a:solidFill>
                <a:latin typeface="Calibri" panose="020F0502020204030204" pitchFamily="34" charset="0"/>
                <a:ea typeface="Courier New" charset="0"/>
                <a:cs typeface="Calibri" panose="020F0502020204030204" pitchFamily="34" charset="0"/>
              </a:rPr>
              <a:t>W </a:t>
            </a:r>
            <a:r>
              <a:rPr lang="en-US" altLang="zh-CN" sz="1600" b="1" dirty="0">
                <a:solidFill>
                  <a:srgbClr val="FF0000"/>
                </a:solidFill>
                <a:latin typeface="Calibri" panose="020F0502020204030204" pitchFamily="34" charset="0"/>
                <a:ea typeface="Courier New" charset="0"/>
                <a:cs typeface="Calibri" panose="020F0502020204030204" pitchFamily="34" charset="0"/>
              </a:rPr>
              <a:t>=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b</a:t>
            </a:r>
            <a:endParaRPr lang="zh-CN" altLang="en-US" sz="1600" dirty="0"/>
          </a:p>
        </p:txBody>
      </p:sp>
      <p:sp>
        <p:nvSpPr>
          <p:cNvPr id="5" name="文本框 4">
            <a:extLst>
              <a:ext uri="{FF2B5EF4-FFF2-40B4-BE49-F238E27FC236}">
                <a16:creationId xmlns:a16="http://schemas.microsoft.com/office/drawing/2014/main" id="{5436477B-0248-49E9-FAF4-6F6B6992ADEF}"/>
              </a:ext>
            </a:extLst>
          </p:cNvPr>
          <p:cNvSpPr txBox="1"/>
          <p:nvPr/>
        </p:nvSpPr>
        <p:spPr>
          <a:xfrm>
            <a:off x="4293030" y="2596891"/>
            <a:ext cx="4023858" cy="307777"/>
          </a:xfrm>
          <a:prstGeom prst="rect">
            <a:avLst/>
          </a:prstGeom>
          <a:noFill/>
        </p:spPr>
        <p:txBody>
          <a:bodyPr wrap="none" rtlCol="0">
            <a:spAutoFit/>
          </a:bodyPr>
          <a:lstStyle/>
          <a:p>
            <a:r>
              <a:rPr kumimoji="1" lang="en-US" altLang="zh-CN" dirty="0"/>
              <a:t>Calculate shortest paths start from a to all nodes</a:t>
            </a:r>
            <a:endParaRPr kumimoji="1" lang="zh-CN" altLang="en-US" dirty="0"/>
          </a:p>
        </p:txBody>
      </p:sp>
    </p:spTree>
    <p:extLst>
      <p:ext uri="{BB962C8B-B14F-4D97-AF65-F5344CB8AC3E}">
        <p14:creationId xmlns:p14="http://schemas.microsoft.com/office/powerpoint/2010/main" val="3205117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a:latin typeface="Arial" panose="020B0604020202020204" pitchFamily="34" charset="0"/>
                <a:cs typeface="Arial" panose="020B0604020202020204" pitchFamily="34" charset="0"/>
              </a:rPr>
              <a:t>Q2 Link-State Routing: Dijkstra</a:t>
            </a:r>
            <a:endParaRPr dirty="0">
              <a:latin typeface="Arial" panose="020B0604020202020204" pitchFamily="34" charset="0"/>
              <a:cs typeface="Arial" panose="020B0604020202020204" pitchFamily="34" charset="0"/>
            </a:endParaRPr>
          </a:p>
        </p:txBody>
      </p:sp>
      <p:graphicFrame>
        <p:nvGraphicFramePr>
          <p:cNvPr id="7" name="表格 6">
            <a:extLst>
              <a:ext uri="{FF2B5EF4-FFF2-40B4-BE49-F238E27FC236}">
                <a16:creationId xmlns:a16="http://schemas.microsoft.com/office/drawing/2014/main" id="{5EB15423-52CF-6624-16F1-6E14953CDDB3}"/>
              </a:ext>
            </a:extLst>
          </p:cNvPr>
          <p:cNvGraphicFramePr>
            <a:graphicFrameLocks noGrp="1"/>
          </p:cNvGraphicFramePr>
          <p:nvPr>
            <p:extLst>
              <p:ext uri="{D42A27DB-BD31-4B8C-83A1-F6EECF244321}">
                <p14:modId xmlns:p14="http://schemas.microsoft.com/office/powerpoint/2010/main" val="3765337265"/>
              </p:ext>
            </p:extLst>
          </p:nvPr>
        </p:nvGraphicFramePr>
        <p:xfrm>
          <a:off x="656186" y="3524994"/>
          <a:ext cx="4923205" cy="1356972"/>
        </p:xfrm>
        <a:graphic>
          <a:graphicData uri="http://schemas.openxmlformats.org/drawingml/2006/table">
            <a:tbl>
              <a:tblPr firstRow="1" firstCol="1" bandRow="1">
                <a:tableStyleId>{B0082EC5-C718-4C4A-A93D-152775E55CCE}</a:tableStyleId>
              </a:tblPr>
              <a:tblGrid>
                <a:gridCol w="449854">
                  <a:extLst>
                    <a:ext uri="{9D8B030D-6E8A-4147-A177-3AD203B41FA5}">
                      <a16:colId xmlns:a16="http://schemas.microsoft.com/office/drawing/2014/main" val="1336641781"/>
                    </a:ext>
                  </a:extLst>
                </a:gridCol>
                <a:gridCol w="808757">
                  <a:extLst>
                    <a:ext uri="{9D8B030D-6E8A-4147-A177-3AD203B41FA5}">
                      <a16:colId xmlns:a16="http://schemas.microsoft.com/office/drawing/2014/main" val="3561598710"/>
                    </a:ext>
                  </a:extLst>
                </a:gridCol>
                <a:gridCol w="1017943">
                  <a:extLst>
                    <a:ext uri="{9D8B030D-6E8A-4147-A177-3AD203B41FA5}">
                      <a16:colId xmlns:a16="http://schemas.microsoft.com/office/drawing/2014/main" val="550166354"/>
                    </a:ext>
                  </a:extLst>
                </a:gridCol>
                <a:gridCol w="880118">
                  <a:extLst>
                    <a:ext uri="{9D8B030D-6E8A-4147-A177-3AD203B41FA5}">
                      <a16:colId xmlns:a16="http://schemas.microsoft.com/office/drawing/2014/main" val="3821070441"/>
                    </a:ext>
                  </a:extLst>
                </a:gridCol>
                <a:gridCol w="883616">
                  <a:extLst>
                    <a:ext uri="{9D8B030D-6E8A-4147-A177-3AD203B41FA5}">
                      <a16:colId xmlns:a16="http://schemas.microsoft.com/office/drawing/2014/main" val="3659548248"/>
                    </a:ext>
                  </a:extLst>
                </a:gridCol>
                <a:gridCol w="882917">
                  <a:extLst>
                    <a:ext uri="{9D8B030D-6E8A-4147-A177-3AD203B41FA5}">
                      <a16:colId xmlns:a16="http://schemas.microsoft.com/office/drawing/2014/main" val="3867645600"/>
                    </a:ext>
                  </a:extLst>
                </a:gridCol>
              </a:tblGrid>
              <a:tr h="226162">
                <a:tc>
                  <a:txBody>
                    <a:bodyPr/>
                    <a:lstStyle/>
                    <a:p>
                      <a:pPr algn="just"/>
                      <a:r>
                        <a:rPr lang="en-US" sz="1100" kern="100">
                          <a:effectLst/>
                        </a:rPr>
                        <a:t>Step</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N’</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D(b), p(b)</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D(c), p(c)</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D(d), p(d)</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dirty="0">
                          <a:effectLst/>
                        </a:rPr>
                        <a:t>D(e), p(e)</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3165120727"/>
                  </a:ext>
                </a:extLst>
              </a:tr>
              <a:tr h="226162">
                <a:tc>
                  <a:txBody>
                    <a:bodyPr/>
                    <a:lstStyle/>
                    <a:p>
                      <a:pPr algn="just"/>
                      <a:r>
                        <a:rPr lang="en-US" sz="1100" kern="100">
                          <a:effectLst/>
                        </a:rPr>
                        <a:t>0</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a</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b="1" u="sng" dirty="0">
                          <a:solidFill>
                            <a:srgbClr val="00B0F0"/>
                          </a:solidFill>
                          <a:latin typeface="Calibri" panose="020F0502020204030204" pitchFamily="34" charset="0"/>
                          <a:ea typeface="Courier New" charset="0"/>
                          <a:cs typeface="Calibri" panose="020F0502020204030204" pitchFamily="34" charset="0"/>
                        </a:rPr>
                        <a:t>10,a</a:t>
                      </a:r>
                      <a:endParaRPr lang="zh-CN" sz="1200" u="sng" kern="100" dirty="0">
                        <a:solidFill>
                          <a:srgbClr val="00B0F0"/>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b="1" dirty="0">
                          <a:solidFill>
                            <a:schemeClr val="tx1"/>
                          </a:solidFill>
                          <a:latin typeface="Calibri" panose="020F0502020204030204" pitchFamily="34" charset="0"/>
                          <a:ea typeface="Courier New" charset="0"/>
                          <a:cs typeface="Calibri" panose="020F0502020204030204" pitchFamily="34" charset="0"/>
                        </a:rPr>
                        <a:t>∞,a</a:t>
                      </a:r>
                      <a:endParaRPr lang="zh-CN" sz="1200" kern="100" dirty="0">
                        <a:solidFill>
                          <a:schemeClr val="tx1"/>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b="1" kern="100" dirty="0">
                          <a:solidFill>
                            <a:schemeClr val="tx1"/>
                          </a:solidFill>
                          <a:effectLst/>
                          <a:latin typeface="Calibri" panose="020F0502020204030204" pitchFamily="34" charset="0"/>
                          <a:ea typeface="PMingLiU" panose="02020500000000000000" pitchFamily="18" charset="-120"/>
                          <a:cs typeface="Calibri" panose="020F0502020204030204" pitchFamily="34" charset="0"/>
                        </a:rPr>
                        <a:t>30,a</a:t>
                      </a:r>
                      <a:endParaRPr lang="zh-CN" sz="1200" kern="100" dirty="0">
                        <a:solidFill>
                          <a:schemeClr val="tx1"/>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b="1" dirty="0">
                          <a:solidFill>
                            <a:schemeClr val="tx1"/>
                          </a:solidFill>
                          <a:latin typeface="Calibri" panose="020F0502020204030204" pitchFamily="34" charset="0"/>
                          <a:ea typeface="Courier New" charset="0"/>
                          <a:cs typeface="Calibri" panose="020F0502020204030204" pitchFamily="34" charset="0"/>
                        </a:rPr>
                        <a:t>100,a</a:t>
                      </a:r>
                      <a:endParaRPr lang="zh-CN" sz="1200" kern="100" dirty="0">
                        <a:solidFill>
                          <a:schemeClr val="tx1"/>
                        </a:solidFill>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2295215699"/>
                  </a:ext>
                </a:extLst>
              </a:tr>
              <a:tr h="226162">
                <a:tc>
                  <a:txBody>
                    <a:bodyPr/>
                    <a:lstStyle/>
                    <a:p>
                      <a:pPr algn="just"/>
                      <a:r>
                        <a:rPr lang="en-US" sz="1100" kern="100">
                          <a:effectLst/>
                        </a:rPr>
                        <a:t>1</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kern="100" dirty="0" err="1">
                          <a:effectLst/>
                          <a:latin typeface="Times New Roman" panose="02020603050405020304" pitchFamily="18" charset="0"/>
                          <a:ea typeface="PMingLiU" panose="02020500000000000000" pitchFamily="18" charset="-120"/>
                        </a:rPr>
                        <a:t>a,b</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b="1" kern="100" dirty="0">
                          <a:solidFill>
                            <a:schemeClr val="tx1"/>
                          </a:solidFill>
                          <a:effectLst/>
                          <a:latin typeface="Calibri" panose="020F0502020204030204" pitchFamily="34" charset="0"/>
                          <a:ea typeface="PMingLiU" panose="02020500000000000000" pitchFamily="18" charset="-120"/>
                          <a:cs typeface="Calibri" panose="020F0502020204030204" pitchFamily="34" charset="0"/>
                        </a:rPr>
                        <a:t>60,b</a:t>
                      </a:r>
                      <a:endParaRPr lang="zh-CN" sz="1200" kern="100" dirty="0">
                        <a:solidFill>
                          <a:schemeClr val="tx1"/>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200" b="1" u="sng" kern="100" dirty="0">
                          <a:solidFill>
                            <a:srgbClr val="00B0F0"/>
                          </a:solidFill>
                          <a:effectLst/>
                          <a:latin typeface="Calibri" panose="020F0502020204030204" pitchFamily="34" charset="0"/>
                          <a:ea typeface="PMingLiU" panose="02020500000000000000" pitchFamily="18" charset="-120"/>
                          <a:cs typeface="Calibri" panose="020F0502020204030204" pitchFamily="34" charset="0"/>
                        </a:rPr>
                        <a:t>30,a</a:t>
                      </a:r>
                      <a:endParaRPr lang="zh-CN" altLang="zh-CN" sz="1200" u="sng" kern="100" dirty="0">
                        <a:solidFill>
                          <a:srgbClr val="00B0F0"/>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200" b="1" dirty="0">
                          <a:solidFill>
                            <a:schemeClr val="tx1"/>
                          </a:solidFill>
                          <a:latin typeface="Calibri" panose="020F0502020204030204" pitchFamily="34" charset="0"/>
                          <a:ea typeface="Courier New" charset="0"/>
                          <a:cs typeface="Calibri" panose="020F0502020204030204" pitchFamily="34" charset="0"/>
                        </a:rPr>
                        <a:t>100,a</a:t>
                      </a:r>
                      <a:endParaRPr lang="zh-CN" altLang="zh-CN" sz="1200" kern="100" dirty="0">
                        <a:solidFill>
                          <a:schemeClr val="tx1"/>
                        </a:solidFill>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3660860167"/>
                  </a:ext>
                </a:extLst>
              </a:tr>
              <a:tr h="226162">
                <a:tc>
                  <a:txBody>
                    <a:bodyPr/>
                    <a:lstStyle/>
                    <a:p>
                      <a:pPr algn="just"/>
                      <a:r>
                        <a:rPr lang="en-US" sz="1100" kern="100">
                          <a:effectLst/>
                        </a:rPr>
                        <a:t>2</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kern="100" dirty="0" err="1">
                          <a:effectLst/>
                          <a:latin typeface="Times New Roman" panose="02020603050405020304" pitchFamily="18" charset="0"/>
                          <a:ea typeface="PMingLiU" panose="02020500000000000000" pitchFamily="18" charset="-120"/>
                        </a:rPr>
                        <a:t>a,b,d</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200" b="1" u="sng" kern="100" dirty="0">
                          <a:solidFill>
                            <a:srgbClr val="FF0000"/>
                          </a:solidFill>
                          <a:effectLst/>
                          <a:latin typeface="Calibri" panose="020F0502020204030204" pitchFamily="34" charset="0"/>
                          <a:ea typeface="PMingLiU" panose="02020500000000000000" pitchFamily="18" charset="-120"/>
                          <a:cs typeface="Calibri" panose="020F0502020204030204" pitchFamily="34" charset="0"/>
                        </a:rPr>
                        <a:t>50,d</a:t>
                      </a:r>
                      <a:endParaRPr lang="zh-CN" altLang="zh-CN" sz="1200" u="sng" kern="100" dirty="0">
                        <a:solidFill>
                          <a:srgbClr val="FF0000"/>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endParaRPr lang="zh-CN" altLang="zh-CN" sz="1200" u="sng" kern="100" dirty="0">
                        <a:solidFill>
                          <a:srgbClr val="00B0F0"/>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200" b="1" u="none" kern="100" dirty="0">
                          <a:solidFill>
                            <a:srgbClr val="FF0000"/>
                          </a:solidFill>
                          <a:effectLst/>
                          <a:latin typeface="Calibri" panose="020F0502020204030204" pitchFamily="34" charset="0"/>
                          <a:ea typeface="PMingLiU" panose="02020500000000000000" pitchFamily="18" charset="-120"/>
                          <a:cs typeface="Calibri" panose="020F0502020204030204" pitchFamily="34" charset="0"/>
                        </a:rPr>
                        <a:t>90,d</a:t>
                      </a:r>
                      <a:endParaRPr lang="zh-CN" altLang="zh-CN" sz="1200" u="none" kern="100" dirty="0">
                        <a:solidFill>
                          <a:srgbClr val="FF0000"/>
                        </a:solidFill>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3283996384"/>
                  </a:ext>
                </a:extLst>
              </a:tr>
              <a:tr h="226162">
                <a:tc>
                  <a:txBody>
                    <a:bodyPr/>
                    <a:lstStyle/>
                    <a:p>
                      <a:pPr algn="just"/>
                      <a:r>
                        <a:rPr lang="en-US" sz="1100" kern="100" dirty="0">
                          <a:effectLst/>
                        </a:rPr>
                        <a:t>3</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kern="100" dirty="0" err="1">
                          <a:effectLst/>
                          <a:latin typeface="Times New Roman" panose="02020603050405020304" pitchFamily="18" charset="0"/>
                          <a:ea typeface="PMingLiU" panose="02020500000000000000" pitchFamily="18" charset="-120"/>
                        </a:rPr>
                        <a:t>a,b,d,c</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endParaRPr lang="zh-CN" altLang="zh-CN" sz="1200" u="sng" kern="100" dirty="0">
                        <a:solidFill>
                          <a:srgbClr val="00B0F0"/>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endParaRPr lang="zh-CN" altLang="zh-CN" sz="1200" u="none" kern="100" dirty="0">
                        <a:solidFill>
                          <a:srgbClr val="FF0000"/>
                        </a:solidFill>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787148146"/>
                  </a:ext>
                </a:extLst>
              </a:tr>
              <a:tr h="226162">
                <a:tc>
                  <a:txBody>
                    <a:bodyPr/>
                    <a:lstStyle/>
                    <a:p>
                      <a:pPr algn="just"/>
                      <a:r>
                        <a:rPr lang="en-US" sz="1100" kern="100">
                          <a:effectLst/>
                        </a:rPr>
                        <a:t>4</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dirty="0">
                          <a:effectLst/>
                        </a:rPr>
                        <a:t> </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1462670658"/>
                  </a:ext>
                </a:extLst>
              </a:tr>
            </a:tbl>
          </a:graphicData>
        </a:graphic>
      </p:graphicFrame>
      <p:pic>
        <p:nvPicPr>
          <p:cNvPr id="8" name="图片 7">
            <a:extLst>
              <a:ext uri="{FF2B5EF4-FFF2-40B4-BE49-F238E27FC236}">
                <a16:creationId xmlns:a16="http://schemas.microsoft.com/office/drawing/2014/main" id="{E7890EF7-9E0F-B583-BB74-FA5DBEAB98CD}"/>
              </a:ext>
            </a:extLst>
          </p:cNvPr>
          <p:cNvPicPr>
            <a:picLocks noChangeAspect="1"/>
          </p:cNvPicPr>
          <p:nvPr/>
        </p:nvPicPr>
        <p:blipFill>
          <a:blip r:embed="rId3"/>
          <a:stretch>
            <a:fillRect/>
          </a:stretch>
        </p:blipFill>
        <p:spPr>
          <a:xfrm>
            <a:off x="975214" y="982781"/>
            <a:ext cx="2132195" cy="2295425"/>
          </a:xfrm>
          <a:prstGeom prst="rect">
            <a:avLst/>
          </a:prstGeom>
        </p:spPr>
      </p:pic>
      <p:sp>
        <p:nvSpPr>
          <p:cNvPr id="2" name="文本框 1">
            <a:extLst>
              <a:ext uri="{FF2B5EF4-FFF2-40B4-BE49-F238E27FC236}">
                <a16:creationId xmlns:a16="http://schemas.microsoft.com/office/drawing/2014/main" id="{BEF269EF-A095-B86E-98E1-6EF653D86163}"/>
              </a:ext>
            </a:extLst>
          </p:cNvPr>
          <p:cNvSpPr txBox="1"/>
          <p:nvPr/>
        </p:nvSpPr>
        <p:spPr>
          <a:xfrm>
            <a:off x="4293030" y="2073672"/>
            <a:ext cx="3587858" cy="338554"/>
          </a:xfrm>
          <a:prstGeom prst="rect">
            <a:avLst/>
          </a:prstGeom>
          <a:noFill/>
        </p:spPr>
        <p:txBody>
          <a:bodyPr wrap="square">
            <a:spAutoFit/>
          </a:bodyPr>
          <a:lstStyle/>
          <a:p>
            <a:r>
              <a:rPr lang="en-US" altLang="zh-CN" sz="1600" b="1" dirty="0">
                <a:solidFill>
                  <a:srgbClr val="FF0000"/>
                </a:solidFill>
                <a:latin typeface="Calibri" panose="020F0502020204030204" pitchFamily="34" charset="0"/>
                <a:ea typeface="Courier New" charset="0"/>
                <a:cs typeface="Calibri" panose="020F0502020204030204" pitchFamily="34" charset="0"/>
              </a:rPr>
              <a:t>Update: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D</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a:solidFill>
                  <a:srgbClr val="FF0000"/>
                </a:solidFill>
                <a:latin typeface="Calibri" panose="020F0502020204030204" pitchFamily="34" charset="0"/>
                <a:ea typeface="Courier New" charset="0"/>
                <a:cs typeface="Calibri" panose="020F0502020204030204" pitchFamily="34" charset="0"/>
              </a:rPr>
              <a:t>v</a:t>
            </a:r>
            <a:r>
              <a:rPr lang="en-US" altLang="zh-CN" sz="1600" b="1" dirty="0">
                <a:solidFill>
                  <a:srgbClr val="FF0000"/>
                </a:solidFill>
                <a:latin typeface="Calibri" panose="020F0502020204030204" pitchFamily="34" charset="0"/>
                <a:ea typeface="Courier New" charset="0"/>
                <a:cs typeface="Calibri" panose="020F0502020204030204" pitchFamily="34" charset="0"/>
              </a:rPr>
              <a:t>) = min(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D</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a:solidFill>
                  <a:srgbClr val="FF0000"/>
                </a:solidFill>
                <a:latin typeface="Calibri" panose="020F0502020204030204" pitchFamily="34" charset="0"/>
                <a:ea typeface="Courier New" charset="0"/>
                <a:cs typeface="Calibri" panose="020F0502020204030204" pitchFamily="34" charset="0"/>
              </a:rPr>
              <a:t>v</a:t>
            </a:r>
            <a:r>
              <a:rPr lang="en-US" altLang="zh-CN" sz="1600" b="1" dirty="0">
                <a:solidFill>
                  <a:srgbClr val="FF0000"/>
                </a:solidFill>
                <a:latin typeface="Calibri" panose="020F0502020204030204" pitchFamily="34" charset="0"/>
                <a:ea typeface="Courier New" charset="0"/>
                <a:cs typeface="Calibri" panose="020F0502020204030204" pitchFamily="34" charset="0"/>
              </a:rPr>
              <a:t>),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D</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a:solidFill>
                  <a:srgbClr val="FF0000"/>
                </a:solidFill>
                <a:latin typeface="Calibri" panose="020F0502020204030204" pitchFamily="34" charset="0"/>
                <a:ea typeface="Courier New" charset="0"/>
                <a:cs typeface="Calibri" panose="020F0502020204030204" pitchFamily="34" charset="0"/>
              </a:rPr>
              <a:t>w</a:t>
            </a:r>
            <a:r>
              <a:rPr lang="en-US" altLang="zh-CN" sz="1600" b="1" dirty="0">
                <a:solidFill>
                  <a:srgbClr val="FF0000"/>
                </a:solidFill>
                <a:latin typeface="Calibri" panose="020F0502020204030204" pitchFamily="34" charset="0"/>
                <a:ea typeface="Courier New" charset="0"/>
                <a:cs typeface="Calibri" panose="020F0502020204030204" pitchFamily="34" charset="0"/>
              </a:rPr>
              <a:t>) +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c</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err="1">
                <a:solidFill>
                  <a:srgbClr val="FF0000"/>
                </a:solidFill>
                <a:latin typeface="Calibri" panose="020F0502020204030204" pitchFamily="34" charset="0"/>
                <a:ea typeface="Courier New" charset="0"/>
                <a:cs typeface="Calibri" panose="020F0502020204030204" pitchFamily="34" charset="0"/>
              </a:rPr>
              <a:t>w</a:t>
            </a:r>
            <a:r>
              <a:rPr lang="en-US" altLang="zh-CN" sz="1600" b="1" dirty="0" err="1">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err="1">
                <a:solidFill>
                  <a:srgbClr val="FF0000"/>
                </a:solidFill>
                <a:latin typeface="Calibri" panose="020F0502020204030204" pitchFamily="34" charset="0"/>
                <a:ea typeface="Courier New" charset="0"/>
                <a:cs typeface="Calibri" panose="020F0502020204030204" pitchFamily="34" charset="0"/>
              </a:rPr>
              <a:t>v</a:t>
            </a:r>
            <a:r>
              <a:rPr lang="en-US" altLang="zh-CN" sz="1600" b="1" dirty="0">
                <a:solidFill>
                  <a:srgbClr val="FF0000"/>
                </a:solidFill>
                <a:latin typeface="Calibri" panose="020F0502020204030204" pitchFamily="34" charset="0"/>
                <a:ea typeface="Courier New" charset="0"/>
                <a:cs typeface="Calibri" panose="020F0502020204030204" pitchFamily="34" charset="0"/>
              </a:rPr>
              <a:t>) ) </a:t>
            </a:r>
            <a:endParaRPr lang="zh-CN" altLang="en-US" sz="1600" dirty="0">
              <a:solidFill>
                <a:srgbClr val="FF0000"/>
              </a:solidFill>
              <a:latin typeface="Calibri" panose="020F0502020204030204" pitchFamily="34" charset="0"/>
              <a:cs typeface="Calibri" panose="020F0502020204030204" pitchFamily="34" charset="0"/>
            </a:endParaRPr>
          </a:p>
        </p:txBody>
      </p:sp>
      <p:sp>
        <p:nvSpPr>
          <p:cNvPr id="4" name="文本框 3">
            <a:extLst>
              <a:ext uri="{FF2B5EF4-FFF2-40B4-BE49-F238E27FC236}">
                <a16:creationId xmlns:a16="http://schemas.microsoft.com/office/drawing/2014/main" id="{D818129A-D631-651A-7186-B5C1E1654584}"/>
              </a:ext>
            </a:extLst>
          </p:cNvPr>
          <p:cNvSpPr txBox="1"/>
          <p:nvPr/>
        </p:nvSpPr>
        <p:spPr>
          <a:xfrm>
            <a:off x="4293030" y="1735118"/>
            <a:ext cx="4572000" cy="338554"/>
          </a:xfrm>
          <a:prstGeom prst="rect">
            <a:avLst/>
          </a:prstGeom>
          <a:noFill/>
        </p:spPr>
        <p:txBody>
          <a:bodyPr wrap="square">
            <a:spAutoFit/>
          </a:bodyPr>
          <a:lstStyle/>
          <a:p>
            <a:r>
              <a:rPr lang="en-US" altLang="zh-CN" sz="1600" b="1" i="1" dirty="0">
                <a:solidFill>
                  <a:srgbClr val="FF0000"/>
                </a:solidFill>
                <a:latin typeface="Calibri" panose="020F0502020204030204" pitchFamily="34" charset="0"/>
                <a:ea typeface="Courier New" charset="0"/>
                <a:cs typeface="Calibri" panose="020F0502020204030204" pitchFamily="34" charset="0"/>
              </a:rPr>
              <a:t>W </a:t>
            </a:r>
            <a:r>
              <a:rPr lang="en-US" altLang="zh-CN" sz="1600" b="1" dirty="0">
                <a:solidFill>
                  <a:srgbClr val="FF0000"/>
                </a:solidFill>
                <a:latin typeface="Calibri" panose="020F0502020204030204" pitchFamily="34" charset="0"/>
                <a:ea typeface="Courier New" charset="0"/>
                <a:cs typeface="Calibri" panose="020F0502020204030204" pitchFamily="34" charset="0"/>
              </a:rPr>
              <a:t>=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d</a:t>
            </a:r>
            <a:endParaRPr lang="zh-CN" altLang="en-US" sz="1600" dirty="0"/>
          </a:p>
        </p:txBody>
      </p:sp>
      <p:sp>
        <p:nvSpPr>
          <p:cNvPr id="5" name="文本框 4">
            <a:extLst>
              <a:ext uri="{FF2B5EF4-FFF2-40B4-BE49-F238E27FC236}">
                <a16:creationId xmlns:a16="http://schemas.microsoft.com/office/drawing/2014/main" id="{A4E43BE3-6E1D-B278-6DD4-BCB41FC8F93E}"/>
              </a:ext>
            </a:extLst>
          </p:cNvPr>
          <p:cNvSpPr txBox="1"/>
          <p:nvPr/>
        </p:nvSpPr>
        <p:spPr>
          <a:xfrm>
            <a:off x="4293030" y="2596891"/>
            <a:ext cx="4023858" cy="307777"/>
          </a:xfrm>
          <a:prstGeom prst="rect">
            <a:avLst/>
          </a:prstGeom>
          <a:noFill/>
        </p:spPr>
        <p:txBody>
          <a:bodyPr wrap="none" rtlCol="0">
            <a:spAutoFit/>
          </a:bodyPr>
          <a:lstStyle/>
          <a:p>
            <a:r>
              <a:rPr kumimoji="1" lang="en-US" altLang="zh-CN" dirty="0"/>
              <a:t>Calculate shortest paths start from a to all nodes</a:t>
            </a:r>
            <a:endParaRPr kumimoji="1" lang="zh-CN" altLang="en-US" dirty="0"/>
          </a:p>
        </p:txBody>
      </p:sp>
    </p:spTree>
    <p:extLst>
      <p:ext uri="{BB962C8B-B14F-4D97-AF65-F5344CB8AC3E}">
        <p14:creationId xmlns:p14="http://schemas.microsoft.com/office/powerpoint/2010/main" val="2965921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a:latin typeface="Arial" panose="020B0604020202020204" pitchFamily="34" charset="0"/>
                <a:cs typeface="Arial" panose="020B0604020202020204" pitchFamily="34" charset="0"/>
              </a:rPr>
              <a:t>Q2 Link-State Routing: Dijkstra</a:t>
            </a:r>
            <a:endParaRPr dirty="0">
              <a:latin typeface="Arial" panose="020B0604020202020204" pitchFamily="34" charset="0"/>
              <a:cs typeface="Arial" panose="020B0604020202020204" pitchFamily="34" charset="0"/>
            </a:endParaRPr>
          </a:p>
        </p:txBody>
      </p:sp>
      <p:graphicFrame>
        <p:nvGraphicFramePr>
          <p:cNvPr id="7" name="表格 6">
            <a:extLst>
              <a:ext uri="{FF2B5EF4-FFF2-40B4-BE49-F238E27FC236}">
                <a16:creationId xmlns:a16="http://schemas.microsoft.com/office/drawing/2014/main" id="{5EB15423-52CF-6624-16F1-6E14953CDDB3}"/>
              </a:ext>
            </a:extLst>
          </p:cNvPr>
          <p:cNvGraphicFramePr>
            <a:graphicFrameLocks noGrp="1"/>
          </p:cNvGraphicFramePr>
          <p:nvPr>
            <p:extLst>
              <p:ext uri="{D42A27DB-BD31-4B8C-83A1-F6EECF244321}">
                <p14:modId xmlns:p14="http://schemas.microsoft.com/office/powerpoint/2010/main" val="3658241"/>
              </p:ext>
            </p:extLst>
          </p:nvPr>
        </p:nvGraphicFramePr>
        <p:xfrm>
          <a:off x="656186" y="3524994"/>
          <a:ext cx="4923205" cy="1356972"/>
        </p:xfrm>
        <a:graphic>
          <a:graphicData uri="http://schemas.openxmlformats.org/drawingml/2006/table">
            <a:tbl>
              <a:tblPr firstRow="1" firstCol="1" bandRow="1">
                <a:tableStyleId>{B0082EC5-C718-4C4A-A93D-152775E55CCE}</a:tableStyleId>
              </a:tblPr>
              <a:tblGrid>
                <a:gridCol w="449854">
                  <a:extLst>
                    <a:ext uri="{9D8B030D-6E8A-4147-A177-3AD203B41FA5}">
                      <a16:colId xmlns:a16="http://schemas.microsoft.com/office/drawing/2014/main" val="1336641781"/>
                    </a:ext>
                  </a:extLst>
                </a:gridCol>
                <a:gridCol w="808757">
                  <a:extLst>
                    <a:ext uri="{9D8B030D-6E8A-4147-A177-3AD203B41FA5}">
                      <a16:colId xmlns:a16="http://schemas.microsoft.com/office/drawing/2014/main" val="3561598710"/>
                    </a:ext>
                  </a:extLst>
                </a:gridCol>
                <a:gridCol w="1017943">
                  <a:extLst>
                    <a:ext uri="{9D8B030D-6E8A-4147-A177-3AD203B41FA5}">
                      <a16:colId xmlns:a16="http://schemas.microsoft.com/office/drawing/2014/main" val="550166354"/>
                    </a:ext>
                  </a:extLst>
                </a:gridCol>
                <a:gridCol w="880118">
                  <a:extLst>
                    <a:ext uri="{9D8B030D-6E8A-4147-A177-3AD203B41FA5}">
                      <a16:colId xmlns:a16="http://schemas.microsoft.com/office/drawing/2014/main" val="3821070441"/>
                    </a:ext>
                  </a:extLst>
                </a:gridCol>
                <a:gridCol w="883616">
                  <a:extLst>
                    <a:ext uri="{9D8B030D-6E8A-4147-A177-3AD203B41FA5}">
                      <a16:colId xmlns:a16="http://schemas.microsoft.com/office/drawing/2014/main" val="3659548248"/>
                    </a:ext>
                  </a:extLst>
                </a:gridCol>
                <a:gridCol w="882917">
                  <a:extLst>
                    <a:ext uri="{9D8B030D-6E8A-4147-A177-3AD203B41FA5}">
                      <a16:colId xmlns:a16="http://schemas.microsoft.com/office/drawing/2014/main" val="3867645600"/>
                    </a:ext>
                  </a:extLst>
                </a:gridCol>
              </a:tblGrid>
              <a:tr h="226162">
                <a:tc>
                  <a:txBody>
                    <a:bodyPr/>
                    <a:lstStyle/>
                    <a:p>
                      <a:pPr algn="just"/>
                      <a:r>
                        <a:rPr lang="en-US" sz="1100" kern="100">
                          <a:effectLst/>
                        </a:rPr>
                        <a:t>Step</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N’</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D(b), p(b)</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D(c), p(c)</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D(d), p(d)</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dirty="0">
                          <a:effectLst/>
                        </a:rPr>
                        <a:t>D(e), p(e)</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3165120727"/>
                  </a:ext>
                </a:extLst>
              </a:tr>
              <a:tr h="226162">
                <a:tc>
                  <a:txBody>
                    <a:bodyPr/>
                    <a:lstStyle/>
                    <a:p>
                      <a:pPr algn="just"/>
                      <a:r>
                        <a:rPr lang="en-US" sz="1100" kern="100">
                          <a:effectLst/>
                        </a:rPr>
                        <a:t>0</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a</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b="1" u="sng" dirty="0">
                          <a:solidFill>
                            <a:srgbClr val="00B0F0"/>
                          </a:solidFill>
                          <a:latin typeface="Calibri" panose="020F0502020204030204" pitchFamily="34" charset="0"/>
                          <a:ea typeface="Courier New" charset="0"/>
                          <a:cs typeface="Calibri" panose="020F0502020204030204" pitchFamily="34" charset="0"/>
                        </a:rPr>
                        <a:t>10,a</a:t>
                      </a:r>
                      <a:endParaRPr lang="zh-CN" sz="1200" u="sng" kern="100" dirty="0">
                        <a:solidFill>
                          <a:srgbClr val="00B0F0"/>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b="1" dirty="0">
                          <a:solidFill>
                            <a:schemeClr val="tx1"/>
                          </a:solidFill>
                          <a:latin typeface="Calibri" panose="020F0502020204030204" pitchFamily="34" charset="0"/>
                          <a:ea typeface="Courier New" charset="0"/>
                          <a:cs typeface="Calibri" panose="020F0502020204030204" pitchFamily="34" charset="0"/>
                        </a:rPr>
                        <a:t>∞,a</a:t>
                      </a:r>
                      <a:endParaRPr lang="zh-CN" sz="1200" kern="100" dirty="0">
                        <a:solidFill>
                          <a:schemeClr val="tx1"/>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b="1" kern="100" dirty="0">
                          <a:solidFill>
                            <a:schemeClr val="tx1"/>
                          </a:solidFill>
                          <a:effectLst/>
                          <a:latin typeface="Calibri" panose="020F0502020204030204" pitchFamily="34" charset="0"/>
                          <a:ea typeface="PMingLiU" panose="02020500000000000000" pitchFamily="18" charset="-120"/>
                          <a:cs typeface="Calibri" panose="020F0502020204030204" pitchFamily="34" charset="0"/>
                        </a:rPr>
                        <a:t>30,a</a:t>
                      </a:r>
                      <a:endParaRPr lang="zh-CN" sz="1200" kern="100" dirty="0">
                        <a:solidFill>
                          <a:schemeClr val="tx1"/>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b="1" dirty="0">
                          <a:solidFill>
                            <a:schemeClr val="tx1"/>
                          </a:solidFill>
                          <a:latin typeface="Calibri" panose="020F0502020204030204" pitchFamily="34" charset="0"/>
                          <a:ea typeface="Courier New" charset="0"/>
                          <a:cs typeface="Calibri" panose="020F0502020204030204" pitchFamily="34" charset="0"/>
                        </a:rPr>
                        <a:t>100,a</a:t>
                      </a:r>
                      <a:endParaRPr lang="zh-CN" sz="1200" kern="100" dirty="0">
                        <a:solidFill>
                          <a:schemeClr val="tx1"/>
                        </a:solidFill>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2295215699"/>
                  </a:ext>
                </a:extLst>
              </a:tr>
              <a:tr h="226162">
                <a:tc>
                  <a:txBody>
                    <a:bodyPr/>
                    <a:lstStyle/>
                    <a:p>
                      <a:pPr algn="just"/>
                      <a:r>
                        <a:rPr lang="en-US" sz="1100" kern="100">
                          <a:effectLst/>
                        </a:rPr>
                        <a:t>1</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kern="100" dirty="0" err="1">
                          <a:effectLst/>
                          <a:latin typeface="Times New Roman" panose="02020603050405020304" pitchFamily="18" charset="0"/>
                          <a:ea typeface="PMingLiU" panose="02020500000000000000" pitchFamily="18" charset="-120"/>
                        </a:rPr>
                        <a:t>a,b</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b="1" kern="100" dirty="0">
                          <a:solidFill>
                            <a:schemeClr val="tx1"/>
                          </a:solidFill>
                          <a:effectLst/>
                          <a:latin typeface="Calibri" panose="020F0502020204030204" pitchFamily="34" charset="0"/>
                          <a:ea typeface="PMingLiU" panose="02020500000000000000" pitchFamily="18" charset="-120"/>
                          <a:cs typeface="Calibri" panose="020F0502020204030204" pitchFamily="34" charset="0"/>
                        </a:rPr>
                        <a:t>60,b</a:t>
                      </a:r>
                      <a:endParaRPr lang="zh-CN" sz="1200" kern="100" dirty="0">
                        <a:solidFill>
                          <a:schemeClr val="tx1"/>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200" b="1" u="sng" kern="100" dirty="0">
                          <a:solidFill>
                            <a:srgbClr val="00B0F0"/>
                          </a:solidFill>
                          <a:effectLst/>
                          <a:latin typeface="Calibri" panose="020F0502020204030204" pitchFamily="34" charset="0"/>
                          <a:ea typeface="PMingLiU" panose="02020500000000000000" pitchFamily="18" charset="-120"/>
                          <a:cs typeface="Calibri" panose="020F0502020204030204" pitchFamily="34" charset="0"/>
                        </a:rPr>
                        <a:t>30,a</a:t>
                      </a:r>
                      <a:endParaRPr lang="zh-CN" altLang="zh-CN" sz="1200" u="sng" kern="100" dirty="0">
                        <a:solidFill>
                          <a:srgbClr val="00B0F0"/>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200" b="1" dirty="0">
                          <a:solidFill>
                            <a:schemeClr val="tx1"/>
                          </a:solidFill>
                          <a:latin typeface="Calibri" panose="020F0502020204030204" pitchFamily="34" charset="0"/>
                          <a:ea typeface="Courier New" charset="0"/>
                          <a:cs typeface="Calibri" panose="020F0502020204030204" pitchFamily="34" charset="0"/>
                        </a:rPr>
                        <a:t>100,a</a:t>
                      </a:r>
                      <a:endParaRPr lang="zh-CN" altLang="zh-CN" sz="1200" kern="100" dirty="0">
                        <a:solidFill>
                          <a:schemeClr val="tx1"/>
                        </a:solidFill>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3660860167"/>
                  </a:ext>
                </a:extLst>
              </a:tr>
              <a:tr h="226162">
                <a:tc>
                  <a:txBody>
                    <a:bodyPr/>
                    <a:lstStyle/>
                    <a:p>
                      <a:pPr algn="just"/>
                      <a:r>
                        <a:rPr lang="en-US" sz="1100" kern="100">
                          <a:effectLst/>
                        </a:rPr>
                        <a:t>2</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kern="100" dirty="0" err="1">
                          <a:effectLst/>
                          <a:latin typeface="Times New Roman" panose="02020603050405020304" pitchFamily="18" charset="0"/>
                          <a:ea typeface="PMingLiU" panose="02020500000000000000" pitchFamily="18" charset="-120"/>
                        </a:rPr>
                        <a:t>a,b,d</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200" b="1" u="sng" kern="100" dirty="0">
                          <a:solidFill>
                            <a:srgbClr val="00B0F0"/>
                          </a:solidFill>
                          <a:effectLst/>
                          <a:latin typeface="Calibri" panose="020F0502020204030204" pitchFamily="34" charset="0"/>
                          <a:ea typeface="PMingLiU" panose="02020500000000000000" pitchFamily="18" charset="-120"/>
                          <a:cs typeface="Calibri" panose="020F0502020204030204" pitchFamily="34" charset="0"/>
                        </a:rPr>
                        <a:t>50,d</a:t>
                      </a:r>
                      <a:endParaRPr lang="zh-CN" altLang="zh-CN" sz="1200" u="sng" kern="100" dirty="0">
                        <a:solidFill>
                          <a:srgbClr val="00B0F0"/>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endParaRPr lang="zh-CN" altLang="zh-CN" sz="1200" u="sng" kern="100" dirty="0">
                        <a:solidFill>
                          <a:srgbClr val="00B0F0"/>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200" b="1" u="none" kern="100" dirty="0">
                          <a:solidFill>
                            <a:srgbClr val="FF0000"/>
                          </a:solidFill>
                          <a:effectLst/>
                          <a:latin typeface="Calibri" panose="020F0502020204030204" pitchFamily="34" charset="0"/>
                          <a:ea typeface="PMingLiU" panose="02020500000000000000" pitchFamily="18" charset="-120"/>
                          <a:cs typeface="Calibri" panose="020F0502020204030204" pitchFamily="34" charset="0"/>
                        </a:rPr>
                        <a:t>90,d</a:t>
                      </a:r>
                      <a:endParaRPr lang="zh-CN" altLang="zh-CN" sz="1200" u="none" kern="100" dirty="0">
                        <a:solidFill>
                          <a:srgbClr val="FF0000"/>
                        </a:solidFill>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3283996384"/>
                  </a:ext>
                </a:extLst>
              </a:tr>
              <a:tr h="226162">
                <a:tc>
                  <a:txBody>
                    <a:bodyPr/>
                    <a:lstStyle/>
                    <a:p>
                      <a:pPr algn="just"/>
                      <a:r>
                        <a:rPr lang="en-US" sz="1100" kern="100" dirty="0">
                          <a:effectLst/>
                        </a:rPr>
                        <a:t>3</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kern="100" dirty="0" err="1">
                          <a:effectLst/>
                          <a:latin typeface="Times New Roman" panose="02020603050405020304" pitchFamily="18" charset="0"/>
                          <a:ea typeface="PMingLiU" panose="02020500000000000000" pitchFamily="18" charset="-120"/>
                        </a:rPr>
                        <a:t>a,b,d,c</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endParaRPr lang="zh-CN" altLang="zh-CN" sz="1200" u="sng" kern="100" dirty="0">
                        <a:solidFill>
                          <a:srgbClr val="00B0F0"/>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200" b="1" u="sng" kern="100" dirty="0">
                          <a:solidFill>
                            <a:srgbClr val="FF0000"/>
                          </a:solidFill>
                          <a:effectLst/>
                          <a:latin typeface="Calibri" panose="020F0502020204030204" pitchFamily="34" charset="0"/>
                          <a:ea typeface="PMingLiU" panose="02020500000000000000" pitchFamily="18" charset="-120"/>
                          <a:cs typeface="Calibri" panose="020F0502020204030204" pitchFamily="34" charset="0"/>
                        </a:rPr>
                        <a:t>60,c</a:t>
                      </a:r>
                      <a:endParaRPr lang="zh-CN" altLang="zh-CN" sz="1200" u="sng" kern="100" dirty="0">
                        <a:solidFill>
                          <a:srgbClr val="FF0000"/>
                        </a:solidFill>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787148146"/>
                  </a:ext>
                </a:extLst>
              </a:tr>
              <a:tr h="226162">
                <a:tc>
                  <a:txBody>
                    <a:bodyPr/>
                    <a:lstStyle/>
                    <a:p>
                      <a:pPr algn="just"/>
                      <a:r>
                        <a:rPr lang="en-US" sz="1100" kern="100">
                          <a:effectLst/>
                        </a:rPr>
                        <a:t>4</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kern="100" dirty="0" err="1">
                          <a:effectLst/>
                          <a:latin typeface="Times New Roman" panose="02020603050405020304" pitchFamily="18" charset="0"/>
                          <a:ea typeface="PMingLiU" panose="02020500000000000000" pitchFamily="18" charset="-120"/>
                        </a:rPr>
                        <a:t>a,b,d,c,e</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dirty="0">
                          <a:effectLst/>
                        </a:rPr>
                        <a:t> </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1462670658"/>
                  </a:ext>
                </a:extLst>
              </a:tr>
            </a:tbl>
          </a:graphicData>
        </a:graphic>
      </p:graphicFrame>
      <p:pic>
        <p:nvPicPr>
          <p:cNvPr id="8" name="图片 7">
            <a:extLst>
              <a:ext uri="{FF2B5EF4-FFF2-40B4-BE49-F238E27FC236}">
                <a16:creationId xmlns:a16="http://schemas.microsoft.com/office/drawing/2014/main" id="{E7890EF7-9E0F-B583-BB74-FA5DBEAB98CD}"/>
              </a:ext>
            </a:extLst>
          </p:cNvPr>
          <p:cNvPicPr>
            <a:picLocks noChangeAspect="1"/>
          </p:cNvPicPr>
          <p:nvPr/>
        </p:nvPicPr>
        <p:blipFill>
          <a:blip r:embed="rId3"/>
          <a:stretch>
            <a:fillRect/>
          </a:stretch>
        </p:blipFill>
        <p:spPr>
          <a:xfrm>
            <a:off x="975214" y="982781"/>
            <a:ext cx="2132195" cy="2295425"/>
          </a:xfrm>
          <a:prstGeom prst="rect">
            <a:avLst/>
          </a:prstGeom>
        </p:spPr>
      </p:pic>
      <p:sp>
        <p:nvSpPr>
          <p:cNvPr id="2" name="文本框 1">
            <a:extLst>
              <a:ext uri="{FF2B5EF4-FFF2-40B4-BE49-F238E27FC236}">
                <a16:creationId xmlns:a16="http://schemas.microsoft.com/office/drawing/2014/main" id="{BEF269EF-A095-B86E-98E1-6EF653D86163}"/>
              </a:ext>
            </a:extLst>
          </p:cNvPr>
          <p:cNvSpPr txBox="1"/>
          <p:nvPr/>
        </p:nvSpPr>
        <p:spPr>
          <a:xfrm>
            <a:off x="4293030" y="2073672"/>
            <a:ext cx="3587858" cy="338554"/>
          </a:xfrm>
          <a:prstGeom prst="rect">
            <a:avLst/>
          </a:prstGeom>
          <a:noFill/>
        </p:spPr>
        <p:txBody>
          <a:bodyPr wrap="square">
            <a:spAutoFit/>
          </a:bodyPr>
          <a:lstStyle/>
          <a:p>
            <a:r>
              <a:rPr lang="en-US" altLang="zh-CN" sz="1600" b="1" dirty="0">
                <a:solidFill>
                  <a:srgbClr val="FF0000"/>
                </a:solidFill>
                <a:latin typeface="Calibri" panose="020F0502020204030204" pitchFamily="34" charset="0"/>
                <a:ea typeface="Courier New" charset="0"/>
                <a:cs typeface="Calibri" panose="020F0502020204030204" pitchFamily="34" charset="0"/>
              </a:rPr>
              <a:t>Update: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D</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a:solidFill>
                  <a:srgbClr val="FF0000"/>
                </a:solidFill>
                <a:latin typeface="Calibri" panose="020F0502020204030204" pitchFamily="34" charset="0"/>
                <a:ea typeface="Courier New" charset="0"/>
                <a:cs typeface="Calibri" panose="020F0502020204030204" pitchFamily="34" charset="0"/>
              </a:rPr>
              <a:t>v</a:t>
            </a:r>
            <a:r>
              <a:rPr lang="en-US" altLang="zh-CN" sz="1600" b="1" dirty="0">
                <a:solidFill>
                  <a:srgbClr val="FF0000"/>
                </a:solidFill>
                <a:latin typeface="Calibri" panose="020F0502020204030204" pitchFamily="34" charset="0"/>
                <a:ea typeface="Courier New" charset="0"/>
                <a:cs typeface="Calibri" panose="020F0502020204030204" pitchFamily="34" charset="0"/>
              </a:rPr>
              <a:t>) = min(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D</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a:solidFill>
                  <a:srgbClr val="FF0000"/>
                </a:solidFill>
                <a:latin typeface="Calibri" panose="020F0502020204030204" pitchFamily="34" charset="0"/>
                <a:ea typeface="Courier New" charset="0"/>
                <a:cs typeface="Calibri" panose="020F0502020204030204" pitchFamily="34" charset="0"/>
              </a:rPr>
              <a:t>v</a:t>
            </a:r>
            <a:r>
              <a:rPr lang="en-US" altLang="zh-CN" sz="1600" b="1" dirty="0">
                <a:solidFill>
                  <a:srgbClr val="FF0000"/>
                </a:solidFill>
                <a:latin typeface="Calibri" panose="020F0502020204030204" pitchFamily="34" charset="0"/>
                <a:ea typeface="Courier New" charset="0"/>
                <a:cs typeface="Calibri" panose="020F0502020204030204" pitchFamily="34" charset="0"/>
              </a:rPr>
              <a:t>),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D</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a:solidFill>
                  <a:srgbClr val="FF0000"/>
                </a:solidFill>
                <a:latin typeface="Calibri" panose="020F0502020204030204" pitchFamily="34" charset="0"/>
                <a:ea typeface="Courier New" charset="0"/>
                <a:cs typeface="Calibri" panose="020F0502020204030204" pitchFamily="34" charset="0"/>
              </a:rPr>
              <a:t>w</a:t>
            </a:r>
            <a:r>
              <a:rPr lang="en-US" altLang="zh-CN" sz="1600" b="1" dirty="0">
                <a:solidFill>
                  <a:srgbClr val="FF0000"/>
                </a:solidFill>
                <a:latin typeface="Calibri" panose="020F0502020204030204" pitchFamily="34" charset="0"/>
                <a:ea typeface="Courier New" charset="0"/>
                <a:cs typeface="Calibri" panose="020F0502020204030204" pitchFamily="34" charset="0"/>
              </a:rPr>
              <a:t>) +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c</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err="1">
                <a:solidFill>
                  <a:srgbClr val="FF0000"/>
                </a:solidFill>
                <a:latin typeface="Calibri" panose="020F0502020204030204" pitchFamily="34" charset="0"/>
                <a:ea typeface="Courier New" charset="0"/>
                <a:cs typeface="Calibri" panose="020F0502020204030204" pitchFamily="34" charset="0"/>
              </a:rPr>
              <a:t>w</a:t>
            </a:r>
            <a:r>
              <a:rPr lang="en-US" altLang="zh-CN" sz="1600" b="1" dirty="0" err="1">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err="1">
                <a:solidFill>
                  <a:srgbClr val="FF0000"/>
                </a:solidFill>
                <a:latin typeface="Calibri" panose="020F0502020204030204" pitchFamily="34" charset="0"/>
                <a:ea typeface="Courier New" charset="0"/>
                <a:cs typeface="Calibri" panose="020F0502020204030204" pitchFamily="34" charset="0"/>
              </a:rPr>
              <a:t>v</a:t>
            </a:r>
            <a:r>
              <a:rPr lang="en-US" altLang="zh-CN" sz="1600" b="1" dirty="0">
                <a:solidFill>
                  <a:srgbClr val="FF0000"/>
                </a:solidFill>
                <a:latin typeface="Calibri" panose="020F0502020204030204" pitchFamily="34" charset="0"/>
                <a:ea typeface="Courier New" charset="0"/>
                <a:cs typeface="Calibri" panose="020F0502020204030204" pitchFamily="34" charset="0"/>
              </a:rPr>
              <a:t>) ) </a:t>
            </a:r>
            <a:endParaRPr lang="zh-CN" altLang="en-US" sz="1600" dirty="0">
              <a:solidFill>
                <a:srgbClr val="FF0000"/>
              </a:solidFill>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AF4C9956-176A-C390-DA99-19DAA6B815E8}"/>
              </a:ext>
            </a:extLst>
          </p:cNvPr>
          <p:cNvSpPr txBox="1"/>
          <p:nvPr/>
        </p:nvSpPr>
        <p:spPr>
          <a:xfrm>
            <a:off x="4293030" y="1735118"/>
            <a:ext cx="4572000" cy="338554"/>
          </a:xfrm>
          <a:prstGeom prst="rect">
            <a:avLst/>
          </a:prstGeom>
          <a:noFill/>
        </p:spPr>
        <p:txBody>
          <a:bodyPr wrap="square">
            <a:spAutoFit/>
          </a:bodyPr>
          <a:lstStyle/>
          <a:p>
            <a:r>
              <a:rPr lang="en-US" altLang="zh-CN" sz="1600" b="1" i="1" dirty="0">
                <a:solidFill>
                  <a:srgbClr val="FF0000"/>
                </a:solidFill>
                <a:latin typeface="Calibri" panose="020F0502020204030204" pitchFamily="34" charset="0"/>
                <a:ea typeface="Courier New" charset="0"/>
                <a:cs typeface="Calibri" panose="020F0502020204030204" pitchFamily="34" charset="0"/>
              </a:rPr>
              <a:t>W </a:t>
            </a:r>
            <a:r>
              <a:rPr lang="en-US" altLang="zh-CN" sz="1600" b="1" dirty="0">
                <a:solidFill>
                  <a:srgbClr val="FF0000"/>
                </a:solidFill>
                <a:latin typeface="Calibri" panose="020F0502020204030204" pitchFamily="34" charset="0"/>
                <a:ea typeface="Courier New" charset="0"/>
                <a:cs typeface="Calibri" panose="020F0502020204030204" pitchFamily="34" charset="0"/>
              </a:rPr>
              <a:t>=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c</a:t>
            </a:r>
            <a:endParaRPr lang="zh-CN" altLang="en-US" sz="1600" dirty="0"/>
          </a:p>
        </p:txBody>
      </p:sp>
      <p:sp>
        <p:nvSpPr>
          <p:cNvPr id="4" name="文本框 3">
            <a:extLst>
              <a:ext uri="{FF2B5EF4-FFF2-40B4-BE49-F238E27FC236}">
                <a16:creationId xmlns:a16="http://schemas.microsoft.com/office/drawing/2014/main" id="{7E8489F9-A416-70B1-08CB-547B44B2B0B2}"/>
              </a:ext>
            </a:extLst>
          </p:cNvPr>
          <p:cNvSpPr txBox="1"/>
          <p:nvPr/>
        </p:nvSpPr>
        <p:spPr>
          <a:xfrm>
            <a:off x="4293030" y="2596891"/>
            <a:ext cx="4023858" cy="307777"/>
          </a:xfrm>
          <a:prstGeom prst="rect">
            <a:avLst/>
          </a:prstGeom>
          <a:noFill/>
        </p:spPr>
        <p:txBody>
          <a:bodyPr wrap="none" rtlCol="0">
            <a:spAutoFit/>
          </a:bodyPr>
          <a:lstStyle/>
          <a:p>
            <a:r>
              <a:rPr kumimoji="1" lang="en-US" altLang="zh-CN" dirty="0"/>
              <a:t>Calculate shortest paths start from a to all nodes</a:t>
            </a:r>
            <a:endParaRPr kumimoji="1" lang="zh-CN" altLang="en-US" dirty="0"/>
          </a:p>
        </p:txBody>
      </p:sp>
    </p:spTree>
    <p:extLst>
      <p:ext uri="{BB962C8B-B14F-4D97-AF65-F5344CB8AC3E}">
        <p14:creationId xmlns:p14="http://schemas.microsoft.com/office/powerpoint/2010/main" val="3684504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a:latin typeface="Arial" panose="020B0604020202020204" pitchFamily="34" charset="0"/>
                <a:cs typeface="Arial" panose="020B0604020202020204" pitchFamily="34" charset="0"/>
              </a:rPr>
              <a:t>Q2 Link-State Routing: Dijkstra</a:t>
            </a:r>
            <a:endParaRPr dirty="0">
              <a:latin typeface="Arial" panose="020B0604020202020204" pitchFamily="34" charset="0"/>
              <a:cs typeface="Arial" panose="020B0604020202020204" pitchFamily="34" charset="0"/>
            </a:endParaRPr>
          </a:p>
        </p:txBody>
      </p:sp>
      <p:graphicFrame>
        <p:nvGraphicFramePr>
          <p:cNvPr id="7" name="表格 6">
            <a:extLst>
              <a:ext uri="{FF2B5EF4-FFF2-40B4-BE49-F238E27FC236}">
                <a16:creationId xmlns:a16="http://schemas.microsoft.com/office/drawing/2014/main" id="{5EB15423-52CF-6624-16F1-6E14953CDDB3}"/>
              </a:ext>
            </a:extLst>
          </p:cNvPr>
          <p:cNvGraphicFramePr>
            <a:graphicFrameLocks noGrp="1"/>
          </p:cNvGraphicFramePr>
          <p:nvPr>
            <p:extLst>
              <p:ext uri="{D42A27DB-BD31-4B8C-83A1-F6EECF244321}">
                <p14:modId xmlns:p14="http://schemas.microsoft.com/office/powerpoint/2010/main" val="2267613766"/>
              </p:ext>
            </p:extLst>
          </p:nvPr>
        </p:nvGraphicFramePr>
        <p:xfrm>
          <a:off x="656186" y="3524994"/>
          <a:ext cx="4923205" cy="1356972"/>
        </p:xfrm>
        <a:graphic>
          <a:graphicData uri="http://schemas.openxmlformats.org/drawingml/2006/table">
            <a:tbl>
              <a:tblPr firstRow="1" firstCol="1" bandRow="1">
                <a:tableStyleId>{B0082EC5-C718-4C4A-A93D-152775E55CCE}</a:tableStyleId>
              </a:tblPr>
              <a:tblGrid>
                <a:gridCol w="449854">
                  <a:extLst>
                    <a:ext uri="{9D8B030D-6E8A-4147-A177-3AD203B41FA5}">
                      <a16:colId xmlns:a16="http://schemas.microsoft.com/office/drawing/2014/main" val="1336641781"/>
                    </a:ext>
                  </a:extLst>
                </a:gridCol>
                <a:gridCol w="808757">
                  <a:extLst>
                    <a:ext uri="{9D8B030D-6E8A-4147-A177-3AD203B41FA5}">
                      <a16:colId xmlns:a16="http://schemas.microsoft.com/office/drawing/2014/main" val="3561598710"/>
                    </a:ext>
                  </a:extLst>
                </a:gridCol>
                <a:gridCol w="1017943">
                  <a:extLst>
                    <a:ext uri="{9D8B030D-6E8A-4147-A177-3AD203B41FA5}">
                      <a16:colId xmlns:a16="http://schemas.microsoft.com/office/drawing/2014/main" val="550166354"/>
                    </a:ext>
                  </a:extLst>
                </a:gridCol>
                <a:gridCol w="880118">
                  <a:extLst>
                    <a:ext uri="{9D8B030D-6E8A-4147-A177-3AD203B41FA5}">
                      <a16:colId xmlns:a16="http://schemas.microsoft.com/office/drawing/2014/main" val="3821070441"/>
                    </a:ext>
                  </a:extLst>
                </a:gridCol>
                <a:gridCol w="883616">
                  <a:extLst>
                    <a:ext uri="{9D8B030D-6E8A-4147-A177-3AD203B41FA5}">
                      <a16:colId xmlns:a16="http://schemas.microsoft.com/office/drawing/2014/main" val="3659548248"/>
                    </a:ext>
                  </a:extLst>
                </a:gridCol>
                <a:gridCol w="882917">
                  <a:extLst>
                    <a:ext uri="{9D8B030D-6E8A-4147-A177-3AD203B41FA5}">
                      <a16:colId xmlns:a16="http://schemas.microsoft.com/office/drawing/2014/main" val="3867645600"/>
                    </a:ext>
                  </a:extLst>
                </a:gridCol>
              </a:tblGrid>
              <a:tr h="226162">
                <a:tc>
                  <a:txBody>
                    <a:bodyPr/>
                    <a:lstStyle/>
                    <a:p>
                      <a:pPr algn="just"/>
                      <a:r>
                        <a:rPr lang="en-US" sz="1100" kern="100">
                          <a:effectLst/>
                        </a:rPr>
                        <a:t>Step</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N’</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D(b), p(b)</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D(c), p(c)</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D(d), p(d)</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dirty="0">
                          <a:effectLst/>
                        </a:rPr>
                        <a:t>D(e), p(e)</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3165120727"/>
                  </a:ext>
                </a:extLst>
              </a:tr>
              <a:tr h="226162">
                <a:tc>
                  <a:txBody>
                    <a:bodyPr/>
                    <a:lstStyle/>
                    <a:p>
                      <a:pPr algn="just"/>
                      <a:r>
                        <a:rPr lang="en-US" sz="1100" kern="100">
                          <a:effectLst/>
                        </a:rPr>
                        <a:t>0</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a</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b="1" u="sng" dirty="0">
                          <a:solidFill>
                            <a:srgbClr val="00B0F0"/>
                          </a:solidFill>
                          <a:latin typeface="Calibri" panose="020F0502020204030204" pitchFamily="34" charset="0"/>
                          <a:ea typeface="Courier New" charset="0"/>
                          <a:cs typeface="Calibri" panose="020F0502020204030204" pitchFamily="34" charset="0"/>
                        </a:rPr>
                        <a:t>10,a</a:t>
                      </a:r>
                      <a:endParaRPr lang="zh-CN" sz="1200" u="sng" kern="100" dirty="0">
                        <a:solidFill>
                          <a:srgbClr val="00B0F0"/>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b="1" dirty="0">
                          <a:solidFill>
                            <a:schemeClr val="tx1"/>
                          </a:solidFill>
                          <a:latin typeface="Calibri" panose="020F0502020204030204" pitchFamily="34" charset="0"/>
                          <a:ea typeface="Courier New" charset="0"/>
                          <a:cs typeface="Calibri" panose="020F0502020204030204" pitchFamily="34" charset="0"/>
                        </a:rPr>
                        <a:t>∞,a</a:t>
                      </a:r>
                      <a:endParaRPr lang="zh-CN" sz="1200" kern="100" dirty="0">
                        <a:solidFill>
                          <a:schemeClr val="tx1"/>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b="1" kern="100" dirty="0">
                          <a:solidFill>
                            <a:schemeClr val="tx1"/>
                          </a:solidFill>
                          <a:effectLst/>
                          <a:latin typeface="Calibri" panose="020F0502020204030204" pitchFamily="34" charset="0"/>
                          <a:ea typeface="PMingLiU" panose="02020500000000000000" pitchFamily="18" charset="-120"/>
                          <a:cs typeface="Calibri" panose="020F0502020204030204" pitchFamily="34" charset="0"/>
                        </a:rPr>
                        <a:t>30,a</a:t>
                      </a:r>
                      <a:endParaRPr lang="zh-CN" sz="1200" kern="100" dirty="0">
                        <a:solidFill>
                          <a:schemeClr val="tx1"/>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b="1" dirty="0">
                          <a:solidFill>
                            <a:schemeClr val="tx1"/>
                          </a:solidFill>
                          <a:latin typeface="Calibri" panose="020F0502020204030204" pitchFamily="34" charset="0"/>
                          <a:ea typeface="Courier New" charset="0"/>
                          <a:cs typeface="Calibri" panose="020F0502020204030204" pitchFamily="34" charset="0"/>
                        </a:rPr>
                        <a:t>100,a</a:t>
                      </a:r>
                      <a:endParaRPr lang="zh-CN" sz="1200" kern="100" dirty="0">
                        <a:solidFill>
                          <a:schemeClr val="tx1"/>
                        </a:solidFill>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2295215699"/>
                  </a:ext>
                </a:extLst>
              </a:tr>
              <a:tr h="226162">
                <a:tc>
                  <a:txBody>
                    <a:bodyPr/>
                    <a:lstStyle/>
                    <a:p>
                      <a:pPr algn="just"/>
                      <a:r>
                        <a:rPr lang="en-US" sz="1100" kern="100">
                          <a:effectLst/>
                        </a:rPr>
                        <a:t>1</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kern="100" dirty="0" err="1">
                          <a:effectLst/>
                          <a:latin typeface="Times New Roman" panose="02020603050405020304" pitchFamily="18" charset="0"/>
                          <a:ea typeface="PMingLiU" panose="02020500000000000000" pitchFamily="18" charset="-120"/>
                        </a:rPr>
                        <a:t>a,b</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b="1" kern="100" dirty="0">
                          <a:solidFill>
                            <a:schemeClr val="tx1"/>
                          </a:solidFill>
                          <a:effectLst/>
                          <a:latin typeface="Calibri" panose="020F0502020204030204" pitchFamily="34" charset="0"/>
                          <a:ea typeface="PMingLiU" panose="02020500000000000000" pitchFamily="18" charset="-120"/>
                          <a:cs typeface="Calibri" panose="020F0502020204030204" pitchFamily="34" charset="0"/>
                        </a:rPr>
                        <a:t>60,b</a:t>
                      </a:r>
                      <a:endParaRPr lang="zh-CN" sz="1200" kern="100" dirty="0">
                        <a:solidFill>
                          <a:schemeClr val="tx1"/>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200" b="1" u="sng" kern="100" dirty="0">
                          <a:solidFill>
                            <a:srgbClr val="00B0F0"/>
                          </a:solidFill>
                          <a:effectLst/>
                          <a:latin typeface="Calibri" panose="020F0502020204030204" pitchFamily="34" charset="0"/>
                          <a:ea typeface="PMingLiU" panose="02020500000000000000" pitchFamily="18" charset="-120"/>
                          <a:cs typeface="Calibri" panose="020F0502020204030204" pitchFamily="34" charset="0"/>
                        </a:rPr>
                        <a:t>30,a</a:t>
                      </a:r>
                      <a:endParaRPr lang="zh-CN" altLang="zh-CN" sz="1200" u="sng" kern="100" dirty="0">
                        <a:solidFill>
                          <a:srgbClr val="00B0F0"/>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200" b="1" dirty="0">
                          <a:solidFill>
                            <a:schemeClr val="tx1"/>
                          </a:solidFill>
                          <a:latin typeface="Calibri" panose="020F0502020204030204" pitchFamily="34" charset="0"/>
                          <a:ea typeface="Courier New" charset="0"/>
                          <a:cs typeface="Calibri" panose="020F0502020204030204" pitchFamily="34" charset="0"/>
                        </a:rPr>
                        <a:t>100,a</a:t>
                      </a:r>
                      <a:endParaRPr lang="zh-CN" altLang="zh-CN" sz="1200" kern="100" dirty="0">
                        <a:solidFill>
                          <a:schemeClr val="tx1"/>
                        </a:solidFill>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3660860167"/>
                  </a:ext>
                </a:extLst>
              </a:tr>
              <a:tr h="226162">
                <a:tc>
                  <a:txBody>
                    <a:bodyPr/>
                    <a:lstStyle/>
                    <a:p>
                      <a:pPr algn="just"/>
                      <a:r>
                        <a:rPr lang="en-US" sz="1100" kern="100">
                          <a:effectLst/>
                        </a:rPr>
                        <a:t>2</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kern="100" dirty="0" err="1">
                          <a:effectLst/>
                          <a:latin typeface="Times New Roman" panose="02020603050405020304" pitchFamily="18" charset="0"/>
                          <a:ea typeface="PMingLiU" panose="02020500000000000000" pitchFamily="18" charset="-120"/>
                        </a:rPr>
                        <a:t>a,b,d</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200" b="1" u="sng" kern="100" dirty="0">
                          <a:solidFill>
                            <a:srgbClr val="00B0F0"/>
                          </a:solidFill>
                          <a:effectLst/>
                          <a:latin typeface="Calibri" panose="020F0502020204030204" pitchFamily="34" charset="0"/>
                          <a:ea typeface="PMingLiU" panose="02020500000000000000" pitchFamily="18" charset="-120"/>
                          <a:cs typeface="Calibri" panose="020F0502020204030204" pitchFamily="34" charset="0"/>
                        </a:rPr>
                        <a:t>50,d</a:t>
                      </a:r>
                      <a:endParaRPr lang="zh-CN" altLang="zh-CN" sz="1200" u="sng" kern="100" dirty="0">
                        <a:solidFill>
                          <a:srgbClr val="00B0F0"/>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endParaRPr lang="zh-CN" altLang="zh-CN" sz="1200" u="sng" kern="100" dirty="0">
                        <a:solidFill>
                          <a:srgbClr val="00B0F0"/>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200" b="1" u="none" kern="100" dirty="0">
                          <a:solidFill>
                            <a:srgbClr val="FF0000"/>
                          </a:solidFill>
                          <a:effectLst/>
                          <a:latin typeface="Calibri" panose="020F0502020204030204" pitchFamily="34" charset="0"/>
                          <a:ea typeface="PMingLiU" panose="02020500000000000000" pitchFamily="18" charset="-120"/>
                          <a:cs typeface="Calibri" panose="020F0502020204030204" pitchFamily="34" charset="0"/>
                        </a:rPr>
                        <a:t>90,d</a:t>
                      </a:r>
                      <a:endParaRPr lang="zh-CN" altLang="zh-CN" sz="1200" u="none" kern="100" dirty="0">
                        <a:solidFill>
                          <a:srgbClr val="FF0000"/>
                        </a:solidFill>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3283996384"/>
                  </a:ext>
                </a:extLst>
              </a:tr>
              <a:tr h="226162">
                <a:tc>
                  <a:txBody>
                    <a:bodyPr/>
                    <a:lstStyle/>
                    <a:p>
                      <a:pPr algn="just"/>
                      <a:r>
                        <a:rPr lang="en-US" sz="1100" kern="100" dirty="0">
                          <a:effectLst/>
                        </a:rPr>
                        <a:t>3</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kern="100" dirty="0" err="1">
                          <a:effectLst/>
                          <a:latin typeface="Times New Roman" panose="02020603050405020304" pitchFamily="18" charset="0"/>
                          <a:ea typeface="PMingLiU" panose="02020500000000000000" pitchFamily="18" charset="-120"/>
                        </a:rPr>
                        <a:t>a,b,d,c</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endParaRPr lang="zh-CN" altLang="zh-CN" sz="1200" u="sng" kern="100" dirty="0">
                        <a:solidFill>
                          <a:srgbClr val="00B0F0"/>
                        </a:solidFill>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200" b="1" u="sng" kern="100" dirty="0">
                          <a:solidFill>
                            <a:srgbClr val="00B0F0"/>
                          </a:solidFill>
                          <a:effectLst/>
                          <a:latin typeface="Calibri" panose="020F0502020204030204" pitchFamily="34" charset="0"/>
                          <a:ea typeface="PMingLiU" panose="02020500000000000000" pitchFamily="18" charset="-120"/>
                          <a:cs typeface="Calibri" panose="020F0502020204030204" pitchFamily="34" charset="0"/>
                        </a:rPr>
                        <a:t>60,c</a:t>
                      </a:r>
                      <a:endParaRPr lang="zh-CN" altLang="zh-CN" sz="1200" u="sng" kern="100" dirty="0">
                        <a:solidFill>
                          <a:srgbClr val="00B0F0"/>
                        </a:solidFill>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787148146"/>
                  </a:ext>
                </a:extLst>
              </a:tr>
              <a:tr h="226162">
                <a:tc>
                  <a:txBody>
                    <a:bodyPr/>
                    <a:lstStyle/>
                    <a:p>
                      <a:pPr algn="just"/>
                      <a:r>
                        <a:rPr lang="en-US" sz="1100" kern="100">
                          <a:effectLst/>
                        </a:rPr>
                        <a:t>4</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altLang="zh-CN" sz="1200" kern="100" dirty="0" err="1">
                          <a:effectLst/>
                          <a:latin typeface="Times New Roman" panose="02020603050405020304" pitchFamily="18" charset="0"/>
                          <a:ea typeface="PMingLiU" panose="02020500000000000000" pitchFamily="18" charset="-120"/>
                        </a:rPr>
                        <a:t>a,b,d,c,e</a:t>
                      </a:r>
                      <a:endParaRPr lang="zh-CN" sz="1200" kern="100" dirty="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algn="just"/>
                      <a:r>
                        <a:rPr lang="en-US" sz="1100" kern="100">
                          <a:effectLst/>
                        </a:rPr>
                        <a:t> </a:t>
                      </a:r>
                      <a:endParaRPr lang="zh-CN" sz="1200" kern="100">
                        <a:effectLst/>
                        <a:latin typeface="Times New Roman" panose="02020603050405020304" pitchFamily="18" charset="0"/>
                        <a:ea typeface="PMingLiU" panose="02020500000000000000" pitchFamily="18" charset="-12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endParaRPr lang="zh-CN" altLang="zh-CN" sz="1200" u="sng" kern="100" dirty="0">
                        <a:solidFill>
                          <a:srgbClr val="00B0F0"/>
                        </a:solidFill>
                        <a:effectLst/>
                        <a:latin typeface="Times New Roman" panose="02020603050405020304" pitchFamily="18" charset="0"/>
                        <a:ea typeface="PMingLiU" panose="02020500000000000000" pitchFamily="18" charset="-120"/>
                      </a:endParaRPr>
                    </a:p>
                  </a:txBody>
                  <a:tcPr marL="68580" marR="68580" marT="0" marB="0"/>
                </a:tc>
                <a:extLst>
                  <a:ext uri="{0D108BD9-81ED-4DB2-BD59-A6C34878D82A}">
                    <a16:rowId xmlns:a16="http://schemas.microsoft.com/office/drawing/2014/main" val="1462670658"/>
                  </a:ext>
                </a:extLst>
              </a:tr>
            </a:tbl>
          </a:graphicData>
        </a:graphic>
      </p:graphicFrame>
      <p:pic>
        <p:nvPicPr>
          <p:cNvPr id="8" name="图片 7">
            <a:extLst>
              <a:ext uri="{FF2B5EF4-FFF2-40B4-BE49-F238E27FC236}">
                <a16:creationId xmlns:a16="http://schemas.microsoft.com/office/drawing/2014/main" id="{E7890EF7-9E0F-B583-BB74-FA5DBEAB98CD}"/>
              </a:ext>
            </a:extLst>
          </p:cNvPr>
          <p:cNvPicPr>
            <a:picLocks noChangeAspect="1"/>
          </p:cNvPicPr>
          <p:nvPr/>
        </p:nvPicPr>
        <p:blipFill>
          <a:blip r:embed="rId3"/>
          <a:stretch>
            <a:fillRect/>
          </a:stretch>
        </p:blipFill>
        <p:spPr>
          <a:xfrm>
            <a:off x="975214" y="982781"/>
            <a:ext cx="2132195" cy="2295425"/>
          </a:xfrm>
          <a:prstGeom prst="rect">
            <a:avLst/>
          </a:prstGeom>
        </p:spPr>
      </p:pic>
      <p:sp>
        <p:nvSpPr>
          <p:cNvPr id="2" name="文本框 1">
            <a:extLst>
              <a:ext uri="{FF2B5EF4-FFF2-40B4-BE49-F238E27FC236}">
                <a16:creationId xmlns:a16="http://schemas.microsoft.com/office/drawing/2014/main" id="{BEF269EF-A095-B86E-98E1-6EF653D86163}"/>
              </a:ext>
            </a:extLst>
          </p:cNvPr>
          <p:cNvSpPr txBox="1"/>
          <p:nvPr/>
        </p:nvSpPr>
        <p:spPr>
          <a:xfrm>
            <a:off x="4293030" y="2073672"/>
            <a:ext cx="3587858" cy="338554"/>
          </a:xfrm>
          <a:prstGeom prst="rect">
            <a:avLst/>
          </a:prstGeom>
          <a:noFill/>
        </p:spPr>
        <p:txBody>
          <a:bodyPr wrap="square">
            <a:spAutoFit/>
          </a:bodyPr>
          <a:lstStyle/>
          <a:p>
            <a:r>
              <a:rPr lang="en-US" altLang="zh-CN" sz="1600" b="1" dirty="0">
                <a:solidFill>
                  <a:srgbClr val="FF0000"/>
                </a:solidFill>
                <a:latin typeface="Calibri" panose="020F0502020204030204" pitchFamily="34" charset="0"/>
                <a:ea typeface="Courier New" charset="0"/>
                <a:cs typeface="Calibri" panose="020F0502020204030204" pitchFamily="34" charset="0"/>
              </a:rPr>
              <a:t>Update: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D</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a:solidFill>
                  <a:srgbClr val="FF0000"/>
                </a:solidFill>
                <a:latin typeface="Calibri" panose="020F0502020204030204" pitchFamily="34" charset="0"/>
                <a:ea typeface="Courier New" charset="0"/>
                <a:cs typeface="Calibri" panose="020F0502020204030204" pitchFamily="34" charset="0"/>
              </a:rPr>
              <a:t>v</a:t>
            </a:r>
            <a:r>
              <a:rPr lang="en-US" altLang="zh-CN" sz="1600" b="1" dirty="0">
                <a:solidFill>
                  <a:srgbClr val="FF0000"/>
                </a:solidFill>
                <a:latin typeface="Calibri" panose="020F0502020204030204" pitchFamily="34" charset="0"/>
                <a:ea typeface="Courier New" charset="0"/>
                <a:cs typeface="Calibri" panose="020F0502020204030204" pitchFamily="34" charset="0"/>
              </a:rPr>
              <a:t>) = min(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D</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a:solidFill>
                  <a:srgbClr val="FF0000"/>
                </a:solidFill>
                <a:latin typeface="Calibri" panose="020F0502020204030204" pitchFamily="34" charset="0"/>
                <a:ea typeface="Courier New" charset="0"/>
                <a:cs typeface="Calibri" panose="020F0502020204030204" pitchFamily="34" charset="0"/>
              </a:rPr>
              <a:t>v</a:t>
            </a:r>
            <a:r>
              <a:rPr lang="en-US" altLang="zh-CN" sz="1600" b="1" dirty="0">
                <a:solidFill>
                  <a:srgbClr val="FF0000"/>
                </a:solidFill>
                <a:latin typeface="Calibri" panose="020F0502020204030204" pitchFamily="34" charset="0"/>
                <a:ea typeface="Courier New" charset="0"/>
                <a:cs typeface="Calibri" panose="020F0502020204030204" pitchFamily="34" charset="0"/>
              </a:rPr>
              <a:t>),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D</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a:solidFill>
                  <a:srgbClr val="FF0000"/>
                </a:solidFill>
                <a:latin typeface="Calibri" panose="020F0502020204030204" pitchFamily="34" charset="0"/>
                <a:ea typeface="Courier New" charset="0"/>
                <a:cs typeface="Calibri" panose="020F0502020204030204" pitchFamily="34" charset="0"/>
              </a:rPr>
              <a:t>w</a:t>
            </a:r>
            <a:r>
              <a:rPr lang="en-US" altLang="zh-CN" sz="1600" b="1" dirty="0">
                <a:solidFill>
                  <a:srgbClr val="FF0000"/>
                </a:solidFill>
                <a:latin typeface="Calibri" panose="020F0502020204030204" pitchFamily="34" charset="0"/>
                <a:ea typeface="Courier New" charset="0"/>
                <a:cs typeface="Calibri" panose="020F0502020204030204" pitchFamily="34" charset="0"/>
              </a:rPr>
              <a:t>) +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c</a:t>
            </a:r>
            <a:r>
              <a:rPr lang="en-US" altLang="zh-CN" sz="1600" b="1" dirty="0">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err="1">
                <a:solidFill>
                  <a:srgbClr val="FF0000"/>
                </a:solidFill>
                <a:latin typeface="Calibri" panose="020F0502020204030204" pitchFamily="34" charset="0"/>
                <a:ea typeface="Courier New" charset="0"/>
                <a:cs typeface="Calibri" panose="020F0502020204030204" pitchFamily="34" charset="0"/>
              </a:rPr>
              <a:t>w</a:t>
            </a:r>
            <a:r>
              <a:rPr lang="en-US" altLang="zh-CN" sz="1600" b="1" dirty="0" err="1">
                <a:solidFill>
                  <a:srgbClr val="FF0000"/>
                </a:solidFill>
                <a:latin typeface="Calibri" panose="020F0502020204030204" pitchFamily="34" charset="0"/>
                <a:ea typeface="Courier New" charset="0"/>
                <a:cs typeface="Calibri" panose="020F0502020204030204" pitchFamily="34" charset="0"/>
              </a:rPr>
              <a:t>,</a:t>
            </a:r>
            <a:r>
              <a:rPr lang="en-US" altLang="zh-CN" sz="1600" b="1" i="1" dirty="0" err="1">
                <a:solidFill>
                  <a:srgbClr val="FF0000"/>
                </a:solidFill>
                <a:latin typeface="Calibri" panose="020F0502020204030204" pitchFamily="34" charset="0"/>
                <a:ea typeface="Courier New" charset="0"/>
                <a:cs typeface="Calibri" panose="020F0502020204030204" pitchFamily="34" charset="0"/>
              </a:rPr>
              <a:t>v</a:t>
            </a:r>
            <a:r>
              <a:rPr lang="en-US" altLang="zh-CN" sz="1600" b="1" dirty="0">
                <a:solidFill>
                  <a:srgbClr val="FF0000"/>
                </a:solidFill>
                <a:latin typeface="Calibri" panose="020F0502020204030204" pitchFamily="34" charset="0"/>
                <a:ea typeface="Courier New" charset="0"/>
                <a:cs typeface="Calibri" panose="020F0502020204030204" pitchFamily="34" charset="0"/>
              </a:rPr>
              <a:t>) ) </a:t>
            </a:r>
            <a:endParaRPr lang="zh-CN" altLang="en-US" sz="1600" dirty="0">
              <a:solidFill>
                <a:srgbClr val="FF0000"/>
              </a:solidFill>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66919AF1-5304-7254-81A8-CF236CFD980E}"/>
              </a:ext>
            </a:extLst>
          </p:cNvPr>
          <p:cNvSpPr txBox="1"/>
          <p:nvPr/>
        </p:nvSpPr>
        <p:spPr>
          <a:xfrm>
            <a:off x="5875195" y="3524994"/>
            <a:ext cx="1476686" cy="954107"/>
          </a:xfrm>
          <a:prstGeom prst="rect">
            <a:avLst/>
          </a:prstGeom>
          <a:noFill/>
        </p:spPr>
        <p:txBody>
          <a:bodyPr wrap="none" rtlCol="0">
            <a:spAutoFit/>
          </a:bodyPr>
          <a:lstStyle/>
          <a:p>
            <a:r>
              <a:rPr kumimoji="1" lang="en-US" altLang="zh-CN" dirty="0"/>
              <a:t>a-b, cost: 10</a:t>
            </a:r>
          </a:p>
          <a:p>
            <a:r>
              <a:rPr kumimoji="1" lang="en-US" altLang="zh-CN" dirty="0"/>
              <a:t>a-d-c, cost: 50</a:t>
            </a:r>
          </a:p>
          <a:p>
            <a:r>
              <a:rPr kumimoji="1" lang="en-US" altLang="zh-CN" dirty="0"/>
              <a:t>a-d, cost: 30</a:t>
            </a:r>
          </a:p>
          <a:p>
            <a:r>
              <a:rPr kumimoji="1" lang="en-US" altLang="zh-CN" dirty="0"/>
              <a:t>a-d-c-e, cost: 60</a:t>
            </a:r>
            <a:endParaRPr kumimoji="1" lang="zh-CN" altLang="en-US" dirty="0"/>
          </a:p>
        </p:txBody>
      </p:sp>
      <p:sp>
        <p:nvSpPr>
          <p:cNvPr id="4" name="文本框 3">
            <a:extLst>
              <a:ext uri="{FF2B5EF4-FFF2-40B4-BE49-F238E27FC236}">
                <a16:creationId xmlns:a16="http://schemas.microsoft.com/office/drawing/2014/main" id="{2726F035-DD10-32D3-B327-E695D0AC45B6}"/>
              </a:ext>
            </a:extLst>
          </p:cNvPr>
          <p:cNvSpPr txBox="1"/>
          <p:nvPr/>
        </p:nvSpPr>
        <p:spPr>
          <a:xfrm>
            <a:off x="4293030" y="1735118"/>
            <a:ext cx="4572000" cy="338554"/>
          </a:xfrm>
          <a:prstGeom prst="rect">
            <a:avLst/>
          </a:prstGeom>
          <a:noFill/>
        </p:spPr>
        <p:txBody>
          <a:bodyPr wrap="square">
            <a:spAutoFit/>
          </a:bodyPr>
          <a:lstStyle/>
          <a:p>
            <a:r>
              <a:rPr lang="en-US" altLang="zh-CN" sz="1600" b="1" i="1" dirty="0">
                <a:solidFill>
                  <a:srgbClr val="FF0000"/>
                </a:solidFill>
                <a:latin typeface="Calibri" panose="020F0502020204030204" pitchFamily="34" charset="0"/>
                <a:ea typeface="Courier New" charset="0"/>
                <a:cs typeface="Calibri" panose="020F0502020204030204" pitchFamily="34" charset="0"/>
              </a:rPr>
              <a:t>W </a:t>
            </a:r>
            <a:r>
              <a:rPr lang="en-US" altLang="zh-CN" sz="1600" b="1" dirty="0">
                <a:solidFill>
                  <a:srgbClr val="FF0000"/>
                </a:solidFill>
                <a:latin typeface="Calibri" panose="020F0502020204030204" pitchFamily="34" charset="0"/>
                <a:ea typeface="Courier New" charset="0"/>
                <a:cs typeface="Calibri" panose="020F0502020204030204" pitchFamily="34" charset="0"/>
              </a:rPr>
              <a:t>= </a:t>
            </a:r>
            <a:r>
              <a:rPr lang="en-US" altLang="zh-CN" sz="1600" b="1" i="1" dirty="0">
                <a:solidFill>
                  <a:srgbClr val="FF0000"/>
                </a:solidFill>
                <a:latin typeface="Calibri" panose="020F0502020204030204" pitchFamily="34" charset="0"/>
                <a:ea typeface="Courier New" charset="0"/>
                <a:cs typeface="Calibri" panose="020F0502020204030204" pitchFamily="34" charset="0"/>
              </a:rPr>
              <a:t>e</a:t>
            </a:r>
            <a:endParaRPr lang="zh-CN" altLang="en-US" sz="1600" dirty="0"/>
          </a:p>
        </p:txBody>
      </p:sp>
      <p:sp>
        <p:nvSpPr>
          <p:cNvPr id="5" name="文本框 4">
            <a:extLst>
              <a:ext uri="{FF2B5EF4-FFF2-40B4-BE49-F238E27FC236}">
                <a16:creationId xmlns:a16="http://schemas.microsoft.com/office/drawing/2014/main" id="{8CA84670-80FB-B747-EBDA-3F8B3A026A66}"/>
              </a:ext>
            </a:extLst>
          </p:cNvPr>
          <p:cNvSpPr txBox="1"/>
          <p:nvPr/>
        </p:nvSpPr>
        <p:spPr>
          <a:xfrm>
            <a:off x="4293030" y="2596891"/>
            <a:ext cx="4023858" cy="307777"/>
          </a:xfrm>
          <a:prstGeom prst="rect">
            <a:avLst/>
          </a:prstGeom>
          <a:noFill/>
        </p:spPr>
        <p:txBody>
          <a:bodyPr wrap="none" rtlCol="0">
            <a:spAutoFit/>
          </a:bodyPr>
          <a:lstStyle/>
          <a:p>
            <a:r>
              <a:rPr kumimoji="1" lang="en-US" altLang="zh-CN" dirty="0"/>
              <a:t>Calculate shortest paths start from a to all nodes</a:t>
            </a:r>
            <a:endParaRPr kumimoji="1" lang="zh-CN" altLang="en-US" dirty="0"/>
          </a:p>
        </p:txBody>
      </p:sp>
    </p:spTree>
    <p:extLst>
      <p:ext uri="{BB962C8B-B14F-4D97-AF65-F5344CB8AC3E}">
        <p14:creationId xmlns:p14="http://schemas.microsoft.com/office/powerpoint/2010/main" val="1057335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a:latin typeface="Arial" panose="020B0604020202020204" pitchFamily="34" charset="0"/>
                <a:cs typeface="Arial" panose="020B0604020202020204" pitchFamily="34" charset="0"/>
              </a:rPr>
              <a:t>Q3 Distance-Vector Routing: Bellman-Ford</a:t>
            </a:r>
            <a:endParaRPr dirty="0">
              <a:latin typeface="Arial" panose="020B0604020202020204" pitchFamily="34" charset="0"/>
              <a:cs typeface="Arial" panose="020B0604020202020204" pitchFamily="34" charset="0"/>
            </a:endParaRPr>
          </a:p>
        </p:txBody>
      </p:sp>
      <p:pic>
        <p:nvPicPr>
          <p:cNvPr id="12" name="Google Shape;215;p28">
            <a:extLst>
              <a:ext uri="{FF2B5EF4-FFF2-40B4-BE49-F238E27FC236}">
                <a16:creationId xmlns:a16="http://schemas.microsoft.com/office/drawing/2014/main" id="{50757896-0592-C360-C80F-291B2205C535}"/>
              </a:ext>
            </a:extLst>
          </p:cNvPr>
          <p:cNvPicPr preferRelativeResize="0"/>
          <p:nvPr/>
        </p:nvPicPr>
        <p:blipFill>
          <a:blip r:embed="rId3">
            <a:alphaModFix/>
          </a:blip>
          <a:stretch>
            <a:fillRect/>
          </a:stretch>
        </p:blipFill>
        <p:spPr>
          <a:xfrm>
            <a:off x="5430408" y="1186918"/>
            <a:ext cx="3401892" cy="3427612"/>
          </a:xfrm>
          <a:prstGeom prst="rect">
            <a:avLst/>
          </a:prstGeom>
          <a:noFill/>
          <a:ln>
            <a:noFill/>
          </a:ln>
        </p:spPr>
      </p:pic>
      <p:sp>
        <p:nvSpPr>
          <p:cNvPr id="14" name="文本框 13">
            <a:extLst>
              <a:ext uri="{FF2B5EF4-FFF2-40B4-BE49-F238E27FC236}">
                <a16:creationId xmlns:a16="http://schemas.microsoft.com/office/drawing/2014/main" id="{00EBFE64-F6C4-2F9F-2C7B-D9BA3E62DFCE}"/>
              </a:ext>
            </a:extLst>
          </p:cNvPr>
          <p:cNvSpPr txBox="1"/>
          <p:nvPr/>
        </p:nvSpPr>
        <p:spPr>
          <a:xfrm>
            <a:off x="311700" y="1361841"/>
            <a:ext cx="5025844" cy="2372188"/>
          </a:xfrm>
          <a:prstGeom prst="rect">
            <a:avLst/>
          </a:prstGeom>
          <a:noFill/>
        </p:spPr>
        <p:txBody>
          <a:bodyPr wrap="square">
            <a:spAutoFit/>
          </a:bodyPr>
          <a:lstStyle/>
          <a:p>
            <a:pPr marL="457200" lvl="0" indent="-342900" algn="l" rtl="0">
              <a:lnSpc>
                <a:spcPct val="125000"/>
              </a:lnSpc>
              <a:spcBef>
                <a:spcPts val="0"/>
              </a:spcBef>
              <a:spcAft>
                <a:spcPts val="0"/>
              </a:spcAft>
              <a:buSzPts val="1800"/>
              <a:buChar char="●"/>
            </a:pPr>
            <a:r>
              <a:rPr lang="en-US" altLang="zh-CN" sz="2000" dirty="0">
                <a:solidFill>
                  <a:schemeClr val="tx1"/>
                </a:solidFill>
                <a:latin typeface="Calibri" panose="020F0502020204030204" pitchFamily="34" charset="0"/>
                <a:cs typeface="Calibri" panose="020F0502020204030204" pitchFamily="34" charset="0"/>
              </a:rPr>
              <a:t>Bellman-Ford Equation </a:t>
            </a:r>
          </a:p>
          <a:p>
            <a:pPr marL="914400" lvl="1" indent="-317500" algn="l" rtl="0">
              <a:lnSpc>
                <a:spcPct val="125000"/>
              </a:lnSpc>
              <a:spcBef>
                <a:spcPts val="0"/>
              </a:spcBef>
              <a:spcAft>
                <a:spcPts val="0"/>
              </a:spcAft>
              <a:buSzPts val="1400"/>
              <a:buChar char="○"/>
            </a:pPr>
            <a:r>
              <a:rPr lang="en-US" altLang="zh-CN" sz="2000" dirty="0">
                <a:solidFill>
                  <a:schemeClr val="tx1"/>
                </a:solidFill>
                <a:latin typeface="Calibri" panose="020F0502020204030204" pitchFamily="34" charset="0"/>
                <a:cs typeface="Calibri" panose="020F0502020204030204" pitchFamily="34" charset="0"/>
              </a:rPr>
              <a:t>let </a:t>
            </a:r>
            <a:r>
              <a:rPr lang="en-US" altLang="zh-CN" sz="2000" i="1" dirty="0">
                <a:solidFill>
                  <a:schemeClr val="tx1"/>
                </a:solidFill>
                <a:latin typeface="Calibri" panose="020F0502020204030204" pitchFamily="34" charset="0"/>
                <a:cs typeface="Calibri" panose="020F0502020204030204" pitchFamily="34" charset="0"/>
              </a:rPr>
              <a:t>d</a:t>
            </a:r>
            <a:r>
              <a:rPr lang="en-US" altLang="zh-CN" sz="2000" i="1" baseline="-25000" dirty="0">
                <a:solidFill>
                  <a:schemeClr val="tx1"/>
                </a:solidFill>
                <a:latin typeface="Calibri" panose="020F0502020204030204" pitchFamily="34" charset="0"/>
                <a:cs typeface="Calibri" panose="020F0502020204030204" pitchFamily="34" charset="0"/>
              </a:rPr>
              <a:t>x</a:t>
            </a:r>
            <a:r>
              <a:rPr lang="en-US" altLang="zh-CN" sz="2000" dirty="0">
                <a:solidFill>
                  <a:schemeClr val="tx1"/>
                </a:solidFill>
                <a:latin typeface="Calibri" panose="020F0502020204030204" pitchFamily="34" charset="0"/>
                <a:cs typeface="Calibri" panose="020F0502020204030204" pitchFamily="34" charset="0"/>
              </a:rPr>
              <a:t>(</a:t>
            </a:r>
            <a:r>
              <a:rPr lang="en-US" altLang="zh-CN" sz="2000" i="1" dirty="0">
                <a:solidFill>
                  <a:schemeClr val="tx1"/>
                </a:solidFill>
                <a:latin typeface="Calibri" panose="020F0502020204030204" pitchFamily="34" charset="0"/>
                <a:cs typeface="Calibri" panose="020F0502020204030204" pitchFamily="34" charset="0"/>
              </a:rPr>
              <a:t>y</a:t>
            </a:r>
            <a:r>
              <a:rPr lang="en-US" altLang="zh-CN" sz="2000" dirty="0">
                <a:solidFill>
                  <a:schemeClr val="tx1"/>
                </a:solidFill>
                <a:latin typeface="Calibri" panose="020F0502020204030204" pitchFamily="34" charset="0"/>
                <a:cs typeface="Calibri" panose="020F0502020204030204" pitchFamily="34" charset="0"/>
              </a:rPr>
              <a:t>) := cost of least-cost path from </a:t>
            </a:r>
            <a:r>
              <a:rPr lang="en-US" altLang="zh-CN" sz="2000" i="1" dirty="0">
                <a:solidFill>
                  <a:schemeClr val="tx1"/>
                </a:solidFill>
                <a:latin typeface="Calibri" panose="020F0502020204030204" pitchFamily="34" charset="0"/>
                <a:cs typeface="Calibri" panose="020F0502020204030204" pitchFamily="34" charset="0"/>
              </a:rPr>
              <a:t>x</a:t>
            </a:r>
            <a:r>
              <a:rPr lang="en-US" altLang="zh-CN" sz="2000" dirty="0">
                <a:solidFill>
                  <a:schemeClr val="tx1"/>
                </a:solidFill>
                <a:latin typeface="Calibri" panose="020F0502020204030204" pitchFamily="34" charset="0"/>
                <a:cs typeface="Calibri" panose="020F0502020204030204" pitchFamily="34" charset="0"/>
              </a:rPr>
              <a:t> to </a:t>
            </a:r>
            <a:r>
              <a:rPr lang="en-US" altLang="zh-CN" sz="2000" i="1" dirty="0">
                <a:solidFill>
                  <a:schemeClr val="tx1"/>
                </a:solidFill>
                <a:latin typeface="Calibri" panose="020F0502020204030204" pitchFamily="34" charset="0"/>
                <a:cs typeface="Calibri" panose="020F0502020204030204" pitchFamily="34" charset="0"/>
              </a:rPr>
              <a:t>y</a:t>
            </a:r>
            <a:r>
              <a:rPr lang="en-US" altLang="zh-CN" sz="2000" dirty="0">
                <a:solidFill>
                  <a:schemeClr val="tx1"/>
                </a:solidFill>
                <a:latin typeface="Calibri" panose="020F0502020204030204" pitchFamily="34" charset="0"/>
                <a:cs typeface="Calibri" panose="020F0502020204030204" pitchFamily="34" charset="0"/>
              </a:rPr>
              <a:t/>
            </a:r>
            <a:br>
              <a:rPr lang="en-US" altLang="zh-CN" sz="2000" dirty="0">
                <a:solidFill>
                  <a:schemeClr val="tx1"/>
                </a:solidFill>
                <a:latin typeface="Calibri" panose="020F0502020204030204" pitchFamily="34" charset="0"/>
                <a:cs typeface="Calibri" panose="020F0502020204030204" pitchFamily="34" charset="0"/>
              </a:rPr>
            </a:br>
            <a:r>
              <a:rPr lang="en-US" altLang="zh-CN" sz="2000" dirty="0">
                <a:solidFill>
                  <a:schemeClr val="tx1"/>
                </a:solidFill>
                <a:latin typeface="Calibri" panose="020F0502020204030204" pitchFamily="34" charset="0"/>
                <a:cs typeface="Calibri" panose="020F0502020204030204" pitchFamily="34" charset="0"/>
              </a:rPr>
              <a:t>      </a:t>
            </a:r>
            <a:r>
              <a:rPr lang="en-US" altLang="zh-CN" sz="2000" i="1" dirty="0">
                <a:solidFill>
                  <a:schemeClr val="tx1"/>
                </a:solidFill>
                <a:latin typeface="Calibri" panose="020F0502020204030204" pitchFamily="34" charset="0"/>
                <a:cs typeface="Calibri" panose="020F0502020204030204" pitchFamily="34" charset="0"/>
              </a:rPr>
              <a:t>c</a:t>
            </a:r>
            <a:r>
              <a:rPr lang="en-US" altLang="zh-CN" sz="2000" dirty="0">
                <a:solidFill>
                  <a:schemeClr val="tx1"/>
                </a:solidFill>
                <a:latin typeface="Calibri" panose="020F0502020204030204" pitchFamily="34" charset="0"/>
                <a:cs typeface="Calibri" panose="020F0502020204030204" pitchFamily="34" charset="0"/>
              </a:rPr>
              <a:t>(</a:t>
            </a:r>
            <a:r>
              <a:rPr lang="en-US" altLang="zh-CN" sz="2000" i="1" dirty="0">
                <a:solidFill>
                  <a:schemeClr val="tx1"/>
                </a:solidFill>
                <a:latin typeface="Calibri" panose="020F0502020204030204" pitchFamily="34" charset="0"/>
                <a:cs typeface="Calibri" panose="020F0502020204030204" pitchFamily="34" charset="0"/>
              </a:rPr>
              <a:t>x</a:t>
            </a:r>
            <a:r>
              <a:rPr lang="en-US" altLang="zh-CN" sz="2000" dirty="0">
                <a:solidFill>
                  <a:schemeClr val="tx1"/>
                </a:solidFill>
                <a:latin typeface="Calibri" panose="020F0502020204030204" pitchFamily="34" charset="0"/>
                <a:cs typeface="Calibri" panose="020F0502020204030204" pitchFamily="34" charset="0"/>
              </a:rPr>
              <a:t>, </a:t>
            </a:r>
            <a:r>
              <a:rPr lang="en-US" altLang="zh-CN" sz="2000" i="1" dirty="0">
                <a:solidFill>
                  <a:schemeClr val="tx1"/>
                </a:solidFill>
                <a:latin typeface="Calibri" panose="020F0502020204030204" pitchFamily="34" charset="0"/>
                <a:cs typeface="Calibri" panose="020F0502020204030204" pitchFamily="34" charset="0"/>
              </a:rPr>
              <a:t>v</a:t>
            </a:r>
            <a:r>
              <a:rPr lang="en-US" altLang="zh-CN" sz="2000" dirty="0">
                <a:solidFill>
                  <a:schemeClr val="tx1"/>
                </a:solidFill>
                <a:latin typeface="Calibri" panose="020F0502020204030204" pitchFamily="34" charset="0"/>
                <a:cs typeface="Calibri" panose="020F0502020204030204" pitchFamily="34" charset="0"/>
              </a:rPr>
              <a:t>) := cost to neighbor </a:t>
            </a:r>
            <a:r>
              <a:rPr lang="en-US" altLang="zh-CN" sz="2000" i="1" dirty="0">
                <a:solidFill>
                  <a:schemeClr val="tx1"/>
                </a:solidFill>
                <a:latin typeface="Calibri" panose="020F0502020204030204" pitchFamily="34" charset="0"/>
                <a:cs typeface="Calibri" panose="020F0502020204030204" pitchFamily="34" charset="0"/>
              </a:rPr>
              <a:t>v</a:t>
            </a:r>
            <a:r>
              <a:rPr lang="en-US" altLang="zh-CN" sz="2000" dirty="0">
                <a:solidFill>
                  <a:schemeClr val="tx1"/>
                </a:solidFill>
                <a:latin typeface="Calibri" panose="020F0502020204030204" pitchFamily="34" charset="0"/>
                <a:cs typeface="Calibri" panose="020F0502020204030204" pitchFamily="34" charset="0"/>
              </a:rPr>
              <a:t>  </a:t>
            </a:r>
          </a:p>
          <a:p>
            <a:pPr marL="914400" lvl="1" indent="-317500" algn="l" rtl="0">
              <a:lnSpc>
                <a:spcPct val="125000"/>
              </a:lnSpc>
              <a:spcBef>
                <a:spcPts val="0"/>
              </a:spcBef>
              <a:spcAft>
                <a:spcPts val="0"/>
              </a:spcAft>
              <a:buSzPts val="1400"/>
              <a:buChar char="○"/>
            </a:pPr>
            <a:r>
              <a:rPr lang="en-US" altLang="zh-CN" sz="2000" dirty="0">
                <a:solidFill>
                  <a:schemeClr val="tx1"/>
                </a:solidFill>
                <a:latin typeface="Calibri" panose="020F0502020204030204" pitchFamily="34" charset="0"/>
                <a:cs typeface="Calibri" panose="020F0502020204030204" pitchFamily="34" charset="0"/>
              </a:rPr>
              <a:t>then </a:t>
            </a:r>
            <a:r>
              <a:rPr lang="en-US" altLang="zh-CN" sz="2000" i="1" dirty="0">
                <a:solidFill>
                  <a:srgbClr val="FF0000"/>
                </a:solidFill>
                <a:latin typeface="Calibri" panose="020F0502020204030204" pitchFamily="34" charset="0"/>
                <a:cs typeface="Calibri" panose="020F0502020204030204" pitchFamily="34" charset="0"/>
              </a:rPr>
              <a:t>d</a:t>
            </a:r>
            <a:r>
              <a:rPr lang="en-US" altLang="zh-CN" sz="2000" i="1" baseline="-25000" dirty="0">
                <a:solidFill>
                  <a:srgbClr val="FF0000"/>
                </a:solidFill>
                <a:latin typeface="Calibri" panose="020F0502020204030204" pitchFamily="34" charset="0"/>
                <a:cs typeface="Calibri" panose="020F0502020204030204" pitchFamily="34" charset="0"/>
              </a:rPr>
              <a:t>x</a:t>
            </a:r>
            <a:r>
              <a:rPr lang="en-US" altLang="zh-CN" sz="2000" dirty="0">
                <a:solidFill>
                  <a:srgbClr val="FF0000"/>
                </a:solidFill>
                <a:latin typeface="Calibri" panose="020F0502020204030204" pitchFamily="34" charset="0"/>
                <a:cs typeface="Calibri" panose="020F0502020204030204" pitchFamily="34" charset="0"/>
              </a:rPr>
              <a:t>(</a:t>
            </a:r>
            <a:r>
              <a:rPr lang="en-US" altLang="zh-CN" sz="2000" i="1" dirty="0">
                <a:solidFill>
                  <a:srgbClr val="FF0000"/>
                </a:solidFill>
                <a:latin typeface="Calibri" panose="020F0502020204030204" pitchFamily="34" charset="0"/>
                <a:cs typeface="Calibri" panose="020F0502020204030204" pitchFamily="34" charset="0"/>
              </a:rPr>
              <a:t>y</a:t>
            </a:r>
            <a:r>
              <a:rPr lang="en-US" altLang="zh-CN" sz="2000" dirty="0">
                <a:solidFill>
                  <a:srgbClr val="FF0000"/>
                </a:solidFill>
                <a:latin typeface="Calibri" panose="020F0502020204030204" pitchFamily="34" charset="0"/>
                <a:cs typeface="Calibri" panose="020F0502020204030204" pitchFamily="34" charset="0"/>
              </a:rPr>
              <a:t>) = </a:t>
            </a:r>
            <a:r>
              <a:rPr lang="en-US" altLang="zh-CN" sz="2000" dirty="0" err="1">
                <a:solidFill>
                  <a:srgbClr val="FF0000"/>
                </a:solidFill>
                <a:latin typeface="Calibri" panose="020F0502020204030204" pitchFamily="34" charset="0"/>
                <a:cs typeface="Calibri" panose="020F0502020204030204" pitchFamily="34" charset="0"/>
              </a:rPr>
              <a:t>min</a:t>
            </a:r>
            <a:r>
              <a:rPr lang="en-US" altLang="zh-CN" sz="2000" i="1" baseline="-25000" dirty="0" err="1">
                <a:solidFill>
                  <a:srgbClr val="FF0000"/>
                </a:solidFill>
                <a:latin typeface="Calibri" panose="020F0502020204030204" pitchFamily="34" charset="0"/>
                <a:cs typeface="Calibri" panose="020F0502020204030204" pitchFamily="34" charset="0"/>
              </a:rPr>
              <a:t>v</a:t>
            </a:r>
            <a:r>
              <a:rPr lang="en-US" altLang="zh-CN" sz="2000" dirty="0">
                <a:solidFill>
                  <a:srgbClr val="FF0000"/>
                </a:solidFill>
                <a:latin typeface="Calibri" panose="020F0502020204030204" pitchFamily="34" charset="0"/>
                <a:cs typeface="Calibri" panose="020F0502020204030204" pitchFamily="34" charset="0"/>
              </a:rPr>
              <a:t> {</a:t>
            </a:r>
            <a:r>
              <a:rPr lang="en-US" altLang="zh-CN" sz="2000" i="1" dirty="0">
                <a:solidFill>
                  <a:srgbClr val="FF0000"/>
                </a:solidFill>
                <a:latin typeface="Calibri" panose="020F0502020204030204" pitchFamily="34" charset="0"/>
                <a:cs typeface="Calibri" panose="020F0502020204030204" pitchFamily="34" charset="0"/>
              </a:rPr>
              <a:t>c</a:t>
            </a:r>
            <a:r>
              <a:rPr lang="en-US" altLang="zh-CN" sz="2000" dirty="0">
                <a:solidFill>
                  <a:srgbClr val="FF0000"/>
                </a:solidFill>
                <a:latin typeface="Calibri" panose="020F0502020204030204" pitchFamily="34" charset="0"/>
                <a:cs typeface="Calibri" panose="020F0502020204030204" pitchFamily="34" charset="0"/>
              </a:rPr>
              <a:t>(</a:t>
            </a:r>
            <a:r>
              <a:rPr lang="en-US" altLang="zh-CN" sz="2000" i="1" dirty="0">
                <a:solidFill>
                  <a:srgbClr val="FF0000"/>
                </a:solidFill>
                <a:latin typeface="Calibri" panose="020F0502020204030204" pitchFamily="34" charset="0"/>
                <a:cs typeface="Calibri" panose="020F0502020204030204" pitchFamily="34" charset="0"/>
              </a:rPr>
              <a:t>x</a:t>
            </a:r>
            <a:r>
              <a:rPr lang="en-US" altLang="zh-CN" sz="2000" dirty="0">
                <a:solidFill>
                  <a:srgbClr val="FF0000"/>
                </a:solidFill>
                <a:latin typeface="Calibri" panose="020F0502020204030204" pitchFamily="34" charset="0"/>
                <a:cs typeface="Calibri" panose="020F0502020204030204" pitchFamily="34" charset="0"/>
              </a:rPr>
              <a:t>, </a:t>
            </a:r>
            <a:r>
              <a:rPr lang="en-US" altLang="zh-CN" sz="2000" i="1" dirty="0">
                <a:solidFill>
                  <a:srgbClr val="FF0000"/>
                </a:solidFill>
                <a:latin typeface="Calibri" panose="020F0502020204030204" pitchFamily="34" charset="0"/>
                <a:cs typeface="Calibri" panose="020F0502020204030204" pitchFamily="34" charset="0"/>
              </a:rPr>
              <a:t>v</a:t>
            </a:r>
            <a:r>
              <a:rPr lang="en-US" altLang="zh-CN" sz="2000" dirty="0">
                <a:solidFill>
                  <a:srgbClr val="FF0000"/>
                </a:solidFill>
                <a:latin typeface="Calibri" panose="020F0502020204030204" pitchFamily="34" charset="0"/>
                <a:cs typeface="Calibri" panose="020F0502020204030204" pitchFamily="34" charset="0"/>
              </a:rPr>
              <a:t>) + </a:t>
            </a:r>
            <a:r>
              <a:rPr lang="en-US" altLang="zh-CN" sz="2000" i="1" dirty="0">
                <a:solidFill>
                  <a:srgbClr val="FF0000"/>
                </a:solidFill>
                <a:latin typeface="Calibri" panose="020F0502020204030204" pitchFamily="34" charset="0"/>
                <a:cs typeface="Calibri" panose="020F0502020204030204" pitchFamily="34" charset="0"/>
              </a:rPr>
              <a:t>d</a:t>
            </a:r>
            <a:r>
              <a:rPr lang="en-US" altLang="zh-CN" sz="2000" i="1" baseline="-25000" dirty="0">
                <a:solidFill>
                  <a:srgbClr val="FF0000"/>
                </a:solidFill>
                <a:latin typeface="Calibri" panose="020F0502020204030204" pitchFamily="34" charset="0"/>
                <a:cs typeface="Calibri" panose="020F0502020204030204" pitchFamily="34" charset="0"/>
              </a:rPr>
              <a:t>v</a:t>
            </a:r>
            <a:r>
              <a:rPr lang="en-US" altLang="zh-CN" sz="2000" dirty="0">
                <a:solidFill>
                  <a:srgbClr val="FF0000"/>
                </a:solidFill>
                <a:latin typeface="Calibri" panose="020F0502020204030204" pitchFamily="34" charset="0"/>
                <a:cs typeface="Calibri" panose="020F0502020204030204" pitchFamily="34" charset="0"/>
              </a:rPr>
              <a:t>(</a:t>
            </a:r>
            <a:r>
              <a:rPr lang="en-US" altLang="zh-CN" sz="2000" i="1" dirty="0">
                <a:solidFill>
                  <a:srgbClr val="FF0000"/>
                </a:solidFill>
                <a:latin typeface="Calibri" panose="020F0502020204030204" pitchFamily="34" charset="0"/>
                <a:cs typeface="Calibri" panose="020F0502020204030204" pitchFamily="34" charset="0"/>
              </a:rPr>
              <a:t>y</a:t>
            </a:r>
            <a:r>
              <a:rPr lang="en-US" altLang="zh-CN" sz="2000" dirty="0">
                <a:solidFill>
                  <a:srgbClr val="FF0000"/>
                </a:solidFill>
                <a:latin typeface="Calibri" panose="020F0502020204030204" pitchFamily="34" charset="0"/>
                <a:cs typeface="Calibri" panose="020F0502020204030204" pitchFamily="34" charset="0"/>
              </a:rPr>
              <a:t>)} </a:t>
            </a:r>
            <a:r>
              <a:rPr lang="en-US" altLang="zh-CN" sz="2000" dirty="0">
                <a:solidFill>
                  <a:schemeClr val="tx1"/>
                </a:solidFill>
                <a:latin typeface="Calibri" panose="020F0502020204030204" pitchFamily="34" charset="0"/>
                <a:cs typeface="Calibri" panose="020F0502020204030204" pitchFamily="34" charset="0"/>
              </a:rPr>
              <a:t>over all neighbors </a:t>
            </a:r>
            <a:r>
              <a:rPr lang="en-US" altLang="zh-CN" sz="2000" i="1" dirty="0">
                <a:solidFill>
                  <a:schemeClr val="tx1"/>
                </a:solidFill>
                <a:latin typeface="Calibri" panose="020F0502020204030204" pitchFamily="34" charset="0"/>
                <a:cs typeface="Calibri" panose="020F0502020204030204" pitchFamily="34" charset="0"/>
              </a:rPr>
              <a:t>v</a:t>
            </a:r>
            <a:r>
              <a:rPr lang="en-US" altLang="zh-CN" sz="2000" dirty="0">
                <a:solidFill>
                  <a:schemeClr val="tx1"/>
                </a:solidFill>
                <a:latin typeface="Calibri" panose="020F0502020204030204" pitchFamily="34" charset="0"/>
                <a:cs typeface="Calibri" panose="020F0502020204030204" pitchFamily="34" charset="0"/>
              </a:rPr>
              <a:t> of </a:t>
            </a:r>
            <a:r>
              <a:rPr lang="en-US" altLang="zh-CN" sz="2000" i="1" dirty="0">
                <a:solidFill>
                  <a:schemeClr val="tx1"/>
                </a:solidFill>
                <a:latin typeface="Calibri" panose="020F0502020204030204" pitchFamily="34" charset="0"/>
                <a:cs typeface="Calibri" panose="020F0502020204030204" pitchFamily="34" charset="0"/>
              </a:rPr>
              <a:t>x</a:t>
            </a:r>
          </a:p>
        </p:txBody>
      </p:sp>
    </p:spTree>
    <p:extLst>
      <p:ext uri="{BB962C8B-B14F-4D97-AF65-F5344CB8AC3E}">
        <p14:creationId xmlns:p14="http://schemas.microsoft.com/office/powerpoint/2010/main" val="2475225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a:latin typeface="Arial" panose="020B0604020202020204" pitchFamily="34" charset="0"/>
                <a:cs typeface="Arial" panose="020B0604020202020204" pitchFamily="34" charset="0"/>
              </a:rPr>
              <a:t>Q3 Distance-Vector Routing: Bellman-Ford</a:t>
            </a:r>
            <a:endParaRPr dirty="0">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E504D0EB-F67F-8559-CBD7-BCB123A1155E}"/>
              </a:ext>
            </a:extLst>
          </p:cNvPr>
          <p:cNvSpPr txBox="1"/>
          <p:nvPr/>
        </p:nvSpPr>
        <p:spPr>
          <a:xfrm>
            <a:off x="5316280" y="1017725"/>
            <a:ext cx="4572000" cy="307777"/>
          </a:xfrm>
          <a:prstGeom prst="rect">
            <a:avLst/>
          </a:prstGeom>
          <a:noFill/>
        </p:spPr>
        <p:txBody>
          <a:bodyPr wrap="square">
            <a:spAutoFit/>
          </a:bodyPr>
          <a:lstStyle/>
          <a:p>
            <a:r>
              <a:rPr lang="en-US" altLang="zh-CN" sz="1400" i="1" dirty="0">
                <a:solidFill>
                  <a:srgbClr val="FF0000"/>
                </a:solidFill>
                <a:latin typeface="Calibri" panose="020F0502020204030204" pitchFamily="34" charset="0"/>
                <a:cs typeface="Calibri" panose="020F0502020204030204" pitchFamily="34" charset="0"/>
              </a:rPr>
              <a:t>d</a:t>
            </a:r>
            <a:r>
              <a:rPr lang="en-US" altLang="zh-CN" sz="1400" i="1" baseline="-25000" dirty="0">
                <a:solidFill>
                  <a:srgbClr val="FF0000"/>
                </a:solidFill>
                <a:latin typeface="Calibri" panose="020F0502020204030204" pitchFamily="34" charset="0"/>
                <a:cs typeface="Calibri" panose="020F0502020204030204" pitchFamily="34" charset="0"/>
              </a:rPr>
              <a:t>x</a:t>
            </a:r>
            <a:r>
              <a:rPr lang="en-US" altLang="zh-CN" sz="1400" dirty="0">
                <a:solidFill>
                  <a:srgbClr val="FF0000"/>
                </a:solidFill>
                <a:latin typeface="Calibri" panose="020F0502020204030204" pitchFamily="34" charset="0"/>
                <a:cs typeface="Calibri" panose="020F0502020204030204" pitchFamily="34" charset="0"/>
              </a:rPr>
              <a:t>(</a:t>
            </a:r>
            <a:r>
              <a:rPr lang="en-US" altLang="zh-CN" sz="1400" i="1" dirty="0">
                <a:solidFill>
                  <a:srgbClr val="FF0000"/>
                </a:solidFill>
                <a:latin typeface="Calibri" panose="020F0502020204030204" pitchFamily="34" charset="0"/>
                <a:cs typeface="Calibri" panose="020F0502020204030204" pitchFamily="34" charset="0"/>
              </a:rPr>
              <a:t>y</a:t>
            </a:r>
            <a:r>
              <a:rPr lang="en-US" altLang="zh-CN" sz="1400" dirty="0">
                <a:solidFill>
                  <a:srgbClr val="FF0000"/>
                </a:solidFill>
                <a:latin typeface="Calibri" panose="020F0502020204030204" pitchFamily="34" charset="0"/>
                <a:cs typeface="Calibri" panose="020F0502020204030204" pitchFamily="34" charset="0"/>
              </a:rPr>
              <a:t>) = </a:t>
            </a:r>
            <a:r>
              <a:rPr lang="en-US" altLang="zh-CN" sz="1400" dirty="0" err="1">
                <a:solidFill>
                  <a:srgbClr val="FF0000"/>
                </a:solidFill>
                <a:latin typeface="Calibri" panose="020F0502020204030204" pitchFamily="34" charset="0"/>
                <a:cs typeface="Calibri" panose="020F0502020204030204" pitchFamily="34" charset="0"/>
              </a:rPr>
              <a:t>min</a:t>
            </a:r>
            <a:r>
              <a:rPr lang="en-US" altLang="zh-CN" sz="1400" i="1" baseline="-25000" dirty="0" err="1">
                <a:solidFill>
                  <a:srgbClr val="FF0000"/>
                </a:solidFill>
                <a:latin typeface="Calibri" panose="020F0502020204030204" pitchFamily="34" charset="0"/>
                <a:cs typeface="Calibri" panose="020F0502020204030204" pitchFamily="34" charset="0"/>
              </a:rPr>
              <a:t>v</a:t>
            </a:r>
            <a:r>
              <a:rPr lang="en-US" altLang="zh-CN" sz="1400" dirty="0">
                <a:solidFill>
                  <a:srgbClr val="FF0000"/>
                </a:solidFill>
                <a:latin typeface="Calibri" panose="020F0502020204030204" pitchFamily="34" charset="0"/>
                <a:cs typeface="Calibri" panose="020F0502020204030204" pitchFamily="34" charset="0"/>
              </a:rPr>
              <a:t> {</a:t>
            </a:r>
            <a:r>
              <a:rPr lang="en-US" altLang="zh-CN" sz="1400" i="1" dirty="0">
                <a:solidFill>
                  <a:srgbClr val="FF0000"/>
                </a:solidFill>
                <a:latin typeface="Calibri" panose="020F0502020204030204" pitchFamily="34" charset="0"/>
                <a:cs typeface="Calibri" panose="020F0502020204030204" pitchFamily="34" charset="0"/>
              </a:rPr>
              <a:t>c</a:t>
            </a:r>
            <a:r>
              <a:rPr lang="en-US" altLang="zh-CN" sz="1400" dirty="0">
                <a:solidFill>
                  <a:srgbClr val="FF0000"/>
                </a:solidFill>
                <a:latin typeface="Calibri" panose="020F0502020204030204" pitchFamily="34" charset="0"/>
                <a:cs typeface="Calibri" panose="020F0502020204030204" pitchFamily="34" charset="0"/>
              </a:rPr>
              <a:t>(</a:t>
            </a:r>
            <a:r>
              <a:rPr lang="en-US" altLang="zh-CN" sz="1400" i="1" dirty="0">
                <a:solidFill>
                  <a:srgbClr val="FF0000"/>
                </a:solidFill>
                <a:latin typeface="Calibri" panose="020F0502020204030204" pitchFamily="34" charset="0"/>
                <a:cs typeface="Calibri" panose="020F0502020204030204" pitchFamily="34" charset="0"/>
              </a:rPr>
              <a:t>x</a:t>
            </a:r>
            <a:r>
              <a:rPr lang="en-US" altLang="zh-CN" sz="1400" dirty="0">
                <a:solidFill>
                  <a:srgbClr val="FF0000"/>
                </a:solidFill>
                <a:latin typeface="Calibri" panose="020F0502020204030204" pitchFamily="34" charset="0"/>
                <a:cs typeface="Calibri" panose="020F0502020204030204" pitchFamily="34" charset="0"/>
              </a:rPr>
              <a:t>, </a:t>
            </a:r>
            <a:r>
              <a:rPr lang="en-US" altLang="zh-CN" sz="1400" i="1" dirty="0">
                <a:solidFill>
                  <a:srgbClr val="FF0000"/>
                </a:solidFill>
                <a:latin typeface="Calibri" panose="020F0502020204030204" pitchFamily="34" charset="0"/>
                <a:cs typeface="Calibri" panose="020F0502020204030204" pitchFamily="34" charset="0"/>
              </a:rPr>
              <a:t>v</a:t>
            </a:r>
            <a:r>
              <a:rPr lang="en-US" altLang="zh-CN" sz="1400" dirty="0">
                <a:solidFill>
                  <a:srgbClr val="FF0000"/>
                </a:solidFill>
                <a:latin typeface="Calibri" panose="020F0502020204030204" pitchFamily="34" charset="0"/>
                <a:cs typeface="Calibri" panose="020F0502020204030204" pitchFamily="34" charset="0"/>
              </a:rPr>
              <a:t>) + </a:t>
            </a:r>
            <a:r>
              <a:rPr lang="en-US" altLang="zh-CN" sz="1400" i="1" dirty="0">
                <a:solidFill>
                  <a:srgbClr val="FF0000"/>
                </a:solidFill>
                <a:latin typeface="Calibri" panose="020F0502020204030204" pitchFamily="34" charset="0"/>
                <a:cs typeface="Calibri" panose="020F0502020204030204" pitchFamily="34" charset="0"/>
              </a:rPr>
              <a:t>d</a:t>
            </a:r>
            <a:r>
              <a:rPr lang="en-US" altLang="zh-CN" sz="1400" i="1" baseline="-25000" dirty="0">
                <a:solidFill>
                  <a:srgbClr val="FF0000"/>
                </a:solidFill>
                <a:latin typeface="Calibri" panose="020F0502020204030204" pitchFamily="34" charset="0"/>
                <a:cs typeface="Calibri" panose="020F0502020204030204" pitchFamily="34" charset="0"/>
              </a:rPr>
              <a:t>v</a:t>
            </a:r>
            <a:r>
              <a:rPr lang="en-US" altLang="zh-CN" sz="1400" dirty="0">
                <a:solidFill>
                  <a:srgbClr val="FF0000"/>
                </a:solidFill>
                <a:latin typeface="Calibri" panose="020F0502020204030204" pitchFamily="34" charset="0"/>
                <a:cs typeface="Calibri" panose="020F0502020204030204" pitchFamily="34" charset="0"/>
              </a:rPr>
              <a:t>(</a:t>
            </a:r>
            <a:r>
              <a:rPr lang="en-US" altLang="zh-CN" sz="1400" i="1" dirty="0">
                <a:solidFill>
                  <a:srgbClr val="FF0000"/>
                </a:solidFill>
                <a:latin typeface="Calibri" panose="020F0502020204030204" pitchFamily="34" charset="0"/>
                <a:cs typeface="Calibri" panose="020F0502020204030204" pitchFamily="34" charset="0"/>
              </a:rPr>
              <a:t>y</a:t>
            </a:r>
            <a:r>
              <a:rPr lang="en-US" altLang="zh-CN" sz="1400" dirty="0">
                <a:solidFill>
                  <a:srgbClr val="FF0000"/>
                </a:solidFill>
                <a:latin typeface="Calibri" panose="020F0502020204030204" pitchFamily="34" charset="0"/>
                <a:cs typeface="Calibri" panose="020F0502020204030204" pitchFamily="34" charset="0"/>
              </a:rPr>
              <a:t>)} </a:t>
            </a:r>
            <a:endParaRPr lang="zh-CN" altLang="en-US" dirty="0"/>
          </a:p>
        </p:txBody>
      </p:sp>
      <p:pic>
        <p:nvPicPr>
          <p:cNvPr id="3" name="图片 2">
            <a:extLst>
              <a:ext uri="{FF2B5EF4-FFF2-40B4-BE49-F238E27FC236}">
                <a16:creationId xmlns:a16="http://schemas.microsoft.com/office/drawing/2014/main" id="{3C8FF365-345F-5AB5-AA77-1D277B7346D9}"/>
              </a:ext>
            </a:extLst>
          </p:cNvPr>
          <p:cNvPicPr>
            <a:picLocks noChangeAspect="1"/>
          </p:cNvPicPr>
          <p:nvPr/>
        </p:nvPicPr>
        <p:blipFill>
          <a:blip r:embed="rId3"/>
          <a:stretch>
            <a:fillRect/>
          </a:stretch>
        </p:blipFill>
        <p:spPr>
          <a:xfrm>
            <a:off x="311700" y="1524100"/>
            <a:ext cx="8469976" cy="3114415"/>
          </a:xfrm>
          <a:prstGeom prst="rect">
            <a:avLst/>
          </a:prstGeom>
        </p:spPr>
      </p:pic>
    </p:spTree>
    <p:extLst>
      <p:ext uri="{BB962C8B-B14F-4D97-AF65-F5344CB8AC3E}">
        <p14:creationId xmlns:p14="http://schemas.microsoft.com/office/powerpoint/2010/main" val="922675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a:latin typeface="Arial" panose="020B0604020202020204" pitchFamily="34" charset="0"/>
                <a:cs typeface="Arial" panose="020B0604020202020204" pitchFamily="34" charset="0"/>
              </a:rPr>
              <a:t>Q3 Distance-Vector Routing: Bellman-Ford</a:t>
            </a:r>
            <a:endParaRPr dirty="0">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E504D0EB-F67F-8559-CBD7-BCB123A1155E}"/>
              </a:ext>
            </a:extLst>
          </p:cNvPr>
          <p:cNvSpPr txBox="1"/>
          <p:nvPr/>
        </p:nvSpPr>
        <p:spPr>
          <a:xfrm>
            <a:off x="5316280" y="1017725"/>
            <a:ext cx="4572000" cy="307777"/>
          </a:xfrm>
          <a:prstGeom prst="rect">
            <a:avLst/>
          </a:prstGeom>
          <a:noFill/>
        </p:spPr>
        <p:txBody>
          <a:bodyPr wrap="square">
            <a:spAutoFit/>
          </a:bodyPr>
          <a:lstStyle/>
          <a:p>
            <a:r>
              <a:rPr lang="en-US" altLang="zh-CN" sz="1400" i="1" dirty="0">
                <a:solidFill>
                  <a:srgbClr val="FF0000"/>
                </a:solidFill>
                <a:latin typeface="Calibri" panose="020F0502020204030204" pitchFamily="34" charset="0"/>
                <a:cs typeface="Calibri" panose="020F0502020204030204" pitchFamily="34" charset="0"/>
              </a:rPr>
              <a:t>d</a:t>
            </a:r>
            <a:r>
              <a:rPr lang="en-US" altLang="zh-CN" sz="1400" i="1" baseline="-25000" dirty="0">
                <a:solidFill>
                  <a:srgbClr val="FF0000"/>
                </a:solidFill>
                <a:latin typeface="Calibri" panose="020F0502020204030204" pitchFamily="34" charset="0"/>
                <a:cs typeface="Calibri" panose="020F0502020204030204" pitchFamily="34" charset="0"/>
              </a:rPr>
              <a:t>x</a:t>
            </a:r>
            <a:r>
              <a:rPr lang="en-US" altLang="zh-CN" sz="1400" dirty="0">
                <a:solidFill>
                  <a:srgbClr val="FF0000"/>
                </a:solidFill>
                <a:latin typeface="Calibri" panose="020F0502020204030204" pitchFamily="34" charset="0"/>
                <a:cs typeface="Calibri" panose="020F0502020204030204" pitchFamily="34" charset="0"/>
              </a:rPr>
              <a:t>(</a:t>
            </a:r>
            <a:r>
              <a:rPr lang="en-US" altLang="zh-CN" sz="1400" i="1" dirty="0">
                <a:solidFill>
                  <a:srgbClr val="FF0000"/>
                </a:solidFill>
                <a:latin typeface="Calibri" panose="020F0502020204030204" pitchFamily="34" charset="0"/>
                <a:cs typeface="Calibri" panose="020F0502020204030204" pitchFamily="34" charset="0"/>
              </a:rPr>
              <a:t>y</a:t>
            </a:r>
            <a:r>
              <a:rPr lang="en-US" altLang="zh-CN" sz="1400" dirty="0">
                <a:solidFill>
                  <a:srgbClr val="FF0000"/>
                </a:solidFill>
                <a:latin typeface="Calibri" panose="020F0502020204030204" pitchFamily="34" charset="0"/>
                <a:cs typeface="Calibri" panose="020F0502020204030204" pitchFamily="34" charset="0"/>
              </a:rPr>
              <a:t>) = </a:t>
            </a:r>
            <a:r>
              <a:rPr lang="en-US" altLang="zh-CN" sz="1400" dirty="0" err="1">
                <a:solidFill>
                  <a:srgbClr val="FF0000"/>
                </a:solidFill>
                <a:latin typeface="Calibri" panose="020F0502020204030204" pitchFamily="34" charset="0"/>
                <a:cs typeface="Calibri" panose="020F0502020204030204" pitchFamily="34" charset="0"/>
              </a:rPr>
              <a:t>min</a:t>
            </a:r>
            <a:r>
              <a:rPr lang="en-US" altLang="zh-CN" sz="1400" i="1" baseline="-25000" dirty="0" err="1">
                <a:solidFill>
                  <a:srgbClr val="FF0000"/>
                </a:solidFill>
                <a:latin typeface="Calibri" panose="020F0502020204030204" pitchFamily="34" charset="0"/>
                <a:cs typeface="Calibri" panose="020F0502020204030204" pitchFamily="34" charset="0"/>
              </a:rPr>
              <a:t>v</a:t>
            </a:r>
            <a:r>
              <a:rPr lang="en-US" altLang="zh-CN" sz="1400" dirty="0">
                <a:solidFill>
                  <a:srgbClr val="FF0000"/>
                </a:solidFill>
                <a:latin typeface="Calibri" panose="020F0502020204030204" pitchFamily="34" charset="0"/>
                <a:cs typeface="Calibri" panose="020F0502020204030204" pitchFamily="34" charset="0"/>
              </a:rPr>
              <a:t> {</a:t>
            </a:r>
            <a:r>
              <a:rPr lang="en-US" altLang="zh-CN" sz="1400" i="1" dirty="0">
                <a:solidFill>
                  <a:srgbClr val="FF0000"/>
                </a:solidFill>
                <a:latin typeface="Calibri" panose="020F0502020204030204" pitchFamily="34" charset="0"/>
                <a:cs typeface="Calibri" panose="020F0502020204030204" pitchFamily="34" charset="0"/>
              </a:rPr>
              <a:t>c</a:t>
            </a:r>
            <a:r>
              <a:rPr lang="en-US" altLang="zh-CN" sz="1400" dirty="0">
                <a:solidFill>
                  <a:srgbClr val="FF0000"/>
                </a:solidFill>
                <a:latin typeface="Calibri" panose="020F0502020204030204" pitchFamily="34" charset="0"/>
                <a:cs typeface="Calibri" panose="020F0502020204030204" pitchFamily="34" charset="0"/>
              </a:rPr>
              <a:t>(</a:t>
            </a:r>
            <a:r>
              <a:rPr lang="en-US" altLang="zh-CN" sz="1400" i="1" dirty="0">
                <a:solidFill>
                  <a:srgbClr val="FF0000"/>
                </a:solidFill>
                <a:latin typeface="Calibri" panose="020F0502020204030204" pitchFamily="34" charset="0"/>
                <a:cs typeface="Calibri" panose="020F0502020204030204" pitchFamily="34" charset="0"/>
              </a:rPr>
              <a:t>x</a:t>
            </a:r>
            <a:r>
              <a:rPr lang="en-US" altLang="zh-CN" sz="1400" dirty="0">
                <a:solidFill>
                  <a:srgbClr val="FF0000"/>
                </a:solidFill>
                <a:latin typeface="Calibri" panose="020F0502020204030204" pitchFamily="34" charset="0"/>
                <a:cs typeface="Calibri" panose="020F0502020204030204" pitchFamily="34" charset="0"/>
              </a:rPr>
              <a:t>, </a:t>
            </a:r>
            <a:r>
              <a:rPr lang="en-US" altLang="zh-CN" sz="1400" i="1" dirty="0">
                <a:solidFill>
                  <a:srgbClr val="FF0000"/>
                </a:solidFill>
                <a:latin typeface="Calibri" panose="020F0502020204030204" pitchFamily="34" charset="0"/>
                <a:cs typeface="Calibri" panose="020F0502020204030204" pitchFamily="34" charset="0"/>
              </a:rPr>
              <a:t>v</a:t>
            </a:r>
            <a:r>
              <a:rPr lang="en-US" altLang="zh-CN" sz="1400" dirty="0">
                <a:solidFill>
                  <a:srgbClr val="FF0000"/>
                </a:solidFill>
                <a:latin typeface="Calibri" panose="020F0502020204030204" pitchFamily="34" charset="0"/>
                <a:cs typeface="Calibri" panose="020F0502020204030204" pitchFamily="34" charset="0"/>
              </a:rPr>
              <a:t>) + </a:t>
            </a:r>
            <a:r>
              <a:rPr lang="en-US" altLang="zh-CN" sz="1400" i="1" dirty="0">
                <a:solidFill>
                  <a:srgbClr val="FF0000"/>
                </a:solidFill>
                <a:latin typeface="Calibri" panose="020F0502020204030204" pitchFamily="34" charset="0"/>
                <a:cs typeface="Calibri" panose="020F0502020204030204" pitchFamily="34" charset="0"/>
              </a:rPr>
              <a:t>d</a:t>
            </a:r>
            <a:r>
              <a:rPr lang="en-US" altLang="zh-CN" sz="1400" i="1" baseline="-25000" dirty="0">
                <a:solidFill>
                  <a:srgbClr val="FF0000"/>
                </a:solidFill>
                <a:latin typeface="Calibri" panose="020F0502020204030204" pitchFamily="34" charset="0"/>
                <a:cs typeface="Calibri" panose="020F0502020204030204" pitchFamily="34" charset="0"/>
              </a:rPr>
              <a:t>v</a:t>
            </a:r>
            <a:r>
              <a:rPr lang="en-US" altLang="zh-CN" sz="1400" dirty="0">
                <a:solidFill>
                  <a:srgbClr val="FF0000"/>
                </a:solidFill>
                <a:latin typeface="Calibri" panose="020F0502020204030204" pitchFamily="34" charset="0"/>
                <a:cs typeface="Calibri" panose="020F0502020204030204" pitchFamily="34" charset="0"/>
              </a:rPr>
              <a:t>(</a:t>
            </a:r>
            <a:r>
              <a:rPr lang="en-US" altLang="zh-CN" sz="1400" i="1" dirty="0">
                <a:solidFill>
                  <a:srgbClr val="FF0000"/>
                </a:solidFill>
                <a:latin typeface="Calibri" panose="020F0502020204030204" pitchFamily="34" charset="0"/>
                <a:cs typeface="Calibri" panose="020F0502020204030204" pitchFamily="34" charset="0"/>
              </a:rPr>
              <a:t>y</a:t>
            </a:r>
            <a:r>
              <a:rPr lang="en-US" altLang="zh-CN" sz="1400" dirty="0">
                <a:solidFill>
                  <a:srgbClr val="FF0000"/>
                </a:solidFill>
                <a:latin typeface="Calibri" panose="020F0502020204030204" pitchFamily="34" charset="0"/>
                <a:cs typeface="Calibri" panose="020F0502020204030204" pitchFamily="34" charset="0"/>
              </a:rPr>
              <a:t>)} </a:t>
            </a:r>
            <a:endParaRPr lang="zh-CN" altLang="en-US" dirty="0"/>
          </a:p>
        </p:txBody>
      </p:sp>
      <p:pic>
        <p:nvPicPr>
          <p:cNvPr id="3" name="图片 2">
            <a:extLst>
              <a:ext uri="{FF2B5EF4-FFF2-40B4-BE49-F238E27FC236}">
                <a16:creationId xmlns:a16="http://schemas.microsoft.com/office/drawing/2014/main" id="{F9965F07-D2EB-8794-4F1E-73677F2857B5}"/>
              </a:ext>
            </a:extLst>
          </p:cNvPr>
          <p:cNvPicPr>
            <a:picLocks noChangeAspect="1"/>
          </p:cNvPicPr>
          <p:nvPr/>
        </p:nvPicPr>
        <p:blipFill>
          <a:blip r:embed="rId3"/>
          <a:stretch>
            <a:fillRect/>
          </a:stretch>
        </p:blipFill>
        <p:spPr>
          <a:xfrm>
            <a:off x="186021" y="1590425"/>
            <a:ext cx="8771958" cy="3108050"/>
          </a:xfrm>
          <a:prstGeom prst="rect">
            <a:avLst/>
          </a:prstGeom>
        </p:spPr>
      </p:pic>
    </p:spTree>
    <p:extLst>
      <p:ext uri="{BB962C8B-B14F-4D97-AF65-F5344CB8AC3E}">
        <p14:creationId xmlns:p14="http://schemas.microsoft.com/office/powerpoint/2010/main" val="4093359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a:latin typeface="Arial" panose="020B0604020202020204" pitchFamily="34" charset="0"/>
                <a:cs typeface="Arial" panose="020B0604020202020204" pitchFamily="34" charset="0"/>
              </a:rPr>
              <a:t>Q3 Distance-Vector Routing: Bellman-Ford</a:t>
            </a:r>
            <a:endParaRPr dirty="0">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E504D0EB-F67F-8559-CBD7-BCB123A1155E}"/>
              </a:ext>
            </a:extLst>
          </p:cNvPr>
          <p:cNvSpPr txBox="1"/>
          <p:nvPr/>
        </p:nvSpPr>
        <p:spPr>
          <a:xfrm>
            <a:off x="5316280" y="1017725"/>
            <a:ext cx="4572000" cy="307777"/>
          </a:xfrm>
          <a:prstGeom prst="rect">
            <a:avLst/>
          </a:prstGeom>
          <a:noFill/>
        </p:spPr>
        <p:txBody>
          <a:bodyPr wrap="square">
            <a:spAutoFit/>
          </a:bodyPr>
          <a:lstStyle/>
          <a:p>
            <a:r>
              <a:rPr lang="en-US" altLang="zh-CN" sz="1400" i="1" dirty="0">
                <a:solidFill>
                  <a:srgbClr val="FF0000"/>
                </a:solidFill>
                <a:latin typeface="Calibri" panose="020F0502020204030204" pitchFamily="34" charset="0"/>
                <a:cs typeface="Calibri" panose="020F0502020204030204" pitchFamily="34" charset="0"/>
              </a:rPr>
              <a:t>d</a:t>
            </a:r>
            <a:r>
              <a:rPr lang="en-US" altLang="zh-CN" sz="1400" i="1" baseline="-25000" dirty="0">
                <a:solidFill>
                  <a:srgbClr val="FF0000"/>
                </a:solidFill>
                <a:latin typeface="Calibri" panose="020F0502020204030204" pitchFamily="34" charset="0"/>
                <a:cs typeface="Calibri" panose="020F0502020204030204" pitchFamily="34" charset="0"/>
              </a:rPr>
              <a:t>x</a:t>
            </a:r>
            <a:r>
              <a:rPr lang="en-US" altLang="zh-CN" sz="1400" dirty="0">
                <a:solidFill>
                  <a:srgbClr val="FF0000"/>
                </a:solidFill>
                <a:latin typeface="Calibri" panose="020F0502020204030204" pitchFamily="34" charset="0"/>
                <a:cs typeface="Calibri" panose="020F0502020204030204" pitchFamily="34" charset="0"/>
              </a:rPr>
              <a:t>(</a:t>
            </a:r>
            <a:r>
              <a:rPr lang="en-US" altLang="zh-CN" sz="1400" i="1" dirty="0">
                <a:solidFill>
                  <a:srgbClr val="FF0000"/>
                </a:solidFill>
                <a:latin typeface="Calibri" panose="020F0502020204030204" pitchFamily="34" charset="0"/>
                <a:cs typeface="Calibri" panose="020F0502020204030204" pitchFamily="34" charset="0"/>
              </a:rPr>
              <a:t>y</a:t>
            </a:r>
            <a:r>
              <a:rPr lang="en-US" altLang="zh-CN" sz="1400" dirty="0">
                <a:solidFill>
                  <a:srgbClr val="FF0000"/>
                </a:solidFill>
                <a:latin typeface="Calibri" panose="020F0502020204030204" pitchFamily="34" charset="0"/>
                <a:cs typeface="Calibri" panose="020F0502020204030204" pitchFamily="34" charset="0"/>
              </a:rPr>
              <a:t>) = </a:t>
            </a:r>
            <a:r>
              <a:rPr lang="en-US" altLang="zh-CN" sz="1400" dirty="0" err="1">
                <a:solidFill>
                  <a:srgbClr val="FF0000"/>
                </a:solidFill>
                <a:latin typeface="Calibri" panose="020F0502020204030204" pitchFamily="34" charset="0"/>
                <a:cs typeface="Calibri" panose="020F0502020204030204" pitchFamily="34" charset="0"/>
              </a:rPr>
              <a:t>min</a:t>
            </a:r>
            <a:r>
              <a:rPr lang="en-US" altLang="zh-CN" sz="1400" i="1" baseline="-25000" dirty="0" err="1">
                <a:solidFill>
                  <a:srgbClr val="FF0000"/>
                </a:solidFill>
                <a:latin typeface="Calibri" panose="020F0502020204030204" pitchFamily="34" charset="0"/>
                <a:cs typeface="Calibri" panose="020F0502020204030204" pitchFamily="34" charset="0"/>
              </a:rPr>
              <a:t>v</a:t>
            </a:r>
            <a:r>
              <a:rPr lang="en-US" altLang="zh-CN" sz="1400" dirty="0">
                <a:solidFill>
                  <a:srgbClr val="FF0000"/>
                </a:solidFill>
                <a:latin typeface="Calibri" panose="020F0502020204030204" pitchFamily="34" charset="0"/>
                <a:cs typeface="Calibri" panose="020F0502020204030204" pitchFamily="34" charset="0"/>
              </a:rPr>
              <a:t> {</a:t>
            </a:r>
            <a:r>
              <a:rPr lang="en-US" altLang="zh-CN" sz="1400" i="1" dirty="0">
                <a:solidFill>
                  <a:srgbClr val="FF0000"/>
                </a:solidFill>
                <a:latin typeface="Calibri" panose="020F0502020204030204" pitchFamily="34" charset="0"/>
                <a:cs typeface="Calibri" panose="020F0502020204030204" pitchFamily="34" charset="0"/>
              </a:rPr>
              <a:t>c</a:t>
            </a:r>
            <a:r>
              <a:rPr lang="en-US" altLang="zh-CN" sz="1400" dirty="0">
                <a:solidFill>
                  <a:srgbClr val="FF0000"/>
                </a:solidFill>
                <a:latin typeface="Calibri" panose="020F0502020204030204" pitchFamily="34" charset="0"/>
                <a:cs typeface="Calibri" panose="020F0502020204030204" pitchFamily="34" charset="0"/>
              </a:rPr>
              <a:t>(</a:t>
            </a:r>
            <a:r>
              <a:rPr lang="en-US" altLang="zh-CN" sz="1400" i="1" dirty="0">
                <a:solidFill>
                  <a:srgbClr val="FF0000"/>
                </a:solidFill>
                <a:latin typeface="Calibri" panose="020F0502020204030204" pitchFamily="34" charset="0"/>
                <a:cs typeface="Calibri" panose="020F0502020204030204" pitchFamily="34" charset="0"/>
              </a:rPr>
              <a:t>x</a:t>
            </a:r>
            <a:r>
              <a:rPr lang="en-US" altLang="zh-CN" sz="1400" dirty="0">
                <a:solidFill>
                  <a:srgbClr val="FF0000"/>
                </a:solidFill>
                <a:latin typeface="Calibri" panose="020F0502020204030204" pitchFamily="34" charset="0"/>
                <a:cs typeface="Calibri" panose="020F0502020204030204" pitchFamily="34" charset="0"/>
              </a:rPr>
              <a:t>, </a:t>
            </a:r>
            <a:r>
              <a:rPr lang="en-US" altLang="zh-CN" sz="1400" i="1" dirty="0">
                <a:solidFill>
                  <a:srgbClr val="FF0000"/>
                </a:solidFill>
                <a:latin typeface="Calibri" panose="020F0502020204030204" pitchFamily="34" charset="0"/>
                <a:cs typeface="Calibri" panose="020F0502020204030204" pitchFamily="34" charset="0"/>
              </a:rPr>
              <a:t>v</a:t>
            </a:r>
            <a:r>
              <a:rPr lang="en-US" altLang="zh-CN" sz="1400" dirty="0">
                <a:solidFill>
                  <a:srgbClr val="FF0000"/>
                </a:solidFill>
                <a:latin typeface="Calibri" panose="020F0502020204030204" pitchFamily="34" charset="0"/>
                <a:cs typeface="Calibri" panose="020F0502020204030204" pitchFamily="34" charset="0"/>
              </a:rPr>
              <a:t>) + </a:t>
            </a:r>
            <a:r>
              <a:rPr lang="en-US" altLang="zh-CN" sz="1400" i="1" dirty="0">
                <a:solidFill>
                  <a:srgbClr val="FF0000"/>
                </a:solidFill>
                <a:latin typeface="Calibri" panose="020F0502020204030204" pitchFamily="34" charset="0"/>
                <a:cs typeface="Calibri" panose="020F0502020204030204" pitchFamily="34" charset="0"/>
              </a:rPr>
              <a:t>d</a:t>
            </a:r>
            <a:r>
              <a:rPr lang="en-US" altLang="zh-CN" sz="1400" i="1" baseline="-25000" dirty="0">
                <a:solidFill>
                  <a:srgbClr val="FF0000"/>
                </a:solidFill>
                <a:latin typeface="Calibri" panose="020F0502020204030204" pitchFamily="34" charset="0"/>
                <a:cs typeface="Calibri" panose="020F0502020204030204" pitchFamily="34" charset="0"/>
              </a:rPr>
              <a:t>v</a:t>
            </a:r>
            <a:r>
              <a:rPr lang="en-US" altLang="zh-CN" sz="1400" dirty="0">
                <a:solidFill>
                  <a:srgbClr val="FF0000"/>
                </a:solidFill>
                <a:latin typeface="Calibri" panose="020F0502020204030204" pitchFamily="34" charset="0"/>
                <a:cs typeface="Calibri" panose="020F0502020204030204" pitchFamily="34" charset="0"/>
              </a:rPr>
              <a:t>(</a:t>
            </a:r>
            <a:r>
              <a:rPr lang="en-US" altLang="zh-CN" sz="1400" i="1" dirty="0">
                <a:solidFill>
                  <a:srgbClr val="FF0000"/>
                </a:solidFill>
                <a:latin typeface="Calibri" panose="020F0502020204030204" pitchFamily="34" charset="0"/>
                <a:cs typeface="Calibri" panose="020F0502020204030204" pitchFamily="34" charset="0"/>
              </a:rPr>
              <a:t>y</a:t>
            </a:r>
            <a:r>
              <a:rPr lang="en-US" altLang="zh-CN" sz="1400" dirty="0">
                <a:solidFill>
                  <a:srgbClr val="FF0000"/>
                </a:solidFill>
                <a:latin typeface="Calibri" panose="020F0502020204030204" pitchFamily="34" charset="0"/>
                <a:cs typeface="Calibri" panose="020F0502020204030204" pitchFamily="34" charset="0"/>
              </a:rPr>
              <a:t>)} </a:t>
            </a:r>
            <a:endParaRPr lang="zh-CN" altLang="en-US" dirty="0"/>
          </a:p>
        </p:txBody>
      </p:sp>
      <p:pic>
        <p:nvPicPr>
          <p:cNvPr id="2" name="图片 1">
            <a:extLst>
              <a:ext uri="{FF2B5EF4-FFF2-40B4-BE49-F238E27FC236}">
                <a16:creationId xmlns:a16="http://schemas.microsoft.com/office/drawing/2014/main" id="{AE25414A-20C8-94A2-8513-82D25BE0F1C7}"/>
              </a:ext>
            </a:extLst>
          </p:cNvPr>
          <p:cNvPicPr>
            <a:picLocks noChangeAspect="1"/>
          </p:cNvPicPr>
          <p:nvPr/>
        </p:nvPicPr>
        <p:blipFill>
          <a:blip r:embed="rId3"/>
          <a:stretch>
            <a:fillRect/>
          </a:stretch>
        </p:blipFill>
        <p:spPr>
          <a:xfrm>
            <a:off x="728839" y="1414130"/>
            <a:ext cx="3096668" cy="3284345"/>
          </a:xfrm>
          <a:prstGeom prst="rect">
            <a:avLst/>
          </a:prstGeom>
        </p:spPr>
      </p:pic>
    </p:spTree>
    <p:extLst>
      <p:ext uri="{BB962C8B-B14F-4D97-AF65-F5344CB8AC3E}">
        <p14:creationId xmlns:p14="http://schemas.microsoft.com/office/powerpoint/2010/main" val="4263844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D2CAE8-E323-A14E-A62F-188A25405FEA}"/>
              </a:ext>
            </a:extLst>
          </p:cNvPr>
          <p:cNvSpPr/>
          <p:nvPr/>
        </p:nvSpPr>
        <p:spPr>
          <a:xfrm>
            <a:off x="3638550" y="2375543"/>
            <a:ext cx="1952625" cy="646331"/>
          </a:xfrm>
          <a:prstGeom prst="rect">
            <a:avLst/>
          </a:prstGeom>
        </p:spPr>
        <p:txBody>
          <a:bodyPr wrap="square">
            <a:spAutoFit/>
          </a:bodyPr>
          <a:lstStyle/>
          <a:p>
            <a:r>
              <a:rPr lang="en-US" sz="3600" dirty="0"/>
              <a:t>Thanks!</a:t>
            </a:r>
          </a:p>
        </p:txBody>
      </p:sp>
    </p:spTree>
    <p:extLst>
      <p:ext uri="{BB962C8B-B14F-4D97-AF65-F5344CB8AC3E}">
        <p14:creationId xmlns:p14="http://schemas.microsoft.com/office/powerpoint/2010/main" val="321661893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698</TotalTime>
  <Words>2607</Words>
  <Application>Microsoft Office PowerPoint</Application>
  <PresentationFormat>全屏显示(16:9)</PresentationFormat>
  <Paragraphs>305</Paragraphs>
  <Slides>16</Slides>
  <Notes>16</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16</vt:i4>
      </vt:variant>
    </vt:vector>
  </HeadingPairs>
  <TitlesOfParts>
    <vt:vector size="24" baseType="lpstr">
      <vt:lpstr>Ubuntu</vt:lpstr>
      <vt:lpstr>Calibri</vt:lpstr>
      <vt:lpstr>Wingdings</vt:lpstr>
      <vt:lpstr>PMingLiU</vt:lpstr>
      <vt:lpstr>Arial</vt:lpstr>
      <vt:lpstr>Times New Roman</vt:lpstr>
      <vt:lpstr>Courier New</vt:lpstr>
      <vt:lpstr>Simple Light</vt:lpstr>
      <vt:lpstr>CSCI 4430 - Spring 25</vt:lpstr>
      <vt:lpstr>PowerPoint 演示文稿</vt:lpstr>
      <vt:lpstr>Intra-Domain Routing</vt:lpstr>
      <vt:lpstr>Q1 True/False</vt:lpstr>
      <vt:lpstr>Q2 Link-State Routing: Dijkstra</vt:lpstr>
      <vt:lpstr>Q2 Link-State Routing: Dijkstra</vt:lpstr>
      <vt:lpstr>Q2 Link-State Routing: Dijkstra</vt:lpstr>
      <vt:lpstr>Q2 Link-State Routing: Dijkstra</vt:lpstr>
      <vt:lpstr>Q2 Link-State Routing: Dijkstra</vt:lpstr>
      <vt:lpstr>Q2 Link-State Routing: Dijkstra</vt:lpstr>
      <vt:lpstr>Q2 Link-State Routing: Dijkstra</vt:lpstr>
      <vt:lpstr>Q3 Distance-Vector Routing: Bellman-Ford</vt:lpstr>
      <vt:lpstr>Q3 Distance-Vector Routing: Bellman-Ford</vt:lpstr>
      <vt:lpstr>Q3 Distance-Vector Routing: Bellman-Ford</vt:lpstr>
      <vt:lpstr>Q3 Distance-Vector Routing: Bellman-Ford</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CSCI 4430 - Spring 23</dc:title>
  <dc:creator>admin</dc:creator>
  <cp:lastModifiedBy>admin</cp:lastModifiedBy>
  <cp:revision>26</cp:revision>
  <dcterms:modified xsi:type="dcterms:W3CDTF">2025-03-31T15:18:02Z</dcterms:modified>
</cp:coreProperties>
</file>