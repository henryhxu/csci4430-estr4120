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3" r:id="rId4"/>
    <p:sldId id="287" r:id="rId5"/>
    <p:sldId id="288" r:id="rId6"/>
    <p:sldId id="566" r:id="rId7"/>
    <p:sldId id="567" r:id="rId8"/>
    <p:sldId id="565" r:id="rId9"/>
    <p:sldId id="568" r:id="rId10"/>
    <p:sldId id="570" r:id="rId11"/>
    <p:sldId id="571" r:id="rId12"/>
    <p:sldId id="575" r:id="rId13"/>
    <p:sldId id="574" r:id="rId14"/>
    <p:sldId id="576" r:id="rId15"/>
    <p:sldId id="284" r:id="rId16"/>
    <p:sldId id="272" r:id="rId17"/>
    <p:sldId id="562" r:id="rId18"/>
    <p:sldId id="563" r:id="rId19"/>
    <p:sldId id="573" r:id="rId20"/>
    <p:sldId id="5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55"/>
    <p:restoredTop sz="88560" autoAdjust="0"/>
  </p:normalViewPr>
  <p:slideViewPr>
    <p:cSldViewPr snapToGrid="0" snapToObjects="1">
      <p:cViewPr varScale="1">
        <p:scale>
          <a:sx n="197" d="100"/>
          <a:sy n="197" d="100"/>
        </p:scale>
        <p:origin x="1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, Qingyu" userId="498998f4-7f18-4549-a740-dcfb6e1e3d22" providerId="ADAL" clId="{A2A67607-707D-9A4B-B498-57C0CB8C6AF6}"/>
    <pc:docChg chg="undo custSel addSld delSld modSld">
      <pc:chgData name="SONG, Qingyu" userId="498998f4-7f18-4549-a740-dcfb6e1e3d22" providerId="ADAL" clId="{A2A67607-707D-9A4B-B498-57C0CB8C6AF6}" dt="2022-01-09T09:39:47.453" v="739" actId="20577"/>
      <pc:docMkLst>
        <pc:docMk/>
      </pc:docMkLst>
      <pc:sldChg chg="modSp mod">
        <pc:chgData name="SONG, Qingyu" userId="498998f4-7f18-4549-a740-dcfb6e1e3d22" providerId="ADAL" clId="{A2A67607-707D-9A4B-B498-57C0CB8C6AF6}" dt="2022-01-09T08:43:56.456" v="166" actId="27636"/>
        <pc:sldMkLst>
          <pc:docMk/>
          <pc:sldMk cId="356419186" sldId="256"/>
        </pc:sldMkLst>
        <pc:spChg chg="mod">
          <ac:chgData name="SONG, Qingyu" userId="498998f4-7f18-4549-a740-dcfb6e1e3d22" providerId="ADAL" clId="{A2A67607-707D-9A4B-B498-57C0CB8C6AF6}" dt="2022-01-09T08:43:56.456" v="166" actId="27636"/>
          <ac:spMkLst>
            <pc:docMk/>
            <pc:sldMk cId="356419186" sldId="256"/>
            <ac:spMk id="3" creationId="{6CEAD46B-2981-B54E-B7BD-5B165BCFE3E7}"/>
          </ac:spMkLst>
        </pc:spChg>
      </pc:sldChg>
      <pc:sldChg chg="modSp mod">
        <pc:chgData name="SONG, Qingyu" userId="498998f4-7f18-4549-a740-dcfb6e1e3d22" providerId="ADAL" clId="{A2A67607-707D-9A4B-B498-57C0CB8C6AF6}" dt="2022-01-09T09:39:47.453" v="739" actId="20577"/>
        <pc:sldMkLst>
          <pc:docMk/>
          <pc:sldMk cId="1947847713" sldId="257"/>
        </pc:sldMkLst>
        <pc:spChg chg="mod">
          <ac:chgData name="SONG, Qingyu" userId="498998f4-7f18-4549-a740-dcfb6e1e3d22" providerId="ADAL" clId="{A2A67607-707D-9A4B-B498-57C0CB8C6AF6}" dt="2022-01-09T08:44:45.239" v="171" actId="20577"/>
          <ac:spMkLst>
            <pc:docMk/>
            <pc:sldMk cId="1947847713" sldId="25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39:47.453" v="739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add mod">
        <pc:chgData name="SONG, Qingyu" userId="498998f4-7f18-4549-a740-dcfb6e1e3d22" providerId="ADAL" clId="{A2A67607-707D-9A4B-B498-57C0CB8C6AF6}" dt="2022-01-09T08:45:17.052" v="215" actId="20577"/>
        <pc:sldMkLst>
          <pc:docMk/>
          <pc:sldMk cId="440415094" sldId="258"/>
        </pc:sldMkLst>
        <pc:spChg chg="mod">
          <ac:chgData name="SONG, Qingyu" userId="498998f4-7f18-4549-a740-dcfb6e1e3d22" providerId="ADAL" clId="{A2A67607-707D-9A4B-B498-57C0CB8C6AF6}" dt="2022-01-09T08:45:00.824" v="186" actId="20577"/>
          <ac:spMkLst>
            <pc:docMk/>
            <pc:sldMk cId="440415094" sldId="25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5:17.052" v="215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new del">
        <pc:chgData name="SONG, Qingyu" userId="498998f4-7f18-4549-a740-dcfb6e1e3d22" providerId="ADAL" clId="{A2A67607-707D-9A4B-B498-57C0CB8C6AF6}" dt="2022-01-09T08:44:50.281" v="173" actId="680"/>
        <pc:sldMkLst>
          <pc:docMk/>
          <pc:sldMk cId="1741813886" sldId="258"/>
        </pc:sldMkLst>
      </pc:sldChg>
      <pc:sldChg chg="modSp add mod">
        <pc:chgData name="SONG, Qingyu" userId="498998f4-7f18-4549-a740-dcfb6e1e3d22" providerId="ADAL" clId="{A2A67607-707D-9A4B-B498-57C0CB8C6AF6}" dt="2022-01-09T08:46:18.147" v="243" actId="123"/>
        <pc:sldMkLst>
          <pc:docMk/>
          <pc:sldMk cId="1573737923" sldId="259"/>
        </pc:sldMkLst>
        <pc:spChg chg="mod">
          <ac:chgData name="SONG, Qingyu" userId="498998f4-7f18-4549-a740-dcfb6e1e3d22" providerId="ADAL" clId="{A2A67607-707D-9A4B-B498-57C0CB8C6AF6}" dt="2022-01-09T08:45:34.361" v="219"/>
          <ac:spMkLst>
            <pc:docMk/>
            <pc:sldMk cId="1573737923" sldId="25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46:18.147" v="243" actId="123"/>
          <ac:spMkLst>
            <pc:docMk/>
            <pc:sldMk cId="1573737923" sldId="259"/>
            <ac:spMk id="3" creationId="{8F20472D-613F-3748-9CBD-88055CDB4B08}"/>
          </ac:spMkLst>
        </pc:spChg>
      </pc:sldChg>
      <pc:sldChg chg="add del">
        <pc:chgData name="SONG, Qingyu" userId="498998f4-7f18-4549-a740-dcfb6e1e3d22" providerId="ADAL" clId="{A2A67607-707D-9A4B-B498-57C0CB8C6AF6}" dt="2022-01-09T08:45:26.162" v="217"/>
        <pc:sldMkLst>
          <pc:docMk/>
          <pc:sldMk cId="2702226723" sldId="259"/>
        </pc:sldMkLst>
      </pc:sldChg>
      <pc:sldChg chg="addSp delSp modSp add mod">
        <pc:chgData name="SONG, Qingyu" userId="498998f4-7f18-4549-a740-dcfb6e1e3d22" providerId="ADAL" clId="{A2A67607-707D-9A4B-B498-57C0CB8C6AF6}" dt="2022-01-09T08:48:11.318" v="252" actId="1076"/>
        <pc:sldMkLst>
          <pc:docMk/>
          <pc:sldMk cId="2648031906" sldId="260"/>
        </pc:sldMkLst>
        <pc:spChg chg="mod">
          <ac:chgData name="SONG, Qingyu" userId="498998f4-7f18-4549-a740-dcfb6e1e3d22" providerId="ADAL" clId="{A2A67607-707D-9A4B-B498-57C0CB8C6AF6}" dt="2022-01-09T08:47:00.476" v="248"/>
          <ac:spMkLst>
            <pc:docMk/>
            <pc:sldMk cId="2648031906" sldId="260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01.560" v="250"/>
          <ac:spMkLst>
            <pc:docMk/>
            <pc:sldMk cId="2648031906" sldId="260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11.318" v="252" actId="1076"/>
          <ac:picMkLst>
            <pc:docMk/>
            <pc:sldMk cId="2648031906" sldId="260"/>
            <ac:picMk id="4" creationId="{E1F1B7FF-0FBF-3D45-81DD-BA45BC44D742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48:40.756" v="255"/>
        <pc:sldMkLst>
          <pc:docMk/>
          <pc:sldMk cId="2279024797" sldId="261"/>
        </pc:sldMkLst>
        <pc:spChg chg="mod">
          <ac:chgData name="SONG, Qingyu" userId="498998f4-7f18-4549-a740-dcfb6e1e3d22" providerId="ADAL" clId="{A2A67607-707D-9A4B-B498-57C0CB8C6AF6}" dt="2022-01-09T08:48:28.653" v="253"/>
          <ac:spMkLst>
            <pc:docMk/>
            <pc:sldMk cId="2279024797" sldId="261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8:40.756" v="255"/>
          <ac:spMkLst>
            <pc:docMk/>
            <pc:sldMk cId="2279024797" sldId="261"/>
            <ac:spMk id="3" creationId="{8F20472D-613F-3748-9CBD-88055CDB4B08}"/>
          </ac:spMkLst>
        </pc:spChg>
        <pc:picChg chg="add mod">
          <ac:chgData name="SONG, Qingyu" userId="498998f4-7f18-4549-a740-dcfb6e1e3d22" providerId="ADAL" clId="{A2A67607-707D-9A4B-B498-57C0CB8C6AF6}" dt="2022-01-09T08:48:40.756" v="255"/>
          <ac:picMkLst>
            <pc:docMk/>
            <pc:sldMk cId="2279024797" sldId="261"/>
            <ac:picMk id="4" creationId="{E0803F26-69FA-F141-8053-17ADFC76B873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8:52:22.570" v="367"/>
        <pc:sldMkLst>
          <pc:docMk/>
          <pc:sldMk cId="2946419580" sldId="262"/>
        </pc:sldMkLst>
        <pc:spChg chg="mod">
          <ac:chgData name="SONG, Qingyu" userId="498998f4-7f18-4549-a740-dcfb6e1e3d22" providerId="ADAL" clId="{A2A67607-707D-9A4B-B498-57C0CB8C6AF6}" dt="2022-01-09T08:52:22.570" v="367"/>
          <ac:spMkLst>
            <pc:docMk/>
            <pc:sldMk cId="2946419580" sldId="262"/>
            <ac:spMk id="2" creationId="{45C79BA1-37A3-5741-B0A1-E64646E4283C}"/>
          </ac:spMkLst>
        </pc:spChg>
        <pc:spChg chg="del mod">
          <ac:chgData name="SONG, Qingyu" userId="498998f4-7f18-4549-a740-dcfb6e1e3d22" providerId="ADAL" clId="{A2A67607-707D-9A4B-B498-57C0CB8C6AF6}" dt="2022-01-09T08:49:04.320" v="257"/>
          <ac:spMkLst>
            <pc:docMk/>
            <pc:sldMk cId="2946419580" sldId="262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8:49:30.001" v="288" actId="1076"/>
          <ac:spMkLst>
            <pc:docMk/>
            <pc:sldMk cId="2946419580" sldId="262"/>
            <ac:spMk id="5" creationId="{99B591B7-0ED3-894C-A352-8477ED74F3BB}"/>
          </ac:spMkLst>
        </pc:spChg>
        <pc:spChg chg="add mod">
          <ac:chgData name="SONG, Qingyu" userId="498998f4-7f18-4549-a740-dcfb6e1e3d22" providerId="ADAL" clId="{A2A67607-707D-9A4B-B498-57C0CB8C6AF6}" dt="2022-01-09T08:49:34.916" v="289" actId="1076"/>
          <ac:spMkLst>
            <pc:docMk/>
            <pc:sldMk cId="2946419580" sldId="262"/>
            <ac:spMk id="6" creationId="{95A8685D-FCCD-1D48-84F7-D47520F09B5B}"/>
          </ac:spMkLst>
        </pc:spChg>
        <pc:picChg chg="add mod">
          <ac:chgData name="SONG, Qingyu" userId="498998f4-7f18-4549-a740-dcfb6e1e3d22" providerId="ADAL" clId="{A2A67607-707D-9A4B-B498-57C0CB8C6AF6}" dt="2022-01-09T08:49:04.320" v="257"/>
          <ac:picMkLst>
            <pc:docMk/>
            <pc:sldMk cId="2946419580" sldId="262"/>
            <ac:picMk id="4" creationId="{8D11AF92-8AD0-444F-83E3-E11532277980}"/>
          </ac:picMkLst>
        </pc:picChg>
      </pc:sldChg>
      <pc:sldChg chg="addSp modSp add mod">
        <pc:chgData name="SONG, Qingyu" userId="498998f4-7f18-4549-a740-dcfb6e1e3d22" providerId="ADAL" clId="{A2A67607-707D-9A4B-B498-57C0CB8C6AF6}" dt="2022-01-09T09:02:56.402" v="628" actId="1076"/>
        <pc:sldMkLst>
          <pc:docMk/>
          <pc:sldMk cId="2477746496" sldId="263"/>
        </pc:sldMkLst>
        <pc:spChg chg="mod">
          <ac:chgData name="SONG, Qingyu" userId="498998f4-7f18-4549-a740-dcfb6e1e3d22" providerId="ADAL" clId="{A2A67607-707D-9A4B-B498-57C0CB8C6AF6}" dt="2022-01-09T08:57:23.226" v="476" actId="20577"/>
          <ac:spMkLst>
            <pc:docMk/>
            <pc:sldMk cId="2477746496" sldId="263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36.805" v="554" actId="14100"/>
          <ac:spMkLst>
            <pc:docMk/>
            <pc:sldMk cId="2477746496" sldId="263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42.462" v="558" actId="403"/>
          <ac:spMkLst>
            <pc:docMk/>
            <pc:sldMk cId="2477746496" sldId="263"/>
            <ac:spMk id="5" creationId="{D0C166B3-D1B0-6A4E-9334-36DA412495C4}"/>
          </ac:spMkLst>
        </pc:spChg>
        <pc:picChg chg="add mod">
          <ac:chgData name="SONG, Qingyu" userId="498998f4-7f18-4549-a740-dcfb6e1e3d22" providerId="ADAL" clId="{A2A67607-707D-9A4B-B498-57C0CB8C6AF6}" dt="2022-01-09T09:02:56.402" v="628" actId="1076"/>
          <ac:picMkLst>
            <pc:docMk/>
            <pc:sldMk cId="2477746496" sldId="263"/>
            <ac:picMk id="4" creationId="{89B148E8-50D7-4542-A495-2257CE9D6A0C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0:55.037" v="585" actId="1036"/>
        <pc:sldMkLst>
          <pc:docMk/>
          <pc:sldMk cId="3355003134" sldId="264"/>
        </pc:sldMkLst>
        <pc:spChg chg="mod">
          <ac:chgData name="SONG, Qingyu" userId="498998f4-7f18-4549-a740-dcfb6e1e3d22" providerId="ADAL" clId="{A2A67607-707D-9A4B-B498-57C0CB8C6AF6}" dt="2022-01-09T08:52:41.807" v="379"/>
          <ac:spMkLst>
            <pc:docMk/>
            <pc:sldMk cId="3355003134" sldId="264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8:59:52.346" v="535" actId="14100"/>
          <ac:spMkLst>
            <pc:docMk/>
            <pc:sldMk cId="3355003134" sldId="264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50.651" v="567" actId="1036"/>
          <ac:spMkLst>
            <pc:docMk/>
            <pc:sldMk cId="3355003134" sldId="264"/>
            <ac:spMk id="6" creationId="{8B586356-C565-9B40-BF75-839DA7B53FCB}"/>
          </ac:spMkLst>
        </pc:spChg>
        <pc:picChg chg="del">
          <ac:chgData name="SONG, Qingyu" userId="498998f4-7f18-4549-a740-dcfb6e1e3d22" providerId="ADAL" clId="{A2A67607-707D-9A4B-B498-57C0CB8C6AF6}" dt="2022-01-09T08:53:07.781" v="381" actId="478"/>
          <ac:picMkLst>
            <pc:docMk/>
            <pc:sldMk cId="3355003134" sldId="264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0:55.037" v="585" actId="1036"/>
          <ac:picMkLst>
            <pc:docMk/>
            <pc:sldMk cId="3355003134" sldId="264"/>
            <ac:picMk id="5" creationId="{273285BD-3165-3D46-A0CB-9A06242E6EF4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1:01.172" v="602" actId="1036"/>
        <pc:sldMkLst>
          <pc:docMk/>
          <pc:sldMk cId="3781525919" sldId="265"/>
        </pc:sldMkLst>
        <pc:spChg chg="mod">
          <ac:chgData name="SONG, Qingyu" userId="498998f4-7f18-4549-a740-dcfb6e1e3d22" providerId="ADAL" clId="{A2A67607-707D-9A4B-B498-57C0CB8C6AF6}" dt="2022-01-09T08:56:55.874" v="468"/>
          <ac:spMkLst>
            <pc:docMk/>
            <pc:sldMk cId="3781525919" sldId="265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0:13.333" v="541" actId="14100"/>
          <ac:spMkLst>
            <pc:docMk/>
            <pc:sldMk cId="3781525919" sldId="265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0:24.761" v="547" actId="404"/>
          <ac:spMkLst>
            <pc:docMk/>
            <pc:sldMk cId="3781525919" sldId="265"/>
            <ac:spMk id="6" creationId="{3B692967-652C-AB4A-9FFE-F0D2464A2DD4}"/>
          </ac:spMkLst>
        </pc:spChg>
        <pc:picChg chg="del">
          <ac:chgData name="SONG, Qingyu" userId="498998f4-7f18-4549-a740-dcfb6e1e3d22" providerId="ADAL" clId="{A2A67607-707D-9A4B-B498-57C0CB8C6AF6}" dt="2022-01-09T08:55:10.406" v="439" actId="478"/>
          <ac:picMkLst>
            <pc:docMk/>
            <pc:sldMk cId="3781525919" sldId="265"/>
            <ac:picMk id="4" creationId="{89B148E8-50D7-4542-A495-2257CE9D6A0C}"/>
          </ac:picMkLst>
        </pc:picChg>
        <pc:picChg chg="add mod">
          <ac:chgData name="SONG, Qingyu" userId="498998f4-7f18-4549-a740-dcfb6e1e3d22" providerId="ADAL" clId="{A2A67607-707D-9A4B-B498-57C0CB8C6AF6}" dt="2022-01-09T09:01:01.172" v="602" actId="1036"/>
          <ac:picMkLst>
            <pc:docMk/>
            <pc:sldMk cId="3781525919" sldId="265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408" v="466" actId="2696"/>
        <pc:sldMkLst>
          <pc:docMk/>
          <pc:sldMk cId="1610562717" sldId="266"/>
        </pc:sldMkLst>
      </pc:sldChg>
      <pc:sldChg chg="addSp delSp modSp add mod">
        <pc:chgData name="SONG, Qingyu" userId="498998f4-7f18-4549-a740-dcfb6e1e3d22" providerId="ADAL" clId="{A2A67607-707D-9A4B-B498-57C0CB8C6AF6}" dt="2022-01-09T09:01:29.138" v="610" actId="1076"/>
        <pc:sldMkLst>
          <pc:docMk/>
          <pc:sldMk cId="3863058764" sldId="266"/>
        </pc:sldMkLst>
        <pc:spChg chg="mod">
          <ac:chgData name="SONG, Qingyu" userId="498998f4-7f18-4549-a740-dcfb6e1e3d22" providerId="ADAL" clId="{A2A67607-707D-9A4B-B498-57C0CB8C6AF6}" dt="2022-01-09T08:57:52.495" v="484" actId="20577"/>
          <ac:spMkLst>
            <pc:docMk/>
            <pc:sldMk cId="3863058764" sldId="266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1:24.526" v="609" actId="14100"/>
          <ac:spMkLst>
            <pc:docMk/>
            <pc:sldMk cId="3863058764" sldId="266"/>
            <ac:spMk id="3" creationId="{8F20472D-613F-3748-9CBD-88055CDB4B08}"/>
          </ac:spMkLst>
        </pc:spChg>
        <pc:spChg chg="add mod">
          <ac:chgData name="SONG, Qingyu" userId="498998f4-7f18-4549-a740-dcfb6e1e3d22" providerId="ADAL" clId="{A2A67607-707D-9A4B-B498-57C0CB8C6AF6}" dt="2022-01-09T09:01:29.138" v="610" actId="1076"/>
          <ac:spMkLst>
            <pc:docMk/>
            <pc:sldMk cId="3863058764" sldId="266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1:20.609" v="608" actId="1076"/>
          <ac:picMkLst>
            <pc:docMk/>
            <pc:sldMk cId="3863058764" sldId="266"/>
            <ac:picMk id="4" creationId="{A1D5C397-6034-9D41-9BB4-A827A6FAA1BD}"/>
          </ac:picMkLst>
        </pc:picChg>
        <pc:picChg chg="add del">
          <ac:chgData name="SONG, Qingyu" userId="498998f4-7f18-4549-a740-dcfb6e1e3d22" providerId="ADAL" clId="{A2A67607-707D-9A4B-B498-57C0CB8C6AF6}" dt="2022-01-09T08:59:15.791" v="520" actId="478"/>
          <ac:picMkLst>
            <pc:docMk/>
            <pc:sldMk cId="3863058764" sldId="266"/>
            <ac:picMk id="5" creationId="{C3480844-4AD9-7945-A207-E3FE35124D43}"/>
          </ac:picMkLst>
        </pc:picChg>
      </pc:sldChg>
      <pc:sldChg chg="add del">
        <pc:chgData name="SONG, Qingyu" userId="498998f4-7f18-4549-a740-dcfb6e1e3d22" providerId="ADAL" clId="{A2A67607-707D-9A4B-B498-57C0CB8C6AF6}" dt="2022-01-09T08:56:47.926" v="467" actId="2696"/>
        <pc:sldMkLst>
          <pc:docMk/>
          <pc:sldMk cId="2034820447" sldId="267"/>
        </pc:sldMkLst>
      </pc:sldChg>
      <pc:sldChg chg="addSp delSp modSp add mod">
        <pc:chgData name="SONG, Qingyu" userId="498998f4-7f18-4549-a740-dcfb6e1e3d22" providerId="ADAL" clId="{A2A67607-707D-9A4B-B498-57C0CB8C6AF6}" dt="2022-01-09T09:03:51.796" v="655" actId="1037"/>
        <pc:sldMkLst>
          <pc:docMk/>
          <pc:sldMk cId="4271156151" sldId="267"/>
        </pc:sldMkLst>
        <pc:spChg chg="mod">
          <ac:chgData name="SONG, Qingyu" userId="498998f4-7f18-4549-a740-dcfb6e1e3d22" providerId="ADAL" clId="{A2A67607-707D-9A4B-B498-57C0CB8C6AF6}" dt="2022-01-09T09:02:05.389" v="619" actId="20577"/>
          <ac:spMkLst>
            <pc:docMk/>
            <pc:sldMk cId="4271156151" sldId="267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2:19.743" v="620"/>
          <ac:spMkLst>
            <pc:docMk/>
            <pc:sldMk cId="4271156151" sldId="267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2:29.871" v="622" actId="20577"/>
          <ac:spMkLst>
            <pc:docMk/>
            <pc:sldMk cId="4271156151" sldId="267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2:39.138" v="623" actId="478"/>
          <ac:picMkLst>
            <pc:docMk/>
            <pc:sldMk cId="4271156151" sldId="267"/>
            <ac:picMk id="4" creationId="{A1D5C397-6034-9D41-9BB4-A827A6FAA1BD}"/>
          </ac:picMkLst>
        </pc:picChg>
        <pc:picChg chg="add mod">
          <ac:chgData name="SONG, Qingyu" userId="498998f4-7f18-4549-a740-dcfb6e1e3d22" providerId="ADAL" clId="{A2A67607-707D-9A4B-B498-57C0CB8C6AF6}" dt="2022-01-09T09:03:51.796" v="655" actId="1037"/>
          <ac:picMkLst>
            <pc:docMk/>
            <pc:sldMk cId="4271156151" sldId="267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4:30.224" v="673" actId="1076"/>
        <pc:sldMkLst>
          <pc:docMk/>
          <pc:sldMk cId="3168600580" sldId="268"/>
        </pc:sldMkLst>
        <pc:spChg chg="mod">
          <ac:chgData name="SONG, Qingyu" userId="498998f4-7f18-4549-a740-dcfb6e1e3d22" providerId="ADAL" clId="{A2A67607-707D-9A4B-B498-57C0CB8C6AF6}" dt="2022-01-09T09:04:04.507" v="667" actId="20577"/>
          <ac:spMkLst>
            <pc:docMk/>
            <pc:sldMk cId="3168600580" sldId="268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09.928" v="668"/>
          <ac:spMkLst>
            <pc:docMk/>
            <pc:sldMk cId="3168600580" sldId="268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4:14.145" v="669"/>
          <ac:spMkLst>
            <pc:docMk/>
            <pc:sldMk cId="3168600580" sldId="268"/>
            <ac:spMk id="6" creationId="{065A69BD-EADE-DA43-8E5A-0F49CD1E94FF}"/>
          </ac:spMkLst>
        </pc:spChg>
        <pc:picChg chg="add mod">
          <ac:chgData name="SONG, Qingyu" userId="498998f4-7f18-4549-a740-dcfb6e1e3d22" providerId="ADAL" clId="{A2A67607-707D-9A4B-B498-57C0CB8C6AF6}" dt="2022-01-09T09:04:30.224" v="673" actId="1076"/>
          <ac:picMkLst>
            <pc:docMk/>
            <pc:sldMk cId="3168600580" sldId="268"/>
            <ac:picMk id="4" creationId="{E04675FE-F79E-C645-8EAA-C00F491721EB}"/>
          </ac:picMkLst>
        </pc:picChg>
        <pc:picChg chg="del">
          <ac:chgData name="SONG, Qingyu" userId="498998f4-7f18-4549-a740-dcfb6e1e3d22" providerId="ADAL" clId="{A2A67607-707D-9A4B-B498-57C0CB8C6AF6}" dt="2022-01-09T09:03:55.689" v="656" actId="478"/>
          <ac:picMkLst>
            <pc:docMk/>
            <pc:sldMk cId="3168600580" sldId="268"/>
            <ac:picMk id="5" creationId="{20B8ECFB-DBDD-7147-A6FE-FB32D105F141}"/>
          </ac:picMkLst>
        </pc:picChg>
      </pc:sldChg>
      <pc:sldChg chg="addSp delSp modSp add mod">
        <pc:chgData name="SONG, Qingyu" userId="498998f4-7f18-4549-a740-dcfb6e1e3d22" providerId="ADAL" clId="{A2A67607-707D-9A4B-B498-57C0CB8C6AF6}" dt="2022-01-09T09:05:24.298" v="694" actId="1076"/>
        <pc:sldMkLst>
          <pc:docMk/>
          <pc:sldMk cId="1589765134" sldId="269"/>
        </pc:sldMkLst>
        <pc:spChg chg="mod">
          <ac:chgData name="SONG, Qingyu" userId="498998f4-7f18-4549-a740-dcfb6e1e3d22" providerId="ADAL" clId="{A2A67607-707D-9A4B-B498-57C0CB8C6AF6}" dt="2022-01-09T09:04:45.920" v="676"/>
          <ac:spMkLst>
            <pc:docMk/>
            <pc:sldMk cId="1589765134" sldId="269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04:55.810" v="687" actId="20577"/>
          <ac:spMkLst>
            <pc:docMk/>
            <pc:sldMk cId="1589765134" sldId="269"/>
            <ac:spMk id="3" creationId="{8F20472D-613F-3748-9CBD-88055CDB4B08}"/>
          </ac:spMkLst>
        </pc:spChg>
        <pc:spChg chg="mod">
          <ac:chgData name="SONG, Qingyu" userId="498998f4-7f18-4549-a740-dcfb6e1e3d22" providerId="ADAL" clId="{A2A67607-707D-9A4B-B498-57C0CB8C6AF6}" dt="2022-01-09T09:05:09.254" v="690"/>
          <ac:spMkLst>
            <pc:docMk/>
            <pc:sldMk cId="1589765134" sldId="269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5:18.814" v="691" actId="478"/>
          <ac:picMkLst>
            <pc:docMk/>
            <pc:sldMk cId="1589765134" sldId="269"/>
            <ac:picMk id="4" creationId="{E04675FE-F79E-C645-8EAA-C00F491721EB}"/>
          </ac:picMkLst>
        </pc:picChg>
        <pc:picChg chg="add mod">
          <ac:chgData name="SONG, Qingyu" userId="498998f4-7f18-4549-a740-dcfb6e1e3d22" providerId="ADAL" clId="{A2A67607-707D-9A4B-B498-57C0CB8C6AF6}" dt="2022-01-09T09:05:24.298" v="694" actId="1076"/>
          <ac:picMkLst>
            <pc:docMk/>
            <pc:sldMk cId="1589765134" sldId="269"/>
            <ac:picMk id="5" creationId="{7827AB7E-88BC-F041-A7B3-C9FD27A79BE9}"/>
          </ac:picMkLst>
        </pc:picChg>
      </pc:sldChg>
      <pc:sldChg chg="delSp modSp add mod">
        <pc:chgData name="SONG, Qingyu" userId="498998f4-7f18-4549-a740-dcfb6e1e3d22" providerId="ADAL" clId="{A2A67607-707D-9A4B-B498-57C0CB8C6AF6}" dt="2022-01-09T09:17:41.699" v="736"/>
        <pc:sldMkLst>
          <pc:docMk/>
          <pc:sldMk cId="1871005255" sldId="270"/>
        </pc:sldMkLst>
        <pc:spChg chg="mod">
          <ac:chgData name="SONG, Qingyu" userId="498998f4-7f18-4549-a740-dcfb6e1e3d22" providerId="ADAL" clId="{A2A67607-707D-9A4B-B498-57C0CB8C6AF6}" dt="2022-01-09T09:05:37.022" v="695"/>
          <ac:spMkLst>
            <pc:docMk/>
            <pc:sldMk cId="1871005255" sldId="270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7:41.699" v="736"/>
          <ac:spMkLst>
            <pc:docMk/>
            <pc:sldMk cId="1871005255" sldId="270"/>
            <ac:spMk id="3" creationId="{8F20472D-613F-3748-9CBD-88055CDB4B08}"/>
          </ac:spMkLst>
        </pc:spChg>
        <pc:spChg chg="del mod">
          <ac:chgData name="SONG, Qingyu" userId="498998f4-7f18-4549-a740-dcfb6e1e3d22" providerId="ADAL" clId="{A2A67607-707D-9A4B-B498-57C0CB8C6AF6}" dt="2022-01-09T09:07:05.309" v="699" actId="478"/>
          <ac:spMkLst>
            <pc:docMk/>
            <pc:sldMk cId="1871005255" sldId="270"/>
            <ac:spMk id="6" creationId="{065A69BD-EADE-DA43-8E5A-0F49CD1E94FF}"/>
          </ac:spMkLst>
        </pc:spChg>
        <pc:picChg chg="del">
          <ac:chgData name="SONG, Qingyu" userId="498998f4-7f18-4549-a740-dcfb6e1e3d22" providerId="ADAL" clId="{A2A67607-707D-9A4B-B498-57C0CB8C6AF6}" dt="2022-01-09T09:07:02.226" v="697" actId="478"/>
          <ac:picMkLst>
            <pc:docMk/>
            <pc:sldMk cId="1871005255" sldId="270"/>
            <ac:picMk id="4" creationId="{E04675FE-F79E-C645-8EAA-C00F491721EB}"/>
          </ac:picMkLst>
        </pc:picChg>
      </pc:sldChg>
      <pc:sldChg chg="modSp add mod">
        <pc:chgData name="SONG, Qingyu" userId="498998f4-7f18-4549-a740-dcfb6e1e3d22" providerId="ADAL" clId="{A2A67607-707D-9A4B-B498-57C0CB8C6AF6}" dt="2022-01-09T09:10:29.220" v="720" actId="403"/>
        <pc:sldMkLst>
          <pc:docMk/>
          <pc:sldMk cId="616564471" sldId="271"/>
        </pc:sldMkLst>
        <pc:spChg chg="mod">
          <ac:chgData name="SONG, Qingyu" userId="498998f4-7f18-4549-a740-dcfb6e1e3d22" providerId="ADAL" clId="{A2A67607-707D-9A4B-B498-57C0CB8C6AF6}" dt="2022-01-09T09:08:29.862" v="701"/>
          <ac:spMkLst>
            <pc:docMk/>
            <pc:sldMk cId="616564471" sldId="271"/>
            <ac:spMk id="2" creationId="{45C79BA1-37A3-5741-B0A1-E64646E4283C}"/>
          </ac:spMkLst>
        </pc:spChg>
        <pc:spChg chg="mod">
          <ac:chgData name="SONG, Qingyu" userId="498998f4-7f18-4549-a740-dcfb6e1e3d22" providerId="ADAL" clId="{A2A67607-707D-9A4B-B498-57C0CB8C6AF6}" dt="2022-01-09T09:10:29.220" v="720" actId="403"/>
          <ac:spMkLst>
            <pc:docMk/>
            <pc:sldMk cId="616564471" sldId="271"/>
            <ac:spMk id="3" creationId="{8F20472D-613F-3748-9CBD-88055CDB4B08}"/>
          </ac:spMkLst>
        </pc:spChg>
      </pc:sldChg>
      <pc:sldChg chg="addSp delSp modSp new mod">
        <pc:chgData name="SONG, Qingyu" userId="498998f4-7f18-4549-a740-dcfb6e1e3d22" providerId="ADAL" clId="{A2A67607-707D-9A4B-B498-57C0CB8C6AF6}" dt="2022-01-09T09:11:07.645" v="730" actId="1076"/>
        <pc:sldMkLst>
          <pc:docMk/>
          <pc:sldMk cId="3216618933" sldId="272"/>
        </pc:sldMkLst>
        <pc:spChg chg="del">
          <ac:chgData name="SONG, Qingyu" userId="498998f4-7f18-4549-a740-dcfb6e1e3d22" providerId="ADAL" clId="{A2A67607-707D-9A4B-B498-57C0CB8C6AF6}" dt="2022-01-09T09:10:47.797" v="722" actId="478"/>
          <ac:spMkLst>
            <pc:docMk/>
            <pc:sldMk cId="3216618933" sldId="272"/>
            <ac:spMk id="2" creationId="{900EDBAF-B262-2241-AC45-A243A09C313B}"/>
          </ac:spMkLst>
        </pc:spChg>
        <pc:spChg chg="del">
          <ac:chgData name="SONG, Qingyu" userId="498998f4-7f18-4549-a740-dcfb6e1e3d22" providerId="ADAL" clId="{A2A67607-707D-9A4B-B498-57C0CB8C6AF6}" dt="2022-01-09T09:10:50.341" v="723" actId="478"/>
          <ac:spMkLst>
            <pc:docMk/>
            <pc:sldMk cId="3216618933" sldId="272"/>
            <ac:spMk id="3" creationId="{CE685DE1-EC4A-014A-BCA4-FAC5A190BA84}"/>
          </ac:spMkLst>
        </pc:spChg>
        <pc:spChg chg="add mod">
          <ac:chgData name="SONG, Qingyu" userId="498998f4-7f18-4549-a740-dcfb6e1e3d22" providerId="ADAL" clId="{A2A67607-707D-9A4B-B498-57C0CB8C6AF6}" dt="2022-01-09T09:11:07.645" v="730" actId="1076"/>
          <ac:spMkLst>
            <pc:docMk/>
            <pc:sldMk cId="3216618933" sldId="272"/>
            <ac:spMk id="4" creationId="{A8D2CAE8-E323-A14E-A62F-188A25405FEA}"/>
          </ac:spMkLst>
        </pc:spChg>
      </pc:sldChg>
    </pc:docChg>
  </pc:docChgLst>
  <pc:docChgLst>
    <pc:chgData name="Qingyu Song" userId="O4NG2utMRSC9bShTQouuMd1Uq3x00QhxVtEheGSGOoU=" providerId="None" clId="Web-{1A9491C6-FD31-4FA7-98FA-39E25D0B6578}"/>
    <pc:docChg chg="modSld">
      <pc:chgData name="Qingyu Song" userId="O4NG2utMRSC9bShTQouuMd1Uq3x00QhxVtEheGSGOoU=" providerId="None" clId="Web-{1A9491C6-FD31-4FA7-98FA-39E25D0B6578}" dt="2022-01-09T11:29:04.756" v="11" actId="20577"/>
      <pc:docMkLst>
        <pc:docMk/>
      </pc:docMkLst>
      <pc:sldChg chg="modSp">
        <pc:chgData name="Qingyu Song" userId="O4NG2utMRSC9bShTQouuMd1Uq3x00QhxVtEheGSGOoU=" providerId="None" clId="Web-{1A9491C6-FD31-4FA7-98FA-39E25D0B6578}" dt="2022-01-09T11:29:04.756" v="11" actId="20577"/>
        <pc:sldMkLst>
          <pc:docMk/>
          <pc:sldMk cId="1947847713" sldId="257"/>
        </pc:sldMkLst>
        <pc:spChg chg="mod">
          <ac:chgData name="Qingyu Song" userId="O4NG2utMRSC9bShTQouuMd1Uq3x00QhxVtEheGSGOoU=" providerId="None" clId="Web-{1A9491C6-FD31-4FA7-98FA-39E25D0B6578}" dt="2022-01-09T11:29:04.756" v="11" actId="20577"/>
          <ac:spMkLst>
            <pc:docMk/>
            <pc:sldMk cId="1947847713" sldId="257"/>
            <ac:spMk id="3" creationId="{8F20472D-613F-3748-9CBD-88055CDB4B08}"/>
          </ac:spMkLst>
        </pc:spChg>
      </pc:sldChg>
    </pc:docChg>
  </pc:docChgLst>
  <pc:docChgLst>
    <pc:chgData name="SONG, Qingyu" userId="498998f4-7f18-4549-a740-dcfb6e1e3d22" providerId="ADAL" clId="{0F84402B-494A-D841-9A43-F49E88B6429E}"/>
    <pc:docChg chg="undo redo custSel addSld delSld modSld">
      <pc:chgData name="SONG, Qingyu" userId="498998f4-7f18-4549-a740-dcfb6e1e3d22" providerId="ADAL" clId="{0F84402B-494A-D841-9A43-F49E88B6429E}" dt="2022-01-20T01:06:45.773" v="90"/>
      <pc:docMkLst>
        <pc:docMk/>
      </pc:docMkLst>
      <pc:sldChg chg="addSp">
        <pc:chgData name="SONG, Qingyu" userId="498998f4-7f18-4549-a740-dcfb6e1e3d22" providerId="ADAL" clId="{0F84402B-494A-D841-9A43-F49E88B6429E}" dt="2022-01-19T14:28:08.480" v="0"/>
        <pc:sldMkLst>
          <pc:docMk/>
          <pc:sldMk cId="356419186" sldId="256"/>
        </pc:sldMkLst>
        <pc:picChg chg="add">
          <ac:chgData name="SONG, Qingyu" userId="498998f4-7f18-4549-a740-dcfb6e1e3d22" providerId="ADAL" clId="{0F84402B-494A-D841-9A43-F49E88B6429E}" dt="2022-01-19T14:28:08.480" v="0"/>
          <ac:picMkLst>
            <pc:docMk/>
            <pc:sldMk cId="356419186" sldId="256"/>
            <ac:picMk id="6" creationId="{919BED88-AA1D-3144-ABB6-9C775BCC2765}"/>
          </ac:picMkLst>
        </pc:picChg>
      </pc:sldChg>
      <pc:sldChg chg="modSp mod">
        <pc:chgData name="SONG, Qingyu" userId="498998f4-7f18-4549-a740-dcfb6e1e3d22" providerId="ADAL" clId="{0F84402B-494A-D841-9A43-F49E88B6429E}" dt="2022-01-19T14:28:15.459" v="2" actId="20577"/>
        <pc:sldMkLst>
          <pc:docMk/>
          <pc:sldMk cId="1947847713" sldId="257"/>
        </pc:sldMkLst>
        <pc:spChg chg="mod">
          <ac:chgData name="SONG, Qingyu" userId="498998f4-7f18-4549-a740-dcfb6e1e3d22" providerId="ADAL" clId="{0F84402B-494A-D841-9A43-F49E88B6429E}" dt="2022-01-19T14:28:15.459" v="2" actId="20577"/>
          <ac:spMkLst>
            <pc:docMk/>
            <pc:sldMk cId="1947847713" sldId="257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28:33.707" v="8" actId="20577"/>
        <pc:sldMkLst>
          <pc:docMk/>
          <pc:sldMk cId="440415094" sldId="258"/>
        </pc:sldMkLst>
        <pc:spChg chg="mod">
          <ac:chgData name="SONG, Qingyu" userId="498998f4-7f18-4549-a740-dcfb6e1e3d22" providerId="ADAL" clId="{0F84402B-494A-D841-9A43-F49E88B6429E}" dt="2022-01-19T14:28:33.707" v="8" actId="20577"/>
          <ac:spMkLst>
            <pc:docMk/>
            <pc:sldMk cId="440415094" sldId="258"/>
            <ac:spMk id="3" creationId="{8F20472D-613F-3748-9CBD-88055CDB4B08}"/>
          </ac:spMkLst>
        </pc:spChg>
      </pc:sldChg>
      <pc:sldChg chg="modSp mod">
        <pc:chgData name="SONG, Qingyu" userId="498998f4-7f18-4549-a740-dcfb6e1e3d22" providerId="ADAL" clId="{0F84402B-494A-D841-9A43-F49E88B6429E}" dt="2022-01-19T14:52:36.846" v="53" actId="20577"/>
        <pc:sldMkLst>
          <pc:docMk/>
          <pc:sldMk cId="746100141" sldId="274"/>
        </pc:sldMkLst>
        <pc:spChg chg="mod">
          <ac:chgData name="SONG, Qingyu" userId="498998f4-7f18-4549-a740-dcfb6e1e3d22" providerId="ADAL" clId="{0F84402B-494A-D841-9A43-F49E88B6429E}" dt="2022-01-19T14:30:51.589" v="9" actId="20577"/>
          <ac:spMkLst>
            <pc:docMk/>
            <pc:sldMk cId="746100141" sldId="274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2:36.846" v="53" actId="20577"/>
          <ac:spMkLst>
            <pc:docMk/>
            <pc:sldMk cId="746100141" sldId="274"/>
            <ac:spMk id="3" creationId="{8F20472D-613F-3748-9CBD-88055CDB4B08}"/>
          </ac:spMkLst>
        </pc:spChg>
      </pc:sldChg>
      <pc:sldChg chg="modSp mod modAnim">
        <pc:chgData name="SONG, Qingyu" userId="498998f4-7f18-4549-a740-dcfb6e1e3d22" providerId="ADAL" clId="{0F84402B-494A-D841-9A43-F49E88B6429E}" dt="2022-01-19T14:53:09.710" v="57" actId="20577"/>
        <pc:sldMkLst>
          <pc:docMk/>
          <pc:sldMk cId="442365464" sldId="275"/>
        </pc:sldMkLst>
        <pc:spChg chg="mod">
          <ac:chgData name="SONG, Qingyu" userId="498998f4-7f18-4549-a740-dcfb6e1e3d22" providerId="ADAL" clId="{0F84402B-494A-D841-9A43-F49E88B6429E}" dt="2022-01-19T14:30:56.113" v="10"/>
          <ac:spMkLst>
            <pc:docMk/>
            <pc:sldMk cId="442365464" sldId="275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19T14:53:09.710" v="57" actId="20577"/>
          <ac:spMkLst>
            <pc:docMk/>
            <pc:sldMk cId="442365464" sldId="275"/>
            <ac:spMk id="3" creationId="{8F20472D-613F-3748-9CBD-88055CDB4B08}"/>
          </ac:spMkLst>
        </pc:spChg>
        <pc:spChg chg="mod">
          <ac:chgData name="SONG, Qingyu" userId="498998f4-7f18-4549-a740-dcfb6e1e3d22" providerId="ADAL" clId="{0F84402B-494A-D841-9A43-F49E88B6429E}" dt="2022-01-19T14:52:30.806" v="49" actId="1036"/>
          <ac:spMkLst>
            <pc:docMk/>
            <pc:sldMk cId="442365464" sldId="275"/>
            <ac:spMk id="7" creationId="{B4F2FCAB-565E-4178-BECE-B014B8B03F74}"/>
          </ac:spMkLst>
        </pc:spChg>
      </pc:sldChg>
      <pc:sldChg chg="modSp del">
        <pc:chgData name="SONG, Qingyu" userId="498998f4-7f18-4549-a740-dcfb6e1e3d22" providerId="ADAL" clId="{0F84402B-494A-D841-9A43-F49E88B6429E}" dt="2022-01-19T14:53:04.928" v="55" actId="2696"/>
        <pc:sldMkLst>
          <pc:docMk/>
          <pc:sldMk cId="3494430642" sldId="276"/>
        </pc:sldMkLst>
        <pc:spChg chg="mod">
          <ac:chgData name="SONG, Qingyu" userId="498998f4-7f18-4549-a740-dcfb6e1e3d22" providerId="ADAL" clId="{0F84402B-494A-D841-9A43-F49E88B6429E}" dt="2022-01-19T14:31:04.578" v="12"/>
          <ac:spMkLst>
            <pc:docMk/>
            <pc:sldMk cId="3494430642" sldId="276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31.128" v="89" actId="20577"/>
        <pc:sldMkLst>
          <pc:docMk/>
          <pc:sldMk cId="4278079293" sldId="277"/>
        </pc:sldMkLst>
        <pc:spChg chg="mod">
          <ac:chgData name="SONG, Qingyu" userId="498998f4-7f18-4549-a740-dcfb6e1e3d22" providerId="ADAL" clId="{0F84402B-494A-D841-9A43-F49E88B6429E}" dt="2022-01-19T14:31:06.498" v="13" actId="20577"/>
          <ac:spMkLst>
            <pc:docMk/>
            <pc:sldMk cId="4278079293" sldId="277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31.128" v="89" actId="20577"/>
          <ac:spMkLst>
            <pc:docMk/>
            <pc:sldMk cId="4278079293" sldId="277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13.089" v="14"/>
        <pc:sldMkLst>
          <pc:docMk/>
          <pc:sldMk cId="3882663473" sldId="278"/>
        </pc:sldMkLst>
        <pc:spChg chg="mod">
          <ac:chgData name="SONG, Qingyu" userId="498998f4-7f18-4549-a740-dcfb6e1e3d22" providerId="ADAL" clId="{0F84402B-494A-D841-9A43-F49E88B6429E}" dt="2022-01-19T14:31:13.089" v="14"/>
          <ac:spMkLst>
            <pc:docMk/>
            <pc:sldMk cId="3882663473" sldId="278"/>
            <ac:spMk id="2" creationId="{45C79BA1-37A3-5741-B0A1-E64646E4283C}"/>
          </ac:spMkLst>
        </pc:spChg>
      </pc:sldChg>
      <pc:sldChg chg="modSp mod">
        <pc:chgData name="SONG, Qingyu" userId="498998f4-7f18-4549-a740-dcfb6e1e3d22" providerId="ADAL" clId="{0F84402B-494A-D841-9A43-F49E88B6429E}" dt="2022-01-20T01:06:45.773" v="90"/>
        <pc:sldMkLst>
          <pc:docMk/>
          <pc:sldMk cId="3927078520" sldId="279"/>
        </pc:sldMkLst>
        <pc:spChg chg="mod">
          <ac:chgData name="SONG, Qingyu" userId="498998f4-7f18-4549-a740-dcfb6e1e3d22" providerId="ADAL" clId="{0F84402B-494A-D841-9A43-F49E88B6429E}" dt="2022-01-19T14:31:16.215" v="15"/>
          <ac:spMkLst>
            <pc:docMk/>
            <pc:sldMk cId="3927078520" sldId="279"/>
            <ac:spMk id="2" creationId="{45C79BA1-37A3-5741-B0A1-E64646E4283C}"/>
          </ac:spMkLst>
        </pc:spChg>
        <pc:spChg chg="mod">
          <ac:chgData name="SONG, Qingyu" userId="498998f4-7f18-4549-a740-dcfb6e1e3d22" providerId="ADAL" clId="{0F84402B-494A-D841-9A43-F49E88B6429E}" dt="2022-01-20T01:06:45.773" v="90"/>
          <ac:spMkLst>
            <pc:docMk/>
            <pc:sldMk cId="3927078520" sldId="279"/>
            <ac:spMk id="3" creationId="{8F20472D-613F-3748-9CBD-88055CDB4B08}"/>
          </ac:spMkLst>
        </pc:spChg>
      </pc:sldChg>
      <pc:sldChg chg="modSp">
        <pc:chgData name="SONG, Qingyu" userId="498998f4-7f18-4549-a740-dcfb6e1e3d22" providerId="ADAL" clId="{0F84402B-494A-D841-9A43-F49E88B6429E}" dt="2022-01-19T14:31:20.046" v="16"/>
        <pc:sldMkLst>
          <pc:docMk/>
          <pc:sldMk cId="1261831385" sldId="280"/>
        </pc:sldMkLst>
        <pc:spChg chg="mod">
          <ac:chgData name="SONG, Qingyu" userId="498998f4-7f18-4549-a740-dcfb6e1e3d22" providerId="ADAL" clId="{0F84402B-494A-D841-9A43-F49E88B6429E}" dt="2022-01-19T14:31:20.046" v="16"/>
          <ac:spMkLst>
            <pc:docMk/>
            <pc:sldMk cId="1261831385" sldId="280"/>
            <ac:spMk id="2" creationId="{45C79BA1-37A3-5741-B0A1-E64646E4283C}"/>
          </ac:spMkLst>
        </pc:spChg>
      </pc:sldChg>
      <pc:sldChg chg="modSp add mod">
        <pc:chgData name="SONG, Qingyu" userId="498998f4-7f18-4549-a740-dcfb6e1e3d22" providerId="ADAL" clId="{0F84402B-494A-D841-9A43-F49E88B6429E}" dt="2022-01-19T14:55:18" v="62" actId="20577"/>
        <pc:sldMkLst>
          <pc:docMk/>
          <pc:sldMk cId="11664182" sldId="281"/>
        </pc:sldMkLst>
        <pc:spChg chg="mod">
          <ac:chgData name="SONG, Qingyu" userId="498998f4-7f18-4549-a740-dcfb6e1e3d22" providerId="ADAL" clId="{0F84402B-494A-D841-9A43-F49E88B6429E}" dt="2022-01-19T14:55:18" v="62" actId="20577"/>
          <ac:spMkLst>
            <pc:docMk/>
            <pc:sldMk cId="11664182" sldId="281"/>
            <ac:spMk id="3" creationId="{8F20472D-613F-3748-9CBD-88055CDB4B0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5656F-E94E-4266-B808-01646AFF7213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8493-4DB9-4761-89EA-EC89205FC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710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index.html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18493-4DB9-4761-89EA-EC89205FC1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15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index.html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18493-4DB9-4761-89EA-EC89205FC1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99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SegmentGet</a:t>
            </a:r>
            <a:r>
              <a:rPr lang="en-US" dirty="0"/>
              <a:t> index.html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18493-4DB9-4761-89EA-EC89205FC1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09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18493-4DB9-4761-89EA-EC89205FC1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149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18493-4DB9-4761-89EA-EC89205FC1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62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418493-4DB9-4761-89EA-EC89205FC14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114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81B1-2540-6743-ABB4-0E292A12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5AD417-B984-E443-AB4F-C92143CD1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06C3-5569-404A-A00F-D4521490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9AC1B-9F9B-7C4C-AD2B-75AB8387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20CFE-8FE9-EB4E-A8E1-AE36C51E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11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D011E-DCDE-C342-A56C-2EAC9B22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8A12E-F58F-7A41-BFC0-F72ABF92C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9EBF6-8755-7E49-B0D7-FB2F3BB92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EA0E9-4BD6-7644-BA8D-7470DF76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FEFB-6605-6C41-87AB-0F5AA21F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28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64326-D9A3-1A44-8452-04D5A488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07CA1-149F-4C4E-8D54-13D1A9252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652F9-B0E8-F941-8A14-1BEB86F9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3F9B-475A-C14C-A0E3-E96F9ED3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E635-695A-2C43-855F-CF2C41BD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29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7B479-481A-0E49-8D52-0BE021ED2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541EA-D1C3-8E4A-B80B-8390B466F6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E356B-D1EA-5247-B0F3-0476CB930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A32C0-D4EC-FD47-BD75-CDDACA44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3B967-A303-124B-BA06-4BAEC049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3EAE9-F2F8-7E42-9BF7-5A60A32A3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50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2CE6-C39C-9045-94F8-9B43CA9D2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926E9-9778-2846-B43B-4A726712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6341-9374-DF4E-B9F6-A94758E3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5E4306-B762-C746-B6F4-16DFD70CB6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04D85-B6B3-0A42-925A-38933F782E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5CA7DE-DF2D-DD4B-8D9A-4B40F820D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E122F-5BD1-454E-A133-FE0AB5CD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903D25-9E17-0044-9543-53299894B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5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D4217-17EF-3B45-93F5-B23C54148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4CDDD4-A221-CE49-9EB3-456758E5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879A2-4394-CD4B-9263-3DDC707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ECC98-0E91-594B-AC7F-127A4DD39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21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70CAD-9D94-0544-90C0-985EDEA9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739153-BA93-C64C-B9BC-ECAD24173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EC52B-8EB5-C146-B069-115FF8045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7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B9339-BB2A-AB4C-A011-36281FB8C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B9FD2-C72C-D746-8FEF-4B09D248F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212A7-AD11-0642-87B6-8FC8A5763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EE618-4BEB-D848-A755-D0B3815B6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F7CBA-7A19-1743-9814-DDBE48E6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1DF5-1759-1846-85A4-293FE9060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2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E6E1-ED4F-1D4C-B60C-89E3D8E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A6747D-0A18-D14E-9E1F-8914CD61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9873C7-5733-564B-AEBA-F2F0FEFCC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B7B211-4DF6-9442-9953-6292F18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D0981E-2ABE-7048-AC75-D8C847724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6DC9-3D33-FE44-A5E3-A0B734DF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6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8CAB9-FB2B-C540-B5C7-A162BB5F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B419EE-DACB-ED41-9BC3-137129D6F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4D66E-AA24-0A49-872D-17B77856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280-38D0-E542-8CFE-089B78DF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E1198-80CE-3D48-8EEE-D994007D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46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F88F6-3858-2147-8565-3ABE064ABA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579688-6666-4A47-AB44-B55E2BF0EB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EBA88-1DD5-DC4A-AFB4-8B03BBD45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944A-C4EB-B943-8190-BF118811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4696-702A-BD44-9A3C-F8C85C27C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53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DFB7-9581-4D48-AAE2-C17529315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3503A-E2B1-0944-B035-77EF7A94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9E476-F670-2B47-81DC-675E7D1F7D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5905D-C0C4-D040-B3F5-79CCA23FA4EB}" type="datetimeFigureOut">
              <a:rPr lang="en-US" smtClean="0"/>
              <a:t>2/18/25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1A25-0D30-0E4C-A201-3259214DF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2BE1C-D630-6544-8677-F74CB5078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75FB78-5F16-864A-B0AF-52552E8F5D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34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projgw.cse.cuhk.edu.hk:2913/web/course/8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5C1B-43BC-8B40-A7BE-D3C3F3D8A4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5674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/>
              <a:t>CSCI 4430 - Spring 2</a:t>
            </a:r>
            <a:r>
              <a:rPr lang="en-US" altLang="zh-CN" sz="6600" b="1" dirty="0"/>
              <a:t>5</a:t>
            </a:r>
            <a:endParaRPr lang="en-US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AD46B-2981-B54E-B7BD-5B165BCFE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2817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b="1" dirty="0"/>
              <a:t>Tutorial </a:t>
            </a:r>
            <a:r>
              <a:rPr lang="en-US" altLang="zh-CN" sz="3600" b="1" dirty="0"/>
              <a:t>6</a:t>
            </a:r>
            <a:endParaRPr lang="en-US" sz="3600" b="1" dirty="0"/>
          </a:p>
          <a:p>
            <a:endParaRPr lang="en-US" sz="3600" b="1" dirty="0"/>
          </a:p>
          <a:p>
            <a:pPr algn="r"/>
            <a:r>
              <a:rPr lang="en-US" sz="2000" b="1" dirty="0"/>
              <a:t>Credits to </a:t>
            </a:r>
            <a:r>
              <a:rPr lang="en-US" altLang="zh-CN" sz="2000" b="1" dirty="0" err="1"/>
              <a:t>Umich</a:t>
            </a:r>
            <a:r>
              <a:rPr lang="en-US" altLang="zh-CN" sz="2000" b="1" dirty="0"/>
              <a:t> </a:t>
            </a:r>
            <a:r>
              <a:rPr lang="en-US" sz="2000" b="1" dirty="0"/>
              <a:t>EECS 489 Discussion </a:t>
            </a:r>
            <a:r>
              <a:rPr lang="en-US" altLang="zh-CN" sz="2000" b="1" dirty="0"/>
              <a:t>6</a:t>
            </a: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90C243-66EE-9844-B6C9-297837E8D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9BED88-AA1D-3144-ABB6-9C775BCC2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9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Assignment </a:t>
            </a:r>
            <a:r>
              <a:rPr lang="en-US" altLang="zh-CN" b="1" dirty="0"/>
              <a:t>2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0472D-613F-3748-9CBD-88055CDB4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Due: </a:t>
            </a:r>
            <a:r>
              <a:rPr lang="en-US" altLang="zh-CN" dirty="0">
                <a:solidFill>
                  <a:srgbClr val="FF0000"/>
                </a:solidFill>
              </a:rPr>
              <a:t>Sun,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en-US" altLang="zh-CN" baseline="30000" dirty="0">
                <a:solidFill>
                  <a:srgbClr val="FF0000"/>
                </a:solidFill>
              </a:rPr>
              <a:t>th</a:t>
            </a:r>
            <a:r>
              <a:rPr lang="en-US" altLang="zh-CN" dirty="0">
                <a:solidFill>
                  <a:srgbClr val="FF0000"/>
                </a:solidFill>
              </a:rPr>
              <a:t> March.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11:59:59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p.m.</a:t>
            </a:r>
          </a:p>
          <a:p>
            <a:r>
              <a:rPr lang="en-US" altLang="zh-CN" dirty="0"/>
              <a:t>Form a group of exactly 2 students</a:t>
            </a:r>
          </a:p>
          <a:p>
            <a:r>
              <a:rPr lang="en-US" altLang="zh-CN" dirty="0"/>
              <a:t>Assignment 2 is a significantly harder project than Assignment 1</a:t>
            </a:r>
          </a:p>
          <a:p>
            <a:r>
              <a:rPr lang="en-US" altLang="zh-CN" dirty="0" err="1"/>
              <a:t>Autograder</a:t>
            </a:r>
            <a:r>
              <a:rPr lang="en-US" altLang="zh-CN" dirty="0"/>
              <a:t> has been released on the </a:t>
            </a:r>
            <a:r>
              <a:rPr lang="en-US" altLang="zh-CN" dirty="0">
                <a:hlinkClick r:id="rId2"/>
              </a:rPr>
              <a:t>website</a:t>
            </a:r>
            <a:endParaRPr lang="en-US" altLang="zh-CN" dirty="0"/>
          </a:p>
          <a:p>
            <a:r>
              <a:rPr lang="en-US" altLang="zh-CN" dirty="0"/>
              <a:t>Bonus part has been released on the </a:t>
            </a:r>
            <a:r>
              <a:rPr lang="en-US" altLang="zh-CN" dirty="0" err="1"/>
              <a:t>github</a:t>
            </a:r>
            <a:r>
              <a:rPr lang="en-US" altLang="zh-CN" dirty="0"/>
              <a:t> repo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84CE60-32E9-A04D-9F48-033E43846BE3}"/>
              </a:ext>
            </a:extLst>
          </p:cNvPr>
          <p:cNvSpPr txBox="1"/>
          <p:nvPr/>
        </p:nvSpPr>
        <p:spPr>
          <a:xfrm>
            <a:off x="1746250" y="4743450"/>
            <a:ext cx="83693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7200" dirty="0"/>
              <a:t>Start</a:t>
            </a:r>
            <a:r>
              <a:rPr kumimoji="1" lang="zh-CN" altLang="en-US" sz="7200" dirty="0"/>
              <a:t> </a:t>
            </a:r>
            <a:r>
              <a:rPr kumimoji="1" lang="en-US" altLang="zh-CN" sz="7200" dirty="0"/>
              <a:t>early!</a:t>
            </a:r>
            <a:endParaRPr kumimoji="1"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947847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"/>
            <a:ext cx="10515600" cy="1325563"/>
          </a:xfrm>
        </p:spPr>
        <p:txBody>
          <a:bodyPr/>
          <a:lstStyle/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b="1" dirty="0"/>
              <a:t>Overview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059DB9-D35F-9442-A49E-3508B03D845C}"/>
              </a:ext>
            </a:extLst>
          </p:cNvPr>
          <p:cNvSpPr txBox="1"/>
          <p:nvPr/>
        </p:nvSpPr>
        <p:spPr>
          <a:xfrm>
            <a:off x="6044119" y="1534101"/>
            <a:ext cx="48716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Part1:</a:t>
            </a:r>
            <a:r>
              <a:rPr lang="zh-CN" altLang="en-US" sz="2400" b="1" dirty="0"/>
              <a:t> </a:t>
            </a:r>
            <a:r>
              <a:rPr lang="en-US" altLang="zh-CN" sz="2400" b="1" dirty="0" err="1"/>
              <a:t>miProxy</a:t>
            </a: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The proxy only forwards messages between the browser and the web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Doesn’t care what are forwarded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 dirty="0"/>
              <a:t>Don’t make any assumption on what are forwarded </a:t>
            </a:r>
          </a:p>
          <a:p>
            <a:r>
              <a:rPr lang="en-US" altLang="zh-CN" sz="2400" b="1" dirty="0"/>
              <a:t>Part2: Load balancer </a:t>
            </a:r>
            <a:r>
              <a:rPr lang="en-US" altLang="zh-CN" sz="2400" dirty="0"/>
              <a:t>(DNS server)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Assign appropriate server to the </a:t>
            </a:r>
            <a:r>
              <a:rPr lang="en-US" altLang="zh-CN" sz="2400" dirty="0" err="1"/>
              <a:t>cients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Balance the load of each 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endParaRPr kumimoji="1"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151008-D279-EEC8-2C6F-7C129986C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57" y="1864842"/>
            <a:ext cx="4823693" cy="343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8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EAC9B-1E0E-449A-BBE0-39C121CF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0"/>
            <a:ext cx="11094396" cy="5508253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Tasks for the </a:t>
            </a:r>
            <a:r>
              <a:rPr lang="en-US" b="1" dirty="0" err="1"/>
              <a:t>miProxy</a:t>
            </a:r>
            <a:r>
              <a:rPr lang="en-US" b="1" dirty="0"/>
              <a:t>: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Run as a server on a specified port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Accept connections from clients, including multiple clients simultaneously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Connect to a video server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Forward HTTP requests 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from clients 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to the appropriate 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video server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Forward HTTP responses 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from the video server 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to the appropriate 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client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Measure the throughput of each video segment to each client</a:t>
            </a:r>
          </a:p>
          <a:p>
            <a:pPr lvl="1">
              <a:lnSpc>
                <a:spcPct val="120000"/>
              </a:lnSpc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A POST request to 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/on-fragment-received 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with information about a segment that the client has finished receiving.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Capture 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video manifest file 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HTTP requests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(</a:t>
            </a:r>
            <a:r>
              <a:rPr lang="en-US" altLang="zh-CN" b="0" i="0" dirty="0" err="1">
                <a:solidFill>
                  <a:srgbClr val="1F2328"/>
                </a:solidFill>
                <a:effectLst/>
                <a:latin typeface="-apple-system"/>
              </a:rPr>
              <a:t>mpd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)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, returning the no-list manifest file to clients while </a:t>
            </a:r>
            <a:r>
              <a:rPr lang="en-GB" altLang="zh-CN" b="0" i="0" dirty="0" err="1">
                <a:solidFill>
                  <a:srgbClr val="1F2328"/>
                </a:solidFill>
                <a:effectLst/>
                <a:latin typeface="-apple-system"/>
              </a:rPr>
              <a:t>reqeuesting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 the regular manifest file for itself</a:t>
            </a:r>
          </a:p>
          <a:p>
            <a:pPr lvl="1">
              <a:lnSpc>
                <a:spcPct val="120000"/>
              </a:lnSpc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A GET request for a video manifest (.</a:t>
            </a:r>
            <a:r>
              <a:rPr lang="en-GB" altLang="zh-CN" b="0" i="0" dirty="0" err="1">
                <a:solidFill>
                  <a:srgbClr val="1F2328"/>
                </a:solidFill>
                <a:effectLst/>
                <a:latin typeface="-apple-system"/>
              </a:rPr>
              <a:t>mpd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) file.</a:t>
            </a:r>
          </a:p>
          <a:p>
            <a:pPr algn="l">
              <a:lnSpc>
                <a:spcPct val="120000"/>
              </a:lnSpc>
              <a:buFont typeface="+mj-lt"/>
              <a:buAutoNum type="arabicPeriod"/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Capture 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video segment HTTP 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requests (m</a:t>
            </a:r>
            <a:r>
              <a:rPr lang="en-US" altLang="zh-CN" b="0" i="0" dirty="0">
                <a:solidFill>
                  <a:srgbClr val="1F2328"/>
                </a:solidFill>
                <a:effectLst/>
                <a:latin typeface="-apple-system"/>
              </a:rPr>
              <a:t>4s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) and modify the request to have the appropriate bitrate</a:t>
            </a:r>
          </a:p>
          <a:p>
            <a:pPr lvl="1">
              <a:lnSpc>
                <a:spcPct val="120000"/>
              </a:lnSpc>
            </a:pP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A GET request for a </a:t>
            </a:r>
            <a:r>
              <a:rPr lang="en-GB" altLang="zh-CN" b="1" i="0" dirty="0">
                <a:solidFill>
                  <a:srgbClr val="1F2328"/>
                </a:solidFill>
                <a:effectLst/>
                <a:latin typeface="-apple-system"/>
              </a:rPr>
              <a:t>video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 segment (</a:t>
            </a:r>
            <a:r>
              <a:rPr lang="en-GB" altLang="zh-CN" dirty="0"/>
              <a:t>.m4s</a:t>
            </a:r>
            <a:r>
              <a:rPr lang="en-GB" altLang="zh-CN" b="0" i="0" dirty="0">
                <a:solidFill>
                  <a:srgbClr val="1F2328"/>
                </a:solidFill>
                <a:effectLst/>
                <a:latin typeface="-apple-system"/>
              </a:rPr>
              <a:t>) file</a:t>
            </a:r>
            <a:endParaRPr lang="en-US" dirty="0"/>
          </a:p>
          <a:p>
            <a:pPr lvl="2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/>
              <a:t>Assignment</a:t>
            </a:r>
            <a:r>
              <a:rPr lang="zh-CN" altLang="en-US" b="1"/>
              <a:t> </a:t>
            </a:r>
            <a:r>
              <a:rPr lang="en-US" altLang="zh-CN" b="1"/>
              <a:t>2</a:t>
            </a:r>
            <a:r>
              <a:rPr lang="zh-CN" altLang="en-US" b="1"/>
              <a:t> </a:t>
            </a:r>
            <a:r>
              <a:rPr lang="en-US" altLang="zh-CN" b="1"/>
              <a:t>Overview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7287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b="1" dirty="0"/>
              <a:t>Overview</a:t>
            </a:r>
            <a:endParaRPr 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1EA909-D4A5-12C8-1F95-46C17840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96" y="1394297"/>
            <a:ext cx="4738991" cy="47891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Pay close attention to these files:</a:t>
            </a:r>
          </a:p>
          <a:p>
            <a:r>
              <a:rPr lang="en-US" altLang="zh-CN" sz="2000" b="1" dirty="0" err="1"/>
              <a:t>vid.mpd</a:t>
            </a:r>
            <a:r>
              <a:rPr lang="en-US" altLang="zh-CN" sz="2000" b="1" dirty="0"/>
              <a:t>: </a:t>
            </a:r>
            <a:r>
              <a:rPr lang="en-GB" altLang="zh-CN" sz="2000" dirty="0"/>
              <a:t>manifest file</a:t>
            </a:r>
          </a:p>
          <a:p>
            <a:pPr lvl="1"/>
            <a:r>
              <a:rPr lang="en-GB" altLang="zh-CN" sz="1600" i="0" dirty="0">
                <a:solidFill>
                  <a:srgbClr val="1F2328"/>
                </a:solidFill>
                <a:effectLst/>
                <a:latin typeface="-apple-system"/>
              </a:rPr>
              <a:t>proxy</a:t>
            </a:r>
            <a:r>
              <a:rPr lang="en-GB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 should request the </a:t>
            </a:r>
            <a:r>
              <a:rPr lang="en-GB" altLang="zh-CN" sz="1600" b="1" i="0" dirty="0">
                <a:solidFill>
                  <a:srgbClr val="1F2328"/>
                </a:solidFill>
                <a:effectLst/>
                <a:latin typeface="-apple-system"/>
              </a:rPr>
              <a:t>original</a:t>
            </a:r>
            <a:r>
              <a:rPr lang="en-GB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GB" altLang="zh-CN" sz="1600" dirty="0" err="1"/>
              <a:t>vid.mpd</a:t>
            </a:r>
            <a:br>
              <a:rPr lang="en-GB" altLang="zh-CN" sz="1600" dirty="0"/>
            </a:br>
            <a:r>
              <a:rPr lang="en-GB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manifest file for itself</a:t>
            </a:r>
          </a:p>
          <a:p>
            <a:pPr lvl="1"/>
            <a:r>
              <a:rPr lang="en-GB" altLang="zh-CN" sz="1600" dirty="0"/>
              <a:t>Then request </a:t>
            </a:r>
            <a:r>
              <a:rPr lang="en-GB" altLang="zh-CN" sz="1600" b="1" dirty="0"/>
              <a:t>vid-no-</a:t>
            </a:r>
            <a:r>
              <a:rPr lang="en-GB" altLang="zh-CN" sz="1600" b="1" dirty="0" err="1"/>
              <a:t>list.mpd</a:t>
            </a:r>
            <a:r>
              <a:rPr lang="en-GB" altLang="zh-CN" sz="1600" b="1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GB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file to forward back to the browser</a:t>
            </a:r>
          </a:p>
          <a:p>
            <a:r>
              <a:rPr lang="en-GB" altLang="zh-CN" sz="2000" b="1" dirty="0"/>
              <a:t>Init.mp4: </a:t>
            </a:r>
            <a:r>
              <a:rPr lang="en-GB" altLang="zh-CN" sz="2000" dirty="0"/>
              <a:t>video </a:t>
            </a:r>
            <a:r>
              <a:rPr lang="en-GB" altLang="zh-CN" sz="2000" dirty="0" err="1"/>
              <a:t>init</a:t>
            </a:r>
            <a:r>
              <a:rPr lang="en-GB" altLang="zh-CN" sz="2000" dirty="0"/>
              <a:t> file</a:t>
            </a:r>
          </a:p>
          <a:p>
            <a:pPr lvl="1"/>
            <a:r>
              <a:rPr lang="en-GB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Once the client parses the manifest file, it begins </a:t>
            </a:r>
            <a:r>
              <a:rPr lang="en-GB" altLang="zh-CN" sz="1600" b="1" i="0" dirty="0">
                <a:solidFill>
                  <a:srgbClr val="1F2328"/>
                </a:solidFill>
                <a:effectLst/>
                <a:latin typeface="-apple-system"/>
              </a:rPr>
              <a:t>requesting video segment </a:t>
            </a:r>
            <a:r>
              <a:rPr lang="en-GB" altLang="zh-CN" sz="1600" b="0" i="0" dirty="0">
                <a:solidFill>
                  <a:srgbClr val="1F2328"/>
                </a:solidFill>
                <a:effectLst/>
                <a:latin typeface="-apple-system"/>
              </a:rPr>
              <a:t>files. </a:t>
            </a:r>
          </a:p>
          <a:p>
            <a:r>
              <a:rPr lang="en-GB" altLang="zh-CN" sz="2000" b="1" dirty="0">
                <a:solidFill>
                  <a:srgbClr val="1F2328"/>
                </a:solidFill>
                <a:latin typeface="-apple-system"/>
              </a:rPr>
              <a:t>v</a:t>
            </a:r>
            <a:r>
              <a:rPr lang="en-GB" altLang="zh-CN" sz="2000" b="1" i="0" dirty="0">
                <a:solidFill>
                  <a:srgbClr val="1F2328"/>
                </a:solidFill>
                <a:effectLst/>
                <a:latin typeface="-apple-system"/>
              </a:rPr>
              <a:t>id-[BITRATE]-seg-[NUMBER].m4s</a:t>
            </a:r>
          </a:p>
          <a:p>
            <a:pPr lvl="1"/>
            <a:r>
              <a:rPr lang="en-GB" altLang="zh-CN" sz="1600" dirty="0">
                <a:solidFill>
                  <a:srgbClr val="1F2328"/>
                </a:solidFill>
                <a:latin typeface="-apple-system"/>
              </a:rPr>
              <a:t>Video segment files begins here.</a:t>
            </a:r>
          </a:p>
          <a:p>
            <a:pPr lvl="1"/>
            <a:r>
              <a:rPr lang="en-GB" altLang="zh-CN" sz="1600" dirty="0">
                <a:solidFill>
                  <a:srgbClr val="1F2328"/>
                </a:solidFill>
                <a:latin typeface="-apple-system"/>
              </a:rPr>
              <a:t>You may see requests for </a:t>
            </a:r>
            <a:r>
              <a:rPr lang="en-GB" altLang="zh-CN" sz="1600" b="1" dirty="0">
                <a:solidFill>
                  <a:srgbClr val="1F2328"/>
                </a:solidFill>
                <a:latin typeface="-apple-system"/>
              </a:rPr>
              <a:t>audio files </a:t>
            </a:r>
            <a:r>
              <a:rPr lang="en-GB" altLang="zh-CN" sz="1600" dirty="0">
                <a:solidFill>
                  <a:srgbClr val="1F2328"/>
                </a:solidFill>
                <a:latin typeface="-apple-system"/>
              </a:rPr>
              <a:t>(also ending with .m4s) and an init.mp4 file. These should not be treated as video segment requests.</a:t>
            </a:r>
          </a:p>
          <a:p>
            <a:pPr lvl="1"/>
            <a:r>
              <a:rPr lang="en-GB" altLang="zh-CN" sz="1600" b="1" dirty="0">
                <a:solidFill>
                  <a:srgbClr val="1F2328"/>
                </a:solidFill>
                <a:latin typeface="-apple-system"/>
              </a:rPr>
              <a:t>Throughput Calculation (see next slide)</a:t>
            </a:r>
          </a:p>
          <a:p>
            <a:r>
              <a:rPr lang="en-GB" altLang="zh-CN" sz="2000" b="1" dirty="0">
                <a:solidFill>
                  <a:srgbClr val="1F2328"/>
                </a:solidFill>
                <a:latin typeface="-apple-system"/>
              </a:rPr>
              <a:t>Other requests:</a:t>
            </a:r>
          </a:p>
          <a:p>
            <a:pPr lvl="1"/>
            <a:r>
              <a:rPr lang="en-GB" altLang="zh-CN" sz="1600" dirty="0">
                <a:solidFill>
                  <a:srgbClr val="1F2328"/>
                </a:solidFill>
                <a:latin typeface="-apple-system"/>
              </a:rPr>
              <a:t>Forward to server and client with no changes</a:t>
            </a:r>
          </a:p>
          <a:p>
            <a:pPr lvl="1"/>
            <a:endParaRPr lang="en-GB" altLang="zh-CN" sz="20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endParaRPr lang="zh-CN" alt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0FE377E-0E77-E10A-2916-FAE06B9F8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787" y="1598579"/>
            <a:ext cx="6631802" cy="412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9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 Throughput Calculation</a:t>
            </a:r>
            <a:endParaRPr lang="en-US" b="1" dirty="0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70BF1970-C346-8632-8135-37E1839FA2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0242" y="1093655"/>
            <a:ext cx="6155988" cy="133753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534D8A2-62C9-8ADD-DD01-6BBF4633422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00028" y="1805351"/>
            <a:ext cx="2904969" cy="54731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0B41395-EE03-D2FB-0296-869A5C28A6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242" y="2414969"/>
            <a:ext cx="6155988" cy="139757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5B92227-9ED1-EA97-9092-3C3796BA02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0242" y="3812544"/>
            <a:ext cx="6155988" cy="1454301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42C940B3-3867-F035-BDF1-747092F8E3BD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88517" y="1460636"/>
            <a:ext cx="2603648" cy="54731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461035E-1485-2719-7490-9718CDFF6A0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1180"/>
          <a:stretch/>
        </p:blipFill>
        <p:spPr>
          <a:xfrm>
            <a:off x="2670241" y="5266845"/>
            <a:ext cx="6155987" cy="11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276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2:Workflow Summary</a:t>
            </a:r>
            <a:endParaRPr lang="en-US" b="1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1EA909-D4A5-12C8-1F95-46C178406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984" y="1089497"/>
            <a:ext cx="10406974" cy="2853448"/>
          </a:xfrm>
        </p:spPr>
        <p:txBody>
          <a:bodyPr>
            <a:normAutofit/>
          </a:bodyPr>
          <a:lstStyle/>
          <a:p>
            <a:pPr algn="l">
              <a:lnSpc>
                <a:spcPts val="1600"/>
              </a:lnSpc>
              <a:buFont typeface="+mj-lt"/>
              <a:buAutoNum type="arabicPeriod"/>
            </a:pP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The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proxy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 receives a request for a video segment from a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client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algn="l">
              <a:lnSpc>
                <a:spcPts val="1600"/>
              </a:lnSpc>
              <a:buFont typeface="+mj-lt"/>
              <a:buAutoNum type="arabicPeriod"/>
            </a:pP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Using the currently calculated throughput for that client, the proxy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modifies the request 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to request the segment at the appropriate bitrate.</a:t>
            </a:r>
          </a:p>
          <a:p>
            <a:pPr algn="l">
              <a:lnSpc>
                <a:spcPts val="1600"/>
              </a:lnSpc>
              <a:buFont typeface="+mj-lt"/>
              <a:buAutoNum type="arabicPeriod"/>
            </a:pP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The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proxy forwards 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the request to the video server.</a:t>
            </a:r>
          </a:p>
          <a:p>
            <a:pPr algn="l">
              <a:lnSpc>
                <a:spcPts val="1600"/>
              </a:lnSpc>
              <a:buFont typeface="+mj-lt"/>
              <a:buAutoNum type="arabicPeriod"/>
            </a:pP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The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video server sends the segment back 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to the proxy.</a:t>
            </a:r>
          </a:p>
          <a:p>
            <a:pPr algn="l">
              <a:lnSpc>
                <a:spcPts val="1600"/>
              </a:lnSpc>
              <a:buFont typeface="+mj-lt"/>
              <a:buAutoNum type="arabicPeriod"/>
            </a:pP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The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proxy forwards 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the segment to the client.</a:t>
            </a:r>
          </a:p>
          <a:p>
            <a:pPr algn="l">
              <a:lnSpc>
                <a:spcPts val="1600"/>
              </a:lnSpc>
              <a:buFont typeface="+mj-lt"/>
              <a:buAutoNum type="arabicPeriod"/>
            </a:pP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Once the client fully receives the segment, it sends a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POST request 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to 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/on-fragment-received 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with some throughput-related information.</a:t>
            </a:r>
          </a:p>
          <a:p>
            <a:pPr algn="l">
              <a:lnSpc>
                <a:spcPts val="1600"/>
              </a:lnSpc>
              <a:buFont typeface="+mj-lt"/>
              <a:buAutoNum type="arabicPeriod"/>
            </a:pP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The proxy uses this information to </a:t>
            </a:r>
            <a:r>
              <a:rPr lang="en-GB" altLang="zh-CN" sz="1800" b="1" i="0" dirty="0">
                <a:solidFill>
                  <a:srgbClr val="1F2328"/>
                </a:solidFill>
                <a:effectLst/>
                <a:latin typeface="-apple-system"/>
              </a:rPr>
              <a:t>update the measured throughput </a:t>
            </a:r>
            <a:r>
              <a:rPr lang="en-GB" altLang="zh-CN" sz="1800" b="0" i="0" dirty="0">
                <a:solidFill>
                  <a:srgbClr val="1F2328"/>
                </a:solidFill>
                <a:effectLst/>
                <a:latin typeface="-apple-system"/>
              </a:rPr>
              <a:t>of that client.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37D1150-230D-27DD-B6EC-A138D6D53BAD}"/>
              </a:ext>
            </a:extLst>
          </p:cNvPr>
          <p:cNvSpPr/>
          <p:nvPr/>
        </p:nvSpPr>
        <p:spPr>
          <a:xfrm>
            <a:off x="578796" y="3880255"/>
            <a:ext cx="1968500" cy="2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/>
              <a:t>Web</a:t>
            </a:r>
            <a:r>
              <a:rPr kumimoji="1" lang="zh-CN" altLang="en-US" sz="3200" dirty="0"/>
              <a:t> </a:t>
            </a:r>
            <a:endParaRPr kumimoji="1" lang="en-US" altLang="zh-CN" sz="3200" dirty="0"/>
          </a:p>
          <a:p>
            <a:pPr algn="ctr"/>
            <a:r>
              <a:rPr kumimoji="1" lang="en-US" altLang="zh-CN" sz="3200" dirty="0"/>
              <a:t>Server</a:t>
            </a:r>
            <a:endParaRPr kumimoji="1" lang="zh-CN" altLang="en-US" sz="3200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B4199156-BF25-AC00-FFD1-6143E7205D99}"/>
              </a:ext>
            </a:extLst>
          </p:cNvPr>
          <p:cNvSpPr/>
          <p:nvPr/>
        </p:nvSpPr>
        <p:spPr>
          <a:xfrm>
            <a:off x="4563421" y="3880255"/>
            <a:ext cx="1968500" cy="2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 err="1"/>
              <a:t>miProxy</a:t>
            </a:r>
            <a:endParaRPr kumimoji="1" lang="en-US" altLang="zh-CN" sz="3200" dirty="0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68C5DB9-DF9A-BB51-FF53-E05FBC1A76CC}"/>
              </a:ext>
            </a:extLst>
          </p:cNvPr>
          <p:cNvSpPr/>
          <p:nvPr/>
        </p:nvSpPr>
        <p:spPr>
          <a:xfrm>
            <a:off x="8548046" y="3880255"/>
            <a:ext cx="1968500" cy="254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 sz="3200" dirty="0"/>
              <a:t>Browser</a:t>
            </a:r>
            <a:endParaRPr kumimoji="1" lang="zh-CN" altLang="en-US" sz="3200" dirty="0"/>
          </a:p>
        </p:txBody>
      </p:sp>
      <p:sp>
        <p:nvSpPr>
          <p:cNvPr id="15" name="右箭头 14">
            <a:extLst>
              <a:ext uri="{FF2B5EF4-FFF2-40B4-BE49-F238E27FC236}">
                <a16:creationId xmlns:a16="http://schemas.microsoft.com/office/drawing/2014/main" id="{6E394248-C95A-8361-AFEB-030AD83FEB44}"/>
              </a:ext>
            </a:extLst>
          </p:cNvPr>
          <p:cNvSpPr/>
          <p:nvPr/>
        </p:nvSpPr>
        <p:spPr>
          <a:xfrm>
            <a:off x="2761608" y="5658255"/>
            <a:ext cx="1587500" cy="381000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Response</a:t>
            </a:r>
            <a:endParaRPr kumimoji="1" lang="zh-CN" altLang="en-US" dirty="0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F6A74B78-D2B8-DD02-D07F-00CB6B033362}"/>
              </a:ext>
            </a:extLst>
          </p:cNvPr>
          <p:cNvSpPr/>
          <p:nvPr/>
        </p:nvSpPr>
        <p:spPr>
          <a:xfrm>
            <a:off x="6746233" y="5658255"/>
            <a:ext cx="1587500" cy="381000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Response</a:t>
            </a:r>
            <a:endParaRPr kumimoji="1" lang="zh-CN" altLang="en-US" dirty="0"/>
          </a:p>
        </p:txBody>
      </p:sp>
      <p:sp>
        <p:nvSpPr>
          <p:cNvPr id="17" name="左箭头 16">
            <a:extLst>
              <a:ext uri="{FF2B5EF4-FFF2-40B4-BE49-F238E27FC236}">
                <a16:creationId xmlns:a16="http://schemas.microsoft.com/office/drawing/2014/main" id="{D66DA2E7-C74D-3EC8-D444-7CA103A32358}"/>
              </a:ext>
            </a:extLst>
          </p:cNvPr>
          <p:cNvSpPr/>
          <p:nvPr/>
        </p:nvSpPr>
        <p:spPr>
          <a:xfrm>
            <a:off x="2761608" y="4168387"/>
            <a:ext cx="1587500" cy="417512"/>
          </a:xfrm>
          <a:prstGeom prst="leftArrow">
            <a:avLst>
              <a:gd name="adj1" fmla="val 42711"/>
              <a:gd name="adj2" fmla="val 50000"/>
            </a:avLst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Request</a:t>
            </a:r>
            <a:endParaRPr kumimoji="1" lang="zh-CN" altLang="en-US" dirty="0"/>
          </a:p>
        </p:txBody>
      </p:sp>
      <p:sp>
        <p:nvSpPr>
          <p:cNvPr id="18" name="左箭头 17">
            <a:extLst>
              <a:ext uri="{FF2B5EF4-FFF2-40B4-BE49-F238E27FC236}">
                <a16:creationId xmlns:a16="http://schemas.microsoft.com/office/drawing/2014/main" id="{79C07552-A577-47DF-F531-C0FE3E72A2C0}"/>
              </a:ext>
            </a:extLst>
          </p:cNvPr>
          <p:cNvSpPr/>
          <p:nvPr/>
        </p:nvSpPr>
        <p:spPr>
          <a:xfrm>
            <a:off x="6746233" y="4168387"/>
            <a:ext cx="1587500" cy="417512"/>
          </a:xfrm>
          <a:prstGeom prst="leftArrow">
            <a:avLst>
              <a:gd name="adj1" fmla="val 42711"/>
              <a:gd name="adj2" fmla="val 50000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Request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8655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14141FC-8189-47F8-821A-FC9A4E91E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41248" y="510047"/>
            <a:ext cx="3300984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zh-CN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Assignment 2:</a:t>
            </a:r>
            <a:endParaRPr lang="en-US" sz="2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981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70FF46F-9C83-6E87-835A-BC4B9B656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Testing Guideline</a:t>
            </a:r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97A697-1D5F-6767-230B-48263F30A8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09" r="18832" b="-2"/>
          <a:stretch/>
        </p:blipFill>
        <p:spPr>
          <a:xfrm>
            <a:off x="557784" y="2606462"/>
            <a:ext cx="3584448" cy="3639312"/>
          </a:xfrm>
          <a:prstGeom prst="rect">
            <a:avLst/>
          </a:prstGeom>
        </p:spPr>
      </p:pic>
      <p:pic>
        <p:nvPicPr>
          <p:cNvPr id="5" name="图片 4" descr="图形用户界面, 应用程序&#10;&#10;描述已自动生成">
            <a:extLst>
              <a:ext uri="{FF2B5EF4-FFF2-40B4-BE49-F238E27FC236}">
                <a16:creationId xmlns:a16="http://schemas.microsoft.com/office/drawing/2014/main" id="{C742198D-A2A6-6B0C-DE48-7891FA6803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708"/>
          <a:stretch/>
        </p:blipFill>
        <p:spPr>
          <a:xfrm>
            <a:off x="4347599" y="2606462"/>
            <a:ext cx="3584448" cy="3639312"/>
          </a:xfrm>
          <a:prstGeom prst="rect">
            <a:avLst/>
          </a:prstGeom>
        </p:spPr>
      </p:pic>
      <p:pic>
        <p:nvPicPr>
          <p:cNvPr id="2" name="内容占位符 1" descr="图形用户界面, 文本, 应用程序&#10;&#10;描述已自动生成">
            <a:extLst>
              <a:ext uri="{FF2B5EF4-FFF2-40B4-BE49-F238E27FC236}">
                <a16:creationId xmlns:a16="http://schemas.microsoft.com/office/drawing/2014/main" id="{19FAA468-8F90-F55E-2A23-F2FC6366FA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1792" b="-2"/>
          <a:stretch/>
        </p:blipFill>
        <p:spPr>
          <a:xfrm>
            <a:off x="8137415" y="2606462"/>
            <a:ext cx="3584448" cy="363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06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EAC9B-1E0E-449A-BBE0-39C121CF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1"/>
            <a:ext cx="10515600" cy="5012042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Tasks for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LoadBalancer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load balancer for video CDN servers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 two load balancing strategies:</a:t>
            </a:r>
          </a:p>
          <a:p>
            <a:pPr lvl="2"/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Round-Robin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Geographic Distance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 communication between </a:t>
            </a:r>
            <a:r>
              <a:rPr lang="en-GB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miProxy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video servers</a:t>
            </a:r>
          </a:p>
          <a:p>
            <a:endParaRPr lang="en-GB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Components:</a:t>
            </a:r>
          </a:p>
          <a:p>
            <a:pPr lvl="1"/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Balancer Protocol (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defined in </a:t>
            </a:r>
            <a:r>
              <a:rPr lang="en-GB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loadBalancerProtocol.h</a:t>
            </a:r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Server configuration files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Network topology information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 Load Balancer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36677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EAC9B-1E0E-449A-BBE0-39C121CF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1"/>
            <a:ext cx="10515600" cy="5012042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Tasks for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LoadBalancer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load balancer for video CDN servers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Support two load balancing strategies:</a:t>
            </a:r>
          </a:p>
          <a:p>
            <a:pPr lvl="2"/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Round-Robin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Geographic Distance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Handle communication between </a:t>
            </a:r>
            <a:r>
              <a:rPr lang="en-GB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miProxy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video servers</a:t>
            </a:r>
          </a:p>
          <a:p>
            <a:endParaRPr lang="en-GB" dirty="0">
              <a:solidFill>
                <a:srgbClr val="3333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Components:</a:t>
            </a:r>
          </a:p>
          <a:p>
            <a:pPr lvl="1"/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Balancer Protocol (</a:t>
            </a: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defined in </a:t>
            </a:r>
            <a:r>
              <a:rPr lang="en-GB" altLang="zh-CN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loadBalancerProtocol.h</a:t>
            </a:r>
            <a:r>
              <a:rPr lang="en-GB" dirty="0">
                <a:solidFill>
                  <a:srgbClr val="3333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Server configuration files</a:t>
            </a:r>
          </a:p>
          <a:p>
            <a:pPr lvl="1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Network topology information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 Load Balancer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62068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EAC9B-1E0E-449A-BBE0-39C121CF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1"/>
            <a:ext cx="10515600" cy="5012042"/>
          </a:xfrm>
        </p:spPr>
        <p:txBody>
          <a:bodyPr>
            <a:normAutofit/>
          </a:bodyPr>
          <a:lstStyle/>
          <a:p>
            <a:pPr algn="l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Test with provided sample configuration files</a:t>
            </a:r>
          </a:p>
          <a:p>
            <a:pPr algn="l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Verify correct server selection in both modes</a:t>
            </a:r>
          </a:p>
          <a:p>
            <a:pPr algn="l"/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Test edge cases:</a:t>
            </a:r>
            <a:b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Empty server list</a:t>
            </a:r>
            <a:b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Invalid configurations</a:t>
            </a:r>
            <a:b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GB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 Network disconnections</a:t>
            </a:r>
          </a:p>
          <a:p>
            <a:pPr lvl="2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 Load Balancer</a:t>
            </a:r>
            <a:r>
              <a:rPr lang="zh-CN" altLang="en-US" b="1" dirty="0"/>
              <a:t> </a:t>
            </a:r>
            <a:r>
              <a:rPr lang="en-US" altLang="zh-CN" b="1" dirty="0"/>
              <a:t>-</a:t>
            </a:r>
            <a:r>
              <a:rPr lang="zh-CN" altLang="en-US" b="1" dirty="0"/>
              <a:t> </a:t>
            </a:r>
            <a:r>
              <a:rPr lang="en-US" altLang="zh-CN" b="1" dirty="0"/>
              <a:t>Testing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9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EAC9B-1E0E-449A-BBE0-39C121CF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1"/>
            <a:ext cx="10515600" cy="5012042"/>
          </a:xfrm>
        </p:spPr>
        <p:txBody>
          <a:bodyPr>
            <a:normAutofit/>
          </a:bodyPr>
          <a:lstStyle/>
          <a:p>
            <a:pPr algn="l"/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For instance, if your current working directory is the base of the repo, you could run </a:t>
            </a:r>
            <a:r>
              <a:rPr lang="en-GB" altLang="zh-CN" i="1" dirty="0">
                <a:solidFill>
                  <a:srgbClr val="0000FF"/>
                </a:solidFill>
                <a:effectLst/>
              </a:rPr>
              <a:t>bash</a:t>
            </a:r>
            <a:r>
              <a:rPr lang="en-GB" altLang="zh-CN" i="1" dirty="0">
                <a:effectLst/>
              </a:rPr>
              <a:t> </a:t>
            </a:r>
            <a:r>
              <a:rPr lang="en-GB" altLang="zh-CN" i="1" dirty="0">
                <a:solidFill>
                  <a:srgbClr val="0000FF"/>
                </a:solidFill>
                <a:effectLst/>
              </a:rPr>
              <a:t>util/</a:t>
            </a:r>
            <a:r>
              <a:rPr lang="en-GB" altLang="zh-CN" i="1" dirty="0" err="1">
                <a:solidFill>
                  <a:srgbClr val="0000FF"/>
                </a:solidFill>
                <a:effectLst/>
              </a:rPr>
              <a:t>submit.sh</a:t>
            </a:r>
            <a:r>
              <a:rPr lang="en-GB" altLang="zh-CN" i="1" dirty="0">
                <a:solidFill>
                  <a:srgbClr val="0000FF"/>
                </a:solidFill>
                <a:effectLst/>
              </a:rPr>
              <a:t> </a:t>
            </a:r>
            <a:r>
              <a:rPr lang="en-GB" altLang="zh-CN" dirty="0">
                <a:solidFill>
                  <a:srgbClr val="0000FF"/>
                </a:solidFill>
                <a:effectLst/>
              </a:rPr>
              <a:t>.</a:t>
            </a:r>
          </a:p>
          <a:p>
            <a:pPr algn="l"/>
            <a:endParaRPr lang="en-GB" altLang="zh-CN" b="0" i="0" u="none" strike="noStrike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This will create a file called </a:t>
            </a:r>
            <a:r>
              <a:rPr lang="en-GB" altLang="zh-CN" b="0" i="1" u="none" strike="noStrike" dirty="0" err="1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submit.tar.gz</a:t>
            </a:r>
            <a:r>
              <a:rPr lang="en-GB" altLang="zh-CN" b="0" i="1" u="none" strike="noStrike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containing the contents of your </a:t>
            </a:r>
            <a:r>
              <a:rPr lang="en-GB" altLang="zh-CN" b="0" i="1" u="none" strike="noStrike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cpp</a:t>
            </a:r>
            <a:r>
              <a:rPr lang="en-GB" altLang="zh-CN" b="0" i="1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/ </a:t>
            </a:r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folder.</a:t>
            </a:r>
          </a:p>
          <a:p>
            <a:pPr algn="l"/>
            <a:endParaRPr lang="en-GB" altLang="zh-CN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pPr algn="l"/>
            <a:r>
              <a:rPr lang="en-GB" altLang="zh-CN" b="0" i="0" u="none" strike="noStrike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You can submit your </a:t>
            </a:r>
            <a:r>
              <a:rPr lang="en-GB" altLang="zh-CN" b="0" i="1" u="none" strike="noStrike" dirty="0" err="1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submit.tar.gz</a:t>
            </a:r>
            <a:r>
              <a:rPr lang="en-GB" altLang="zh-CN" b="0" i="1" u="none" strike="noStrike" dirty="0">
                <a:solidFill>
                  <a:srgbClr val="0000FF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altLang="zh-CN" b="0" u="none" strike="noStrike" dirty="0">
                <a:effectLst/>
                <a:latin typeface="Open Sans" panose="020B0606030504020204" pitchFamily="34" charset="0"/>
              </a:rPr>
              <a:t>to our </a:t>
            </a:r>
            <a:r>
              <a:rPr lang="en-GB" altLang="zh-CN" b="0" u="none" strike="noStrike" dirty="0" err="1">
                <a:effectLst/>
                <a:latin typeface="Open Sans" panose="020B0606030504020204" pitchFamily="34" charset="0"/>
              </a:rPr>
              <a:t>autograder</a:t>
            </a:r>
            <a:r>
              <a:rPr lang="en-GB" altLang="zh-CN" b="0" u="none" strike="noStrike" dirty="0">
                <a:effectLst/>
                <a:latin typeface="Open Sans" panose="020B0606030504020204" pitchFamily="34" charset="0"/>
              </a:rPr>
              <a:t> system.</a:t>
            </a:r>
          </a:p>
          <a:p>
            <a:pPr lvl="1"/>
            <a:r>
              <a:rPr lang="en-GB" altLang="zh-CN" b="0" u="none" strike="noStrike" dirty="0">
                <a:effectLst/>
                <a:latin typeface="Open Sans" panose="020B0606030504020204" pitchFamily="34" charset="0"/>
              </a:rPr>
              <a:t>Please do not use </a:t>
            </a:r>
            <a:r>
              <a:rPr lang="en-GB" altLang="zh-CN" b="0" u="none" strike="noStrike" dirty="0" err="1">
                <a:effectLst/>
                <a:latin typeface="Open Sans" panose="020B0606030504020204" pitchFamily="34" charset="0"/>
              </a:rPr>
              <a:t>autograder</a:t>
            </a:r>
            <a:r>
              <a:rPr lang="en-GB" altLang="zh-CN" b="0" u="none" strike="noStrike" dirty="0">
                <a:effectLst/>
                <a:latin typeface="Open Sans" panose="020B0606030504020204" pitchFamily="34" charset="0"/>
              </a:rPr>
              <a:t> as debugging tools.</a:t>
            </a:r>
          </a:p>
          <a:p>
            <a:pPr lvl="1"/>
            <a:r>
              <a:rPr lang="en-GB" altLang="zh-CN" b="0" u="none" strike="noStrike" dirty="0">
                <a:effectLst/>
                <a:latin typeface="Open Sans" panose="020B0606030504020204" pitchFamily="34" charset="0"/>
              </a:rPr>
              <a:t>You only have 5 times to submit each day.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 Submission</a:t>
            </a:r>
            <a:r>
              <a:rPr lang="zh-CN" altLang="en-US" b="1" dirty="0"/>
              <a:t> </a:t>
            </a:r>
            <a:r>
              <a:rPr lang="en-US" altLang="zh-CN" b="1" dirty="0"/>
              <a:t>Instructions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41320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19465-BBB5-1A7E-0C02-ED68BA73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 </a:t>
            </a:r>
            <a:r>
              <a:rPr lang="en-US" altLang="zh-CN" b="1" dirty="0" err="1"/>
              <a:t>Autograder</a:t>
            </a:r>
            <a:endParaRPr kumimoji="1"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D8BBDEB-5454-C618-2A0A-95F2DD257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3620" y="1631071"/>
            <a:ext cx="68847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070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19465-BBB5-1A7E-0C02-ED68BA731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2: Bonus</a:t>
            </a:r>
            <a:r>
              <a:rPr lang="zh-CN" altLang="en-US" b="1" dirty="0"/>
              <a:t> </a:t>
            </a:r>
            <a:r>
              <a:rPr lang="en-US" altLang="zh-CN" b="1" dirty="0"/>
              <a:t>Part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9D8A292-997A-6BF4-2A6F-35B6FC2ED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Current Limitation</a:t>
            </a:r>
          </a:p>
          <a:p>
            <a:pPr lvl="1"/>
            <a:r>
              <a:rPr lang="en-US" altLang="zh-CN" dirty="0"/>
              <a:t>Blocking connection attempts in select() loop cause delays and potential failures</a:t>
            </a:r>
          </a:p>
          <a:p>
            <a:endParaRPr lang="en-US" altLang="zh-CN" dirty="0"/>
          </a:p>
          <a:p>
            <a:r>
              <a:rPr lang="en-US" altLang="zh-CN" dirty="0"/>
              <a:t>Key Improvements</a:t>
            </a:r>
          </a:p>
          <a:p>
            <a:pPr lvl="1"/>
            <a:r>
              <a:rPr lang="en-US" altLang="zh-CN" dirty="0"/>
              <a:t>Non-blocking Sockets</a:t>
            </a:r>
          </a:p>
          <a:p>
            <a:pPr lvl="1"/>
            <a:r>
              <a:rPr lang="en-US" altLang="zh-CN" dirty="0"/>
              <a:t>Async Server Connections</a:t>
            </a:r>
          </a:p>
          <a:p>
            <a:pPr lvl="1"/>
            <a:r>
              <a:rPr lang="en-US" altLang="zh-CN" dirty="0"/>
              <a:t>Resource Optimization</a:t>
            </a:r>
          </a:p>
          <a:p>
            <a:endParaRPr lang="en-US" altLang="zh-CN" dirty="0"/>
          </a:p>
          <a:p>
            <a:r>
              <a:rPr lang="en-US" altLang="zh-CN" dirty="0"/>
              <a:t>Results</a:t>
            </a:r>
          </a:p>
          <a:p>
            <a:pPr lvl="1"/>
            <a:r>
              <a:rPr lang="en-US" altLang="zh-CN" dirty="0"/>
              <a:t>Higher number of simultaneous connections</a:t>
            </a:r>
          </a:p>
          <a:p>
            <a:pPr lvl="1"/>
            <a:r>
              <a:rPr lang="en-US" altLang="zh-CN" dirty="0"/>
              <a:t>Reduced connection delays</a:t>
            </a:r>
          </a:p>
          <a:p>
            <a:pPr lvl="1"/>
            <a:r>
              <a:rPr lang="en-US" altLang="zh-CN" dirty="0"/>
              <a:t>Improved overall proxy performance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4990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9BA1-37A3-5741-B0A1-E64646E42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5"/>
            <a:ext cx="10515600" cy="1325563"/>
          </a:xfrm>
        </p:spPr>
        <p:txBody>
          <a:bodyPr/>
          <a:lstStyle/>
          <a:p>
            <a:r>
              <a:rPr lang="en-US" altLang="zh-CN" b="1" dirty="0"/>
              <a:t>Assignment</a:t>
            </a:r>
            <a:r>
              <a:rPr lang="zh-CN" altLang="en-US" b="1" dirty="0"/>
              <a:t> </a:t>
            </a:r>
            <a:r>
              <a:rPr lang="en-US" altLang="zh-CN" b="1" dirty="0"/>
              <a:t>2</a:t>
            </a:r>
            <a:r>
              <a:rPr lang="zh-CN" altLang="en-US" b="1" dirty="0"/>
              <a:t> </a:t>
            </a:r>
            <a:r>
              <a:rPr lang="en-US" altLang="zh-CN" b="1" dirty="0"/>
              <a:t>Overview</a:t>
            </a:r>
            <a:endParaRPr lang="en-US" b="1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A7EC6F6-3A9C-6A4E-9F5B-60AABA1D4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059DB9-D35F-9442-A49E-3508B03D845C}"/>
              </a:ext>
            </a:extLst>
          </p:cNvPr>
          <p:cNvSpPr txBox="1"/>
          <p:nvPr/>
        </p:nvSpPr>
        <p:spPr>
          <a:xfrm>
            <a:off x="2203450" y="2390676"/>
            <a:ext cx="72961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7200" b="1" dirty="0"/>
              <a:t>A</a:t>
            </a:r>
            <a:r>
              <a:rPr kumimoji="1" lang="zh-CN" altLang="en-US" sz="7200" b="1" dirty="0"/>
              <a:t> </a:t>
            </a:r>
            <a:r>
              <a:rPr kumimoji="1" lang="en-US" altLang="zh-CN" sz="7200" b="1" dirty="0"/>
              <a:t>Quick</a:t>
            </a:r>
            <a:r>
              <a:rPr kumimoji="1" lang="zh-CN" altLang="en-US" sz="7200" b="1" dirty="0"/>
              <a:t> </a:t>
            </a:r>
            <a:r>
              <a:rPr kumimoji="1" lang="en-US" altLang="zh-CN" sz="7200" b="1" dirty="0"/>
              <a:t>Demo</a:t>
            </a:r>
            <a:endParaRPr kumimoji="1" lang="zh-CN" alt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439838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D2CAE8-E323-A14E-A62F-188A25405FEA}"/>
              </a:ext>
            </a:extLst>
          </p:cNvPr>
          <p:cNvSpPr/>
          <p:nvPr/>
        </p:nvSpPr>
        <p:spPr>
          <a:xfrm>
            <a:off x="4851400" y="3167390"/>
            <a:ext cx="26035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2166189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GBN example with errors</a:t>
            </a:r>
          </a:p>
        </p:txBody>
      </p:sp>
      <p:sp>
        <p:nvSpPr>
          <p:cNvPr id="1127427" name="Line 3"/>
          <p:cNvSpPr>
            <a:spLocks noChangeShapeType="1"/>
          </p:cNvSpPr>
          <p:nvPr/>
        </p:nvSpPr>
        <p:spPr bwMode="auto">
          <a:xfrm>
            <a:off x="5957840" y="5638800"/>
            <a:ext cx="0" cy="1219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28" name="Text Box 4"/>
          <p:cNvSpPr txBox="1">
            <a:spLocks noChangeArrowheads="1"/>
          </p:cNvSpPr>
          <p:nvPr/>
        </p:nvSpPr>
        <p:spPr bwMode="auto">
          <a:xfrm>
            <a:off x="5969674" y="6144575"/>
            <a:ext cx="805006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/>
              <a:t>Time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4511675" y="1524001"/>
            <a:ext cx="3221822" cy="46165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dirty="0">
                <a:solidFill>
                  <a:srgbClr val="0000FF"/>
                </a:solidFill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3505201" y="2124076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8886826" y="2124076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5" name="Text Box 11"/>
          <p:cNvSpPr txBox="1">
            <a:spLocks noChangeArrowheads="1"/>
          </p:cNvSpPr>
          <p:nvPr/>
        </p:nvSpPr>
        <p:spPr bwMode="auto">
          <a:xfrm>
            <a:off x="3021274" y="5865175"/>
            <a:ext cx="106469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/>
              <a:t>Sender</a:t>
            </a:r>
          </a:p>
        </p:txBody>
      </p:sp>
      <p:sp>
        <p:nvSpPr>
          <p:cNvPr id="1127436" name="Text Box 12"/>
          <p:cNvSpPr txBox="1">
            <a:spLocks noChangeArrowheads="1"/>
          </p:cNvSpPr>
          <p:nvPr/>
        </p:nvSpPr>
        <p:spPr bwMode="auto">
          <a:xfrm>
            <a:off x="8387896" y="5865175"/>
            <a:ext cx="1251859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/>
              <a:t>Receiver</a:t>
            </a:r>
          </a:p>
        </p:txBody>
      </p: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1530350" y="1524001"/>
            <a:ext cx="184723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8229601" y="1600201"/>
            <a:ext cx="200375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Receiver Window</a:t>
            </a:r>
          </a:p>
        </p:txBody>
      </p:sp>
      <p:grpSp>
        <p:nvGrpSpPr>
          <p:cNvPr id="47" name="Group 57"/>
          <p:cNvGrpSpPr>
            <a:grpSpLocks/>
          </p:cNvGrpSpPr>
          <p:nvPr/>
        </p:nvGrpSpPr>
        <p:grpSpPr bwMode="auto">
          <a:xfrm>
            <a:off x="3071812" y="1905000"/>
            <a:ext cx="5843588" cy="2057400"/>
            <a:chOff x="915" y="1024"/>
            <a:chExt cx="3681" cy="1296"/>
          </a:xfrm>
        </p:grpSpPr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1215" y="1210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 flipH="1"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 bwMode="auto">
            <a:xfrm>
              <a:off x="1215" y="1984"/>
              <a:ext cx="2295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13"/>
            <p:cNvSpPr>
              <a:spLocks noChangeShapeType="1"/>
            </p:cNvSpPr>
            <p:nvPr/>
          </p:nvSpPr>
          <p:spPr bwMode="auto">
            <a:xfrm>
              <a:off x="1215" y="140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1215" y="1594"/>
              <a:ext cx="3381" cy="33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Line 15"/>
            <p:cNvSpPr>
              <a:spLocks noChangeShapeType="1"/>
            </p:cNvSpPr>
            <p:nvPr/>
          </p:nvSpPr>
          <p:spPr bwMode="auto">
            <a:xfrm flipH="1">
              <a:off x="1215" y="1786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 flipH="1">
              <a:off x="1215" y="1978"/>
              <a:ext cx="3381" cy="33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Text Box 20"/>
            <p:cNvSpPr txBox="1">
              <a:spLocks noChangeArrowheads="1"/>
            </p:cNvSpPr>
            <p:nvPr/>
          </p:nvSpPr>
          <p:spPr bwMode="auto">
            <a:xfrm>
              <a:off x="915" y="102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56" name="Text Box 21"/>
            <p:cNvSpPr txBox="1">
              <a:spLocks noChangeArrowheads="1"/>
            </p:cNvSpPr>
            <p:nvPr/>
          </p:nvSpPr>
          <p:spPr bwMode="auto">
            <a:xfrm>
              <a:off x="919" y="1236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2</a:t>
              </a:r>
            </a:p>
          </p:txBody>
        </p:sp>
        <p:sp>
          <p:nvSpPr>
            <p:cNvPr id="57" name="Text Box 22"/>
            <p:cNvSpPr txBox="1">
              <a:spLocks noChangeArrowheads="1"/>
            </p:cNvSpPr>
            <p:nvPr/>
          </p:nvSpPr>
          <p:spPr bwMode="auto">
            <a:xfrm>
              <a:off x="919" y="146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3</a:t>
              </a:r>
            </a:p>
          </p:txBody>
        </p:sp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919" y="174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919" y="1998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60" name="Line 40"/>
            <p:cNvSpPr>
              <a:spLocks noChangeShapeType="1"/>
            </p:cNvSpPr>
            <p:nvPr/>
          </p:nvSpPr>
          <p:spPr bwMode="auto">
            <a:xfrm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61" name="Line 41"/>
            <p:cNvSpPr>
              <a:spLocks noChangeShapeType="1"/>
            </p:cNvSpPr>
            <p:nvPr/>
          </p:nvSpPr>
          <p:spPr bwMode="auto">
            <a:xfrm flipH="1">
              <a:off x="3462" y="2128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grpSp>
        <p:nvGrpSpPr>
          <p:cNvPr id="62" name="Group 61"/>
          <p:cNvGrpSpPr>
            <a:grpSpLocks/>
          </p:cNvGrpSpPr>
          <p:nvPr/>
        </p:nvGrpSpPr>
        <p:grpSpPr bwMode="auto">
          <a:xfrm>
            <a:off x="1436688" y="3429000"/>
            <a:ext cx="2036763" cy="1374136"/>
            <a:chOff x="-55" y="1968"/>
            <a:chExt cx="1283" cy="1200"/>
          </a:xfrm>
        </p:grpSpPr>
        <p:sp>
          <p:nvSpPr>
            <p:cNvPr id="63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5" name="Line 64"/>
            <p:cNvSpPr>
              <a:spLocks noChangeShapeType="1"/>
            </p:cNvSpPr>
            <p:nvPr/>
          </p:nvSpPr>
          <p:spPr bwMode="auto">
            <a:xfrm>
              <a:off x="720" y="196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6" name="Text Box 65"/>
            <p:cNvSpPr txBox="1">
              <a:spLocks noChangeArrowheads="1"/>
            </p:cNvSpPr>
            <p:nvPr/>
          </p:nvSpPr>
          <p:spPr bwMode="auto">
            <a:xfrm>
              <a:off x="-55" y="2160"/>
              <a:ext cx="655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grpSp>
        <p:nvGrpSpPr>
          <p:cNvPr id="67" name="Group 58"/>
          <p:cNvGrpSpPr>
            <a:grpSpLocks/>
          </p:cNvGrpSpPr>
          <p:nvPr/>
        </p:nvGrpSpPr>
        <p:grpSpPr bwMode="auto">
          <a:xfrm>
            <a:off x="3078162" y="3733801"/>
            <a:ext cx="5837238" cy="828675"/>
            <a:chOff x="919" y="2176"/>
            <a:chExt cx="3677" cy="522"/>
          </a:xfrm>
        </p:grpSpPr>
        <p:sp>
          <p:nvSpPr>
            <p:cNvPr id="68" name="Line 17"/>
            <p:cNvSpPr>
              <a:spLocks noChangeShapeType="1"/>
            </p:cNvSpPr>
            <p:nvPr/>
          </p:nvSpPr>
          <p:spPr bwMode="auto">
            <a:xfrm>
              <a:off x="1215" y="2176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Line 18"/>
            <p:cNvSpPr>
              <a:spLocks noChangeShapeType="1"/>
            </p:cNvSpPr>
            <p:nvPr/>
          </p:nvSpPr>
          <p:spPr bwMode="auto">
            <a:xfrm>
              <a:off x="1215" y="2362"/>
              <a:ext cx="3381" cy="33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919" y="218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3238499" y="4727576"/>
            <a:ext cx="5648326" cy="1031875"/>
            <a:chOff x="1633537" y="4810125"/>
            <a:chExt cx="5648326" cy="1031875"/>
          </a:xfrm>
        </p:grpSpPr>
        <p:sp>
          <p:nvSpPr>
            <p:cNvPr id="72" name="Text Box 67"/>
            <p:cNvSpPr txBox="1">
              <a:spLocks noChangeArrowheads="1"/>
            </p:cNvSpPr>
            <p:nvPr/>
          </p:nvSpPr>
          <p:spPr bwMode="auto">
            <a:xfrm>
              <a:off x="1633537" y="4810125"/>
              <a:ext cx="321210" cy="452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73" name="Text Box 68"/>
            <p:cNvSpPr txBox="1">
              <a:spLocks noChangeArrowheads="1"/>
            </p:cNvSpPr>
            <p:nvPr/>
          </p:nvSpPr>
          <p:spPr bwMode="auto">
            <a:xfrm>
              <a:off x="1633537" y="5038725"/>
              <a:ext cx="321210" cy="452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74" name="Text Box 69"/>
            <p:cNvSpPr txBox="1">
              <a:spLocks noChangeArrowheads="1"/>
            </p:cNvSpPr>
            <p:nvPr/>
          </p:nvSpPr>
          <p:spPr bwMode="auto">
            <a:xfrm>
              <a:off x="1633537" y="5267325"/>
              <a:ext cx="321210" cy="4521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  <p:sp>
          <p:nvSpPr>
            <p:cNvPr id="75" name="Line 70"/>
            <p:cNvSpPr>
              <a:spLocks noChangeShapeType="1"/>
            </p:cNvSpPr>
            <p:nvPr/>
          </p:nvSpPr>
          <p:spPr bwMode="auto">
            <a:xfrm>
              <a:off x="1914525" y="5029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Line 71"/>
            <p:cNvSpPr>
              <a:spLocks noChangeShapeType="1"/>
            </p:cNvSpPr>
            <p:nvPr/>
          </p:nvSpPr>
          <p:spPr bwMode="auto">
            <a:xfrm>
              <a:off x="1914525" y="51562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Line 72"/>
            <p:cNvSpPr>
              <a:spLocks noChangeShapeType="1"/>
            </p:cNvSpPr>
            <p:nvPr/>
          </p:nvSpPr>
          <p:spPr bwMode="auto">
            <a:xfrm>
              <a:off x="1914525" y="5308600"/>
              <a:ext cx="5367338" cy="53340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893325" y="4096393"/>
            <a:ext cx="87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02774" y="4381500"/>
            <a:ext cx="87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Discard</a:t>
            </a:r>
          </a:p>
        </p:txBody>
      </p:sp>
    </p:spTree>
    <p:extLst>
      <p:ext uri="{BB962C8B-B14F-4D97-AF65-F5344CB8AC3E}">
        <p14:creationId xmlns:p14="http://schemas.microsoft.com/office/powerpoint/2010/main" val="1466495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 example with errors</a:t>
            </a:r>
          </a:p>
        </p:txBody>
      </p:sp>
      <p:sp>
        <p:nvSpPr>
          <p:cNvPr id="1127429" name="Text Box 5"/>
          <p:cNvSpPr txBox="1">
            <a:spLocks noChangeArrowheads="1"/>
          </p:cNvSpPr>
          <p:nvPr/>
        </p:nvSpPr>
        <p:spPr bwMode="auto">
          <a:xfrm>
            <a:off x="4511675" y="1524001"/>
            <a:ext cx="3221822" cy="461653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9" tIns="45714" rIns="91429" bIns="45714">
            <a:spAutoFit/>
          </a:bodyPr>
          <a:lstStyle/>
          <a:p>
            <a:pPr eaLnBrk="1" hangingPunct="1"/>
            <a:r>
              <a:rPr lang="en-US" sz="2400" dirty="0">
                <a:solidFill>
                  <a:srgbClr val="0000FF"/>
                </a:solidFill>
              </a:rPr>
              <a:t>Window size = 3 packets</a:t>
            </a:r>
          </a:p>
        </p:txBody>
      </p:sp>
      <p:sp>
        <p:nvSpPr>
          <p:cNvPr id="1127430" name="Line 6"/>
          <p:cNvSpPr>
            <a:spLocks noChangeShapeType="1"/>
          </p:cNvSpPr>
          <p:nvPr/>
        </p:nvSpPr>
        <p:spPr bwMode="auto">
          <a:xfrm flipH="1">
            <a:off x="3505201" y="2124076"/>
            <a:ext cx="30163" cy="363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1" name="Line 7"/>
          <p:cNvSpPr>
            <a:spLocks noChangeShapeType="1"/>
          </p:cNvSpPr>
          <p:nvPr/>
        </p:nvSpPr>
        <p:spPr bwMode="auto">
          <a:xfrm flipH="1">
            <a:off x="8886826" y="2124076"/>
            <a:ext cx="3175" cy="3757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2" name="Line 8"/>
          <p:cNvSpPr>
            <a:spLocks noChangeShapeType="1"/>
          </p:cNvSpPr>
          <p:nvPr/>
        </p:nvSpPr>
        <p:spPr bwMode="auto">
          <a:xfrm>
            <a:off x="3535364" y="22764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3" name="Line 9"/>
          <p:cNvSpPr>
            <a:spLocks noChangeShapeType="1"/>
          </p:cNvSpPr>
          <p:nvPr/>
        </p:nvSpPr>
        <p:spPr bwMode="auto">
          <a:xfrm flipH="1">
            <a:off x="3535364" y="28860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7" name="Line 13"/>
          <p:cNvSpPr>
            <a:spLocks noChangeShapeType="1"/>
          </p:cNvSpPr>
          <p:nvPr/>
        </p:nvSpPr>
        <p:spPr bwMode="auto">
          <a:xfrm>
            <a:off x="3535364" y="25812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8" name="Line 14"/>
          <p:cNvSpPr>
            <a:spLocks noChangeShapeType="1"/>
          </p:cNvSpPr>
          <p:nvPr/>
        </p:nvSpPr>
        <p:spPr bwMode="auto">
          <a:xfrm>
            <a:off x="3535364" y="2886075"/>
            <a:ext cx="5367337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39" name="Line 15"/>
          <p:cNvSpPr>
            <a:spLocks noChangeShapeType="1"/>
          </p:cNvSpPr>
          <p:nvPr/>
        </p:nvSpPr>
        <p:spPr bwMode="auto">
          <a:xfrm flipH="1">
            <a:off x="3535364" y="3190875"/>
            <a:ext cx="5367337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41" name="Line 17"/>
          <p:cNvSpPr>
            <a:spLocks noChangeShapeType="1"/>
          </p:cNvSpPr>
          <p:nvPr/>
        </p:nvSpPr>
        <p:spPr bwMode="auto">
          <a:xfrm>
            <a:off x="3535364" y="3495675"/>
            <a:ext cx="3856037" cy="429574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66" name="Line 42"/>
          <p:cNvSpPr>
            <a:spLocks noChangeShapeType="1"/>
          </p:cNvSpPr>
          <p:nvPr/>
        </p:nvSpPr>
        <p:spPr bwMode="auto">
          <a:xfrm flipH="1">
            <a:off x="3521075" y="35052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7488" name="Group 64"/>
          <p:cNvGrpSpPr>
            <a:grpSpLocks/>
          </p:cNvGrpSpPr>
          <p:nvPr/>
        </p:nvGrpSpPr>
        <p:grpSpPr bwMode="auto">
          <a:xfrm>
            <a:off x="2205039" y="1946278"/>
            <a:ext cx="1174751" cy="487363"/>
            <a:chOff x="429" y="1226"/>
            <a:chExt cx="740" cy="307"/>
          </a:xfrm>
        </p:grpSpPr>
        <p:sp>
          <p:nvSpPr>
            <p:cNvPr id="1127444" name="Text Box 20"/>
            <p:cNvSpPr txBox="1">
              <a:spLocks noChangeArrowheads="1"/>
            </p:cNvSpPr>
            <p:nvPr/>
          </p:nvSpPr>
          <p:spPr bwMode="auto">
            <a:xfrm>
              <a:off x="967" y="1248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1</a:t>
              </a:r>
            </a:p>
          </p:txBody>
        </p:sp>
        <p:sp>
          <p:nvSpPr>
            <p:cNvPr id="1127476" name="Text Box 52"/>
            <p:cNvSpPr txBox="1">
              <a:spLocks noChangeArrowheads="1"/>
            </p:cNvSpPr>
            <p:nvPr/>
          </p:nvSpPr>
          <p:spPr bwMode="auto">
            <a:xfrm>
              <a:off x="429" y="1226"/>
              <a:ext cx="33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{1}</a:t>
              </a:r>
            </a:p>
          </p:txBody>
        </p:sp>
      </p:grpSp>
      <p:grpSp>
        <p:nvGrpSpPr>
          <p:cNvPr id="1127489" name="Group 65"/>
          <p:cNvGrpSpPr>
            <a:grpSpLocks/>
          </p:cNvGrpSpPr>
          <p:nvPr/>
        </p:nvGrpSpPr>
        <p:grpSpPr bwMode="auto">
          <a:xfrm>
            <a:off x="1862139" y="2289178"/>
            <a:ext cx="1524001" cy="481013"/>
            <a:chOff x="213" y="1442"/>
            <a:chExt cx="960" cy="303"/>
          </a:xfrm>
        </p:grpSpPr>
        <p:sp>
          <p:nvSpPr>
            <p:cNvPr id="1127445" name="Text Box 21"/>
            <p:cNvSpPr txBox="1">
              <a:spLocks noChangeArrowheads="1"/>
            </p:cNvSpPr>
            <p:nvPr/>
          </p:nvSpPr>
          <p:spPr bwMode="auto">
            <a:xfrm>
              <a:off x="971" y="1460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2</a:t>
              </a:r>
            </a:p>
          </p:txBody>
        </p:sp>
        <p:sp>
          <p:nvSpPr>
            <p:cNvPr id="1127477" name="Text Box 53"/>
            <p:cNvSpPr txBox="1">
              <a:spLocks noChangeArrowheads="1"/>
            </p:cNvSpPr>
            <p:nvPr/>
          </p:nvSpPr>
          <p:spPr bwMode="auto">
            <a:xfrm>
              <a:off x="213" y="1442"/>
              <a:ext cx="52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{1, 2}</a:t>
              </a:r>
            </a:p>
          </p:txBody>
        </p:sp>
      </p:grpSp>
      <p:grpSp>
        <p:nvGrpSpPr>
          <p:cNvPr id="1127492" name="Group 68"/>
          <p:cNvGrpSpPr>
            <a:grpSpLocks/>
          </p:cNvGrpSpPr>
          <p:nvPr/>
        </p:nvGrpSpPr>
        <p:grpSpPr bwMode="auto">
          <a:xfrm>
            <a:off x="1628776" y="2670179"/>
            <a:ext cx="1757363" cy="461963"/>
            <a:chOff x="66" y="1682"/>
            <a:chExt cx="1107" cy="291"/>
          </a:xfrm>
        </p:grpSpPr>
        <p:sp>
          <p:nvSpPr>
            <p:cNvPr id="1127446" name="Text Box 22"/>
            <p:cNvSpPr txBox="1">
              <a:spLocks noChangeArrowheads="1"/>
            </p:cNvSpPr>
            <p:nvPr/>
          </p:nvSpPr>
          <p:spPr bwMode="auto">
            <a:xfrm>
              <a:off x="971" y="1688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3</a:t>
              </a:r>
            </a:p>
          </p:txBody>
        </p:sp>
        <p:sp>
          <p:nvSpPr>
            <p:cNvPr id="1127478" name="Text Box 54"/>
            <p:cNvSpPr txBox="1">
              <a:spLocks noChangeArrowheads="1"/>
            </p:cNvSpPr>
            <p:nvPr/>
          </p:nvSpPr>
          <p:spPr bwMode="auto">
            <a:xfrm>
              <a:off x="66" y="1682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{1, 2, 3}</a:t>
              </a:r>
            </a:p>
          </p:txBody>
        </p:sp>
      </p:grpSp>
      <p:grpSp>
        <p:nvGrpSpPr>
          <p:cNvPr id="1127494" name="Group 70"/>
          <p:cNvGrpSpPr>
            <a:grpSpLocks/>
          </p:cNvGrpSpPr>
          <p:nvPr/>
        </p:nvGrpSpPr>
        <p:grpSpPr bwMode="auto">
          <a:xfrm>
            <a:off x="1628776" y="3124204"/>
            <a:ext cx="1757363" cy="519113"/>
            <a:chOff x="66" y="1968"/>
            <a:chExt cx="1107" cy="327"/>
          </a:xfrm>
        </p:grpSpPr>
        <p:sp>
          <p:nvSpPr>
            <p:cNvPr id="1127447" name="Text Box 23"/>
            <p:cNvSpPr txBox="1">
              <a:spLocks noChangeArrowheads="1"/>
            </p:cNvSpPr>
            <p:nvPr/>
          </p:nvSpPr>
          <p:spPr bwMode="auto">
            <a:xfrm>
              <a:off x="971" y="2010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4</a:t>
              </a:r>
            </a:p>
          </p:txBody>
        </p:sp>
        <p:sp>
          <p:nvSpPr>
            <p:cNvPr id="1127479" name="Text Box 55"/>
            <p:cNvSpPr txBox="1">
              <a:spLocks noChangeArrowheads="1"/>
            </p:cNvSpPr>
            <p:nvPr/>
          </p:nvSpPr>
          <p:spPr bwMode="auto">
            <a:xfrm>
              <a:off x="66" y="1968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{2, 3, 4}</a:t>
              </a:r>
            </a:p>
          </p:txBody>
        </p:sp>
      </p:grpSp>
      <p:grpSp>
        <p:nvGrpSpPr>
          <p:cNvPr id="1127495" name="Group 71"/>
          <p:cNvGrpSpPr>
            <a:grpSpLocks/>
          </p:cNvGrpSpPr>
          <p:nvPr/>
        </p:nvGrpSpPr>
        <p:grpSpPr bwMode="auto">
          <a:xfrm>
            <a:off x="1628776" y="3505205"/>
            <a:ext cx="1757363" cy="474663"/>
            <a:chOff x="66" y="2208"/>
            <a:chExt cx="1107" cy="299"/>
          </a:xfrm>
        </p:grpSpPr>
        <p:sp>
          <p:nvSpPr>
            <p:cNvPr id="1127448" name="Text Box 24"/>
            <p:cNvSpPr txBox="1">
              <a:spLocks noChangeArrowheads="1"/>
            </p:cNvSpPr>
            <p:nvPr/>
          </p:nvSpPr>
          <p:spPr bwMode="auto">
            <a:xfrm>
              <a:off x="971" y="2222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5</a:t>
              </a:r>
            </a:p>
          </p:txBody>
        </p:sp>
        <p:sp>
          <p:nvSpPr>
            <p:cNvPr id="1127480" name="Text Box 56"/>
            <p:cNvSpPr txBox="1">
              <a:spLocks noChangeArrowheads="1"/>
            </p:cNvSpPr>
            <p:nvPr/>
          </p:nvSpPr>
          <p:spPr bwMode="auto">
            <a:xfrm>
              <a:off x="66" y="2208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dirty="0"/>
                <a:t>{3, 4, 5}</a:t>
              </a:r>
            </a:p>
          </p:txBody>
        </p:sp>
      </p:grpSp>
      <p:sp>
        <p:nvSpPr>
          <p:cNvPr id="1127483" name="Text Box 59"/>
          <p:cNvSpPr txBox="1">
            <a:spLocks noChangeArrowheads="1"/>
          </p:cNvSpPr>
          <p:nvPr/>
        </p:nvSpPr>
        <p:spPr bwMode="auto">
          <a:xfrm>
            <a:off x="1530350" y="1524001"/>
            <a:ext cx="1847238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Sender Window</a:t>
            </a:r>
          </a:p>
        </p:txBody>
      </p:sp>
      <p:sp>
        <p:nvSpPr>
          <p:cNvPr id="1127484" name="Text Box 60"/>
          <p:cNvSpPr txBox="1">
            <a:spLocks noChangeArrowheads="1"/>
          </p:cNvSpPr>
          <p:nvPr/>
        </p:nvSpPr>
        <p:spPr bwMode="auto">
          <a:xfrm>
            <a:off x="8229601" y="1600201"/>
            <a:ext cx="2003755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000" dirty="0"/>
              <a:t>Receiver Window</a:t>
            </a:r>
          </a:p>
        </p:txBody>
      </p:sp>
      <p:sp>
        <p:nvSpPr>
          <p:cNvPr id="1127468" name="Line 44"/>
          <p:cNvSpPr>
            <a:spLocks noChangeShapeType="1"/>
          </p:cNvSpPr>
          <p:nvPr/>
        </p:nvSpPr>
        <p:spPr bwMode="auto">
          <a:xfrm flipH="1">
            <a:off x="3507456" y="5600882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69" name="Line 45"/>
          <p:cNvSpPr>
            <a:spLocks noChangeShapeType="1"/>
          </p:cNvSpPr>
          <p:nvPr/>
        </p:nvSpPr>
        <p:spPr bwMode="auto">
          <a:xfrm>
            <a:off x="3521075" y="38100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0" name="Line 46"/>
          <p:cNvSpPr>
            <a:spLocks noChangeShapeType="1"/>
          </p:cNvSpPr>
          <p:nvPr/>
        </p:nvSpPr>
        <p:spPr bwMode="auto">
          <a:xfrm>
            <a:off x="3521075" y="4114800"/>
            <a:ext cx="5367338" cy="533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2" name="Line 48"/>
          <p:cNvSpPr>
            <a:spLocks noChangeShapeType="1"/>
          </p:cNvSpPr>
          <p:nvPr/>
        </p:nvSpPr>
        <p:spPr bwMode="auto">
          <a:xfrm flipH="1">
            <a:off x="3521075" y="44196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3" name="Line 49"/>
          <p:cNvSpPr>
            <a:spLocks noChangeShapeType="1"/>
          </p:cNvSpPr>
          <p:nvPr/>
        </p:nvSpPr>
        <p:spPr bwMode="auto">
          <a:xfrm flipH="1">
            <a:off x="3521075" y="4724400"/>
            <a:ext cx="5367338" cy="5334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74" name="Line 50"/>
          <p:cNvSpPr>
            <a:spLocks noChangeShapeType="1"/>
          </p:cNvSpPr>
          <p:nvPr/>
        </p:nvSpPr>
        <p:spPr bwMode="auto">
          <a:xfrm>
            <a:off x="3521075" y="5029200"/>
            <a:ext cx="5367338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7496" name="Group 72"/>
          <p:cNvGrpSpPr>
            <a:grpSpLocks/>
          </p:cNvGrpSpPr>
          <p:nvPr/>
        </p:nvGrpSpPr>
        <p:grpSpPr bwMode="auto">
          <a:xfrm>
            <a:off x="1628776" y="3889379"/>
            <a:ext cx="1751013" cy="458788"/>
            <a:chOff x="66" y="2450"/>
            <a:chExt cx="1103" cy="289"/>
          </a:xfrm>
        </p:grpSpPr>
        <p:sp>
          <p:nvSpPr>
            <p:cNvPr id="1127471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202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>
                  <a:latin typeface="+mn-lt"/>
                </a:rPr>
                <a:t>6</a:t>
              </a:r>
            </a:p>
          </p:txBody>
        </p:sp>
        <p:sp>
          <p:nvSpPr>
            <p:cNvPr id="1127481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/>
                <a:t>{4, 5, 6}</a:t>
              </a:r>
            </a:p>
          </p:txBody>
        </p:sp>
      </p:grpSp>
      <p:sp>
        <p:nvSpPr>
          <p:cNvPr id="47" name="Line 33"/>
          <p:cNvSpPr>
            <a:spLocks noChangeShapeType="1"/>
          </p:cNvSpPr>
          <p:nvPr/>
        </p:nvSpPr>
        <p:spPr bwMode="auto">
          <a:xfrm>
            <a:off x="7391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" name="Line 34"/>
          <p:cNvSpPr>
            <a:spLocks noChangeShapeType="1"/>
          </p:cNvSpPr>
          <p:nvPr/>
        </p:nvSpPr>
        <p:spPr bwMode="auto">
          <a:xfrm flipH="1">
            <a:off x="7391400" y="3810000"/>
            <a:ext cx="1524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9" name="Text Box 32"/>
          <p:cNvSpPr txBox="1">
            <a:spLocks noChangeArrowheads="1"/>
          </p:cNvSpPr>
          <p:nvPr/>
        </p:nvSpPr>
        <p:spPr bwMode="auto">
          <a:xfrm rot="21254809">
            <a:off x="5769561" y="4385319"/>
            <a:ext cx="7921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ACK=5</a:t>
            </a:r>
          </a:p>
        </p:txBody>
      </p:sp>
      <p:sp>
        <p:nvSpPr>
          <p:cNvPr id="50" name="Text Box 32"/>
          <p:cNvSpPr txBox="1">
            <a:spLocks noChangeArrowheads="1"/>
          </p:cNvSpPr>
          <p:nvPr/>
        </p:nvSpPr>
        <p:spPr bwMode="auto">
          <a:xfrm rot="21254809">
            <a:off x="5769561" y="4694149"/>
            <a:ext cx="7921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ACK=6</a:t>
            </a:r>
          </a:p>
        </p:txBody>
      </p:sp>
      <p:grpSp>
        <p:nvGrpSpPr>
          <p:cNvPr id="51" name="Group 72"/>
          <p:cNvGrpSpPr>
            <a:grpSpLocks/>
          </p:cNvGrpSpPr>
          <p:nvPr/>
        </p:nvGrpSpPr>
        <p:grpSpPr bwMode="auto">
          <a:xfrm>
            <a:off x="1625984" y="4693126"/>
            <a:ext cx="1595438" cy="458788"/>
            <a:chOff x="66" y="2450"/>
            <a:chExt cx="1005" cy="289"/>
          </a:xfrm>
        </p:grpSpPr>
        <p:sp>
          <p:nvSpPr>
            <p:cNvPr id="52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dirty="0">
                <a:latin typeface="+mn-lt"/>
              </a:endParaRPr>
            </a:p>
          </p:txBody>
        </p:sp>
        <p:sp>
          <p:nvSpPr>
            <p:cNvPr id="53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dirty="0"/>
                <a:t>{4, 5, 6}</a:t>
              </a:r>
            </a:p>
          </p:txBody>
        </p:sp>
      </p:grpSp>
      <p:grpSp>
        <p:nvGrpSpPr>
          <p:cNvPr id="54" name="Group 72"/>
          <p:cNvGrpSpPr>
            <a:grpSpLocks/>
          </p:cNvGrpSpPr>
          <p:nvPr/>
        </p:nvGrpSpPr>
        <p:grpSpPr bwMode="auto">
          <a:xfrm>
            <a:off x="1622531" y="5061427"/>
            <a:ext cx="1595438" cy="458788"/>
            <a:chOff x="66" y="2450"/>
            <a:chExt cx="1005" cy="289"/>
          </a:xfrm>
        </p:grpSpPr>
        <p:sp>
          <p:nvSpPr>
            <p:cNvPr id="55" name="Text Box 47"/>
            <p:cNvSpPr txBox="1">
              <a:spLocks noChangeArrowheads="1"/>
            </p:cNvSpPr>
            <p:nvPr/>
          </p:nvSpPr>
          <p:spPr bwMode="auto">
            <a:xfrm>
              <a:off x="967" y="2454"/>
              <a:ext cx="104" cy="2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endParaRPr lang="en-US" dirty="0">
                <a:latin typeface="+mn-lt"/>
              </a:endParaRPr>
            </a:p>
          </p:txBody>
        </p:sp>
        <p:sp>
          <p:nvSpPr>
            <p:cNvPr id="56" name="Text Box 57"/>
            <p:cNvSpPr txBox="1">
              <a:spLocks noChangeArrowheads="1"/>
            </p:cNvSpPr>
            <p:nvPr/>
          </p:nvSpPr>
          <p:spPr bwMode="auto">
            <a:xfrm>
              <a:off x="66" y="2450"/>
              <a:ext cx="714" cy="2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400" dirty="0"/>
                <a:t>{4, 5, 6}</a:t>
              </a:r>
            </a:p>
          </p:txBody>
        </p:sp>
      </p:grpSp>
      <p:grpSp>
        <p:nvGrpSpPr>
          <p:cNvPr id="57" name="Group 61"/>
          <p:cNvGrpSpPr>
            <a:grpSpLocks/>
          </p:cNvGrpSpPr>
          <p:nvPr/>
        </p:nvGrpSpPr>
        <p:grpSpPr bwMode="auto">
          <a:xfrm>
            <a:off x="1704976" y="3581401"/>
            <a:ext cx="1800225" cy="1172051"/>
            <a:chOff x="94" y="1968"/>
            <a:chExt cx="1134" cy="1200"/>
          </a:xfrm>
        </p:grpSpPr>
        <p:sp>
          <p:nvSpPr>
            <p:cNvPr id="58" name="Line 62"/>
            <p:cNvSpPr>
              <a:spLocks noChangeShapeType="1"/>
            </p:cNvSpPr>
            <p:nvPr/>
          </p:nvSpPr>
          <p:spPr bwMode="auto">
            <a:xfrm flipH="1">
              <a:off x="399" y="19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59" name="Line 63"/>
            <p:cNvSpPr>
              <a:spLocks noChangeShapeType="1"/>
            </p:cNvSpPr>
            <p:nvPr/>
          </p:nvSpPr>
          <p:spPr bwMode="auto">
            <a:xfrm flipH="1">
              <a:off x="399" y="3168"/>
              <a:ext cx="829" cy="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0" name="Line 64"/>
            <p:cNvSpPr>
              <a:spLocks noChangeShapeType="1"/>
            </p:cNvSpPr>
            <p:nvPr/>
          </p:nvSpPr>
          <p:spPr bwMode="auto">
            <a:xfrm>
              <a:off x="940" y="1968"/>
              <a:ext cx="0" cy="1200"/>
            </a:xfrm>
            <a:prstGeom prst="line">
              <a:avLst/>
            </a:prstGeom>
            <a:noFill/>
            <a:ln w="38100" cmpd="sng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1" name="Text Box 65"/>
            <p:cNvSpPr txBox="1">
              <a:spLocks noChangeArrowheads="1"/>
            </p:cNvSpPr>
            <p:nvPr/>
          </p:nvSpPr>
          <p:spPr bwMode="auto">
            <a:xfrm>
              <a:off x="94" y="2241"/>
              <a:ext cx="798" cy="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4095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820738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230313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1641475" defTabSz="820738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0986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5558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0130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470275" defTabSz="820738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Timeout</a:t>
              </a:r>
            </a:p>
            <a:p>
              <a:pPr eaLnBrk="1" hangingPunct="1"/>
              <a:r>
                <a:rPr lang="en-US" sz="2000" dirty="0">
                  <a:solidFill>
                    <a:srgbClr val="FF0000"/>
                  </a:solidFill>
                  <a:latin typeface="+mn-lt"/>
                </a:rPr>
                <a:t>Packet 4</a:t>
              </a:r>
            </a:p>
          </p:txBody>
        </p:sp>
      </p:grpSp>
      <p:sp>
        <p:nvSpPr>
          <p:cNvPr id="62" name="Text Box 21"/>
          <p:cNvSpPr txBox="1">
            <a:spLocks noChangeArrowheads="1"/>
          </p:cNvSpPr>
          <p:nvPr/>
        </p:nvSpPr>
        <p:spPr bwMode="auto">
          <a:xfrm>
            <a:off x="3056322" y="4776126"/>
            <a:ext cx="321210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+mn-lt"/>
              </a:rPr>
              <a:t>4</a:t>
            </a:r>
          </a:p>
        </p:txBody>
      </p:sp>
      <p:sp>
        <p:nvSpPr>
          <p:cNvPr id="63" name="Text Box 32"/>
          <p:cNvSpPr txBox="1">
            <a:spLocks noChangeArrowheads="1"/>
          </p:cNvSpPr>
          <p:nvPr/>
        </p:nvSpPr>
        <p:spPr bwMode="auto">
          <a:xfrm rot="21254809">
            <a:off x="5755942" y="5566601"/>
            <a:ext cx="7921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ACK=4</a:t>
            </a:r>
          </a:p>
        </p:txBody>
      </p:sp>
      <p:sp>
        <p:nvSpPr>
          <p:cNvPr id="64" name="Text Box 26"/>
          <p:cNvSpPr txBox="1">
            <a:spLocks noChangeArrowheads="1"/>
          </p:cNvSpPr>
          <p:nvPr/>
        </p:nvSpPr>
        <p:spPr bwMode="auto">
          <a:xfrm>
            <a:off x="3048000" y="5948610"/>
            <a:ext cx="321210" cy="452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82058" tIns="41029" rIns="82058" bIns="41029">
            <a:spAutoFit/>
          </a:bodyPr>
          <a:lstStyle>
            <a:lvl1pPr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4095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820738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230313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1641475" defTabSz="820738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0986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5558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0130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470275" defTabSz="8207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+mn-lt"/>
              </a:rPr>
              <a:t>7</a:t>
            </a:r>
          </a:p>
        </p:txBody>
      </p:sp>
      <p:sp>
        <p:nvSpPr>
          <p:cNvPr id="65" name="Line 45"/>
          <p:cNvSpPr>
            <a:spLocks noChangeShapeType="1"/>
          </p:cNvSpPr>
          <p:nvPr/>
        </p:nvSpPr>
        <p:spPr bwMode="auto">
          <a:xfrm>
            <a:off x="3581400" y="6248400"/>
            <a:ext cx="30480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1622065" y="5907247"/>
            <a:ext cx="1133325" cy="4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2400" dirty="0"/>
              <a:t>{7, 8, 9}</a:t>
            </a:r>
          </a:p>
        </p:txBody>
      </p:sp>
      <p:sp>
        <p:nvSpPr>
          <p:cNvPr id="67" name="Text Box 10"/>
          <p:cNvSpPr txBox="1">
            <a:spLocks noChangeArrowheads="1"/>
          </p:cNvSpPr>
          <p:nvPr/>
        </p:nvSpPr>
        <p:spPr bwMode="auto">
          <a:xfrm>
            <a:off x="2813311" y="6400801"/>
            <a:ext cx="1064693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/>
              <a:t>Sender</a:t>
            </a:r>
          </a:p>
        </p:txBody>
      </p:sp>
      <p:sp>
        <p:nvSpPr>
          <p:cNvPr id="68" name="Text Box 11"/>
          <p:cNvSpPr txBox="1">
            <a:spLocks noChangeArrowheads="1"/>
          </p:cNvSpPr>
          <p:nvPr/>
        </p:nvSpPr>
        <p:spPr bwMode="auto">
          <a:xfrm>
            <a:off x="8184696" y="6400801"/>
            <a:ext cx="1251859" cy="461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1429" tIns="45714" rIns="91429" bIns="45714" anchor="ctr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400" dirty="0"/>
              <a:t>Receiver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93326" y="4233446"/>
            <a:ext cx="9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90001" y="4552063"/>
            <a:ext cx="994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Buffered</a:t>
            </a:r>
          </a:p>
        </p:txBody>
      </p:sp>
    </p:spTree>
    <p:extLst>
      <p:ext uri="{BB962C8B-B14F-4D97-AF65-F5344CB8AC3E}">
        <p14:creationId xmlns:p14="http://schemas.microsoft.com/office/powerpoint/2010/main" val="88354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68" grpId="0" animBg="1"/>
      <p:bldP spid="1127469" grpId="0" animBg="1"/>
      <p:bldP spid="1127470" grpId="0" animBg="1"/>
      <p:bldP spid="1127472" grpId="0" animBg="1"/>
      <p:bldP spid="1127472" grpId="1" animBg="1"/>
      <p:bldP spid="1127473" grpId="0" animBg="1"/>
      <p:bldP spid="1127473" grpId="1" animBg="1"/>
      <p:bldP spid="1127474" grpId="0" animBg="1"/>
      <p:bldP spid="49" grpId="0"/>
      <p:bldP spid="50" grpId="0"/>
      <p:bldP spid="62" grpId="0"/>
      <p:bldP spid="63" grpId="0"/>
      <p:bldP spid="64" grpId="0"/>
      <p:bldP spid="65" grpId="0" animBg="1"/>
      <p:bldP spid="66" grpId="0"/>
      <p:bldP spid="69" grpId="0"/>
      <p:bldP spid="7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EAC9B-1E0E-449A-BBE0-39C121CF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4921"/>
            <a:ext cx="10515600" cy="5012042"/>
          </a:xfrm>
        </p:spPr>
        <p:txBody>
          <a:bodyPr>
            <a:normAutofit/>
          </a:bodyPr>
          <a:lstStyle/>
          <a:p>
            <a:pPr algn="l"/>
            <a:r>
              <a:rPr lang="en-GB" altLang="zh-CN" dirty="0"/>
              <a:t>TCP is a transport layer protocol on top of IP</a:t>
            </a:r>
          </a:p>
          <a:p>
            <a:pPr lvl="1"/>
            <a:r>
              <a:rPr lang="en-GB" altLang="zh-CN" dirty="0"/>
              <a:t>It provides a reliable, ordered, and error-checked byte stream abstraction</a:t>
            </a:r>
          </a:p>
          <a:p>
            <a:r>
              <a:rPr lang="en-GB" altLang="zh-CN" dirty="0"/>
              <a:t>TCP headers look like the following</a:t>
            </a:r>
            <a:r>
              <a:rPr lang="en-US" altLang="zh-CN" dirty="0"/>
              <a:t>:</a:t>
            </a:r>
            <a:endParaRPr lang="en-GB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lvl="2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5B275A-D66E-4975-8FDC-5A0DFCA59A03}"/>
              </a:ext>
            </a:extLst>
          </p:cNvPr>
          <p:cNvSpPr txBox="1">
            <a:spLocks/>
          </p:cNvSpPr>
          <p:nvPr/>
        </p:nvSpPr>
        <p:spPr>
          <a:xfrm>
            <a:off x="838200" y="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b="1" dirty="0"/>
              <a:t>TCP: Overview</a:t>
            </a:r>
            <a:endParaRPr lang="en-US" b="1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E9AA9C4-9EA4-E7E2-3352-19E65C3C6C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66843"/>
            <a:ext cx="7772400" cy="314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92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2EB615-7686-AE1A-FD7F-131B6241A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b="1" dirty="0"/>
              <a:t>TCP: Overview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5D30E2-659E-77E4-7578-541027375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zh-CN" dirty="0"/>
              <a:t>Reliable</a:t>
            </a:r>
          </a:p>
          <a:p>
            <a:pPr lvl="1"/>
            <a:r>
              <a:rPr lang="en-GB" altLang="zh-CN" dirty="0"/>
              <a:t>TCP attempts to resend lost packets; provides a “lossless” view to the application</a:t>
            </a:r>
          </a:p>
          <a:p>
            <a:r>
              <a:rPr lang="en-GB" altLang="zh-CN" dirty="0"/>
              <a:t>Ordered </a:t>
            </a:r>
          </a:p>
          <a:p>
            <a:pPr lvl="1"/>
            <a:r>
              <a:rPr lang="en-GB" altLang="zh-CN" dirty="0"/>
              <a:t>TCP guarantees that the receiver application reads the data in the same order that it was sent</a:t>
            </a:r>
          </a:p>
          <a:p>
            <a:r>
              <a:rPr lang="en-GB" altLang="zh-CN" dirty="0"/>
              <a:t>Error-checked </a:t>
            </a:r>
          </a:p>
          <a:p>
            <a:pPr lvl="1"/>
            <a:r>
              <a:rPr lang="en-GB" altLang="zh-CN" dirty="0"/>
              <a:t>TCP provides a checksum to detect errors in the received data</a:t>
            </a:r>
          </a:p>
          <a:p>
            <a:r>
              <a:rPr lang="en-GB" altLang="zh-CN" dirty="0"/>
              <a:t>Byte stream </a:t>
            </a:r>
          </a:p>
          <a:p>
            <a:pPr lvl="1"/>
            <a:r>
              <a:rPr lang="en-GB" altLang="zh-CN" dirty="0"/>
              <a:t>TCP provides the view of a “stream of bytes” rather than discrete packets to the application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3276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</TotalTime>
  <Words>1034</Words>
  <Application>Microsoft Macintosh PowerPoint</Application>
  <PresentationFormat>宽屏</PresentationFormat>
  <Paragraphs>190</Paragraphs>
  <Slides>20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-apple-system</vt:lpstr>
      <vt:lpstr>Arial</vt:lpstr>
      <vt:lpstr>Calibri</vt:lpstr>
      <vt:lpstr>Calibri Light</vt:lpstr>
      <vt:lpstr>Open Sans</vt:lpstr>
      <vt:lpstr>Office Theme</vt:lpstr>
      <vt:lpstr>CSCI 4430 - Spring 25</vt:lpstr>
      <vt:lpstr>Assignment 2 </vt:lpstr>
      <vt:lpstr>Assignment 2 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Assignment 2: Autograder</vt:lpstr>
      <vt:lpstr>Assignment 2: Bonus Part</vt:lpstr>
      <vt:lpstr>Assignment 2 Overview</vt:lpstr>
      <vt:lpstr>PowerPoint 演示文稿</vt:lpstr>
      <vt:lpstr>GBN example with errors</vt:lpstr>
      <vt:lpstr>SR example with errors</vt:lpstr>
      <vt:lpstr>PowerPoint 演示文稿</vt:lpstr>
      <vt:lpstr>TCP: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4430 - Spring 22</dc:title>
  <dc:creator>SONG, Qingyu</dc:creator>
  <cp:lastModifiedBy>YANG, Yitao</cp:lastModifiedBy>
  <cp:revision>397</cp:revision>
  <dcterms:created xsi:type="dcterms:W3CDTF">2022-01-09T08:27:06Z</dcterms:created>
  <dcterms:modified xsi:type="dcterms:W3CDTF">2025-02-18T11:43:05Z</dcterms:modified>
</cp:coreProperties>
</file>