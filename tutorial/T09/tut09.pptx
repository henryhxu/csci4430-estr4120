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8" r:id="rId3"/>
    <p:sldId id="287" r:id="rId4"/>
    <p:sldId id="294" r:id="rId5"/>
    <p:sldId id="295" r:id="rId6"/>
    <p:sldId id="296" r:id="rId7"/>
    <p:sldId id="298" r:id="rId8"/>
    <p:sldId id="299" r:id="rId9"/>
    <p:sldId id="300" r:id="rId10"/>
    <p:sldId id="301" r:id="rId11"/>
    <p:sldId id="302" r:id="rId12"/>
    <p:sldId id="303" r:id="rId13"/>
    <p:sldId id="272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00"/>
    <p:restoredTop sz="94694"/>
  </p:normalViewPr>
  <p:slideViewPr>
    <p:cSldViewPr snapToGrid="0" snapToObjects="1">
      <p:cViewPr varScale="1">
        <p:scale>
          <a:sx n="117" d="100"/>
          <a:sy n="117" d="100"/>
        </p:scale>
        <p:origin x="208" y="2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haofeng Wu" userId="16cc59afe9483dd5" providerId="LiveId" clId="{AF4EF938-52EB-4FAE-9B3C-E68038366E87}"/>
    <pc:docChg chg="modSld">
      <pc:chgData name="Shaofeng Wu" userId="16cc59afe9483dd5" providerId="LiveId" clId="{AF4EF938-52EB-4FAE-9B3C-E68038366E87}" dt="2025-03-18T15:45:22.513" v="9" actId="20577"/>
      <pc:docMkLst>
        <pc:docMk/>
      </pc:docMkLst>
      <pc:sldChg chg="addSp modSp mod">
        <pc:chgData name="Shaofeng Wu" userId="16cc59afe9483dd5" providerId="LiveId" clId="{AF4EF938-52EB-4FAE-9B3C-E68038366E87}" dt="2025-03-18T15:45:05.645" v="7" actId="1076"/>
        <pc:sldMkLst>
          <pc:docMk/>
          <pc:sldMk cId="267997120" sldId="287"/>
        </pc:sldMkLst>
      </pc:sldChg>
      <pc:sldChg chg="modSp mod">
        <pc:chgData name="Shaofeng Wu" userId="16cc59afe9483dd5" providerId="LiveId" clId="{AF4EF938-52EB-4FAE-9B3C-E68038366E87}" dt="2025-03-18T15:45:22.513" v="9" actId="20577"/>
        <pc:sldMkLst>
          <pc:docMk/>
          <pc:sldMk cId="1908193616" sldId="300"/>
        </pc:sldMkLst>
      </pc:sldChg>
    </pc:docChg>
  </pc:docChgLst>
  <pc:docChgLst>
    <pc:chgData name="Qingyu Song" userId="O4NG2utMRSC9bShTQouuMd1Uq3x00QhxVtEheGSGOoU=" providerId="None" clId="Web-{1A9491C6-FD31-4FA7-98FA-39E25D0B6578}"/>
    <pc:docChg chg="modSld">
      <pc:chgData name="Qingyu Song" userId="O4NG2utMRSC9bShTQouuMd1Uq3x00QhxVtEheGSGOoU=" providerId="None" clId="Web-{1A9491C6-FD31-4FA7-98FA-39E25D0B6578}" dt="2022-01-09T11:29:04.756" v="11" actId="20577"/>
      <pc:docMkLst>
        <pc:docMk/>
      </pc:docMkLst>
      <pc:sldChg chg="modSp">
        <pc:chgData name="Qingyu Song" userId="O4NG2utMRSC9bShTQouuMd1Uq3x00QhxVtEheGSGOoU=" providerId="None" clId="Web-{1A9491C6-FD31-4FA7-98FA-39E25D0B6578}" dt="2022-01-09T11:29:04.756" v="11" actId="20577"/>
        <pc:sldMkLst>
          <pc:docMk/>
          <pc:sldMk cId="1947847713" sldId="257"/>
        </pc:sldMkLst>
      </pc:sldChg>
    </pc:docChg>
  </pc:docChgLst>
  <pc:docChgLst>
    <pc:chgData name="SONG, Qingyu" userId="498998f4-7f18-4549-a740-dcfb6e1e3d22" providerId="ADAL" clId="{0F84402B-494A-D841-9A43-F49E88B6429E}"/>
    <pc:docChg chg="undo redo custSel addSld delSld modSld">
      <pc:chgData name="SONG, Qingyu" userId="498998f4-7f18-4549-a740-dcfb6e1e3d22" providerId="ADAL" clId="{0F84402B-494A-D841-9A43-F49E88B6429E}" dt="2022-01-20T01:06:45.773" v="90"/>
      <pc:docMkLst>
        <pc:docMk/>
      </pc:docMkLst>
      <pc:sldChg chg="addSp">
        <pc:chgData name="SONG, Qingyu" userId="498998f4-7f18-4549-a740-dcfb6e1e3d22" providerId="ADAL" clId="{0F84402B-494A-D841-9A43-F49E88B6429E}" dt="2022-01-19T14:28:08.480" v="0"/>
        <pc:sldMkLst>
          <pc:docMk/>
          <pc:sldMk cId="356419186" sldId="256"/>
        </pc:sldMkLst>
      </pc:sldChg>
      <pc:sldChg chg="modSp mod">
        <pc:chgData name="SONG, Qingyu" userId="498998f4-7f18-4549-a740-dcfb6e1e3d22" providerId="ADAL" clId="{0F84402B-494A-D841-9A43-F49E88B6429E}" dt="2022-01-19T14:28:15.459" v="2" actId="20577"/>
        <pc:sldMkLst>
          <pc:docMk/>
          <pc:sldMk cId="1947847713" sldId="257"/>
        </pc:sldMkLst>
      </pc:sldChg>
      <pc:sldChg chg="modSp mod">
        <pc:chgData name="SONG, Qingyu" userId="498998f4-7f18-4549-a740-dcfb6e1e3d22" providerId="ADAL" clId="{0F84402B-494A-D841-9A43-F49E88B6429E}" dt="2022-01-19T14:28:33.707" v="8" actId="20577"/>
        <pc:sldMkLst>
          <pc:docMk/>
          <pc:sldMk cId="440415094" sldId="258"/>
        </pc:sldMkLst>
      </pc:sldChg>
      <pc:sldChg chg="modSp mod">
        <pc:chgData name="SONG, Qingyu" userId="498998f4-7f18-4549-a740-dcfb6e1e3d22" providerId="ADAL" clId="{0F84402B-494A-D841-9A43-F49E88B6429E}" dt="2022-01-19T14:52:36.846" v="53" actId="20577"/>
        <pc:sldMkLst>
          <pc:docMk/>
          <pc:sldMk cId="746100141" sldId="274"/>
        </pc:sldMkLst>
      </pc:sldChg>
      <pc:sldChg chg="modSp mod modAnim">
        <pc:chgData name="SONG, Qingyu" userId="498998f4-7f18-4549-a740-dcfb6e1e3d22" providerId="ADAL" clId="{0F84402B-494A-D841-9A43-F49E88B6429E}" dt="2022-01-19T14:53:09.710" v="57" actId="20577"/>
        <pc:sldMkLst>
          <pc:docMk/>
          <pc:sldMk cId="442365464" sldId="275"/>
        </pc:sldMkLst>
      </pc:sldChg>
      <pc:sldChg chg="modSp del">
        <pc:chgData name="SONG, Qingyu" userId="498998f4-7f18-4549-a740-dcfb6e1e3d22" providerId="ADAL" clId="{0F84402B-494A-D841-9A43-F49E88B6429E}" dt="2022-01-19T14:53:04.928" v="55" actId="2696"/>
        <pc:sldMkLst>
          <pc:docMk/>
          <pc:sldMk cId="3494430642" sldId="276"/>
        </pc:sldMkLst>
      </pc:sldChg>
      <pc:sldChg chg="modSp mod">
        <pc:chgData name="SONG, Qingyu" userId="498998f4-7f18-4549-a740-dcfb6e1e3d22" providerId="ADAL" clId="{0F84402B-494A-D841-9A43-F49E88B6429E}" dt="2022-01-20T01:06:31.128" v="89" actId="20577"/>
        <pc:sldMkLst>
          <pc:docMk/>
          <pc:sldMk cId="4278079293" sldId="277"/>
        </pc:sldMkLst>
      </pc:sldChg>
      <pc:sldChg chg="modSp">
        <pc:chgData name="SONG, Qingyu" userId="498998f4-7f18-4549-a740-dcfb6e1e3d22" providerId="ADAL" clId="{0F84402B-494A-D841-9A43-F49E88B6429E}" dt="2022-01-19T14:31:13.089" v="14"/>
        <pc:sldMkLst>
          <pc:docMk/>
          <pc:sldMk cId="3882663473" sldId="278"/>
        </pc:sldMkLst>
      </pc:sldChg>
      <pc:sldChg chg="modSp mod">
        <pc:chgData name="SONG, Qingyu" userId="498998f4-7f18-4549-a740-dcfb6e1e3d22" providerId="ADAL" clId="{0F84402B-494A-D841-9A43-F49E88B6429E}" dt="2022-01-20T01:06:45.773" v="90"/>
        <pc:sldMkLst>
          <pc:docMk/>
          <pc:sldMk cId="3927078520" sldId="279"/>
        </pc:sldMkLst>
      </pc:sldChg>
      <pc:sldChg chg="modSp">
        <pc:chgData name="SONG, Qingyu" userId="498998f4-7f18-4549-a740-dcfb6e1e3d22" providerId="ADAL" clId="{0F84402B-494A-D841-9A43-F49E88B6429E}" dt="2022-01-19T14:31:20.046" v="16"/>
        <pc:sldMkLst>
          <pc:docMk/>
          <pc:sldMk cId="1261831385" sldId="280"/>
        </pc:sldMkLst>
      </pc:sldChg>
      <pc:sldChg chg="modSp add mod">
        <pc:chgData name="SONG, Qingyu" userId="498998f4-7f18-4549-a740-dcfb6e1e3d22" providerId="ADAL" clId="{0F84402B-494A-D841-9A43-F49E88B6429E}" dt="2022-01-19T14:55:18" v="62" actId="20577"/>
        <pc:sldMkLst>
          <pc:docMk/>
          <pc:sldMk cId="11664182" sldId="281"/>
        </pc:sldMkLst>
      </pc:sldChg>
    </pc:docChg>
  </pc:docChgLst>
  <pc:docChgLst>
    <pc:chgData name="Shaofeng Wu" userId="16cc59afe9483dd5" providerId="LiveId" clId="{4C8E25FF-694E-492B-A7BA-7579B8070BA3}"/>
    <pc:docChg chg="custSel addSld modSld">
      <pc:chgData name="Shaofeng Wu" userId="16cc59afe9483dd5" providerId="LiveId" clId="{4C8E25FF-694E-492B-A7BA-7579B8070BA3}" dt="2025-02-18T12:13:57.030" v="46" actId="20577"/>
      <pc:docMkLst>
        <pc:docMk/>
      </pc:docMkLst>
      <pc:sldChg chg="modSp mod">
        <pc:chgData name="Shaofeng Wu" userId="16cc59afe9483dd5" providerId="LiveId" clId="{4C8E25FF-694E-492B-A7BA-7579B8070BA3}" dt="2025-02-18T12:12:09.840" v="10" actId="20577"/>
        <pc:sldMkLst>
          <pc:docMk/>
          <pc:sldMk cId="356419186" sldId="256"/>
        </pc:sldMkLst>
      </pc:sldChg>
      <pc:sldChg chg="modSp add mod">
        <pc:chgData name="Shaofeng Wu" userId="16cc59afe9483dd5" providerId="LiveId" clId="{4C8E25FF-694E-492B-A7BA-7579B8070BA3}" dt="2025-02-18T12:13:57.030" v="46" actId="20577"/>
        <pc:sldMkLst>
          <pc:docMk/>
          <pc:sldMk cId="440415094" sldId="258"/>
        </pc:sldMkLst>
      </pc:sldChg>
    </pc:docChg>
  </pc:docChgLst>
  <pc:docChgLst>
    <pc:chgData name="FENG, Yicheng" userId="63ae093e-9cad-467c-bb2d-e823331db8b5" providerId="ADAL" clId="{7CD3B033-05F9-1945-98D7-54A832727D3C}"/>
    <pc:docChg chg="modSld">
      <pc:chgData name="FENG, Yicheng" userId="63ae093e-9cad-467c-bb2d-e823331db8b5" providerId="ADAL" clId="{7CD3B033-05F9-1945-98D7-54A832727D3C}" dt="2025-11-03T03:11:07.994" v="4" actId="20577"/>
      <pc:docMkLst>
        <pc:docMk/>
      </pc:docMkLst>
      <pc:sldChg chg="modSp mod">
        <pc:chgData name="FENG, Yicheng" userId="63ae093e-9cad-467c-bb2d-e823331db8b5" providerId="ADAL" clId="{7CD3B033-05F9-1945-98D7-54A832727D3C}" dt="2025-11-03T03:11:07.994" v="4" actId="20577"/>
        <pc:sldMkLst>
          <pc:docMk/>
          <pc:sldMk cId="356419186" sldId="256"/>
        </pc:sldMkLst>
        <pc:spChg chg="mod">
          <ac:chgData name="FENG, Yicheng" userId="63ae093e-9cad-467c-bb2d-e823331db8b5" providerId="ADAL" clId="{7CD3B033-05F9-1945-98D7-54A832727D3C}" dt="2025-11-03T03:11:07.994" v="4" actId="20577"/>
          <ac:spMkLst>
            <pc:docMk/>
            <pc:sldMk cId="356419186" sldId="256"/>
            <ac:spMk id="2" creationId="{37E55C1B-43BC-8B40-A7BE-D3C3F3D8A40E}"/>
          </ac:spMkLst>
        </pc:spChg>
      </pc:sldChg>
    </pc:docChg>
  </pc:docChgLst>
  <pc:docChgLst>
    <pc:chgData name="SONG, Qingyu" userId="498998f4-7f18-4549-a740-dcfb6e1e3d22" providerId="ADAL" clId="{A2A67607-707D-9A4B-B498-57C0CB8C6AF6}"/>
    <pc:docChg chg="undo custSel addSld delSld modSld">
      <pc:chgData name="SONG, Qingyu" userId="498998f4-7f18-4549-a740-dcfb6e1e3d22" providerId="ADAL" clId="{A2A67607-707D-9A4B-B498-57C0CB8C6AF6}" dt="2022-01-09T09:39:47.453" v="739" actId="20577"/>
      <pc:docMkLst>
        <pc:docMk/>
      </pc:docMkLst>
      <pc:sldChg chg="modSp mod">
        <pc:chgData name="SONG, Qingyu" userId="498998f4-7f18-4549-a740-dcfb6e1e3d22" providerId="ADAL" clId="{A2A67607-707D-9A4B-B498-57C0CB8C6AF6}" dt="2022-01-09T08:43:56.456" v="166" actId="27636"/>
        <pc:sldMkLst>
          <pc:docMk/>
          <pc:sldMk cId="356419186" sldId="256"/>
        </pc:sldMkLst>
      </pc:sldChg>
      <pc:sldChg chg="modSp mod">
        <pc:chgData name="SONG, Qingyu" userId="498998f4-7f18-4549-a740-dcfb6e1e3d22" providerId="ADAL" clId="{A2A67607-707D-9A4B-B498-57C0CB8C6AF6}" dt="2022-01-09T09:39:47.453" v="739" actId="20577"/>
        <pc:sldMkLst>
          <pc:docMk/>
          <pc:sldMk cId="1947847713" sldId="257"/>
        </pc:sldMkLst>
      </pc:sldChg>
      <pc:sldChg chg="modSp add mod">
        <pc:chgData name="SONG, Qingyu" userId="498998f4-7f18-4549-a740-dcfb6e1e3d22" providerId="ADAL" clId="{A2A67607-707D-9A4B-B498-57C0CB8C6AF6}" dt="2022-01-09T08:45:17.052" v="215" actId="20577"/>
        <pc:sldMkLst>
          <pc:docMk/>
          <pc:sldMk cId="440415094" sldId="258"/>
        </pc:sldMkLst>
      </pc:sldChg>
      <pc:sldChg chg="new del">
        <pc:chgData name="SONG, Qingyu" userId="498998f4-7f18-4549-a740-dcfb6e1e3d22" providerId="ADAL" clId="{A2A67607-707D-9A4B-B498-57C0CB8C6AF6}" dt="2022-01-09T08:44:50.281" v="173" actId="680"/>
        <pc:sldMkLst>
          <pc:docMk/>
          <pc:sldMk cId="1741813886" sldId="258"/>
        </pc:sldMkLst>
      </pc:sldChg>
      <pc:sldChg chg="modSp add mod">
        <pc:chgData name="SONG, Qingyu" userId="498998f4-7f18-4549-a740-dcfb6e1e3d22" providerId="ADAL" clId="{A2A67607-707D-9A4B-B498-57C0CB8C6AF6}" dt="2022-01-09T08:46:18.147" v="243" actId="123"/>
        <pc:sldMkLst>
          <pc:docMk/>
          <pc:sldMk cId="1573737923" sldId="259"/>
        </pc:sldMkLst>
      </pc:sldChg>
      <pc:sldChg chg="add del">
        <pc:chgData name="SONG, Qingyu" userId="498998f4-7f18-4549-a740-dcfb6e1e3d22" providerId="ADAL" clId="{A2A67607-707D-9A4B-B498-57C0CB8C6AF6}" dt="2022-01-09T08:45:26.162" v="217"/>
        <pc:sldMkLst>
          <pc:docMk/>
          <pc:sldMk cId="2702226723" sldId="259"/>
        </pc:sldMkLst>
      </pc:sldChg>
      <pc:sldChg chg="addSp delSp modSp add mod">
        <pc:chgData name="SONG, Qingyu" userId="498998f4-7f18-4549-a740-dcfb6e1e3d22" providerId="ADAL" clId="{A2A67607-707D-9A4B-B498-57C0CB8C6AF6}" dt="2022-01-09T08:48:11.318" v="252" actId="1076"/>
        <pc:sldMkLst>
          <pc:docMk/>
          <pc:sldMk cId="2648031906" sldId="260"/>
        </pc:sldMkLst>
      </pc:sldChg>
      <pc:sldChg chg="addSp delSp modSp add mod">
        <pc:chgData name="SONG, Qingyu" userId="498998f4-7f18-4549-a740-dcfb6e1e3d22" providerId="ADAL" clId="{A2A67607-707D-9A4B-B498-57C0CB8C6AF6}" dt="2022-01-09T08:48:40.756" v="255"/>
        <pc:sldMkLst>
          <pc:docMk/>
          <pc:sldMk cId="2279024797" sldId="261"/>
        </pc:sldMkLst>
      </pc:sldChg>
      <pc:sldChg chg="addSp delSp modSp add mod">
        <pc:chgData name="SONG, Qingyu" userId="498998f4-7f18-4549-a740-dcfb6e1e3d22" providerId="ADAL" clId="{A2A67607-707D-9A4B-B498-57C0CB8C6AF6}" dt="2022-01-09T08:52:22.570" v="367"/>
        <pc:sldMkLst>
          <pc:docMk/>
          <pc:sldMk cId="2946419580" sldId="262"/>
        </pc:sldMkLst>
      </pc:sldChg>
      <pc:sldChg chg="addSp modSp add mod">
        <pc:chgData name="SONG, Qingyu" userId="498998f4-7f18-4549-a740-dcfb6e1e3d22" providerId="ADAL" clId="{A2A67607-707D-9A4B-B498-57C0CB8C6AF6}" dt="2022-01-09T09:02:56.402" v="628" actId="1076"/>
        <pc:sldMkLst>
          <pc:docMk/>
          <pc:sldMk cId="2477746496" sldId="263"/>
        </pc:sldMkLst>
      </pc:sldChg>
      <pc:sldChg chg="addSp delSp modSp add mod">
        <pc:chgData name="SONG, Qingyu" userId="498998f4-7f18-4549-a740-dcfb6e1e3d22" providerId="ADAL" clId="{A2A67607-707D-9A4B-B498-57C0CB8C6AF6}" dt="2022-01-09T09:00:55.037" v="585" actId="1036"/>
        <pc:sldMkLst>
          <pc:docMk/>
          <pc:sldMk cId="3355003134" sldId="264"/>
        </pc:sldMkLst>
      </pc:sldChg>
      <pc:sldChg chg="addSp delSp modSp add mod">
        <pc:chgData name="SONG, Qingyu" userId="498998f4-7f18-4549-a740-dcfb6e1e3d22" providerId="ADAL" clId="{A2A67607-707D-9A4B-B498-57C0CB8C6AF6}" dt="2022-01-09T09:01:01.172" v="602" actId="1036"/>
        <pc:sldMkLst>
          <pc:docMk/>
          <pc:sldMk cId="3781525919" sldId="265"/>
        </pc:sldMkLst>
      </pc:sldChg>
      <pc:sldChg chg="add del">
        <pc:chgData name="SONG, Qingyu" userId="498998f4-7f18-4549-a740-dcfb6e1e3d22" providerId="ADAL" clId="{A2A67607-707D-9A4B-B498-57C0CB8C6AF6}" dt="2022-01-09T08:56:47.408" v="466" actId="2696"/>
        <pc:sldMkLst>
          <pc:docMk/>
          <pc:sldMk cId="1610562717" sldId="266"/>
        </pc:sldMkLst>
      </pc:sldChg>
      <pc:sldChg chg="addSp delSp modSp add mod">
        <pc:chgData name="SONG, Qingyu" userId="498998f4-7f18-4549-a740-dcfb6e1e3d22" providerId="ADAL" clId="{A2A67607-707D-9A4B-B498-57C0CB8C6AF6}" dt="2022-01-09T09:01:29.138" v="610" actId="1076"/>
        <pc:sldMkLst>
          <pc:docMk/>
          <pc:sldMk cId="3863058764" sldId="266"/>
        </pc:sldMkLst>
      </pc:sldChg>
      <pc:sldChg chg="add del">
        <pc:chgData name="SONG, Qingyu" userId="498998f4-7f18-4549-a740-dcfb6e1e3d22" providerId="ADAL" clId="{A2A67607-707D-9A4B-B498-57C0CB8C6AF6}" dt="2022-01-09T08:56:47.926" v="467" actId="2696"/>
        <pc:sldMkLst>
          <pc:docMk/>
          <pc:sldMk cId="2034820447" sldId="267"/>
        </pc:sldMkLst>
      </pc:sldChg>
      <pc:sldChg chg="addSp delSp modSp add mod">
        <pc:chgData name="SONG, Qingyu" userId="498998f4-7f18-4549-a740-dcfb6e1e3d22" providerId="ADAL" clId="{A2A67607-707D-9A4B-B498-57C0CB8C6AF6}" dt="2022-01-09T09:03:51.796" v="655" actId="1037"/>
        <pc:sldMkLst>
          <pc:docMk/>
          <pc:sldMk cId="4271156151" sldId="267"/>
        </pc:sldMkLst>
      </pc:sldChg>
      <pc:sldChg chg="addSp delSp modSp add mod">
        <pc:chgData name="SONG, Qingyu" userId="498998f4-7f18-4549-a740-dcfb6e1e3d22" providerId="ADAL" clId="{A2A67607-707D-9A4B-B498-57C0CB8C6AF6}" dt="2022-01-09T09:04:30.224" v="673" actId="1076"/>
        <pc:sldMkLst>
          <pc:docMk/>
          <pc:sldMk cId="3168600580" sldId="268"/>
        </pc:sldMkLst>
      </pc:sldChg>
      <pc:sldChg chg="addSp delSp modSp add mod">
        <pc:chgData name="SONG, Qingyu" userId="498998f4-7f18-4549-a740-dcfb6e1e3d22" providerId="ADAL" clId="{A2A67607-707D-9A4B-B498-57C0CB8C6AF6}" dt="2022-01-09T09:05:24.298" v="694" actId="1076"/>
        <pc:sldMkLst>
          <pc:docMk/>
          <pc:sldMk cId="1589765134" sldId="269"/>
        </pc:sldMkLst>
      </pc:sldChg>
      <pc:sldChg chg="delSp modSp add mod">
        <pc:chgData name="SONG, Qingyu" userId="498998f4-7f18-4549-a740-dcfb6e1e3d22" providerId="ADAL" clId="{A2A67607-707D-9A4B-B498-57C0CB8C6AF6}" dt="2022-01-09T09:17:41.699" v="736"/>
        <pc:sldMkLst>
          <pc:docMk/>
          <pc:sldMk cId="1871005255" sldId="270"/>
        </pc:sldMkLst>
      </pc:sldChg>
      <pc:sldChg chg="modSp add mod">
        <pc:chgData name="SONG, Qingyu" userId="498998f4-7f18-4549-a740-dcfb6e1e3d22" providerId="ADAL" clId="{A2A67607-707D-9A4B-B498-57C0CB8C6AF6}" dt="2022-01-09T09:10:29.220" v="720" actId="403"/>
        <pc:sldMkLst>
          <pc:docMk/>
          <pc:sldMk cId="616564471" sldId="271"/>
        </pc:sldMkLst>
      </pc:sldChg>
      <pc:sldChg chg="addSp delSp modSp new mod">
        <pc:chgData name="SONG, Qingyu" userId="498998f4-7f18-4549-a740-dcfb6e1e3d22" providerId="ADAL" clId="{A2A67607-707D-9A4B-B498-57C0CB8C6AF6}" dt="2022-01-09T09:11:07.645" v="730" actId="1076"/>
        <pc:sldMkLst>
          <pc:docMk/>
          <pc:sldMk cId="3216618933" sldId="272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265656F-E94E-4266-B808-01646AFF7213}" type="datetimeFigureOut">
              <a:rPr lang="en-US" smtClean="0"/>
              <a:t>11/3/25</a:t>
            </a:fld>
            <a:endParaRPr 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0418493-4DB9-4761-89EA-EC89205FC1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17106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CA81B1-2540-6743-ABB4-0E292A122BE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15AD417-B984-E443-AB4F-C92143CD1BA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6006C3-5569-404A-A00F-D4521490E5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25905D-C0C4-D040-B3F5-79CCA23FA4EB}" type="datetimeFigureOut">
              <a:rPr lang="en-US" smtClean="0"/>
              <a:t>11/3/25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19AC1B-9F9B-7C4C-AD2B-75AB838743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C20CFE-8FE9-EB4E-A8E1-AE36C51E48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75FB78-5F16-864A-B0AF-52552E8F5D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41128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3D011E-DCDE-C342-A56C-2EAC9B225B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98A12E-F58F-7A41-BFC0-F72ABF92C8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59EBF6-8755-7E49-B0D7-FB2F3BB92C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25905D-C0C4-D040-B3F5-79CCA23FA4EB}" type="datetimeFigureOut">
              <a:rPr lang="en-US" smtClean="0"/>
              <a:t>11/3/25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FEA0E9-4BD6-7644-BA8D-7470DF7661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40FEFB-6605-6C41-87AB-0F5AA21FDE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75FB78-5F16-864A-B0AF-52552E8F5D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91281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F64326-D9A3-1A44-8452-04D5A488E2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EA07CA1-149F-4C4E-8D54-13D1A92527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D652F9-B0E8-F941-8A14-1BEB86F97E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25905D-C0C4-D040-B3F5-79CCA23FA4EB}" type="datetimeFigureOut">
              <a:rPr lang="en-US" smtClean="0"/>
              <a:t>11/3/25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8F3F9B-475A-C14C-A0E3-E96F9ED3BD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CFE635-695A-2C43-855F-CF2C41BD89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75FB78-5F16-864A-B0AF-52552E8F5D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13299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97B479-481A-0E49-8D52-0BE021ED29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C541EA-D1C3-8E4A-B80B-8390B466F6E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0AE356B-D1EA-5247-B0F3-0476CB9307B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9A32C0-D4EC-FD47-BD75-CDDACA4419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25905D-C0C4-D040-B3F5-79CCA23FA4EB}" type="datetimeFigureOut">
              <a:rPr lang="en-US" smtClean="0"/>
              <a:t>11/3/25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343B967-A303-124B-BA06-4BAEC0497F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193EAE9-F2F8-7E42-9BF7-5A60A32A39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75FB78-5F16-864A-B0AF-52552E8F5D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65045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1C2CE6-C39C-9045-94F8-9B43CA9D24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F926E9-9778-2846-B43B-4A7267120C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A996341-9374-DF4E-B9F6-A94758E38A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D5E4306-B762-C746-B6F4-16DFD70CB64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A704D85-B6B3-0A42-925A-38933F782EE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75CA7DE-DF2D-DD4B-8D9A-4B40F820DC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25905D-C0C4-D040-B3F5-79CCA23FA4EB}" type="datetimeFigureOut">
              <a:rPr lang="en-US" smtClean="0"/>
              <a:t>11/3/25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D6E122F-5BD1-454E-A133-FE0AB5CD2D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5903D25-9E17-0044-9543-53299894B8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75FB78-5F16-864A-B0AF-52552E8F5D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12543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3D4217-17EF-3B45-93F5-B23C54148C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D4CDDD4-A221-CE49-9EB3-456758E56F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25905D-C0C4-D040-B3F5-79CCA23FA4EB}" type="datetimeFigureOut">
              <a:rPr lang="en-US" smtClean="0"/>
              <a:t>11/3/25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65879A2-4394-CD4B-9263-3DDC707A45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21ECC98-0E91-594B-AC7F-127A4DD398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75FB78-5F16-864A-B0AF-52552E8F5D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00218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1D70CAD-9D94-0544-90C0-985EDEA907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25905D-C0C4-D040-B3F5-79CCA23FA4EB}" type="datetimeFigureOut">
              <a:rPr lang="en-US" smtClean="0"/>
              <a:t>11/3/25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C739153-BA93-C64C-B9BC-ECAD241737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2EC52B-8EB5-C146-B069-115FF80454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75FB78-5F16-864A-B0AF-52552E8F5D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68761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FB9339-BB2A-AB4C-A011-36281FB8C2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BB9FD2-C72C-D746-8FEF-4B09D248F9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14212A7-AD11-0642-87B6-8FC8A576344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1FEE618-4BEB-D848-A755-D0B3815B69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25905D-C0C4-D040-B3F5-79CCA23FA4EB}" type="datetimeFigureOut">
              <a:rPr lang="en-US" smtClean="0"/>
              <a:t>11/3/25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49F7CBA-7A19-1743-9814-DDBE48E60A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1CF1DF5-1759-1846-85A4-293FE90605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75FB78-5F16-864A-B0AF-52552E8F5D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16225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8FE6E1-ED4F-1D4C-B60C-89E3D8EF6C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0A6747D-0A18-D14E-9E1F-8914CD61187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99873C7-5733-564B-AEBA-F2F0FEFCC92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CB7B211-4DF6-9442-9953-6292F18757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25905D-C0C4-D040-B3F5-79CCA23FA4EB}" type="datetimeFigureOut">
              <a:rPr lang="en-US" smtClean="0"/>
              <a:t>11/3/25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0D0981E-2ABE-7048-AC75-D8C8477246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B466DC9-3D33-FE44-A5E3-A0B734DF51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75FB78-5F16-864A-B0AF-52552E8F5D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39687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08CAB9-FB2B-C540-B5C7-A162BB5F27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5B419EE-DACB-ED41-9BC3-137129D6FE4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F4D66E-AA24-0A49-872D-17B778563E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25905D-C0C4-D040-B3F5-79CCA23FA4EB}" type="datetimeFigureOut">
              <a:rPr lang="en-US" smtClean="0"/>
              <a:t>11/3/25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8B7280-38D0-E542-8CFE-089B78DF08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BE1198-80CE-3D48-8EEE-D994007D70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75FB78-5F16-864A-B0AF-52552E8F5D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70468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DAF88F6-3858-2147-8565-3ABE064ABAE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3579688-6666-4A47-AB44-B55E2BF0EBB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CEBA88-1DD5-DC4A-AFB4-8B03BBD45A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25905D-C0C4-D040-B3F5-79CCA23FA4EB}" type="datetimeFigureOut">
              <a:rPr lang="en-US" smtClean="0"/>
              <a:t>11/3/25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D9944A-C4EB-B943-8190-BF118811DF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4E4696-702A-BD44-9A3C-F8C85C27C8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75FB78-5F16-864A-B0AF-52552E8F5D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06531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873DFB7-9581-4D48-AAE2-C17529315D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C3503A-E2B1-0944-B035-77EF7A9439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89E476-F670-2B47-81DC-675E7D1F7DC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25905D-C0C4-D040-B3F5-79CCA23FA4EB}" type="datetimeFigureOut">
              <a:rPr lang="en-US" smtClean="0"/>
              <a:t>11/3/25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1F1A25-0D30-0E4C-A201-3259214DFAC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92BE1C-D630-6544-8677-F74CB5078C9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75FB78-5F16-864A-B0AF-52552E8F5D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00349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E55C1B-43BC-8B40-A7BE-D3C3F3D8A40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705674"/>
            <a:ext cx="9144000" cy="2387600"/>
          </a:xfrm>
        </p:spPr>
        <p:txBody>
          <a:bodyPr>
            <a:normAutofit/>
          </a:bodyPr>
          <a:lstStyle/>
          <a:p>
            <a:r>
              <a:rPr lang="en-US" sz="6600" b="1" dirty="0"/>
              <a:t>CSCI 4430 – Fall</a:t>
            </a:r>
            <a:r>
              <a:rPr lang="en-US" altLang="zh-CN" sz="6600" b="1" dirty="0"/>
              <a:t> 25</a:t>
            </a:r>
            <a:endParaRPr lang="en-US" sz="6600" b="1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CEAD46B-2981-B54E-B7BD-5B165BCFE3E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342817"/>
            <a:ext cx="9144000" cy="1655762"/>
          </a:xfrm>
        </p:spPr>
        <p:txBody>
          <a:bodyPr>
            <a:normAutofit/>
          </a:bodyPr>
          <a:lstStyle/>
          <a:p>
            <a:r>
              <a:rPr lang="en-US" sz="3600" b="1" dirty="0"/>
              <a:t>Tutorial </a:t>
            </a:r>
            <a:r>
              <a:rPr lang="en-US" altLang="zh-CN" sz="3600" b="1" dirty="0"/>
              <a:t>9</a:t>
            </a:r>
            <a:endParaRPr lang="en-US" sz="3600" b="1" dirty="0"/>
          </a:p>
          <a:p>
            <a:endParaRPr lang="en-US" sz="3600" b="1" dirty="0"/>
          </a:p>
          <a:p>
            <a:pPr algn="r"/>
            <a:r>
              <a:rPr lang="en-US" altLang="zh-CN" sz="2000" b="1" dirty="0"/>
              <a:t>Credits to </a:t>
            </a:r>
            <a:r>
              <a:rPr lang="en-US" altLang="zh-CN" sz="2000" b="1" dirty="0" err="1"/>
              <a:t>Umich</a:t>
            </a:r>
            <a:r>
              <a:rPr lang="en-US" altLang="zh-CN" sz="2000" b="1" dirty="0"/>
              <a:t> EECS 489 Discussion 7</a:t>
            </a:r>
            <a:endParaRPr lang="en-US" altLang="zh-CN" sz="3200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D90C243-66EE-9844-B6C9-297837E8D7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0000" y="1270000"/>
            <a:ext cx="63500" cy="762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19BED88-AA1D-3144-ABB6-9C775BCC27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0000" y="1270000"/>
            <a:ext cx="63500" cy="76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4191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C79BA1-37A3-5741-B0A1-E64646E428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20472D-613F-3748-9CBD-88055CDB4B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sz="3200" dirty="0"/>
              <a:t>Questions on IP and IP routing</a:t>
            </a:r>
            <a:endParaRPr lang="en-US" sz="3200" dirty="0">
              <a:solidFill>
                <a:schemeClr val="bg2">
                  <a:lumMod val="9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404150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C79BA1-37A3-5741-B0A1-E64646E428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4206"/>
            <a:ext cx="10515600" cy="1325563"/>
          </a:xfrm>
        </p:spPr>
        <p:txBody>
          <a:bodyPr/>
          <a:lstStyle/>
          <a:p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Q1 IP True or False </a:t>
            </a:r>
            <a:endParaRPr lang="en-US" altLang="zh-CN" dirty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20472D-613F-3748-9CBD-88055CDB4B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39953"/>
            <a:ext cx="10515600" cy="1796573"/>
          </a:xfrm>
          <a:ln w="19050">
            <a:solidFill>
              <a:schemeClr val="tx1"/>
            </a:solidFill>
          </a:ln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dirty="0"/>
              <a:t>IPv6 packet headers have fixed size and thus are more efficient to process. However, because an IPv6 header uses 128-bit source and destination addresses instead of 32-bit ones, it is larger than any IPv4 header. </a:t>
            </a:r>
            <a:endParaRPr lang="en-US" altLang="zh-CN" sz="2000" dirty="0">
              <a:effectLst/>
            </a:endParaRP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3A7EC6F6-3A9C-6A4E-9F5B-60AABA1D48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1EE3D794-DB4E-C14E-A5D2-84852F6CC9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C7F3A056-7FE7-B442-B5F9-555066272DB9}"/>
              </a:ext>
            </a:extLst>
          </p:cNvPr>
          <p:cNvSpPr txBox="1">
            <a:spLocks/>
          </p:cNvSpPr>
          <p:nvPr/>
        </p:nvSpPr>
        <p:spPr>
          <a:xfrm>
            <a:off x="838200" y="3512990"/>
            <a:ext cx="10515600" cy="17965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8DE9AFD5-F739-1940-89F5-7B1C83C2CD31}"/>
              </a:ext>
            </a:extLst>
          </p:cNvPr>
          <p:cNvSpPr txBox="1">
            <a:spLocks/>
          </p:cNvSpPr>
          <p:nvPr/>
        </p:nvSpPr>
        <p:spPr>
          <a:xfrm>
            <a:off x="838200" y="4065917"/>
            <a:ext cx="10515600" cy="17965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zh-CN" sz="2400" dirty="0">
                <a:solidFill>
                  <a:srgbClr val="BF0000"/>
                </a:solidFill>
                <a:latin typeface="Arial" panose="020B0604020202020204" pitchFamily="34" charset="0"/>
                <a:ea typeface="GillSans" panose="020B0502020104020203" pitchFamily="34" charset="-79"/>
              </a:rPr>
              <a:t>False. IPv6 headers are always 40 B and IPv4 headers can be 20 - 60 B. </a:t>
            </a:r>
            <a:endParaRPr lang="zh-CN" altLang="zh-CN" sz="1600" dirty="0">
              <a:latin typeface="Arial" panose="020B0604020202020204" pitchFamily="34" charset="0"/>
            </a:endParaRPr>
          </a:p>
        </p:txBody>
      </p:sp>
      <p:pic>
        <p:nvPicPr>
          <p:cNvPr id="1026" name="Picture 2" descr="undefined">
            <a:extLst>
              <a:ext uri="{FF2B5EF4-FFF2-40B4-BE49-F238E27FC236}">
                <a16:creationId xmlns:a16="http://schemas.microsoft.com/office/drawing/2014/main" id="{4FF6D860-7D67-912E-563A-BDF1D40544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95872" y="4579687"/>
            <a:ext cx="4757928" cy="21732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53C3C66-D225-D617-4457-222DEBBBAE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4603960"/>
            <a:ext cx="5354333" cy="21247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9971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C79BA1-37A3-5741-B0A1-E64646E428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4206"/>
            <a:ext cx="10515600" cy="1325563"/>
          </a:xfrm>
        </p:spPr>
        <p:txBody>
          <a:bodyPr/>
          <a:lstStyle/>
          <a:p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Q2 IP MCQ </a:t>
            </a:r>
            <a:endParaRPr lang="en-US" altLang="zh-CN" dirty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20472D-613F-3748-9CBD-88055CDB4B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39953"/>
            <a:ext cx="10515600" cy="3176292"/>
          </a:xfrm>
          <a:ln w="19050">
            <a:solidFill>
              <a:schemeClr val="tx1"/>
            </a:solidFill>
          </a:ln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endParaRPr lang="en-US" altLang="zh-CN" sz="3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altLang="zh-CN" sz="3800" dirty="0">
                <a:latin typeface="Arial" panose="020B0604020202020204" pitchFamily="34" charset="0"/>
                <a:cs typeface="Arial" panose="020B0604020202020204" pitchFamily="34" charset="0"/>
              </a:rPr>
              <a:t>Which is </a:t>
            </a:r>
            <a:r>
              <a:rPr lang="en-US" altLang="zh-CN" sz="3800" b="1" dirty="0">
                <a:latin typeface="Arial" panose="020B0604020202020204" pitchFamily="34" charset="0"/>
                <a:cs typeface="Arial" panose="020B0604020202020204" pitchFamily="34" charset="0"/>
              </a:rPr>
              <a:t>NOT </a:t>
            </a:r>
            <a:r>
              <a:rPr lang="en-US" altLang="zh-CN" sz="3800" dirty="0">
                <a:latin typeface="Arial" panose="020B0604020202020204" pitchFamily="34" charset="0"/>
                <a:cs typeface="Arial" panose="020B0604020202020204" pitchFamily="34" charset="0"/>
              </a:rPr>
              <a:t>the four basic processes used in the IP to accomplish end-to-end transport? </a:t>
            </a:r>
          </a:p>
          <a:p>
            <a:pPr marL="0" indent="0">
              <a:buNone/>
            </a:pPr>
            <a:endParaRPr lang="en-US" altLang="zh-C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1.</a:t>
            </a:r>
            <a:r>
              <a:rPr lang="zh-CN" alt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Addressing packets with an IP address </a:t>
            </a:r>
          </a:p>
          <a:p>
            <a:pPr marL="0" indent="0">
              <a:buNone/>
            </a:pP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2.</a:t>
            </a:r>
            <a:r>
              <a:rPr lang="zh-CN" alt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Encapsulation </a:t>
            </a:r>
          </a:p>
          <a:p>
            <a:pPr marL="0" indent="0">
              <a:buNone/>
            </a:pP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3.</a:t>
            </a:r>
            <a:r>
              <a:rPr lang="zh-CN" alt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Guaranteed delivery </a:t>
            </a:r>
          </a:p>
          <a:p>
            <a:pPr marL="0" indent="0">
              <a:buNone/>
            </a:pP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4.</a:t>
            </a:r>
            <a:r>
              <a:rPr lang="zh-CN" alt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Routing </a:t>
            </a:r>
          </a:p>
          <a:p>
            <a:pPr marL="0" indent="0">
              <a:buNone/>
            </a:pP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5.</a:t>
            </a:r>
            <a:r>
              <a:rPr lang="zh-CN" alt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Decapsulation 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3A7EC6F6-3A9C-6A4E-9F5B-60AABA1D48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1EE3D794-DB4E-C14E-A5D2-84852F6CC9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C7F3A056-7FE7-B442-B5F9-555066272DB9}"/>
              </a:ext>
            </a:extLst>
          </p:cNvPr>
          <p:cNvSpPr txBox="1">
            <a:spLocks/>
          </p:cNvSpPr>
          <p:nvPr/>
        </p:nvSpPr>
        <p:spPr>
          <a:xfrm>
            <a:off x="838200" y="3512990"/>
            <a:ext cx="10515600" cy="17965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8DE9AFD5-F739-1940-89F5-7B1C83C2CD31}"/>
              </a:ext>
            </a:extLst>
          </p:cNvPr>
          <p:cNvSpPr txBox="1">
            <a:spLocks/>
          </p:cNvSpPr>
          <p:nvPr/>
        </p:nvSpPr>
        <p:spPr>
          <a:xfrm>
            <a:off x="838200" y="5043948"/>
            <a:ext cx="10515600" cy="818542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dirty="0">
                <a:solidFill>
                  <a:srgbClr val="FF0000"/>
                </a:solidFill>
              </a:rPr>
              <a:t>IP only provides best-effort delivery.</a:t>
            </a:r>
          </a:p>
          <a:p>
            <a:pPr marL="0" indent="0">
              <a:buNone/>
            </a:pPr>
            <a:r>
              <a:rPr lang="en-US" altLang="zh-CN" dirty="0">
                <a:solidFill>
                  <a:srgbClr val="FF0000"/>
                </a:solidFill>
              </a:rPr>
              <a:t>Guaranteed delivery is provided by</a:t>
            </a:r>
            <a:r>
              <a:rPr lang="zh-CN" altLang="en-US" dirty="0">
                <a:solidFill>
                  <a:srgbClr val="FF0000"/>
                </a:solidFill>
              </a:rPr>
              <a:t> </a:t>
            </a:r>
            <a:r>
              <a:rPr lang="en-US" altLang="zh-CN" dirty="0">
                <a:solidFill>
                  <a:srgbClr val="FF0000"/>
                </a:solidFill>
              </a:rPr>
              <a:t>Transport Layer (</a:t>
            </a:r>
            <a:r>
              <a:rPr lang="en-US" altLang="zh-CN" dirty="0" err="1">
                <a:solidFill>
                  <a:srgbClr val="FF0000"/>
                </a:solidFill>
              </a:rPr>
              <a:t>e.g.TCP</a:t>
            </a:r>
            <a:r>
              <a:rPr lang="en-US" altLang="zh-CN" dirty="0">
                <a:solidFill>
                  <a:srgbClr val="FF0000"/>
                </a:solidFill>
              </a:rPr>
              <a:t>) </a:t>
            </a:r>
            <a:endParaRPr lang="en-US" altLang="zh-CN" sz="2400" dirty="0">
              <a:solidFill>
                <a:srgbClr val="FF0000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8228738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C79BA1-37A3-5741-B0A1-E64646E428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4206"/>
            <a:ext cx="10515600" cy="1325563"/>
          </a:xfrm>
        </p:spPr>
        <p:txBody>
          <a:bodyPr/>
          <a:lstStyle/>
          <a:p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Q3 IP Fragmentation </a:t>
            </a:r>
            <a:endParaRPr lang="en-US" altLang="zh-CN" dirty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20472D-613F-3748-9CBD-88055CDB4B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39952"/>
            <a:ext cx="10515600" cy="3690847"/>
          </a:xfrm>
          <a:ln w="19050">
            <a:solidFill>
              <a:schemeClr val="tx1"/>
            </a:solidFill>
          </a:ln>
        </p:spPr>
        <p:txBody>
          <a:bodyPr>
            <a:normAutofit lnSpcReduction="10000"/>
          </a:bodyPr>
          <a:lstStyle/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Suppose</a:t>
            </a:r>
            <a:r>
              <a:rPr lang="zh-CN" altLang="en-US" dirty="0"/>
              <a:t> </a:t>
            </a:r>
            <a:r>
              <a:rPr lang="en-US" altLang="zh-CN" dirty="0"/>
              <a:t>a TCP message containing 2048 bytes of data and 20 bytes of TCP header is passed to IP for delivery across two networks of the Internet.</a:t>
            </a:r>
            <a:r>
              <a:rPr lang="zh-CN" altLang="en-US" dirty="0"/>
              <a:t> </a:t>
            </a:r>
            <a:r>
              <a:rPr lang="en-US" altLang="zh-CN" dirty="0"/>
              <a:t>The first network has an MTU of 1024 bytes; the second has an MTU of 512 bytes. </a:t>
            </a:r>
          </a:p>
          <a:p>
            <a:pPr marL="0" indent="0">
              <a:buNone/>
            </a:pPr>
            <a:r>
              <a:rPr lang="en-US" altLang="zh-CN" dirty="0"/>
              <a:t>Give the sizes and offsets of the fragments delivered to the network layer at the destination host.</a:t>
            </a:r>
            <a:br>
              <a:rPr lang="en-US" altLang="zh-CN" dirty="0"/>
            </a:br>
            <a:r>
              <a:rPr lang="en-US" altLang="zh-CN" dirty="0"/>
              <a:t>Assume all IP headers are 20 bytes.</a:t>
            </a:r>
            <a:r>
              <a:rPr lang="zh-CN" altLang="en-US" dirty="0"/>
              <a:t> </a:t>
            </a:r>
            <a:r>
              <a:rPr lang="en-US" altLang="zh-CN" dirty="0"/>
              <a:t>Assume we send out the largest fragments whenever we can. </a:t>
            </a:r>
          </a:p>
          <a:p>
            <a:pPr marL="0" indent="0">
              <a:buNone/>
            </a:pPr>
            <a:endParaRPr lang="en-US" altLang="zh-C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3A7EC6F6-3A9C-6A4E-9F5B-60AABA1D48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1EE3D794-DB4E-C14E-A5D2-84852F6CC9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C7F3A056-7FE7-B442-B5F9-555066272DB9}"/>
              </a:ext>
            </a:extLst>
          </p:cNvPr>
          <p:cNvSpPr txBox="1">
            <a:spLocks/>
          </p:cNvSpPr>
          <p:nvPr/>
        </p:nvSpPr>
        <p:spPr>
          <a:xfrm>
            <a:off x="838200" y="3512990"/>
            <a:ext cx="10515600" cy="17965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268103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C79BA1-37A3-5741-B0A1-E64646E428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4206"/>
            <a:ext cx="10515600" cy="1325563"/>
          </a:xfrm>
        </p:spPr>
        <p:txBody>
          <a:bodyPr/>
          <a:lstStyle/>
          <a:p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Q3 IP Fragmentation</a:t>
            </a:r>
            <a:endParaRPr lang="en-US" altLang="zh-CN" dirty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20472D-613F-3748-9CBD-88055CDB4B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0400" y="2026320"/>
            <a:ext cx="1814448" cy="455021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altLang="zh-CN" sz="2000" b="1" dirty="0"/>
              <a:t>IP</a:t>
            </a:r>
            <a:r>
              <a:rPr lang="zh-CN" altLang="en-US" sz="2000" b="1" dirty="0"/>
              <a:t> </a:t>
            </a:r>
            <a:r>
              <a:rPr lang="en-US" altLang="zh-CN" sz="2000" b="1" dirty="0"/>
              <a:t>Header</a:t>
            </a:r>
            <a:endParaRPr lang="en-US" altLang="zh-CN" sz="2000" b="1" dirty="0">
              <a:effectLst/>
            </a:endParaRP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3A7EC6F6-3A9C-6A4E-9F5B-60AABA1D48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1EE3D794-DB4E-C14E-A5D2-84852F6CC9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文本框 17">
                <a:extLst>
                  <a:ext uri="{FF2B5EF4-FFF2-40B4-BE49-F238E27FC236}">
                    <a16:creationId xmlns:a16="http://schemas.microsoft.com/office/drawing/2014/main" id="{AE19F061-4194-2D4E-BB91-A3AA7D72FCD5}"/>
                  </a:ext>
                </a:extLst>
              </p:cNvPr>
              <p:cNvSpPr txBox="1"/>
              <p:nvPr/>
            </p:nvSpPr>
            <p:spPr>
              <a:xfrm>
                <a:off x="7470775" y="3728050"/>
                <a:ext cx="285750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400" b="1" dirty="0">
                    <a:solidFill>
                      <a:srgbClr val="FF0000"/>
                    </a:solidFill>
                  </a:rPr>
                  <a:t>Payload:</a:t>
                </a:r>
                <a:r>
                  <a:rPr lang="zh-CN" altLang="en-US" sz="2400" b="1" dirty="0">
                    <a:solidFill>
                      <a:srgbClr val="FF00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𝟖</m:t>
                    </m:r>
                    <m:r>
                      <a:rPr lang="en-US" altLang="zh-CN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𝒏</m:t>
                    </m:r>
                    <m:r>
                      <a:rPr lang="en-US" altLang="zh-CN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𝟏𝟎𝟎𝟎</m:t>
                    </m:r>
                  </m:oMath>
                </a14:m>
                <a:endParaRPr lang="en-US" altLang="zh-CN" sz="3200" b="1" dirty="0">
                  <a:solidFill>
                    <a:srgbClr val="FF0000"/>
                  </a:solidFill>
                  <a:effectLst/>
                </a:endParaRPr>
              </a:p>
            </p:txBody>
          </p:sp>
        </mc:Choice>
        <mc:Fallback xmlns="">
          <p:sp>
            <p:nvSpPr>
              <p:cNvPr id="18" name="文本框 17">
                <a:extLst>
                  <a:ext uri="{FF2B5EF4-FFF2-40B4-BE49-F238E27FC236}">
                    <a16:creationId xmlns:a16="http://schemas.microsoft.com/office/drawing/2014/main" id="{AE19F061-4194-2D4E-BB91-A3AA7D72FCD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70775" y="3728050"/>
                <a:ext cx="2857500" cy="461665"/>
              </a:xfrm>
              <a:prstGeom prst="rect">
                <a:avLst/>
              </a:prstGeom>
              <a:blipFill>
                <a:blip r:embed="rId2"/>
                <a:stretch>
                  <a:fillRect l="-3556" t="-8108" b="-2702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Content Placeholder 2">
                <a:extLst>
                  <a:ext uri="{FF2B5EF4-FFF2-40B4-BE49-F238E27FC236}">
                    <a16:creationId xmlns:a16="http://schemas.microsoft.com/office/drawing/2014/main" id="{654D0D7F-F10F-C148-B3BF-91C56F5EDEA7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7177957" y="3251013"/>
                <a:ext cx="3868543" cy="460405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8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&lt;1024−20, 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𝑁</m:t>
                      </m:r>
                    </m:oMath>
                  </m:oMathPara>
                </a14:m>
                <a:endParaRPr lang="en-US" altLang="zh-CN" sz="2400" dirty="0"/>
              </a:p>
            </p:txBody>
          </p:sp>
        </mc:Choice>
        <mc:Fallback xmlns="">
          <p:sp>
            <p:nvSpPr>
              <p:cNvPr id="12" name="Content Placeholder 2">
                <a:extLst>
                  <a:ext uri="{FF2B5EF4-FFF2-40B4-BE49-F238E27FC236}">
                    <a16:creationId xmlns:a16="http://schemas.microsoft.com/office/drawing/2014/main" id="{654D0D7F-F10F-C148-B3BF-91C56F5EDE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77957" y="3251013"/>
                <a:ext cx="3868543" cy="46040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圆角矩形 8">
            <a:extLst>
              <a:ext uri="{FF2B5EF4-FFF2-40B4-BE49-F238E27FC236}">
                <a16:creationId xmlns:a16="http://schemas.microsoft.com/office/drawing/2014/main" id="{8F03D957-D890-FA4A-91C3-0A82C84D9F01}"/>
              </a:ext>
            </a:extLst>
          </p:cNvPr>
          <p:cNvSpPr/>
          <p:nvPr/>
        </p:nvSpPr>
        <p:spPr>
          <a:xfrm>
            <a:off x="876300" y="1557959"/>
            <a:ext cx="840022" cy="435966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20B</a:t>
            </a:r>
            <a:endParaRPr kumimoji="1" lang="zh-CN" altLang="en-US" dirty="0"/>
          </a:p>
        </p:txBody>
      </p:sp>
      <p:sp>
        <p:nvSpPr>
          <p:cNvPr id="15" name="圆角矩形 14">
            <a:extLst>
              <a:ext uri="{FF2B5EF4-FFF2-40B4-BE49-F238E27FC236}">
                <a16:creationId xmlns:a16="http://schemas.microsoft.com/office/drawing/2014/main" id="{B82ABAD4-9FDC-894D-B24B-CAC5EC6200C7}"/>
              </a:ext>
            </a:extLst>
          </p:cNvPr>
          <p:cNvSpPr/>
          <p:nvPr/>
        </p:nvSpPr>
        <p:spPr>
          <a:xfrm>
            <a:off x="1863978" y="1557959"/>
            <a:ext cx="2167258" cy="435966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2068B</a:t>
            </a:r>
            <a:endParaRPr kumimoji="1" lang="zh-CN" altLang="en-US" dirty="0"/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E144EA01-E79B-AF4C-9359-1226150F1C32}"/>
              </a:ext>
            </a:extLst>
          </p:cNvPr>
          <p:cNvSpPr txBox="1">
            <a:spLocks/>
          </p:cNvSpPr>
          <p:nvPr/>
        </p:nvSpPr>
        <p:spPr>
          <a:xfrm>
            <a:off x="2322448" y="2038676"/>
            <a:ext cx="1873250" cy="45502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altLang="zh-CN" sz="2000" b="1" dirty="0"/>
              <a:t>IP</a:t>
            </a:r>
            <a:r>
              <a:rPr lang="zh-CN" altLang="en-US" sz="2000" b="1" dirty="0"/>
              <a:t> </a:t>
            </a:r>
            <a:r>
              <a:rPr lang="en-US" altLang="zh-CN" sz="2000" b="1" dirty="0"/>
              <a:t>Payload</a:t>
            </a:r>
            <a:endParaRPr lang="en-US" altLang="zh-CN" sz="1800" b="1" dirty="0"/>
          </a:p>
        </p:txBody>
      </p: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1A34CE17-A028-A044-834B-4FA18763ACA1}"/>
              </a:ext>
            </a:extLst>
          </p:cNvPr>
          <p:cNvSpPr txBox="1">
            <a:spLocks/>
          </p:cNvSpPr>
          <p:nvPr/>
        </p:nvSpPr>
        <p:spPr>
          <a:xfrm>
            <a:off x="4895850" y="1513804"/>
            <a:ext cx="5149850" cy="105251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altLang="zh-CN" sz="2400" b="1" dirty="0"/>
              <a:t>IP</a:t>
            </a:r>
            <a:r>
              <a:rPr lang="zh-CN" altLang="en-US" sz="2400" b="1" dirty="0"/>
              <a:t> </a:t>
            </a:r>
            <a:r>
              <a:rPr lang="en-US" altLang="zh-CN" sz="2400" b="1" dirty="0"/>
              <a:t>Datagram</a:t>
            </a:r>
            <a:r>
              <a:rPr lang="zh-CN" altLang="en-US" sz="2400" b="1" dirty="0"/>
              <a:t> </a:t>
            </a:r>
            <a:r>
              <a:rPr lang="en-US" altLang="zh-CN" sz="2400" b="1" dirty="0"/>
              <a:t>:</a:t>
            </a:r>
            <a:r>
              <a:rPr lang="zh-CN" altLang="en-US" sz="2400" b="1" dirty="0"/>
              <a:t> </a:t>
            </a:r>
            <a:r>
              <a:rPr lang="en-US" altLang="zh-CN" sz="2400" b="1" dirty="0"/>
              <a:t>(2048</a:t>
            </a:r>
            <a:r>
              <a:rPr lang="zh-CN" altLang="en-US" sz="2400" b="1" dirty="0"/>
              <a:t> </a:t>
            </a:r>
            <a:r>
              <a:rPr lang="en-US" altLang="zh-CN" sz="2400" b="1" dirty="0"/>
              <a:t>+</a:t>
            </a:r>
            <a:r>
              <a:rPr lang="zh-CN" altLang="en-US" sz="2400" b="1" dirty="0"/>
              <a:t> </a:t>
            </a:r>
            <a:r>
              <a:rPr lang="en-US" altLang="zh-CN" sz="2400" b="1" dirty="0"/>
              <a:t>20</a:t>
            </a:r>
            <a:r>
              <a:rPr lang="zh-CN" altLang="en-US" sz="2400" b="1" dirty="0"/>
              <a:t> </a:t>
            </a:r>
            <a:r>
              <a:rPr lang="en-US" altLang="zh-CN" sz="2400" b="1" dirty="0"/>
              <a:t>+</a:t>
            </a:r>
            <a:r>
              <a:rPr lang="zh-CN" altLang="en-US" sz="2400" b="1" dirty="0"/>
              <a:t> </a:t>
            </a:r>
            <a:r>
              <a:rPr lang="en-US" altLang="zh-CN" sz="2400" b="1" dirty="0"/>
              <a:t>20)</a:t>
            </a:r>
            <a:r>
              <a:rPr lang="zh-CN" altLang="en-US" sz="2400" b="1" dirty="0"/>
              <a:t> </a:t>
            </a:r>
            <a:r>
              <a:rPr lang="en-US" altLang="zh-CN" sz="2400" b="1" dirty="0"/>
              <a:t>Bytes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zh-CN" sz="2400" b="1" dirty="0"/>
              <a:t>IP</a:t>
            </a:r>
            <a:r>
              <a:rPr lang="zh-CN" altLang="en-US" sz="2400" b="1" dirty="0"/>
              <a:t> </a:t>
            </a:r>
            <a:r>
              <a:rPr lang="en-US" altLang="zh-CN" sz="2400" b="1" dirty="0"/>
              <a:t>Payload</a:t>
            </a:r>
            <a:r>
              <a:rPr lang="zh-CN" altLang="en-US" sz="2400" b="1" dirty="0"/>
              <a:t> </a:t>
            </a:r>
            <a:r>
              <a:rPr lang="en-US" altLang="zh-CN" sz="2400" b="1" dirty="0"/>
              <a:t>:</a:t>
            </a:r>
            <a:r>
              <a:rPr lang="zh-CN" altLang="en-US" sz="2400" b="1" dirty="0"/>
              <a:t> </a:t>
            </a:r>
            <a:r>
              <a:rPr lang="en-US" altLang="zh-CN" sz="2400" b="1" dirty="0"/>
              <a:t>(2048</a:t>
            </a:r>
            <a:r>
              <a:rPr lang="zh-CN" altLang="en-US" sz="2400" b="1" dirty="0"/>
              <a:t> </a:t>
            </a:r>
            <a:r>
              <a:rPr lang="en-US" altLang="zh-CN" sz="2400" b="1" dirty="0"/>
              <a:t>+</a:t>
            </a:r>
            <a:r>
              <a:rPr lang="zh-CN" altLang="en-US" sz="2400" b="1" dirty="0"/>
              <a:t> </a:t>
            </a:r>
            <a:r>
              <a:rPr lang="en-US" altLang="zh-CN" sz="2400" b="1" dirty="0"/>
              <a:t>20)</a:t>
            </a:r>
            <a:r>
              <a:rPr lang="zh-CN" altLang="en-US" sz="2400" b="1" dirty="0"/>
              <a:t> </a:t>
            </a:r>
            <a:r>
              <a:rPr lang="en-US" altLang="zh-CN" sz="2400" b="1" dirty="0"/>
              <a:t>Bytes</a:t>
            </a:r>
            <a:r>
              <a:rPr lang="zh-CN" altLang="en-US" sz="2400" b="1" dirty="0"/>
              <a:t> </a:t>
            </a:r>
            <a:endParaRPr lang="en-US" altLang="zh-CN" sz="2000" b="1" dirty="0"/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560BF8F0-923C-7E49-B6E2-E69E142B5EE1}"/>
              </a:ext>
            </a:extLst>
          </p:cNvPr>
          <p:cNvSpPr txBox="1">
            <a:spLocks/>
          </p:cNvSpPr>
          <p:nvPr/>
        </p:nvSpPr>
        <p:spPr>
          <a:xfrm>
            <a:off x="807064" y="2899069"/>
            <a:ext cx="3752236" cy="538754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altLang="zh-CN" dirty="0"/>
              <a:t>Network</a:t>
            </a:r>
            <a:r>
              <a:rPr lang="zh-CN" altLang="en-US" dirty="0"/>
              <a:t> </a:t>
            </a:r>
            <a:r>
              <a:rPr lang="en-US" altLang="zh-CN" dirty="0"/>
              <a:t>1</a:t>
            </a:r>
            <a:r>
              <a:rPr lang="zh-CN" altLang="en-US" dirty="0"/>
              <a:t>     </a:t>
            </a:r>
            <a:r>
              <a:rPr lang="en-US" altLang="zh-CN" b="1" dirty="0"/>
              <a:t>MTU:</a:t>
            </a:r>
            <a:r>
              <a:rPr lang="zh-CN" altLang="en-US" b="1" dirty="0"/>
              <a:t> </a:t>
            </a:r>
            <a:r>
              <a:rPr lang="en-US" altLang="zh-CN" b="1" dirty="0"/>
              <a:t>1024B</a:t>
            </a:r>
            <a:endParaRPr lang="en-US" altLang="zh-CN" sz="2400" b="1" dirty="0"/>
          </a:p>
        </p:txBody>
      </p:sp>
      <p:sp>
        <p:nvSpPr>
          <p:cNvPr id="21" name="圆角矩形 20">
            <a:extLst>
              <a:ext uri="{FF2B5EF4-FFF2-40B4-BE49-F238E27FC236}">
                <a16:creationId xmlns:a16="http://schemas.microsoft.com/office/drawing/2014/main" id="{F442EDD3-CCC0-2A4A-A2F7-6405D866F078}"/>
              </a:ext>
            </a:extLst>
          </p:cNvPr>
          <p:cNvSpPr/>
          <p:nvPr/>
        </p:nvSpPr>
        <p:spPr>
          <a:xfrm>
            <a:off x="2124391" y="3847153"/>
            <a:ext cx="840022" cy="435966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20B</a:t>
            </a:r>
            <a:endParaRPr kumimoji="1" lang="zh-CN" altLang="en-US" dirty="0"/>
          </a:p>
        </p:txBody>
      </p:sp>
      <p:sp>
        <p:nvSpPr>
          <p:cNvPr id="22" name="圆角矩形 21">
            <a:extLst>
              <a:ext uri="{FF2B5EF4-FFF2-40B4-BE49-F238E27FC236}">
                <a16:creationId xmlns:a16="http://schemas.microsoft.com/office/drawing/2014/main" id="{7BF68ED2-C477-0F46-A097-707BE13909BC}"/>
              </a:ext>
            </a:extLst>
          </p:cNvPr>
          <p:cNvSpPr/>
          <p:nvPr/>
        </p:nvSpPr>
        <p:spPr>
          <a:xfrm>
            <a:off x="3112069" y="3847153"/>
            <a:ext cx="2167258" cy="435966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1000B</a:t>
            </a:r>
            <a:endParaRPr kumimoji="1" lang="zh-CN" altLang="en-US" dirty="0"/>
          </a:p>
        </p:txBody>
      </p:sp>
      <p:sp>
        <p:nvSpPr>
          <p:cNvPr id="23" name="圆角矩形 22">
            <a:extLst>
              <a:ext uri="{FF2B5EF4-FFF2-40B4-BE49-F238E27FC236}">
                <a16:creationId xmlns:a16="http://schemas.microsoft.com/office/drawing/2014/main" id="{731FD4CA-E640-CC44-BDDA-36094C936D8E}"/>
              </a:ext>
            </a:extLst>
          </p:cNvPr>
          <p:cNvSpPr/>
          <p:nvPr/>
        </p:nvSpPr>
        <p:spPr>
          <a:xfrm>
            <a:off x="2124391" y="4668014"/>
            <a:ext cx="840022" cy="435966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20B</a:t>
            </a:r>
            <a:endParaRPr kumimoji="1" lang="zh-CN" altLang="en-US" dirty="0"/>
          </a:p>
        </p:txBody>
      </p:sp>
      <p:sp>
        <p:nvSpPr>
          <p:cNvPr id="24" name="圆角矩形 23">
            <a:extLst>
              <a:ext uri="{FF2B5EF4-FFF2-40B4-BE49-F238E27FC236}">
                <a16:creationId xmlns:a16="http://schemas.microsoft.com/office/drawing/2014/main" id="{4F5849F1-1B4A-3B41-967C-DDB337815D07}"/>
              </a:ext>
            </a:extLst>
          </p:cNvPr>
          <p:cNvSpPr/>
          <p:nvPr/>
        </p:nvSpPr>
        <p:spPr>
          <a:xfrm>
            <a:off x="3112069" y="4668014"/>
            <a:ext cx="2167258" cy="435966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1000B</a:t>
            </a:r>
            <a:endParaRPr kumimoji="1" lang="zh-CN" altLang="en-US" dirty="0"/>
          </a:p>
        </p:txBody>
      </p:sp>
      <p:sp>
        <p:nvSpPr>
          <p:cNvPr id="25" name="圆角矩形 24">
            <a:extLst>
              <a:ext uri="{FF2B5EF4-FFF2-40B4-BE49-F238E27FC236}">
                <a16:creationId xmlns:a16="http://schemas.microsoft.com/office/drawing/2014/main" id="{6E579AAA-770E-0046-B843-F68934376E4A}"/>
              </a:ext>
            </a:extLst>
          </p:cNvPr>
          <p:cNvSpPr/>
          <p:nvPr/>
        </p:nvSpPr>
        <p:spPr>
          <a:xfrm>
            <a:off x="2124391" y="5500138"/>
            <a:ext cx="840022" cy="435966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20B</a:t>
            </a:r>
            <a:endParaRPr kumimoji="1" lang="zh-CN" altLang="en-US" dirty="0"/>
          </a:p>
        </p:txBody>
      </p:sp>
      <p:sp>
        <p:nvSpPr>
          <p:cNvPr id="26" name="圆角矩形 25">
            <a:extLst>
              <a:ext uri="{FF2B5EF4-FFF2-40B4-BE49-F238E27FC236}">
                <a16:creationId xmlns:a16="http://schemas.microsoft.com/office/drawing/2014/main" id="{644A2F66-7271-5148-AD9E-6CE2AD3270E0}"/>
              </a:ext>
            </a:extLst>
          </p:cNvPr>
          <p:cNvSpPr/>
          <p:nvPr/>
        </p:nvSpPr>
        <p:spPr>
          <a:xfrm>
            <a:off x="3112069" y="5500138"/>
            <a:ext cx="2167258" cy="435966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68B</a:t>
            </a:r>
            <a:endParaRPr kumimoji="1" lang="zh-CN" altLang="en-US" dirty="0"/>
          </a:p>
        </p:txBody>
      </p:sp>
      <p:sp>
        <p:nvSpPr>
          <p:cNvPr id="29" name="Content Placeholder 2">
            <a:extLst>
              <a:ext uri="{FF2B5EF4-FFF2-40B4-BE49-F238E27FC236}">
                <a16:creationId xmlns:a16="http://schemas.microsoft.com/office/drawing/2014/main" id="{9EA69996-AFF0-F341-A67A-FBB245BFDB66}"/>
              </a:ext>
            </a:extLst>
          </p:cNvPr>
          <p:cNvSpPr txBox="1">
            <a:spLocks/>
          </p:cNvSpPr>
          <p:nvPr/>
        </p:nvSpPr>
        <p:spPr>
          <a:xfrm>
            <a:off x="442958" y="3897884"/>
            <a:ext cx="1533777" cy="450089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altLang="zh-CN" sz="2400" b="1" dirty="0"/>
              <a:t>Fragment</a:t>
            </a:r>
            <a:r>
              <a:rPr lang="zh-CN" altLang="en-US" sz="2400" b="1" dirty="0"/>
              <a:t> </a:t>
            </a:r>
            <a:r>
              <a:rPr lang="en-US" altLang="zh-CN" sz="2400" b="1" dirty="0"/>
              <a:t>1</a:t>
            </a:r>
            <a:endParaRPr lang="en-US" altLang="zh-CN" sz="2000" b="1" dirty="0"/>
          </a:p>
        </p:txBody>
      </p:sp>
      <p:sp>
        <p:nvSpPr>
          <p:cNvPr id="30" name="Content Placeholder 2">
            <a:extLst>
              <a:ext uri="{FF2B5EF4-FFF2-40B4-BE49-F238E27FC236}">
                <a16:creationId xmlns:a16="http://schemas.microsoft.com/office/drawing/2014/main" id="{03CFDA49-9E71-8342-ADBB-0E73F4484F9F}"/>
              </a:ext>
            </a:extLst>
          </p:cNvPr>
          <p:cNvSpPr txBox="1">
            <a:spLocks/>
          </p:cNvSpPr>
          <p:nvPr/>
        </p:nvSpPr>
        <p:spPr>
          <a:xfrm>
            <a:off x="442958" y="4699011"/>
            <a:ext cx="1533777" cy="450089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altLang="zh-CN" sz="2400" b="1" dirty="0"/>
              <a:t>Fragment</a:t>
            </a:r>
            <a:r>
              <a:rPr lang="zh-CN" altLang="en-US" sz="2400" b="1" dirty="0"/>
              <a:t> </a:t>
            </a:r>
            <a:r>
              <a:rPr lang="en-US" altLang="zh-CN" sz="2400" b="1" dirty="0"/>
              <a:t>2</a:t>
            </a:r>
            <a:endParaRPr lang="en-US" altLang="zh-CN" sz="2000" b="1" dirty="0"/>
          </a:p>
        </p:txBody>
      </p:sp>
      <p:sp>
        <p:nvSpPr>
          <p:cNvPr id="31" name="Content Placeholder 2">
            <a:extLst>
              <a:ext uri="{FF2B5EF4-FFF2-40B4-BE49-F238E27FC236}">
                <a16:creationId xmlns:a16="http://schemas.microsoft.com/office/drawing/2014/main" id="{9EA69996-AFF0-F341-A67A-FBB245BFDB66}"/>
              </a:ext>
            </a:extLst>
          </p:cNvPr>
          <p:cNvSpPr txBox="1">
            <a:spLocks/>
          </p:cNvSpPr>
          <p:nvPr/>
        </p:nvSpPr>
        <p:spPr>
          <a:xfrm>
            <a:off x="442958" y="5519798"/>
            <a:ext cx="1533777" cy="450089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altLang="zh-CN" sz="2400" b="1" dirty="0"/>
              <a:t>Fragment</a:t>
            </a:r>
            <a:r>
              <a:rPr lang="zh-CN" altLang="en-US" sz="2400" b="1" dirty="0"/>
              <a:t> </a:t>
            </a:r>
            <a:r>
              <a:rPr lang="en-US" altLang="zh-CN" sz="2400" b="1" dirty="0"/>
              <a:t>3</a:t>
            </a:r>
            <a:endParaRPr lang="en-US" altLang="zh-CN" sz="2000" b="1" dirty="0"/>
          </a:p>
        </p:txBody>
      </p:sp>
      <p:sp>
        <p:nvSpPr>
          <p:cNvPr id="32" name="Content Placeholder 2">
            <a:extLst>
              <a:ext uri="{FF2B5EF4-FFF2-40B4-BE49-F238E27FC236}">
                <a16:creationId xmlns:a16="http://schemas.microsoft.com/office/drawing/2014/main" id="{AC2FF127-7B10-3441-91B1-E7D3C57854A4}"/>
              </a:ext>
            </a:extLst>
          </p:cNvPr>
          <p:cNvSpPr txBox="1">
            <a:spLocks/>
          </p:cNvSpPr>
          <p:nvPr/>
        </p:nvSpPr>
        <p:spPr>
          <a:xfrm>
            <a:off x="5488615" y="3897884"/>
            <a:ext cx="1533777" cy="45008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altLang="zh-CN" sz="2400" b="1" dirty="0"/>
              <a:t>Offset:</a:t>
            </a:r>
            <a:r>
              <a:rPr lang="zh-CN" altLang="en-US" sz="2400" b="1" dirty="0"/>
              <a:t> </a:t>
            </a:r>
            <a:r>
              <a:rPr lang="en-US" altLang="zh-CN" sz="2400" b="1" dirty="0"/>
              <a:t>0</a:t>
            </a:r>
            <a:r>
              <a:rPr lang="zh-CN" altLang="en-US" sz="2400" b="1" dirty="0"/>
              <a:t> </a:t>
            </a:r>
            <a:endParaRPr lang="en-US" altLang="zh-CN" sz="2000" b="1" dirty="0"/>
          </a:p>
        </p:txBody>
      </p:sp>
      <p:sp>
        <p:nvSpPr>
          <p:cNvPr id="33" name="Content Placeholder 2">
            <a:extLst>
              <a:ext uri="{FF2B5EF4-FFF2-40B4-BE49-F238E27FC236}">
                <a16:creationId xmlns:a16="http://schemas.microsoft.com/office/drawing/2014/main" id="{B83CF991-2DF2-3646-9215-748917930759}"/>
              </a:ext>
            </a:extLst>
          </p:cNvPr>
          <p:cNvSpPr txBox="1">
            <a:spLocks/>
          </p:cNvSpPr>
          <p:nvPr/>
        </p:nvSpPr>
        <p:spPr>
          <a:xfrm>
            <a:off x="5488615" y="4668014"/>
            <a:ext cx="3402614" cy="45008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altLang="zh-CN" sz="2400" b="1" dirty="0"/>
              <a:t>Offset:</a:t>
            </a:r>
            <a:r>
              <a:rPr lang="zh-CN" altLang="en-US" sz="2400" b="1" dirty="0"/>
              <a:t> </a:t>
            </a:r>
            <a:r>
              <a:rPr lang="en-US" altLang="zh-CN" sz="2400" b="1" dirty="0"/>
              <a:t>1000/8</a:t>
            </a:r>
            <a:r>
              <a:rPr lang="zh-CN" altLang="en-US" sz="2400" b="1" dirty="0"/>
              <a:t> </a:t>
            </a:r>
            <a:r>
              <a:rPr lang="en-US" altLang="zh-CN" sz="2400" b="1" dirty="0"/>
              <a:t>=</a:t>
            </a:r>
            <a:r>
              <a:rPr lang="zh-CN" altLang="en-US" sz="2400" b="1" dirty="0"/>
              <a:t> </a:t>
            </a:r>
            <a:r>
              <a:rPr lang="en-US" altLang="zh-CN" sz="2400" b="1" dirty="0"/>
              <a:t>125</a:t>
            </a:r>
            <a:r>
              <a:rPr lang="zh-CN" altLang="en-US" sz="2400" b="1" dirty="0"/>
              <a:t> </a:t>
            </a:r>
            <a:endParaRPr lang="en-US" altLang="zh-CN" sz="2000" b="1" dirty="0"/>
          </a:p>
        </p:txBody>
      </p:sp>
      <p:sp>
        <p:nvSpPr>
          <p:cNvPr id="34" name="Content Placeholder 2">
            <a:extLst>
              <a:ext uri="{FF2B5EF4-FFF2-40B4-BE49-F238E27FC236}">
                <a16:creationId xmlns:a16="http://schemas.microsoft.com/office/drawing/2014/main" id="{AC2FF127-7B10-3441-91B1-E7D3C57854A4}"/>
              </a:ext>
            </a:extLst>
          </p:cNvPr>
          <p:cNvSpPr txBox="1">
            <a:spLocks/>
          </p:cNvSpPr>
          <p:nvPr/>
        </p:nvSpPr>
        <p:spPr>
          <a:xfrm>
            <a:off x="5488614" y="5493076"/>
            <a:ext cx="4963486" cy="450089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altLang="zh-CN" sz="2400" b="1" dirty="0"/>
              <a:t>Offset:</a:t>
            </a:r>
            <a:r>
              <a:rPr lang="zh-CN" altLang="en-US" sz="2400" b="1" dirty="0"/>
              <a:t> </a:t>
            </a:r>
            <a:r>
              <a:rPr lang="en-US" altLang="zh-CN" sz="2400" b="1" dirty="0"/>
              <a:t>125+1000/8</a:t>
            </a:r>
            <a:r>
              <a:rPr lang="zh-CN" altLang="en-US" sz="2400" b="1" dirty="0"/>
              <a:t> </a:t>
            </a:r>
            <a:r>
              <a:rPr lang="en-US" altLang="zh-CN" sz="2400" b="1" dirty="0"/>
              <a:t>=</a:t>
            </a:r>
            <a:r>
              <a:rPr lang="zh-CN" altLang="en-US" sz="2400" b="1" dirty="0"/>
              <a:t> </a:t>
            </a:r>
            <a:r>
              <a:rPr lang="en-US" altLang="zh-CN" sz="2400" b="1" dirty="0"/>
              <a:t>250</a:t>
            </a:r>
            <a:r>
              <a:rPr lang="zh-CN" altLang="en-US" sz="2400" b="1" dirty="0"/>
              <a:t>  </a:t>
            </a:r>
            <a:endParaRPr lang="en-US" altLang="zh-CN" sz="2000" b="1" dirty="0"/>
          </a:p>
        </p:txBody>
      </p:sp>
      <p:sp>
        <p:nvSpPr>
          <p:cNvPr id="35" name="Content Placeholder 2">
            <a:extLst>
              <a:ext uri="{FF2B5EF4-FFF2-40B4-BE49-F238E27FC236}">
                <a16:creationId xmlns:a16="http://schemas.microsoft.com/office/drawing/2014/main" id="{B07FACE4-917A-D34C-82D8-647AF5053076}"/>
              </a:ext>
            </a:extLst>
          </p:cNvPr>
          <p:cNvSpPr txBox="1">
            <a:spLocks/>
          </p:cNvSpPr>
          <p:nvPr/>
        </p:nvSpPr>
        <p:spPr>
          <a:xfrm>
            <a:off x="6735957" y="2718357"/>
            <a:ext cx="4310543" cy="45008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altLang="zh-CN" sz="2400" b="1" dirty="0"/>
              <a:t>Fragmented</a:t>
            </a:r>
            <a:r>
              <a:rPr lang="zh-CN" altLang="en-US" sz="2400" b="1" dirty="0"/>
              <a:t> </a:t>
            </a:r>
            <a:r>
              <a:rPr lang="en-US" altLang="zh-CN" sz="2400" b="1" dirty="0"/>
              <a:t>Payload:</a:t>
            </a:r>
            <a:endParaRPr lang="en-US" altLang="zh-CN" sz="2000" b="1" dirty="0"/>
          </a:p>
        </p:txBody>
      </p:sp>
    </p:spTree>
    <p:extLst>
      <p:ext uri="{BB962C8B-B14F-4D97-AF65-F5344CB8AC3E}">
        <p14:creationId xmlns:p14="http://schemas.microsoft.com/office/powerpoint/2010/main" val="10251729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C79BA1-37A3-5741-B0A1-E64646E428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4206"/>
            <a:ext cx="10515600" cy="1325563"/>
          </a:xfrm>
        </p:spPr>
        <p:txBody>
          <a:bodyPr/>
          <a:lstStyle/>
          <a:p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Q3 IP Fragmentation</a:t>
            </a:r>
            <a:endParaRPr lang="en-US" altLang="zh-CN" dirty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3A7EC6F6-3A9C-6A4E-9F5B-60AABA1D48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1EE3D794-DB4E-C14E-A5D2-84852F6CC9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560BF8F0-923C-7E49-B6E2-E69E142B5EE1}"/>
              </a:ext>
            </a:extLst>
          </p:cNvPr>
          <p:cNvSpPr txBox="1">
            <a:spLocks/>
          </p:cNvSpPr>
          <p:nvPr/>
        </p:nvSpPr>
        <p:spPr>
          <a:xfrm>
            <a:off x="952500" y="1321357"/>
            <a:ext cx="3752236" cy="538754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altLang="zh-CN" dirty="0"/>
              <a:t>Network</a:t>
            </a:r>
            <a:r>
              <a:rPr lang="zh-CN" altLang="en-US" dirty="0"/>
              <a:t> </a:t>
            </a:r>
            <a:r>
              <a:rPr lang="en-US" altLang="zh-CN" dirty="0"/>
              <a:t>1</a:t>
            </a:r>
            <a:r>
              <a:rPr lang="zh-CN" altLang="en-US" dirty="0"/>
              <a:t>     </a:t>
            </a:r>
            <a:r>
              <a:rPr lang="en-US" altLang="zh-CN" b="1" dirty="0"/>
              <a:t>MTU:</a:t>
            </a:r>
            <a:r>
              <a:rPr lang="zh-CN" altLang="en-US" b="1" dirty="0"/>
              <a:t> </a:t>
            </a:r>
            <a:r>
              <a:rPr lang="en-US" altLang="zh-CN" b="1" dirty="0"/>
              <a:t>1024B</a:t>
            </a:r>
            <a:endParaRPr lang="en-US" altLang="zh-CN" sz="2400" b="1" dirty="0"/>
          </a:p>
        </p:txBody>
      </p:sp>
      <p:sp>
        <p:nvSpPr>
          <p:cNvPr id="28" name="Content Placeholder 2">
            <a:extLst>
              <a:ext uri="{FF2B5EF4-FFF2-40B4-BE49-F238E27FC236}">
                <a16:creationId xmlns:a16="http://schemas.microsoft.com/office/drawing/2014/main" id="{976E4121-46EF-304C-8A9A-EBC8C12BD25C}"/>
              </a:ext>
            </a:extLst>
          </p:cNvPr>
          <p:cNvSpPr txBox="1">
            <a:spLocks/>
          </p:cNvSpPr>
          <p:nvPr/>
        </p:nvSpPr>
        <p:spPr>
          <a:xfrm>
            <a:off x="6598264" y="1290267"/>
            <a:ext cx="3752236" cy="53875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altLang="zh-CN" sz="2600" dirty="0"/>
              <a:t>Network</a:t>
            </a:r>
            <a:r>
              <a:rPr lang="zh-CN" altLang="en-US" sz="2600" dirty="0"/>
              <a:t> </a:t>
            </a:r>
            <a:r>
              <a:rPr lang="en-US" altLang="zh-CN" sz="2600" dirty="0"/>
              <a:t>2</a:t>
            </a:r>
            <a:r>
              <a:rPr lang="zh-CN" altLang="en-US" sz="2600" dirty="0"/>
              <a:t>     </a:t>
            </a:r>
            <a:r>
              <a:rPr lang="en-US" altLang="zh-CN" sz="2600" b="1" dirty="0"/>
              <a:t>MTU:</a:t>
            </a:r>
            <a:r>
              <a:rPr lang="zh-CN" altLang="en-US" sz="2600" b="1" dirty="0"/>
              <a:t> </a:t>
            </a:r>
            <a:r>
              <a:rPr lang="en-US" altLang="zh-CN" sz="2600" b="1" dirty="0"/>
              <a:t>512B</a:t>
            </a:r>
          </a:p>
        </p:txBody>
      </p:sp>
      <p:sp>
        <p:nvSpPr>
          <p:cNvPr id="8" name="右箭头 7">
            <a:extLst>
              <a:ext uri="{FF2B5EF4-FFF2-40B4-BE49-F238E27FC236}">
                <a16:creationId xmlns:a16="http://schemas.microsoft.com/office/drawing/2014/main" id="{A4807F85-B733-7C4D-99B3-21DB167086BE}"/>
              </a:ext>
            </a:extLst>
          </p:cNvPr>
          <p:cNvSpPr/>
          <p:nvPr/>
        </p:nvSpPr>
        <p:spPr>
          <a:xfrm>
            <a:off x="5435176" y="1882610"/>
            <a:ext cx="1028700" cy="469900"/>
          </a:xfrm>
          <a:prstGeom prst="rightArrow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6" name="圆角矩形 35">
            <a:extLst>
              <a:ext uri="{FF2B5EF4-FFF2-40B4-BE49-F238E27FC236}">
                <a16:creationId xmlns:a16="http://schemas.microsoft.com/office/drawing/2014/main" id="{9745C7D0-F0FA-6E4C-89CC-F7CE650B56F6}"/>
              </a:ext>
            </a:extLst>
          </p:cNvPr>
          <p:cNvSpPr/>
          <p:nvPr/>
        </p:nvSpPr>
        <p:spPr>
          <a:xfrm>
            <a:off x="1976660" y="1969015"/>
            <a:ext cx="775721" cy="435966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20B</a:t>
            </a:r>
            <a:endParaRPr kumimoji="1" lang="zh-CN" altLang="en-US" dirty="0"/>
          </a:p>
        </p:txBody>
      </p:sp>
      <p:sp>
        <p:nvSpPr>
          <p:cNvPr id="37" name="圆角矩形 36">
            <a:extLst>
              <a:ext uri="{FF2B5EF4-FFF2-40B4-BE49-F238E27FC236}">
                <a16:creationId xmlns:a16="http://schemas.microsoft.com/office/drawing/2014/main" id="{A758C430-D682-C646-8B66-4341DDBCEF6F}"/>
              </a:ext>
            </a:extLst>
          </p:cNvPr>
          <p:cNvSpPr/>
          <p:nvPr/>
        </p:nvSpPr>
        <p:spPr>
          <a:xfrm>
            <a:off x="2964338" y="1969015"/>
            <a:ext cx="1023462" cy="435966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1000B</a:t>
            </a:r>
            <a:endParaRPr kumimoji="1" lang="zh-CN" altLang="en-US" dirty="0"/>
          </a:p>
        </p:txBody>
      </p:sp>
      <p:sp>
        <p:nvSpPr>
          <p:cNvPr id="38" name="Content Placeholder 2">
            <a:extLst>
              <a:ext uri="{FF2B5EF4-FFF2-40B4-BE49-F238E27FC236}">
                <a16:creationId xmlns:a16="http://schemas.microsoft.com/office/drawing/2014/main" id="{0B902C41-03F2-DC42-BF94-EC36D446B864}"/>
              </a:ext>
            </a:extLst>
          </p:cNvPr>
          <p:cNvSpPr txBox="1">
            <a:spLocks/>
          </p:cNvSpPr>
          <p:nvPr/>
        </p:nvSpPr>
        <p:spPr>
          <a:xfrm>
            <a:off x="166587" y="1986104"/>
            <a:ext cx="1646021" cy="45008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altLang="zh-CN" sz="2400" b="1" dirty="0"/>
              <a:t>Fragment</a:t>
            </a:r>
            <a:r>
              <a:rPr lang="zh-CN" altLang="en-US" sz="2400" b="1" dirty="0"/>
              <a:t> </a:t>
            </a:r>
            <a:r>
              <a:rPr lang="en-US" altLang="zh-CN" sz="2400" b="1" dirty="0"/>
              <a:t>1</a:t>
            </a:r>
            <a:endParaRPr lang="en-US" altLang="zh-CN" sz="2000" b="1" dirty="0"/>
          </a:p>
        </p:txBody>
      </p:sp>
      <p:sp>
        <p:nvSpPr>
          <p:cNvPr id="39" name="Content Placeholder 2">
            <a:extLst>
              <a:ext uri="{FF2B5EF4-FFF2-40B4-BE49-F238E27FC236}">
                <a16:creationId xmlns:a16="http://schemas.microsoft.com/office/drawing/2014/main" id="{A1DA8869-B50B-DB4B-A832-B3328EBBE7CA}"/>
              </a:ext>
            </a:extLst>
          </p:cNvPr>
          <p:cNvSpPr txBox="1">
            <a:spLocks/>
          </p:cNvSpPr>
          <p:nvPr/>
        </p:nvSpPr>
        <p:spPr>
          <a:xfrm>
            <a:off x="4199757" y="1995605"/>
            <a:ext cx="1184474" cy="558354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altLang="zh-CN" sz="2400" b="1" dirty="0"/>
              <a:t>Offset:</a:t>
            </a:r>
            <a:r>
              <a:rPr lang="zh-CN" altLang="en-US" sz="2400" b="1" dirty="0"/>
              <a:t> </a:t>
            </a:r>
            <a:r>
              <a:rPr lang="en-US" altLang="zh-CN" sz="2400" b="1" dirty="0"/>
              <a:t>0</a:t>
            </a:r>
            <a:r>
              <a:rPr lang="zh-CN" altLang="en-US" sz="2400" b="1" dirty="0"/>
              <a:t> </a:t>
            </a:r>
            <a:endParaRPr lang="en-US" altLang="zh-CN" sz="2000" b="1" dirty="0"/>
          </a:p>
        </p:txBody>
      </p:sp>
      <p:sp>
        <p:nvSpPr>
          <p:cNvPr id="40" name="圆角矩形 39">
            <a:extLst>
              <a:ext uri="{FF2B5EF4-FFF2-40B4-BE49-F238E27FC236}">
                <a16:creationId xmlns:a16="http://schemas.microsoft.com/office/drawing/2014/main" id="{1C3CDAA5-5D03-0C45-83CF-53ECF7A30418}"/>
              </a:ext>
            </a:extLst>
          </p:cNvPr>
          <p:cNvSpPr/>
          <p:nvPr/>
        </p:nvSpPr>
        <p:spPr>
          <a:xfrm>
            <a:off x="6862234" y="1919557"/>
            <a:ext cx="775721" cy="435966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20B</a:t>
            </a:r>
            <a:endParaRPr kumimoji="1" lang="zh-CN" altLang="en-US" dirty="0"/>
          </a:p>
        </p:txBody>
      </p:sp>
      <p:sp>
        <p:nvSpPr>
          <p:cNvPr id="41" name="圆角矩形 40">
            <a:extLst>
              <a:ext uri="{FF2B5EF4-FFF2-40B4-BE49-F238E27FC236}">
                <a16:creationId xmlns:a16="http://schemas.microsoft.com/office/drawing/2014/main" id="{057C5068-2B00-0E4B-81EC-9ABBC6059EEB}"/>
              </a:ext>
            </a:extLst>
          </p:cNvPr>
          <p:cNvSpPr/>
          <p:nvPr/>
        </p:nvSpPr>
        <p:spPr>
          <a:xfrm>
            <a:off x="7849912" y="1919557"/>
            <a:ext cx="1023462" cy="435966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488B</a:t>
            </a:r>
            <a:endParaRPr kumimoji="1" lang="zh-CN" altLang="en-US" dirty="0"/>
          </a:p>
        </p:txBody>
      </p:sp>
      <p:sp>
        <p:nvSpPr>
          <p:cNvPr id="43" name="Content Placeholder 2">
            <a:extLst>
              <a:ext uri="{FF2B5EF4-FFF2-40B4-BE49-F238E27FC236}">
                <a16:creationId xmlns:a16="http://schemas.microsoft.com/office/drawing/2014/main" id="{6BCF7533-92EB-554C-9438-929709CD5390}"/>
              </a:ext>
            </a:extLst>
          </p:cNvPr>
          <p:cNvSpPr txBox="1">
            <a:spLocks/>
          </p:cNvSpPr>
          <p:nvPr/>
        </p:nvSpPr>
        <p:spPr>
          <a:xfrm>
            <a:off x="9085331" y="1946147"/>
            <a:ext cx="1760470" cy="55835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altLang="zh-CN" sz="2400" b="1" dirty="0"/>
              <a:t>Offset:</a:t>
            </a:r>
            <a:r>
              <a:rPr lang="zh-CN" altLang="en-US" sz="2400" b="1" dirty="0"/>
              <a:t> </a:t>
            </a:r>
            <a:r>
              <a:rPr lang="en-US" altLang="zh-CN" sz="2400" b="1" dirty="0"/>
              <a:t>0</a:t>
            </a:r>
            <a:r>
              <a:rPr lang="zh-CN" altLang="en-US" sz="2400" b="1" dirty="0"/>
              <a:t> </a:t>
            </a:r>
            <a:endParaRPr lang="en-US" altLang="zh-CN" sz="2000" b="1" dirty="0"/>
          </a:p>
        </p:txBody>
      </p:sp>
      <p:sp>
        <p:nvSpPr>
          <p:cNvPr id="44" name="圆角矩形 43">
            <a:extLst>
              <a:ext uri="{FF2B5EF4-FFF2-40B4-BE49-F238E27FC236}">
                <a16:creationId xmlns:a16="http://schemas.microsoft.com/office/drawing/2014/main" id="{9745C7D0-F0FA-6E4C-89CC-F7CE650B56F6}"/>
              </a:ext>
            </a:extLst>
          </p:cNvPr>
          <p:cNvSpPr/>
          <p:nvPr/>
        </p:nvSpPr>
        <p:spPr>
          <a:xfrm>
            <a:off x="6862234" y="2654958"/>
            <a:ext cx="775721" cy="435966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CN" dirty="0"/>
              <a:t>20B</a:t>
            </a:r>
            <a:endParaRPr kumimoji="1" lang="zh-CN" altLang="en-US" dirty="0"/>
          </a:p>
        </p:txBody>
      </p:sp>
      <p:sp>
        <p:nvSpPr>
          <p:cNvPr id="45" name="圆角矩形 44">
            <a:extLst>
              <a:ext uri="{FF2B5EF4-FFF2-40B4-BE49-F238E27FC236}">
                <a16:creationId xmlns:a16="http://schemas.microsoft.com/office/drawing/2014/main" id="{A758C430-D682-C646-8B66-4341DDBCEF6F}"/>
              </a:ext>
            </a:extLst>
          </p:cNvPr>
          <p:cNvSpPr/>
          <p:nvPr/>
        </p:nvSpPr>
        <p:spPr>
          <a:xfrm>
            <a:off x="7849912" y="2654958"/>
            <a:ext cx="1023462" cy="435966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CN" dirty="0"/>
              <a:t>488B</a:t>
            </a:r>
            <a:endParaRPr kumimoji="1" lang="zh-CN" altLang="en-US" dirty="0"/>
          </a:p>
        </p:txBody>
      </p:sp>
      <p:sp>
        <p:nvSpPr>
          <p:cNvPr id="47" name="Content Placeholder 2">
            <a:extLst>
              <a:ext uri="{FF2B5EF4-FFF2-40B4-BE49-F238E27FC236}">
                <a16:creationId xmlns:a16="http://schemas.microsoft.com/office/drawing/2014/main" id="{A1DA8869-B50B-DB4B-A832-B3328EBBE7CA}"/>
              </a:ext>
            </a:extLst>
          </p:cNvPr>
          <p:cNvSpPr txBox="1">
            <a:spLocks/>
          </p:cNvSpPr>
          <p:nvPr/>
        </p:nvSpPr>
        <p:spPr>
          <a:xfrm>
            <a:off x="9085330" y="2681548"/>
            <a:ext cx="2306569" cy="558354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altLang="zh-CN" sz="2400" b="1" dirty="0"/>
              <a:t>Offset:</a:t>
            </a:r>
            <a:r>
              <a:rPr lang="zh-CN" altLang="en-US" sz="2400" b="1" dirty="0"/>
              <a:t> </a:t>
            </a:r>
            <a:r>
              <a:rPr lang="en-US" altLang="zh-CN" sz="2400" b="1" dirty="0"/>
              <a:t>488/8=</a:t>
            </a:r>
            <a:r>
              <a:rPr lang="zh-CN" altLang="en-US" sz="2400" b="1" dirty="0"/>
              <a:t> </a:t>
            </a:r>
            <a:r>
              <a:rPr lang="en-US" altLang="zh-CN" sz="2400" b="1" dirty="0"/>
              <a:t>61</a:t>
            </a:r>
            <a:endParaRPr lang="en-US" altLang="zh-CN" sz="2000" b="1" dirty="0"/>
          </a:p>
        </p:txBody>
      </p:sp>
      <p:sp>
        <p:nvSpPr>
          <p:cNvPr id="48" name="圆角矩形 47">
            <a:extLst>
              <a:ext uri="{FF2B5EF4-FFF2-40B4-BE49-F238E27FC236}">
                <a16:creationId xmlns:a16="http://schemas.microsoft.com/office/drawing/2014/main" id="{9745C7D0-F0FA-6E4C-89CC-F7CE650B56F6}"/>
              </a:ext>
            </a:extLst>
          </p:cNvPr>
          <p:cNvSpPr/>
          <p:nvPr/>
        </p:nvSpPr>
        <p:spPr>
          <a:xfrm>
            <a:off x="6879168" y="3429681"/>
            <a:ext cx="775721" cy="435966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CN" dirty="0"/>
              <a:t>20B</a:t>
            </a:r>
            <a:endParaRPr kumimoji="1" lang="zh-CN" altLang="en-US" dirty="0"/>
          </a:p>
        </p:txBody>
      </p:sp>
      <p:sp>
        <p:nvSpPr>
          <p:cNvPr id="49" name="圆角矩形 48">
            <a:extLst>
              <a:ext uri="{FF2B5EF4-FFF2-40B4-BE49-F238E27FC236}">
                <a16:creationId xmlns:a16="http://schemas.microsoft.com/office/drawing/2014/main" id="{A758C430-D682-C646-8B66-4341DDBCEF6F}"/>
              </a:ext>
            </a:extLst>
          </p:cNvPr>
          <p:cNvSpPr/>
          <p:nvPr/>
        </p:nvSpPr>
        <p:spPr>
          <a:xfrm>
            <a:off x="7866846" y="3429681"/>
            <a:ext cx="1023462" cy="435966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CN" dirty="0"/>
              <a:t>24B</a:t>
            </a:r>
            <a:endParaRPr kumimoji="1" lang="zh-CN" altLang="en-US" dirty="0"/>
          </a:p>
        </p:txBody>
      </p:sp>
      <p:sp>
        <p:nvSpPr>
          <p:cNvPr id="51" name="Content Placeholder 2">
            <a:extLst>
              <a:ext uri="{FF2B5EF4-FFF2-40B4-BE49-F238E27FC236}">
                <a16:creationId xmlns:a16="http://schemas.microsoft.com/office/drawing/2014/main" id="{A1DA8869-B50B-DB4B-A832-B3328EBBE7CA}"/>
              </a:ext>
            </a:extLst>
          </p:cNvPr>
          <p:cNvSpPr txBox="1">
            <a:spLocks/>
          </p:cNvSpPr>
          <p:nvPr/>
        </p:nvSpPr>
        <p:spPr>
          <a:xfrm>
            <a:off x="9102264" y="3456271"/>
            <a:ext cx="2289635" cy="558354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altLang="zh-CN" sz="2400" b="1" dirty="0"/>
              <a:t>Offset:</a:t>
            </a:r>
            <a:r>
              <a:rPr lang="zh-CN" altLang="en-US" sz="2400" b="1" dirty="0"/>
              <a:t> </a:t>
            </a:r>
            <a:r>
              <a:rPr lang="en-US" altLang="zh-CN" sz="2400" b="1" dirty="0"/>
              <a:t>976/8=122</a:t>
            </a:r>
            <a:r>
              <a:rPr lang="zh-CN" altLang="en-US" sz="2400" b="1" dirty="0"/>
              <a:t> </a:t>
            </a:r>
            <a:endParaRPr lang="en-US" altLang="zh-CN" sz="2000" b="1" dirty="0"/>
          </a:p>
        </p:txBody>
      </p:sp>
      <p:sp>
        <p:nvSpPr>
          <p:cNvPr id="52" name="圆角矩形 51">
            <a:extLst>
              <a:ext uri="{FF2B5EF4-FFF2-40B4-BE49-F238E27FC236}">
                <a16:creationId xmlns:a16="http://schemas.microsoft.com/office/drawing/2014/main" id="{DD7F6E5C-297F-8844-AA5E-14BCAB0D6AEB}"/>
              </a:ext>
            </a:extLst>
          </p:cNvPr>
          <p:cNvSpPr/>
          <p:nvPr/>
        </p:nvSpPr>
        <p:spPr>
          <a:xfrm>
            <a:off x="824931" y="4661415"/>
            <a:ext cx="775721" cy="435966"/>
          </a:xfrm>
          <a:prstGeom prst="round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20B</a:t>
            </a:r>
            <a:endParaRPr kumimoji="1" lang="zh-CN" altLang="en-US" dirty="0"/>
          </a:p>
        </p:txBody>
      </p:sp>
      <p:sp>
        <p:nvSpPr>
          <p:cNvPr id="53" name="圆角矩形 52">
            <a:extLst>
              <a:ext uri="{FF2B5EF4-FFF2-40B4-BE49-F238E27FC236}">
                <a16:creationId xmlns:a16="http://schemas.microsoft.com/office/drawing/2014/main" id="{592F6DAF-0A8B-0D45-9377-7CB34DB15B3C}"/>
              </a:ext>
            </a:extLst>
          </p:cNvPr>
          <p:cNvSpPr/>
          <p:nvPr/>
        </p:nvSpPr>
        <p:spPr>
          <a:xfrm>
            <a:off x="1812609" y="4661415"/>
            <a:ext cx="1023462" cy="435966"/>
          </a:xfrm>
          <a:prstGeom prst="round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1000B</a:t>
            </a:r>
            <a:endParaRPr kumimoji="1" lang="zh-CN" altLang="en-US" dirty="0"/>
          </a:p>
        </p:txBody>
      </p:sp>
      <p:sp>
        <p:nvSpPr>
          <p:cNvPr id="55" name="圆角矩形 54">
            <a:extLst>
              <a:ext uri="{FF2B5EF4-FFF2-40B4-BE49-F238E27FC236}">
                <a16:creationId xmlns:a16="http://schemas.microsoft.com/office/drawing/2014/main" id="{4CA270D9-D1BA-5241-9E22-1EA1CD3671FC}"/>
              </a:ext>
            </a:extLst>
          </p:cNvPr>
          <p:cNvSpPr/>
          <p:nvPr/>
        </p:nvSpPr>
        <p:spPr>
          <a:xfrm>
            <a:off x="3048027" y="4661415"/>
            <a:ext cx="1718443" cy="435966"/>
          </a:xfrm>
          <a:prstGeom prst="round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Offset:</a:t>
            </a:r>
            <a:r>
              <a:rPr kumimoji="1" lang="zh-CN" altLang="en-US" dirty="0"/>
              <a:t> </a:t>
            </a:r>
            <a:r>
              <a:rPr kumimoji="1" lang="en-US" altLang="zh-CN" dirty="0"/>
              <a:t>125</a:t>
            </a:r>
            <a:endParaRPr kumimoji="1" lang="zh-CN" altLang="en-US" dirty="0"/>
          </a:p>
        </p:txBody>
      </p:sp>
      <p:sp>
        <p:nvSpPr>
          <p:cNvPr id="56" name="圆角矩形 55">
            <a:extLst>
              <a:ext uri="{FF2B5EF4-FFF2-40B4-BE49-F238E27FC236}">
                <a16:creationId xmlns:a16="http://schemas.microsoft.com/office/drawing/2014/main" id="{FEB82664-E4AB-A344-8319-0F9FEF9CD5EF}"/>
              </a:ext>
            </a:extLst>
          </p:cNvPr>
          <p:cNvSpPr/>
          <p:nvPr/>
        </p:nvSpPr>
        <p:spPr>
          <a:xfrm>
            <a:off x="824931" y="5355263"/>
            <a:ext cx="775721" cy="435966"/>
          </a:xfrm>
          <a:prstGeom prst="round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20B</a:t>
            </a:r>
            <a:endParaRPr kumimoji="1" lang="zh-CN" altLang="en-US" dirty="0"/>
          </a:p>
        </p:txBody>
      </p:sp>
      <p:sp>
        <p:nvSpPr>
          <p:cNvPr id="57" name="圆角矩形 56">
            <a:extLst>
              <a:ext uri="{FF2B5EF4-FFF2-40B4-BE49-F238E27FC236}">
                <a16:creationId xmlns:a16="http://schemas.microsoft.com/office/drawing/2014/main" id="{6190CA80-8F21-9547-9A26-78B83B3A7A8C}"/>
              </a:ext>
            </a:extLst>
          </p:cNvPr>
          <p:cNvSpPr/>
          <p:nvPr/>
        </p:nvSpPr>
        <p:spPr>
          <a:xfrm>
            <a:off x="1812609" y="5355263"/>
            <a:ext cx="1023462" cy="435966"/>
          </a:xfrm>
          <a:prstGeom prst="round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68B</a:t>
            </a:r>
            <a:endParaRPr kumimoji="1" lang="zh-CN" altLang="en-US" dirty="0"/>
          </a:p>
        </p:txBody>
      </p:sp>
      <p:sp>
        <p:nvSpPr>
          <p:cNvPr id="58" name="圆角矩形 57">
            <a:extLst>
              <a:ext uri="{FF2B5EF4-FFF2-40B4-BE49-F238E27FC236}">
                <a16:creationId xmlns:a16="http://schemas.microsoft.com/office/drawing/2014/main" id="{CC86929D-A37E-364E-A05B-8C8AA35F5350}"/>
              </a:ext>
            </a:extLst>
          </p:cNvPr>
          <p:cNvSpPr/>
          <p:nvPr/>
        </p:nvSpPr>
        <p:spPr>
          <a:xfrm>
            <a:off x="3048027" y="5355263"/>
            <a:ext cx="1718443" cy="435966"/>
          </a:xfrm>
          <a:prstGeom prst="round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Offset:</a:t>
            </a:r>
            <a:r>
              <a:rPr kumimoji="1" lang="zh-CN" altLang="en-US" dirty="0"/>
              <a:t> </a:t>
            </a:r>
            <a:r>
              <a:rPr kumimoji="1" lang="en-US" altLang="zh-CN" dirty="0"/>
              <a:t>250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8085357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C79BA1-37A3-5741-B0A1-E64646E428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4206"/>
            <a:ext cx="10515600" cy="1325563"/>
          </a:xfrm>
        </p:spPr>
        <p:txBody>
          <a:bodyPr/>
          <a:lstStyle/>
          <a:p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Q3 IP Fragmentation</a:t>
            </a:r>
            <a:endParaRPr lang="en-US" altLang="zh-CN" dirty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3A7EC6F6-3A9C-6A4E-9F5B-60AABA1D48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1EE3D794-DB4E-C14E-A5D2-84852F6CC9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560BF8F0-923C-7E49-B6E2-E69E142B5EE1}"/>
              </a:ext>
            </a:extLst>
          </p:cNvPr>
          <p:cNvSpPr txBox="1">
            <a:spLocks/>
          </p:cNvSpPr>
          <p:nvPr/>
        </p:nvSpPr>
        <p:spPr>
          <a:xfrm>
            <a:off x="952500" y="1321357"/>
            <a:ext cx="3752236" cy="538754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altLang="zh-CN" dirty="0"/>
              <a:t>Network</a:t>
            </a:r>
            <a:r>
              <a:rPr lang="zh-CN" altLang="en-US" dirty="0"/>
              <a:t> </a:t>
            </a:r>
            <a:r>
              <a:rPr lang="en-US" altLang="zh-CN" dirty="0"/>
              <a:t>1</a:t>
            </a:r>
            <a:r>
              <a:rPr lang="zh-CN" altLang="en-US" dirty="0"/>
              <a:t>     </a:t>
            </a:r>
            <a:r>
              <a:rPr lang="en-US" altLang="zh-CN" b="1" dirty="0"/>
              <a:t>MTU:</a:t>
            </a:r>
            <a:r>
              <a:rPr lang="zh-CN" altLang="en-US" b="1" dirty="0"/>
              <a:t> </a:t>
            </a:r>
            <a:r>
              <a:rPr lang="en-US" altLang="zh-CN" b="1" dirty="0"/>
              <a:t>1024B</a:t>
            </a:r>
            <a:endParaRPr lang="en-US" altLang="zh-CN" sz="2400" b="1" dirty="0"/>
          </a:p>
        </p:txBody>
      </p:sp>
      <p:sp>
        <p:nvSpPr>
          <p:cNvPr id="28" name="Content Placeholder 2">
            <a:extLst>
              <a:ext uri="{FF2B5EF4-FFF2-40B4-BE49-F238E27FC236}">
                <a16:creationId xmlns:a16="http://schemas.microsoft.com/office/drawing/2014/main" id="{976E4121-46EF-304C-8A9A-EBC8C12BD25C}"/>
              </a:ext>
            </a:extLst>
          </p:cNvPr>
          <p:cNvSpPr txBox="1">
            <a:spLocks/>
          </p:cNvSpPr>
          <p:nvPr/>
        </p:nvSpPr>
        <p:spPr>
          <a:xfrm>
            <a:off x="6991964" y="1290267"/>
            <a:ext cx="3752236" cy="53875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altLang="zh-CN" sz="2600" dirty="0"/>
              <a:t>Network</a:t>
            </a:r>
            <a:r>
              <a:rPr lang="zh-CN" altLang="en-US" sz="2600" dirty="0"/>
              <a:t> </a:t>
            </a:r>
            <a:r>
              <a:rPr lang="en-US" altLang="zh-CN" sz="2600" dirty="0"/>
              <a:t>2</a:t>
            </a:r>
            <a:r>
              <a:rPr lang="zh-CN" altLang="en-US" sz="2600" dirty="0"/>
              <a:t>     </a:t>
            </a:r>
            <a:r>
              <a:rPr lang="en-US" altLang="zh-CN" sz="2600" b="1" dirty="0"/>
              <a:t>MTU:</a:t>
            </a:r>
            <a:r>
              <a:rPr lang="zh-CN" altLang="en-US" sz="2600" b="1" dirty="0"/>
              <a:t> </a:t>
            </a:r>
            <a:r>
              <a:rPr lang="en-US" altLang="zh-CN" sz="2600" b="1" dirty="0"/>
              <a:t>512B</a:t>
            </a:r>
          </a:p>
        </p:txBody>
      </p:sp>
      <p:sp>
        <p:nvSpPr>
          <p:cNvPr id="8" name="右箭头 7">
            <a:extLst>
              <a:ext uri="{FF2B5EF4-FFF2-40B4-BE49-F238E27FC236}">
                <a16:creationId xmlns:a16="http://schemas.microsoft.com/office/drawing/2014/main" id="{A4807F85-B733-7C4D-99B3-21DB167086BE}"/>
              </a:ext>
            </a:extLst>
          </p:cNvPr>
          <p:cNvSpPr/>
          <p:nvPr/>
        </p:nvSpPr>
        <p:spPr>
          <a:xfrm>
            <a:off x="5752676" y="1882610"/>
            <a:ext cx="1028700" cy="469900"/>
          </a:xfrm>
          <a:prstGeom prst="rightArrow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6" name="圆角矩形 35">
            <a:extLst>
              <a:ext uri="{FF2B5EF4-FFF2-40B4-BE49-F238E27FC236}">
                <a16:creationId xmlns:a16="http://schemas.microsoft.com/office/drawing/2014/main" id="{9745C7D0-F0FA-6E4C-89CC-F7CE650B56F6}"/>
              </a:ext>
            </a:extLst>
          </p:cNvPr>
          <p:cNvSpPr/>
          <p:nvPr/>
        </p:nvSpPr>
        <p:spPr>
          <a:xfrm>
            <a:off x="1976660" y="1969015"/>
            <a:ext cx="775721" cy="435966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20B</a:t>
            </a:r>
            <a:endParaRPr kumimoji="1" lang="zh-CN" altLang="en-US" dirty="0"/>
          </a:p>
        </p:txBody>
      </p:sp>
      <p:sp>
        <p:nvSpPr>
          <p:cNvPr id="37" name="圆角矩形 36">
            <a:extLst>
              <a:ext uri="{FF2B5EF4-FFF2-40B4-BE49-F238E27FC236}">
                <a16:creationId xmlns:a16="http://schemas.microsoft.com/office/drawing/2014/main" id="{A758C430-D682-C646-8B66-4341DDBCEF6F}"/>
              </a:ext>
            </a:extLst>
          </p:cNvPr>
          <p:cNvSpPr/>
          <p:nvPr/>
        </p:nvSpPr>
        <p:spPr>
          <a:xfrm>
            <a:off x="2964338" y="1969015"/>
            <a:ext cx="1023462" cy="435966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1000B</a:t>
            </a:r>
            <a:endParaRPr kumimoji="1" lang="zh-CN" altLang="en-US" dirty="0"/>
          </a:p>
        </p:txBody>
      </p:sp>
      <p:sp>
        <p:nvSpPr>
          <p:cNvPr id="38" name="Content Placeholder 2">
            <a:extLst>
              <a:ext uri="{FF2B5EF4-FFF2-40B4-BE49-F238E27FC236}">
                <a16:creationId xmlns:a16="http://schemas.microsoft.com/office/drawing/2014/main" id="{0B902C41-03F2-DC42-BF94-EC36D446B864}"/>
              </a:ext>
            </a:extLst>
          </p:cNvPr>
          <p:cNvSpPr txBox="1">
            <a:spLocks/>
          </p:cNvSpPr>
          <p:nvPr/>
        </p:nvSpPr>
        <p:spPr>
          <a:xfrm>
            <a:off x="166587" y="1986104"/>
            <a:ext cx="1646021" cy="45008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altLang="zh-CN" sz="2400" b="1" dirty="0"/>
              <a:t>Fragment</a:t>
            </a:r>
            <a:r>
              <a:rPr lang="zh-CN" altLang="en-US" sz="2400" b="1" dirty="0"/>
              <a:t> </a:t>
            </a:r>
            <a:r>
              <a:rPr lang="en-US" altLang="zh-CN" sz="2400" b="1" dirty="0"/>
              <a:t>2</a:t>
            </a:r>
            <a:endParaRPr lang="en-US" altLang="zh-CN" sz="2000" b="1" dirty="0"/>
          </a:p>
        </p:txBody>
      </p:sp>
      <p:sp>
        <p:nvSpPr>
          <p:cNvPr id="39" name="Content Placeholder 2">
            <a:extLst>
              <a:ext uri="{FF2B5EF4-FFF2-40B4-BE49-F238E27FC236}">
                <a16:creationId xmlns:a16="http://schemas.microsoft.com/office/drawing/2014/main" id="{A1DA8869-B50B-DB4B-A832-B3328EBBE7CA}"/>
              </a:ext>
            </a:extLst>
          </p:cNvPr>
          <p:cNvSpPr txBox="1">
            <a:spLocks/>
          </p:cNvSpPr>
          <p:nvPr/>
        </p:nvSpPr>
        <p:spPr>
          <a:xfrm>
            <a:off x="4199756" y="1995605"/>
            <a:ext cx="1552919" cy="558354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altLang="zh-CN" sz="2400" b="1" dirty="0"/>
              <a:t>Offset:</a:t>
            </a:r>
            <a:r>
              <a:rPr lang="zh-CN" altLang="en-US" sz="2400" b="1" dirty="0"/>
              <a:t> </a:t>
            </a:r>
            <a:r>
              <a:rPr lang="en-US" altLang="zh-CN" sz="2400" b="1" dirty="0"/>
              <a:t>125</a:t>
            </a:r>
            <a:r>
              <a:rPr lang="zh-CN" altLang="en-US" sz="2400" b="1" dirty="0"/>
              <a:t> </a:t>
            </a:r>
            <a:endParaRPr lang="en-US" altLang="zh-CN" sz="2000" b="1" dirty="0"/>
          </a:p>
        </p:txBody>
      </p:sp>
      <p:sp>
        <p:nvSpPr>
          <p:cNvPr id="40" name="圆角矩形 39">
            <a:extLst>
              <a:ext uri="{FF2B5EF4-FFF2-40B4-BE49-F238E27FC236}">
                <a16:creationId xmlns:a16="http://schemas.microsoft.com/office/drawing/2014/main" id="{1C3CDAA5-5D03-0C45-83CF-53ECF7A30418}"/>
              </a:ext>
            </a:extLst>
          </p:cNvPr>
          <p:cNvSpPr/>
          <p:nvPr/>
        </p:nvSpPr>
        <p:spPr>
          <a:xfrm>
            <a:off x="7065434" y="1919557"/>
            <a:ext cx="775721" cy="435966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20B</a:t>
            </a:r>
            <a:endParaRPr kumimoji="1" lang="zh-CN" altLang="en-US" dirty="0"/>
          </a:p>
        </p:txBody>
      </p:sp>
      <p:sp>
        <p:nvSpPr>
          <p:cNvPr id="41" name="圆角矩形 40">
            <a:extLst>
              <a:ext uri="{FF2B5EF4-FFF2-40B4-BE49-F238E27FC236}">
                <a16:creationId xmlns:a16="http://schemas.microsoft.com/office/drawing/2014/main" id="{057C5068-2B00-0E4B-81EC-9ABBC6059EEB}"/>
              </a:ext>
            </a:extLst>
          </p:cNvPr>
          <p:cNvSpPr/>
          <p:nvPr/>
        </p:nvSpPr>
        <p:spPr>
          <a:xfrm>
            <a:off x="8053112" y="1919557"/>
            <a:ext cx="1023462" cy="435966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488B</a:t>
            </a:r>
            <a:endParaRPr kumimoji="1" lang="zh-CN" altLang="en-US" dirty="0"/>
          </a:p>
        </p:txBody>
      </p:sp>
      <p:sp>
        <p:nvSpPr>
          <p:cNvPr id="43" name="Content Placeholder 2">
            <a:extLst>
              <a:ext uri="{FF2B5EF4-FFF2-40B4-BE49-F238E27FC236}">
                <a16:creationId xmlns:a16="http://schemas.microsoft.com/office/drawing/2014/main" id="{6BCF7533-92EB-554C-9438-929709CD5390}"/>
              </a:ext>
            </a:extLst>
          </p:cNvPr>
          <p:cNvSpPr txBox="1">
            <a:spLocks/>
          </p:cNvSpPr>
          <p:nvPr/>
        </p:nvSpPr>
        <p:spPr>
          <a:xfrm>
            <a:off x="9288531" y="1946147"/>
            <a:ext cx="1760470" cy="55835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altLang="zh-CN" sz="2400" b="1" dirty="0"/>
              <a:t>Offset:</a:t>
            </a:r>
            <a:r>
              <a:rPr lang="zh-CN" altLang="en-US" sz="2400" b="1" dirty="0"/>
              <a:t> </a:t>
            </a:r>
            <a:r>
              <a:rPr lang="en-US" altLang="zh-CN" sz="2400" b="1" dirty="0"/>
              <a:t>125</a:t>
            </a:r>
            <a:r>
              <a:rPr lang="zh-CN" altLang="en-US" sz="2400" b="1" dirty="0"/>
              <a:t> </a:t>
            </a:r>
            <a:endParaRPr lang="en-US" altLang="zh-CN" sz="2000" b="1" dirty="0"/>
          </a:p>
        </p:txBody>
      </p:sp>
      <p:sp>
        <p:nvSpPr>
          <p:cNvPr id="44" name="圆角矩形 43">
            <a:extLst>
              <a:ext uri="{FF2B5EF4-FFF2-40B4-BE49-F238E27FC236}">
                <a16:creationId xmlns:a16="http://schemas.microsoft.com/office/drawing/2014/main" id="{9745C7D0-F0FA-6E4C-89CC-F7CE650B56F6}"/>
              </a:ext>
            </a:extLst>
          </p:cNvPr>
          <p:cNvSpPr/>
          <p:nvPr/>
        </p:nvSpPr>
        <p:spPr>
          <a:xfrm>
            <a:off x="7065434" y="2654958"/>
            <a:ext cx="775721" cy="435966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CN" dirty="0"/>
              <a:t>20B</a:t>
            </a:r>
            <a:endParaRPr kumimoji="1" lang="zh-CN" altLang="en-US" dirty="0"/>
          </a:p>
        </p:txBody>
      </p:sp>
      <p:sp>
        <p:nvSpPr>
          <p:cNvPr id="45" name="圆角矩形 44">
            <a:extLst>
              <a:ext uri="{FF2B5EF4-FFF2-40B4-BE49-F238E27FC236}">
                <a16:creationId xmlns:a16="http://schemas.microsoft.com/office/drawing/2014/main" id="{A758C430-D682-C646-8B66-4341DDBCEF6F}"/>
              </a:ext>
            </a:extLst>
          </p:cNvPr>
          <p:cNvSpPr/>
          <p:nvPr/>
        </p:nvSpPr>
        <p:spPr>
          <a:xfrm>
            <a:off x="8053112" y="2654958"/>
            <a:ext cx="1023462" cy="435966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CN" dirty="0"/>
              <a:t>488B</a:t>
            </a:r>
            <a:endParaRPr kumimoji="1" lang="zh-CN" altLang="en-US" dirty="0"/>
          </a:p>
        </p:txBody>
      </p:sp>
      <p:sp>
        <p:nvSpPr>
          <p:cNvPr id="47" name="Content Placeholder 2">
            <a:extLst>
              <a:ext uri="{FF2B5EF4-FFF2-40B4-BE49-F238E27FC236}">
                <a16:creationId xmlns:a16="http://schemas.microsoft.com/office/drawing/2014/main" id="{A1DA8869-B50B-DB4B-A832-B3328EBBE7CA}"/>
              </a:ext>
            </a:extLst>
          </p:cNvPr>
          <p:cNvSpPr txBox="1">
            <a:spLocks/>
          </p:cNvSpPr>
          <p:nvPr/>
        </p:nvSpPr>
        <p:spPr>
          <a:xfrm>
            <a:off x="9288530" y="2681548"/>
            <a:ext cx="2611370" cy="558354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altLang="zh-CN" sz="2400" b="1" dirty="0"/>
              <a:t>Offset:</a:t>
            </a:r>
            <a:r>
              <a:rPr lang="zh-CN" altLang="en-US" sz="2400" b="1" dirty="0"/>
              <a:t> </a:t>
            </a:r>
            <a:r>
              <a:rPr lang="en-US" altLang="zh-CN" sz="2400" b="1" dirty="0"/>
              <a:t>125+61=186</a:t>
            </a:r>
            <a:endParaRPr lang="en-US" altLang="zh-CN" sz="2000" b="1" dirty="0"/>
          </a:p>
        </p:txBody>
      </p:sp>
      <p:sp>
        <p:nvSpPr>
          <p:cNvPr id="48" name="圆角矩形 47">
            <a:extLst>
              <a:ext uri="{FF2B5EF4-FFF2-40B4-BE49-F238E27FC236}">
                <a16:creationId xmlns:a16="http://schemas.microsoft.com/office/drawing/2014/main" id="{9745C7D0-F0FA-6E4C-89CC-F7CE650B56F6}"/>
              </a:ext>
            </a:extLst>
          </p:cNvPr>
          <p:cNvSpPr/>
          <p:nvPr/>
        </p:nvSpPr>
        <p:spPr>
          <a:xfrm>
            <a:off x="7082368" y="3429681"/>
            <a:ext cx="775721" cy="435966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CN" dirty="0"/>
              <a:t>20B</a:t>
            </a:r>
            <a:endParaRPr kumimoji="1" lang="zh-CN" altLang="en-US" dirty="0"/>
          </a:p>
        </p:txBody>
      </p:sp>
      <p:sp>
        <p:nvSpPr>
          <p:cNvPr id="49" name="圆角矩形 48">
            <a:extLst>
              <a:ext uri="{FF2B5EF4-FFF2-40B4-BE49-F238E27FC236}">
                <a16:creationId xmlns:a16="http://schemas.microsoft.com/office/drawing/2014/main" id="{A758C430-D682-C646-8B66-4341DDBCEF6F}"/>
              </a:ext>
            </a:extLst>
          </p:cNvPr>
          <p:cNvSpPr/>
          <p:nvPr/>
        </p:nvSpPr>
        <p:spPr>
          <a:xfrm>
            <a:off x="8070046" y="3429681"/>
            <a:ext cx="1023462" cy="435966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CN" dirty="0"/>
              <a:t>24B</a:t>
            </a:r>
            <a:endParaRPr kumimoji="1" lang="zh-CN" altLang="en-US" dirty="0"/>
          </a:p>
        </p:txBody>
      </p:sp>
      <p:sp>
        <p:nvSpPr>
          <p:cNvPr id="51" name="Content Placeholder 2">
            <a:extLst>
              <a:ext uri="{FF2B5EF4-FFF2-40B4-BE49-F238E27FC236}">
                <a16:creationId xmlns:a16="http://schemas.microsoft.com/office/drawing/2014/main" id="{A1DA8869-B50B-DB4B-A832-B3328EBBE7CA}"/>
              </a:ext>
            </a:extLst>
          </p:cNvPr>
          <p:cNvSpPr txBox="1">
            <a:spLocks/>
          </p:cNvSpPr>
          <p:nvPr/>
        </p:nvSpPr>
        <p:spPr>
          <a:xfrm>
            <a:off x="9305464" y="3456271"/>
            <a:ext cx="2823036" cy="55835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altLang="zh-CN" sz="2400" b="1" dirty="0"/>
              <a:t>Offset:</a:t>
            </a:r>
            <a:r>
              <a:rPr lang="zh-CN" altLang="en-US" sz="2400" b="1" dirty="0"/>
              <a:t> </a:t>
            </a:r>
            <a:r>
              <a:rPr lang="en-US" altLang="zh-CN" sz="2400" b="1" dirty="0"/>
              <a:t>125+122=247</a:t>
            </a:r>
            <a:r>
              <a:rPr lang="zh-CN" altLang="en-US" sz="2400" b="1" dirty="0"/>
              <a:t> </a:t>
            </a:r>
            <a:endParaRPr lang="en-US" altLang="zh-CN" sz="2000" b="1" dirty="0"/>
          </a:p>
        </p:txBody>
      </p:sp>
      <p:sp>
        <p:nvSpPr>
          <p:cNvPr id="56" name="圆角矩形 55">
            <a:extLst>
              <a:ext uri="{FF2B5EF4-FFF2-40B4-BE49-F238E27FC236}">
                <a16:creationId xmlns:a16="http://schemas.microsoft.com/office/drawing/2014/main" id="{FEB82664-E4AB-A344-8319-0F9FEF9CD5EF}"/>
              </a:ext>
            </a:extLst>
          </p:cNvPr>
          <p:cNvSpPr/>
          <p:nvPr/>
        </p:nvSpPr>
        <p:spPr>
          <a:xfrm>
            <a:off x="1117439" y="4999663"/>
            <a:ext cx="775721" cy="435966"/>
          </a:xfrm>
          <a:prstGeom prst="round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20B</a:t>
            </a:r>
            <a:endParaRPr kumimoji="1" lang="zh-CN" altLang="en-US" dirty="0"/>
          </a:p>
        </p:txBody>
      </p:sp>
      <p:sp>
        <p:nvSpPr>
          <p:cNvPr id="57" name="圆角矩形 56">
            <a:extLst>
              <a:ext uri="{FF2B5EF4-FFF2-40B4-BE49-F238E27FC236}">
                <a16:creationId xmlns:a16="http://schemas.microsoft.com/office/drawing/2014/main" id="{6190CA80-8F21-9547-9A26-78B83B3A7A8C}"/>
              </a:ext>
            </a:extLst>
          </p:cNvPr>
          <p:cNvSpPr/>
          <p:nvPr/>
        </p:nvSpPr>
        <p:spPr>
          <a:xfrm>
            <a:off x="2105117" y="4999663"/>
            <a:ext cx="1023462" cy="435966"/>
          </a:xfrm>
          <a:prstGeom prst="round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68B</a:t>
            </a:r>
            <a:endParaRPr kumimoji="1" lang="zh-CN" altLang="en-US" dirty="0"/>
          </a:p>
        </p:txBody>
      </p:sp>
      <p:sp>
        <p:nvSpPr>
          <p:cNvPr id="58" name="圆角矩形 57">
            <a:extLst>
              <a:ext uri="{FF2B5EF4-FFF2-40B4-BE49-F238E27FC236}">
                <a16:creationId xmlns:a16="http://schemas.microsoft.com/office/drawing/2014/main" id="{CC86929D-A37E-364E-A05B-8C8AA35F5350}"/>
              </a:ext>
            </a:extLst>
          </p:cNvPr>
          <p:cNvSpPr/>
          <p:nvPr/>
        </p:nvSpPr>
        <p:spPr>
          <a:xfrm>
            <a:off x="3340535" y="4999663"/>
            <a:ext cx="1718443" cy="435966"/>
          </a:xfrm>
          <a:prstGeom prst="round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Offset:</a:t>
            </a:r>
            <a:r>
              <a:rPr kumimoji="1" lang="zh-CN" altLang="en-US" dirty="0"/>
              <a:t> </a:t>
            </a:r>
            <a:r>
              <a:rPr kumimoji="1" lang="en-US" altLang="zh-CN" dirty="0"/>
              <a:t>250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7317785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C79BA1-37A3-5741-B0A1-E64646E428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4206"/>
            <a:ext cx="10515600" cy="1325563"/>
          </a:xfrm>
        </p:spPr>
        <p:txBody>
          <a:bodyPr/>
          <a:lstStyle/>
          <a:p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Q3 IP Fragmentation</a:t>
            </a:r>
            <a:endParaRPr lang="en-US" altLang="zh-CN" dirty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3A7EC6F6-3A9C-6A4E-9F5B-60AABA1D48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1EE3D794-DB4E-C14E-A5D2-84852F6CC9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560BF8F0-923C-7E49-B6E2-E69E142B5EE1}"/>
              </a:ext>
            </a:extLst>
          </p:cNvPr>
          <p:cNvSpPr txBox="1">
            <a:spLocks/>
          </p:cNvSpPr>
          <p:nvPr/>
        </p:nvSpPr>
        <p:spPr>
          <a:xfrm>
            <a:off x="952500" y="1321357"/>
            <a:ext cx="3752236" cy="538754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altLang="zh-CN" dirty="0"/>
              <a:t>Network</a:t>
            </a:r>
            <a:r>
              <a:rPr lang="zh-CN" altLang="en-US" dirty="0"/>
              <a:t> </a:t>
            </a:r>
            <a:r>
              <a:rPr lang="en-US" altLang="zh-CN" dirty="0"/>
              <a:t>1</a:t>
            </a:r>
            <a:r>
              <a:rPr lang="zh-CN" altLang="en-US" dirty="0"/>
              <a:t>     </a:t>
            </a:r>
            <a:r>
              <a:rPr lang="en-US" altLang="zh-CN" b="1" dirty="0"/>
              <a:t>MTU:</a:t>
            </a:r>
            <a:r>
              <a:rPr lang="zh-CN" altLang="en-US" b="1" dirty="0"/>
              <a:t> </a:t>
            </a:r>
            <a:r>
              <a:rPr lang="en-US" altLang="zh-CN" b="1" dirty="0"/>
              <a:t>1024B</a:t>
            </a:r>
            <a:endParaRPr lang="en-US" altLang="zh-CN" sz="2400" b="1" dirty="0"/>
          </a:p>
        </p:txBody>
      </p:sp>
      <p:sp>
        <p:nvSpPr>
          <p:cNvPr id="28" name="Content Placeholder 2">
            <a:extLst>
              <a:ext uri="{FF2B5EF4-FFF2-40B4-BE49-F238E27FC236}">
                <a16:creationId xmlns:a16="http://schemas.microsoft.com/office/drawing/2014/main" id="{976E4121-46EF-304C-8A9A-EBC8C12BD25C}"/>
              </a:ext>
            </a:extLst>
          </p:cNvPr>
          <p:cNvSpPr txBox="1">
            <a:spLocks/>
          </p:cNvSpPr>
          <p:nvPr/>
        </p:nvSpPr>
        <p:spPr>
          <a:xfrm>
            <a:off x="7334864" y="1290267"/>
            <a:ext cx="3752236" cy="53875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altLang="zh-CN" sz="2600" dirty="0"/>
              <a:t>Network</a:t>
            </a:r>
            <a:r>
              <a:rPr lang="zh-CN" altLang="en-US" sz="2600" dirty="0"/>
              <a:t> </a:t>
            </a:r>
            <a:r>
              <a:rPr lang="en-US" altLang="zh-CN" sz="2600" dirty="0"/>
              <a:t>2</a:t>
            </a:r>
            <a:r>
              <a:rPr lang="zh-CN" altLang="en-US" sz="2600" dirty="0"/>
              <a:t>     </a:t>
            </a:r>
            <a:r>
              <a:rPr lang="en-US" altLang="zh-CN" sz="2600" b="1" dirty="0"/>
              <a:t>MTU:</a:t>
            </a:r>
            <a:r>
              <a:rPr lang="zh-CN" altLang="en-US" sz="2600" b="1" dirty="0"/>
              <a:t> </a:t>
            </a:r>
            <a:r>
              <a:rPr lang="en-US" altLang="zh-CN" sz="2600" b="1" dirty="0"/>
              <a:t>512B</a:t>
            </a:r>
          </a:p>
        </p:txBody>
      </p:sp>
      <p:sp>
        <p:nvSpPr>
          <p:cNvPr id="8" name="右箭头 7">
            <a:extLst>
              <a:ext uri="{FF2B5EF4-FFF2-40B4-BE49-F238E27FC236}">
                <a16:creationId xmlns:a16="http://schemas.microsoft.com/office/drawing/2014/main" id="{A4807F85-B733-7C4D-99B3-21DB167086BE}"/>
              </a:ext>
            </a:extLst>
          </p:cNvPr>
          <p:cNvSpPr/>
          <p:nvPr/>
        </p:nvSpPr>
        <p:spPr>
          <a:xfrm>
            <a:off x="6171776" y="1882610"/>
            <a:ext cx="1028700" cy="469900"/>
          </a:xfrm>
          <a:prstGeom prst="rightArrow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6" name="圆角矩形 35">
            <a:extLst>
              <a:ext uri="{FF2B5EF4-FFF2-40B4-BE49-F238E27FC236}">
                <a16:creationId xmlns:a16="http://schemas.microsoft.com/office/drawing/2014/main" id="{9745C7D0-F0FA-6E4C-89CC-F7CE650B56F6}"/>
              </a:ext>
            </a:extLst>
          </p:cNvPr>
          <p:cNvSpPr/>
          <p:nvPr/>
        </p:nvSpPr>
        <p:spPr>
          <a:xfrm>
            <a:off x="1976660" y="1969015"/>
            <a:ext cx="775721" cy="435966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20B</a:t>
            </a:r>
            <a:endParaRPr kumimoji="1" lang="zh-CN" altLang="en-US" dirty="0"/>
          </a:p>
        </p:txBody>
      </p:sp>
      <p:sp>
        <p:nvSpPr>
          <p:cNvPr id="37" name="圆角矩形 36">
            <a:extLst>
              <a:ext uri="{FF2B5EF4-FFF2-40B4-BE49-F238E27FC236}">
                <a16:creationId xmlns:a16="http://schemas.microsoft.com/office/drawing/2014/main" id="{A758C430-D682-C646-8B66-4341DDBCEF6F}"/>
              </a:ext>
            </a:extLst>
          </p:cNvPr>
          <p:cNvSpPr/>
          <p:nvPr/>
        </p:nvSpPr>
        <p:spPr>
          <a:xfrm>
            <a:off x="2964338" y="1969015"/>
            <a:ext cx="1023462" cy="435966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68B</a:t>
            </a:r>
            <a:endParaRPr kumimoji="1" lang="zh-CN" altLang="en-US" dirty="0"/>
          </a:p>
        </p:txBody>
      </p:sp>
      <p:sp>
        <p:nvSpPr>
          <p:cNvPr id="38" name="Content Placeholder 2">
            <a:extLst>
              <a:ext uri="{FF2B5EF4-FFF2-40B4-BE49-F238E27FC236}">
                <a16:creationId xmlns:a16="http://schemas.microsoft.com/office/drawing/2014/main" id="{0B902C41-03F2-DC42-BF94-EC36D446B864}"/>
              </a:ext>
            </a:extLst>
          </p:cNvPr>
          <p:cNvSpPr txBox="1">
            <a:spLocks/>
          </p:cNvSpPr>
          <p:nvPr/>
        </p:nvSpPr>
        <p:spPr>
          <a:xfrm>
            <a:off x="166587" y="1986104"/>
            <a:ext cx="1646021" cy="45008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altLang="zh-CN" sz="2400" b="1" dirty="0"/>
              <a:t>Fragment</a:t>
            </a:r>
            <a:r>
              <a:rPr lang="zh-CN" altLang="en-US" sz="2400" b="1" dirty="0"/>
              <a:t> </a:t>
            </a:r>
            <a:r>
              <a:rPr lang="en-US" altLang="zh-CN" sz="2400" b="1" dirty="0"/>
              <a:t>3</a:t>
            </a:r>
            <a:endParaRPr lang="en-US" altLang="zh-CN" sz="2000" b="1" dirty="0"/>
          </a:p>
        </p:txBody>
      </p:sp>
      <p:sp>
        <p:nvSpPr>
          <p:cNvPr id="39" name="Content Placeholder 2">
            <a:extLst>
              <a:ext uri="{FF2B5EF4-FFF2-40B4-BE49-F238E27FC236}">
                <a16:creationId xmlns:a16="http://schemas.microsoft.com/office/drawing/2014/main" id="{A1DA8869-B50B-DB4B-A832-B3328EBBE7CA}"/>
              </a:ext>
            </a:extLst>
          </p:cNvPr>
          <p:cNvSpPr txBox="1">
            <a:spLocks/>
          </p:cNvSpPr>
          <p:nvPr/>
        </p:nvSpPr>
        <p:spPr>
          <a:xfrm>
            <a:off x="4199756" y="1995605"/>
            <a:ext cx="1573661" cy="558354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altLang="zh-CN" sz="2400" b="1" dirty="0"/>
              <a:t>Offset:</a:t>
            </a:r>
            <a:r>
              <a:rPr lang="zh-CN" altLang="en-US" sz="2400" b="1" dirty="0"/>
              <a:t> </a:t>
            </a:r>
            <a:r>
              <a:rPr lang="en-US" altLang="zh-CN" sz="2400" b="1" dirty="0"/>
              <a:t>250</a:t>
            </a:r>
            <a:r>
              <a:rPr lang="zh-CN" altLang="en-US" sz="2400" b="1" dirty="0"/>
              <a:t> </a:t>
            </a:r>
            <a:endParaRPr lang="en-US" altLang="zh-CN" sz="2000" b="1" dirty="0"/>
          </a:p>
        </p:txBody>
      </p:sp>
      <p:sp>
        <p:nvSpPr>
          <p:cNvPr id="40" name="圆角矩形 39">
            <a:extLst>
              <a:ext uri="{FF2B5EF4-FFF2-40B4-BE49-F238E27FC236}">
                <a16:creationId xmlns:a16="http://schemas.microsoft.com/office/drawing/2014/main" id="{1C3CDAA5-5D03-0C45-83CF-53ECF7A30418}"/>
              </a:ext>
            </a:extLst>
          </p:cNvPr>
          <p:cNvSpPr/>
          <p:nvPr/>
        </p:nvSpPr>
        <p:spPr>
          <a:xfrm>
            <a:off x="7598834" y="1919557"/>
            <a:ext cx="775721" cy="435966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20B</a:t>
            </a:r>
            <a:endParaRPr kumimoji="1" lang="zh-CN" altLang="en-US" dirty="0"/>
          </a:p>
        </p:txBody>
      </p:sp>
      <p:sp>
        <p:nvSpPr>
          <p:cNvPr id="41" name="圆角矩形 40">
            <a:extLst>
              <a:ext uri="{FF2B5EF4-FFF2-40B4-BE49-F238E27FC236}">
                <a16:creationId xmlns:a16="http://schemas.microsoft.com/office/drawing/2014/main" id="{057C5068-2B00-0E4B-81EC-9ABBC6059EEB}"/>
              </a:ext>
            </a:extLst>
          </p:cNvPr>
          <p:cNvSpPr/>
          <p:nvPr/>
        </p:nvSpPr>
        <p:spPr>
          <a:xfrm>
            <a:off x="8586512" y="1919557"/>
            <a:ext cx="1023462" cy="435966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68B</a:t>
            </a:r>
            <a:endParaRPr kumimoji="1" lang="zh-CN" altLang="en-US" dirty="0"/>
          </a:p>
        </p:txBody>
      </p:sp>
      <p:sp>
        <p:nvSpPr>
          <p:cNvPr id="43" name="Content Placeholder 2">
            <a:extLst>
              <a:ext uri="{FF2B5EF4-FFF2-40B4-BE49-F238E27FC236}">
                <a16:creationId xmlns:a16="http://schemas.microsoft.com/office/drawing/2014/main" id="{6BCF7533-92EB-554C-9438-929709CD5390}"/>
              </a:ext>
            </a:extLst>
          </p:cNvPr>
          <p:cNvSpPr txBox="1">
            <a:spLocks/>
          </p:cNvSpPr>
          <p:nvPr/>
        </p:nvSpPr>
        <p:spPr>
          <a:xfrm>
            <a:off x="9821931" y="1946147"/>
            <a:ext cx="1760470" cy="55835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altLang="zh-CN" sz="2400" b="1" dirty="0"/>
              <a:t>Offset:</a:t>
            </a:r>
            <a:r>
              <a:rPr lang="zh-CN" altLang="en-US" sz="2400" b="1" dirty="0"/>
              <a:t> </a:t>
            </a:r>
            <a:r>
              <a:rPr lang="en-US" altLang="zh-CN" sz="2400" b="1" dirty="0"/>
              <a:t>250</a:t>
            </a:r>
            <a:r>
              <a:rPr lang="zh-CN" altLang="en-US" sz="2400" b="1" dirty="0"/>
              <a:t> </a:t>
            </a:r>
            <a:endParaRPr lang="en-US" altLang="zh-CN" sz="2000" b="1" dirty="0"/>
          </a:p>
        </p:txBody>
      </p:sp>
    </p:spTree>
    <p:extLst>
      <p:ext uri="{BB962C8B-B14F-4D97-AF65-F5344CB8AC3E}">
        <p14:creationId xmlns:p14="http://schemas.microsoft.com/office/powerpoint/2010/main" val="19081936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53F29798-D584-4792-9B62-3F5F5C36D6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5C79BA1-37A3-5741-B0A1-E64646E428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4805"/>
            <a:ext cx="10515600" cy="150588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zh-CN" sz="52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Q4</a:t>
            </a:r>
            <a:r>
              <a:rPr lang="en-US" altLang="zh-CN" sz="52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altLang="zh-CN" sz="52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Forwarding</a:t>
            </a:r>
            <a:r>
              <a:rPr lang="en-US" altLang="zh-CN" sz="52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altLang="zh-CN" sz="52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Table</a:t>
            </a:r>
            <a:endParaRPr lang="en-US" altLang="zh-CN" sz="5200" kern="1200" dirty="0">
              <a:solidFill>
                <a:schemeClr val="tx1"/>
              </a:solidFill>
              <a:effectLst/>
              <a:latin typeface="+mj-lt"/>
              <a:ea typeface="+mj-ea"/>
              <a:cs typeface="+mj-cs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7934344D-3E9E-014A-90C0-8CBA0761AA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902365"/>
            <a:ext cx="10512547" cy="4336425"/>
          </a:xfrm>
          <a:prstGeom prst="rect">
            <a:avLst/>
          </a:prstGeom>
        </p:spPr>
      </p:pic>
      <p:sp>
        <p:nvSpPr>
          <p:cNvPr id="4" name="Rectangle 2">
            <a:extLst>
              <a:ext uri="{FF2B5EF4-FFF2-40B4-BE49-F238E27FC236}">
                <a16:creationId xmlns:a16="http://schemas.microsoft.com/office/drawing/2014/main" id="{3A7EC6F6-3A9C-6A4E-9F5B-60AABA1D48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1EE3D794-DB4E-C14E-A5D2-84852F6CC9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2317759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53F29798-D584-4792-9B62-3F5F5C36D6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5C79BA1-37A3-5741-B0A1-E64646E428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4805"/>
            <a:ext cx="10515600" cy="150588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zh-CN" sz="52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Q4 Forwarding</a:t>
            </a:r>
            <a:r>
              <a:rPr lang="en-US" altLang="zh-CN" sz="52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altLang="zh-CN" sz="52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Table</a:t>
            </a:r>
            <a:endParaRPr lang="en-US" altLang="zh-CN" sz="5200" kern="1200" dirty="0">
              <a:solidFill>
                <a:schemeClr val="tx1"/>
              </a:solidFill>
              <a:effectLst/>
              <a:latin typeface="+mj-lt"/>
              <a:ea typeface="+mj-ea"/>
              <a:cs typeface="+mj-cs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1BDB98C2-343C-A241-B81B-548C2C603A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020631"/>
            <a:ext cx="10512547" cy="4099892"/>
          </a:xfrm>
          <a:prstGeom prst="rect">
            <a:avLst/>
          </a:prstGeom>
        </p:spPr>
      </p:pic>
      <p:sp>
        <p:nvSpPr>
          <p:cNvPr id="4" name="Rectangle 2">
            <a:extLst>
              <a:ext uri="{FF2B5EF4-FFF2-40B4-BE49-F238E27FC236}">
                <a16:creationId xmlns:a16="http://schemas.microsoft.com/office/drawing/2014/main" id="{3A7EC6F6-3A9C-6A4E-9F5B-60AABA1D48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1EE3D794-DB4E-C14E-A5D2-84852F6CC9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4276961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53F29798-D584-4792-9B62-3F5F5C36D6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5C79BA1-37A3-5741-B0A1-E64646E428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4805"/>
            <a:ext cx="10515600" cy="150588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zh-CN" sz="52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Q4 Forwarding</a:t>
            </a:r>
            <a:r>
              <a:rPr lang="en-US" altLang="zh-CN" sz="52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altLang="zh-CN" sz="52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Table</a:t>
            </a:r>
            <a:endParaRPr lang="en-US" altLang="zh-CN" sz="5200" kern="1200" dirty="0">
              <a:solidFill>
                <a:schemeClr val="tx1"/>
              </a:solidFill>
              <a:effectLst/>
              <a:latin typeface="+mj-lt"/>
              <a:ea typeface="+mj-ea"/>
              <a:cs typeface="+mj-cs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E2CD6899-14D2-6B4E-9446-1F5A7B435F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9202" y="1845426"/>
            <a:ext cx="9570543" cy="4450303"/>
          </a:xfrm>
          <a:prstGeom prst="rect">
            <a:avLst/>
          </a:prstGeom>
        </p:spPr>
      </p:pic>
      <p:sp>
        <p:nvSpPr>
          <p:cNvPr id="4" name="Rectangle 2">
            <a:extLst>
              <a:ext uri="{FF2B5EF4-FFF2-40B4-BE49-F238E27FC236}">
                <a16:creationId xmlns:a16="http://schemas.microsoft.com/office/drawing/2014/main" id="{3A7EC6F6-3A9C-6A4E-9F5B-60AABA1D48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1EE3D794-DB4E-C14E-A5D2-84852F6CC9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7169961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8D2CAE8-E323-A14E-A62F-188A25405FEA}"/>
              </a:ext>
            </a:extLst>
          </p:cNvPr>
          <p:cNvSpPr/>
          <p:nvPr/>
        </p:nvSpPr>
        <p:spPr>
          <a:xfrm>
            <a:off x="4851400" y="3167390"/>
            <a:ext cx="260350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4800" dirty="0"/>
              <a:t>Thanks!</a:t>
            </a:r>
          </a:p>
        </p:txBody>
      </p:sp>
    </p:spTree>
    <p:extLst>
      <p:ext uri="{BB962C8B-B14F-4D97-AF65-F5344CB8AC3E}">
        <p14:creationId xmlns:p14="http://schemas.microsoft.com/office/powerpoint/2010/main" val="32166189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3042</TotalTime>
  <Words>431</Words>
  <Application>Microsoft Macintosh PowerPoint</Application>
  <PresentationFormat>宽屏</PresentationFormat>
  <Paragraphs>102</Paragraphs>
  <Slides>13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18" baseType="lpstr">
      <vt:lpstr>Arial</vt:lpstr>
      <vt:lpstr>Calibri</vt:lpstr>
      <vt:lpstr>Calibri Light</vt:lpstr>
      <vt:lpstr>Cambria Math</vt:lpstr>
      <vt:lpstr>Office Theme</vt:lpstr>
      <vt:lpstr>CSCI 4430 – Fall 25</vt:lpstr>
      <vt:lpstr>Outline</vt:lpstr>
      <vt:lpstr>Q1 IP True or False </vt:lpstr>
      <vt:lpstr>Q2 IP MCQ </vt:lpstr>
      <vt:lpstr>Q3 IP Fragmentation </vt:lpstr>
      <vt:lpstr>Q3 IP Fragmentation</vt:lpstr>
      <vt:lpstr>Q3 IP Fragmentation</vt:lpstr>
      <vt:lpstr>Q3 IP Fragmentation</vt:lpstr>
      <vt:lpstr>Q3 IP Fragmentation</vt:lpstr>
      <vt:lpstr>Q4 Forwarding Table</vt:lpstr>
      <vt:lpstr>Q4 Forwarding Table</vt:lpstr>
      <vt:lpstr>Q4 Forwarding Table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CSCI 4430 - Spring 22</dc:title>
  <dc:creator>SONG, Qingyu</dc:creator>
  <cp:lastModifiedBy>Yicheng Feng</cp:lastModifiedBy>
  <cp:revision>507</cp:revision>
  <dcterms:created xsi:type="dcterms:W3CDTF">2022-01-09T08:27:06Z</dcterms:created>
  <dcterms:modified xsi:type="dcterms:W3CDTF">2025-11-03T03:11:09Z</dcterms:modified>
</cp:coreProperties>
</file>