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4"/>
  </p:notesMasterIdLst>
  <p:sldIdLst>
    <p:sldId id="256" r:id="rId2"/>
    <p:sldId id="257" r:id="rId3"/>
    <p:sldId id="258" r:id="rId4"/>
    <p:sldId id="275" r:id="rId5"/>
    <p:sldId id="276" r:id="rId6"/>
    <p:sldId id="277" r:id="rId7"/>
    <p:sldId id="278" r:id="rId8"/>
    <p:sldId id="279" r:id="rId9"/>
    <p:sldId id="280" r:id="rId10"/>
    <p:sldId id="291" r:id="rId11"/>
    <p:sldId id="292" r:id="rId12"/>
    <p:sldId id="287" r:id="rId13"/>
    <p:sldId id="288" r:id="rId14"/>
    <p:sldId id="289" r:id="rId15"/>
    <p:sldId id="286" r:id="rId16"/>
    <p:sldId id="284" r:id="rId17"/>
    <p:sldId id="285" r:id="rId18"/>
    <p:sldId id="293" r:id="rId19"/>
    <p:sldId id="282" r:id="rId20"/>
    <p:sldId id="283" r:id="rId21"/>
    <p:sldId id="290" r:id="rId22"/>
    <p:sldId id="294" r:id="rId23"/>
  </p:sldIdLst>
  <p:sldSz cx="9144000" cy="5143500" type="screen16x9"/>
  <p:notesSz cx="6858000" cy="9144000"/>
  <p:embeddedFontLst>
    <p:embeddedFont>
      <p:font typeface="Ubuntu" panose="020B0504030602030204" pitchFamily="34" charset="0"/>
      <p:regular r:id="rId25"/>
      <p:bold r:id="rId26"/>
      <p:italic r:id="rId27"/>
      <p:boldItalic r:id="rId28"/>
    </p:embeddedFont>
    <p:embeddedFont>
      <p:font typeface="Verdana" panose="020B0604030504040204" pitchFamily="34" charset="0"/>
      <p:regular r:id="rId29"/>
      <p:bold r:id="rId30"/>
      <p:italic r:id="rId31"/>
      <p:boldItalic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94CC"/>
    <a:srgbClr val="0E61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0082EC5-C718-4C4A-A93D-152775E55CCE}">
  <a:tblStyle styleId="{B0082EC5-C718-4C4A-A93D-152775E55CC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755"/>
    <p:restoredTop sz="84043"/>
  </p:normalViewPr>
  <p:slideViewPr>
    <p:cSldViewPr snapToGrid="0">
      <p:cViewPr varScale="1">
        <p:scale>
          <a:sx n="136" d="100"/>
          <a:sy n="136" d="100"/>
        </p:scale>
        <p:origin x="1392" y="18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font" Target="fonts/font8.fntdata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font" Target="fonts/font6.fntdata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ING, Wenlong" userId="2462c282-915a-45d3-817d-b87203e0e2e0" providerId="ADAL" clId="{AD318D23-6DFB-4E48-AC4B-C003DC758A16}"/>
    <pc:docChg chg="undo custSel modSld">
      <pc:chgData name="DING, Wenlong" userId="2462c282-915a-45d3-817d-b87203e0e2e0" providerId="ADAL" clId="{AD318D23-6DFB-4E48-AC4B-C003DC758A16}" dt="2023-10-04T14:12:23.681" v="404" actId="255"/>
      <pc:docMkLst>
        <pc:docMk/>
      </pc:docMkLst>
      <pc:sldChg chg="addSp delSp modSp mod">
        <pc:chgData name="DING, Wenlong" userId="2462c282-915a-45d3-817d-b87203e0e2e0" providerId="ADAL" clId="{AD318D23-6DFB-4E48-AC4B-C003DC758A16}" dt="2023-10-04T14:12:23.681" v="404" actId="255"/>
        <pc:sldMkLst>
          <pc:docMk/>
          <pc:sldMk cId="0" sldId="257"/>
        </pc:sldMkLst>
      </pc:sldChg>
      <pc:sldChg chg="modSp mod">
        <pc:chgData name="DING, Wenlong" userId="2462c282-915a-45d3-817d-b87203e0e2e0" providerId="ADAL" clId="{AD318D23-6DFB-4E48-AC4B-C003DC758A16}" dt="2023-10-04T14:11:33.942" v="401" actId="20577"/>
        <pc:sldMkLst>
          <pc:docMk/>
          <pc:sldMk cId="0" sldId="258"/>
        </pc:sldMkLst>
      </pc:sldChg>
    </pc:docChg>
  </pc:docChgLst>
  <pc:docChgLst>
    <pc:chgData name="DING, Wenlong" userId="2462c282-915a-45d3-817d-b87203e0e2e0" providerId="ADAL" clId="{5D9E8CCF-4134-8C46-86A4-48224424FD0F}"/>
    <pc:docChg chg="undo custSel addSld delSld modSld sldOrd">
      <pc:chgData name="DING, Wenlong" userId="2462c282-915a-45d3-817d-b87203e0e2e0" providerId="ADAL" clId="{5D9E8CCF-4134-8C46-86A4-48224424FD0F}" dt="2023-04-14T13:59:05.912" v="2978" actId="1076"/>
      <pc:docMkLst>
        <pc:docMk/>
      </pc:docMkLst>
      <pc:sldChg chg="modSp mod">
        <pc:chgData name="DING, Wenlong" userId="2462c282-915a-45d3-817d-b87203e0e2e0" providerId="ADAL" clId="{5D9E8CCF-4134-8C46-86A4-48224424FD0F}" dt="2023-04-12T11:43:28.423" v="26" actId="2711"/>
        <pc:sldMkLst>
          <pc:docMk/>
          <pc:sldMk cId="0" sldId="256"/>
        </pc:sldMkLst>
      </pc:sldChg>
      <pc:sldChg chg="modSp mod">
        <pc:chgData name="DING, Wenlong" userId="2462c282-915a-45d3-817d-b87203e0e2e0" providerId="ADAL" clId="{5D9E8CCF-4134-8C46-86A4-48224424FD0F}" dt="2023-04-14T13:47:35.013" v="2852" actId="3064"/>
        <pc:sldMkLst>
          <pc:docMk/>
          <pc:sldMk cId="0" sldId="257"/>
        </pc:sldMkLst>
      </pc:sldChg>
      <pc:sldChg chg="modSp mod modAnim">
        <pc:chgData name="DING, Wenlong" userId="2462c282-915a-45d3-817d-b87203e0e2e0" providerId="ADAL" clId="{5D9E8CCF-4134-8C46-86A4-48224424FD0F}" dt="2023-04-14T13:48:32.808" v="2904" actId="20577"/>
        <pc:sldMkLst>
          <pc:docMk/>
          <pc:sldMk cId="0" sldId="258"/>
        </pc:sldMkLst>
      </pc:sldChg>
      <pc:sldChg chg="addSp delSp modSp add del mod delAnim modAnim">
        <pc:chgData name="DING, Wenlong" userId="2462c282-915a-45d3-817d-b87203e0e2e0" providerId="ADAL" clId="{5D9E8CCF-4134-8C46-86A4-48224424FD0F}" dt="2023-04-13T11:54:45.617" v="2565" actId="2696"/>
        <pc:sldMkLst>
          <pc:docMk/>
          <pc:sldMk cId="0" sldId="259"/>
        </pc:sldMkLst>
      </pc:sldChg>
      <pc:sldChg chg="addSp delSp modSp del mod delAnim modAnim">
        <pc:chgData name="DING, Wenlong" userId="2462c282-915a-45d3-817d-b87203e0e2e0" providerId="ADAL" clId="{5D9E8CCF-4134-8C46-86A4-48224424FD0F}" dt="2023-04-13T11:55:25.853" v="2572" actId="2696"/>
        <pc:sldMkLst>
          <pc:docMk/>
          <pc:sldMk cId="0" sldId="260"/>
        </pc:sldMkLst>
      </pc:sldChg>
      <pc:sldChg chg="addSp delSp modSp del mod modAnim">
        <pc:chgData name="DING, Wenlong" userId="2462c282-915a-45d3-817d-b87203e0e2e0" providerId="ADAL" clId="{5D9E8CCF-4134-8C46-86A4-48224424FD0F}" dt="2023-04-13T12:37:44.088" v="2708" actId="2696"/>
        <pc:sldMkLst>
          <pc:docMk/>
          <pc:sldMk cId="0" sldId="261"/>
        </pc:sldMkLst>
      </pc:sldChg>
      <pc:sldChg chg="addSp delSp modSp del mod">
        <pc:chgData name="DING, Wenlong" userId="2462c282-915a-45d3-817d-b87203e0e2e0" providerId="ADAL" clId="{5D9E8CCF-4134-8C46-86A4-48224424FD0F}" dt="2023-04-13T12:37:40.718" v="2706" actId="2696"/>
        <pc:sldMkLst>
          <pc:docMk/>
          <pc:sldMk cId="0" sldId="262"/>
        </pc:sldMkLst>
      </pc:sldChg>
      <pc:sldChg chg="addSp modSp del mod">
        <pc:chgData name="DING, Wenlong" userId="2462c282-915a-45d3-817d-b87203e0e2e0" providerId="ADAL" clId="{5D9E8CCF-4134-8C46-86A4-48224424FD0F}" dt="2023-04-13T12:37:39.666" v="2705" actId="2696"/>
        <pc:sldMkLst>
          <pc:docMk/>
          <pc:sldMk cId="0" sldId="263"/>
        </pc:sldMkLst>
      </pc:sldChg>
      <pc:sldChg chg="addSp modSp del mod">
        <pc:chgData name="DING, Wenlong" userId="2462c282-915a-45d3-817d-b87203e0e2e0" providerId="ADAL" clId="{5D9E8CCF-4134-8C46-86A4-48224424FD0F}" dt="2023-04-13T12:37:38.415" v="2704" actId="2696"/>
        <pc:sldMkLst>
          <pc:docMk/>
          <pc:sldMk cId="0" sldId="264"/>
        </pc:sldMkLst>
      </pc:sldChg>
      <pc:sldChg chg="delSp modSp del mod">
        <pc:chgData name="DING, Wenlong" userId="2462c282-915a-45d3-817d-b87203e0e2e0" providerId="ADAL" clId="{5D9E8CCF-4134-8C46-86A4-48224424FD0F}" dt="2023-04-13T12:37:37.253" v="2703" actId="2696"/>
        <pc:sldMkLst>
          <pc:docMk/>
          <pc:sldMk cId="0" sldId="265"/>
        </pc:sldMkLst>
      </pc:sldChg>
      <pc:sldChg chg="addSp delSp modSp del mod modAnim">
        <pc:chgData name="DING, Wenlong" userId="2462c282-915a-45d3-817d-b87203e0e2e0" providerId="ADAL" clId="{5D9E8CCF-4134-8C46-86A4-48224424FD0F}" dt="2023-04-13T12:37:36.251" v="2702" actId="2696"/>
        <pc:sldMkLst>
          <pc:docMk/>
          <pc:sldMk cId="0" sldId="266"/>
        </pc:sldMkLst>
      </pc:sldChg>
      <pc:sldChg chg="modSp del mod">
        <pc:chgData name="DING, Wenlong" userId="2462c282-915a-45d3-817d-b87203e0e2e0" providerId="ADAL" clId="{5D9E8CCF-4134-8C46-86A4-48224424FD0F}" dt="2023-04-13T12:37:35.203" v="2701" actId="2696"/>
        <pc:sldMkLst>
          <pc:docMk/>
          <pc:sldMk cId="0" sldId="267"/>
        </pc:sldMkLst>
      </pc:sldChg>
      <pc:sldChg chg="modSp del mod">
        <pc:chgData name="DING, Wenlong" userId="2462c282-915a-45d3-817d-b87203e0e2e0" providerId="ADAL" clId="{5D9E8CCF-4134-8C46-86A4-48224424FD0F}" dt="2023-04-13T12:37:34.012" v="2700" actId="2696"/>
        <pc:sldMkLst>
          <pc:docMk/>
          <pc:sldMk cId="0" sldId="268"/>
        </pc:sldMkLst>
      </pc:sldChg>
      <pc:sldChg chg="modSp del mod">
        <pc:chgData name="DING, Wenlong" userId="2462c282-915a-45d3-817d-b87203e0e2e0" providerId="ADAL" clId="{5D9E8CCF-4134-8C46-86A4-48224424FD0F}" dt="2023-04-13T12:37:32.781" v="2699" actId="2696"/>
        <pc:sldMkLst>
          <pc:docMk/>
          <pc:sldMk cId="0" sldId="269"/>
        </pc:sldMkLst>
      </pc:sldChg>
      <pc:sldChg chg="modSp del mod">
        <pc:chgData name="DING, Wenlong" userId="2462c282-915a-45d3-817d-b87203e0e2e0" providerId="ADAL" clId="{5D9E8CCF-4134-8C46-86A4-48224424FD0F}" dt="2023-04-13T12:37:31.459" v="2698" actId="2696"/>
        <pc:sldMkLst>
          <pc:docMk/>
          <pc:sldMk cId="0" sldId="270"/>
        </pc:sldMkLst>
      </pc:sldChg>
      <pc:sldChg chg="modSp del mod">
        <pc:chgData name="DING, Wenlong" userId="2462c282-915a-45d3-817d-b87203e0e2e0" providerId="ADAL" clId="{5D9E8CCF-4134-8C46-86A4-48224424FD0F}" dt="2023-04-13T11:29:16.782" v="2503" actId="2696"/>
        <pc:sldMkLst>
          <pc:docMk/>
          <pc:sldMk cId="0" sldId="271"/>
        </pc:sldMkLst>
      </pc:sldChg>
      <pc:sldChg chg="add">
        <pc:chgData name="DING, Wenlong" userId="2462c282-915a-45d3-817d-b87203e0e2e0" providerId="ADAL" clId="{5D9E8CCF-4134-8C46-86A4-48224424FD0F}" dt="2023-04-13T05:52:07.124" v="401"/>
        <pc:sldMkLst>
          <pc:docMk/>
          <pc:sldMk cId="3216618933" sldId="272"/>
        </pc:sldMkLst>
      </pc:sldChg>
      <pc:sldChg chg="add del">
        <pc:chgData name="DING, Wenlong" userId="2462c282-915a-45d3-817d-b87203e0e2e0" providerId="ADAL" clId="{5D9E8CCF-4134-8C46-86A4-48224424FD0F}" dt="2023-04-13T07:40:32.750" v="688" actId="2696"/>
        <pc:sldMkLst>
          <pc:docMk/>
          <pc:sldMk cId="96595233" sldId="273"/>
        </pc:sldMkLst>
      </pc:sldChg>
      <pc:sldChg chg="add del">
        <pc:chgData name="DING, Wenlong" userId="2462c282-915a-45d3-817d-b87203e0e2e0" providerId="ADAL" clId="{5D9E8CCF-4134-8C46-86A4-48224424FD0F}" dt="2023-04-13T12:37:41.879" v="2707" actId="2696"/>
        <pc:sldMkLst>
          <pc:docMk/>
          <pc:sldMk cId="3171665457" sldId="273"/>
        </pc:sldMkLst>
      </pc:sldChg>
      <pc:sldChg chg="add del">
        <pc:chgData name="DING, Wenlong" userId="2462c282-915a-45d3-817d-b87203e0e2e0" providerId="ADAL" clId="{5D9E8CCF-4134-8C46-86A4-48224424FD0F}" dt="2023-04-13T07:40:20.923" v="679"/>
        <pc:sldMkLst>
          <pc:docMk/>
          <pc:sldMk cId="3817671778" sldId="273"/>
        </pc:sldMkLst>
      </pc:sldChg>
      <pc:sldChg chg="addSp delSp modSp add mod delAnim modAnim">
        <pc:chgData name="DING, Wenlong" userId="2462c282-915a-45d3-817d-b87203e0e2e0" providerId="ADAL" clId="{5D9E8CCF-4134-8C46-86A4-48224424FD0F}" dt="2023-04-13T10:58:17.893" v="2149" actId="403"/>
        <pc:sldMkLst>
          <pc:docMk/>
          <pc:sldMk cId="2475225684" sldId="274"/>
        </pc:sldMkLst>
      </pc:sldChg>
      <pc:sldChg chg="addSp delSp modSp add mod ord delAnim">
        <pc:chgData name="DING, Wenlong" userId="2462c282-915a-45d3-817d-b87203e0e2e0" providerId="ADAL" clId="{5D9E8CCF-4134-8C46-86A4-48224424FD0F}" dt="2023-04-14T13:49:17.638" v="2921" actId="1076"/>
        <pc:sldMkLst>
          <pc:docMk/>
          <pc:sldMk cId="4188368259" sldId="275"/>
        </pc:sldMkLst>
      </pc:sldChg>
      <pc:sldChg chg="addSp delSp modSp add mod">
        <pc:chgData name="DING, Wenlong" userId="2462c282-915a-45d3-817d-b87203e0e2e0" providerId="ADAL" clId="{5D9E8CCF-4134-8C46-86A4-48224424FD0F}" dt="2023-04-14T13:49:31.577" v="2934" actId="20577"/>
        <pc:sldMkLst>
          <pc:docMk/>
          <pc:sldMk cId="4248956976" sldId="276"/>
        </pc:sldMkLst>
      </pc:sldChg>
      <pc:sldChg chg="add del">
        <pc:chgData name="DING, Wenlong" userId="2462c282-915a-45d3-817d-b87203e0e2e0" providerId="ADAL" clId="{5D9E8CCF-4134-8C46-86A4-48224424FD0F}" dt="2023-04-13T09:44:59.186" v="1754" actId="2696"/>
        <pc:sldMkLst>
          <pc:docMk/>
          <pc:sldMk cId="1716140093" sldId="277"/>
        </pc:sldMkLst>
      </pc:sldChg>
      <pc:sldChg chg="addSp delSp modSp add mod">
        <pc:chgData name="DING, Wenlong" userId="2462c282-915a-45d3-817d-b87203e0e2e0" providerId="ADAL" clId="{5D9E8CCF-4134-8C46-86A4-48224424FD0F}" dt="2023-04-14T13:50:05.116" v="2936"/>
        <pc:sldMkLst>
          <pc:docMk/>
          <pc:sldMk cId="2286679438" sldId="278"/>
        </pc:sldMkLst>
      </pc:sldChg>
      <pc:sldChg chg="modSp add del mod">
        <pc:chgData name="DING, Wenlong" userId="2462c282-915a-45d3-817d-b87203e0e2e0" providerId="ADAL" clId="{5D9E8CCF-4134-8C46-86A4-48224424FD0F}" dt="2023-04-13T09:46:57.171" v="1810" actId="2696"/>
        <pc:sldMkLst>
          <pc:docMk/>
          <pc:sldMk cId="4287311301" sldId="279"/>
        </pc:sldMkLst>
      </pc:sldChg>
      <pc:sldChg chg="addSp delSp modSp add mod">
        <pc:chgData name="DING, Wenlong" userId="2462c282-915a-45d3-817d-b87203e0e2e0" providerId="ADAL" clId="{5D9E8CCF-4134-8C46-86A4-48224424FD0F}" dt="2023-04-14T13:52:14.110" v="2952"/>
        <pc:sldMkLst>
          <pc:docMk/>
          <pc:sldMk cId="3205117471" sldId="280"/>
        </pc:sldMkLst>
      </pc:sldChg>
      <pc:sldChg chg="addSp delSp modSp add mod">
        <pc:chgData name="DING, Wenlong" userId="2462c282-915a-45d3-817d-b87203e0e2e0" providerId="ADAL" clId="{5D9E8CCF-4134-8C46-86A4-48224424FD0F}" dt="2023-04-14T13:54:06.950" v="2964" actId="20577"/>
        <pc:sldMkLst>
          <pc:docMk/>
          <pc:sldMk cId="3684504715" sldId="281"/>
        </pc:sldMkLst>
      </pc:sldChg>
      <pc:sldChg chg="add del">
        <pc:chgData name="DING, Wenlong" userId="2462c282-915a-45d3-817d-b87203e0e2e0" providerId="ADAL" clId="{5D9E8CCF-4134-8C46-86A4-48224424FD0F}" dt="2023-04-13T10:37:03.926" v="1987" actId="2696"/>
        <pc:sldMkLst>
          <pc:docMk/>
          <pc:sldMk cId="2318852283" sldId="282"/>
        </pc:sldMkLst>
      </pc:sldChg>
      <pc:sldChg chg="addSp delSp modSp add mod">
        <pc:chgData name="DING, Wenlong" userId="2462c282-915a-45d3-817d-b87203e0e2e0" providerId="ADAL" clId="{5D9E8CCF-4134-8C46-86A4-48224424FD0F}" dt="2023-04-14T13:53:27.383" v="2958" actId="20577"/>
        <pc:sldMkLst>
          <pc:docMk/>
          <pc:sldMk cId="2965921930" sldId="283"/>
        </pc:sldMkLst>
      </pc:sldChg>
      <pc:sldChg chg="add del">
        <pc:chgData name="DING, Wenlong" userId="2462c282-915a-45d3-817d-b87203e0e2e0" providerId="ADAL" clId="{5D9E8CCF-4134-8C46-86A4-48224424FD0F}" dt="2023-04-13T10:37:11.570" v="1989" actId="2696"/>
        <pc:sldMkLst>
          <pc:docMk/>
          <pc:sldMk cId="973634039" sldId="284"/>
        </pc:sldMkLst>
      </pc:sldChg>
      <pc:sldChg chg="addSp delSp modSp add mod">
        <pc:chgData name="DING, Wenlong" userId="2462c282-915a-45d3-817d-b87203e0e2e0" providerId="ADAL" clId="{5D9E8CCF-4134-8C46-86A4-48224424FD0F}" dt="2023-04-14T13:55:07.384" v="2972" actId="20577"/>
        <pc:sldMkLst>
          <pc:docMk/>
          <pc:sldMk cId="1057335085" sldId="284"/>
        </pc:sldMkLst>
      </pc:sldChg>
      <pc:sldChg chg="addSp modSp add del mod">
        <pc:chgData name="DING, Wenlong" userId="2462c282-915a-45d3-817d-b87203e0e2e0" providerId="ADAL" clId="{5D9E8CCF-4134-8C46-86A4-48224424FD0F}" dt="2023-04-13T11:54:38.786" v="2564" actId="2696"/>
        <pc:sldMkLst>
          <pc:docMk/>
          <pc:sldMk cId="52636870" sldId="285"/>
        </pc:sldMkLst>
      </pc:sldChg>
      <pc:sldChg chg="addSp delSp modSp add del mod delAnim">
        <pc:chgData name="DING, Wenlong" userId="2462c282-915a-45d3-817d-b87203e0e2e0" providerId="ADAL" clId="{5D9E8CCF-4134-8C46-86A4-48224424FD0F}" dt="2023-04-13T12:46:56.668" v="2716" actId="2696"/>
        <pc:sldMkLst>
          <pc:docMk/>
          <pc:sldMk cId="1486105223" sldId="285"/>
        </pc:sldMkLst>
      </pc:sldChg>
      <pc:sldChg chg="addSp delSp modSp add del mod">
        <pc:chgData name="DING, Wenlong" userId="2462c282-915a-45d3-817d-b87203e0e2e0" providerId="ADAL" clId="{5D9E8CCF-4134-8C46-86A4-48224424FD0F}" dt="2023-04-13T11:28:59.017" v="2501" actId="2696"/>
        <pc:sldMkLst>
          <pc:docMk/>
          <pc:sldMk cId="1863590560" sldId="285"/>
        </pc:sldMkLst>
      </pc:sldChg>
      <pc:sldChg chg="addSp delSp modSp add del mod">
        <pc:chgData name="DING, Wenlong" userId="2462c282-915a-45d3-817d-b87203e0e2e0" providerId="ADAL" clId="{5D9E8CCF-4134-8C46-86A4-48224424FD0F}" dt="2023-04-13T11:29:02.627" v="2502" actId="2696"/>
        <pc:sldMkLst>
          <pc:docMk/>
          <pc:sldMk cId="820859621" sldId="286"/>
        </pc:sldMkLst>
      </pc:sldChg>
      <pc:sldChg chg="addSp delSp modSp add mod">
        <pc:chgData name="DING, Wenlong" userId="2462c282-915a-45d3-817d-b87203e0e2e0" providerId="ADAL" clId="{5D9E8CCF-4134-8C46-86A4-48224424FD0F}" dt="2023-04-14T13:59:05.912" v="2978" actId="1076"/>
        <pc:sldMkLst>
          <pc:docMk/>
          <pc:sldMk cId="922675022" sldId="286"/>
        </pc:sldMkLst>
      </pc:sldChg>
      <pc:sldChg chg="delSp add del mod">
        <pc:chgData name="DING, Wenlong" userId="2462c282-915a-45d3-817d-b87203e0e2e0" providerId="ADAL" clId="{5D9E8CCF-4134-8C46-86A4-48224424FD0F}" dt="2023-04-13T12:06:17.938" v="2678" actId="2696"/>
        <pc:sldMkLst>
          <pc:docMk/>
          <pc:sldMk cId="2906400452" sldId="286"/>
        </pc:sldMkLst>
      </pc:sldChg>
      <pc:sldChg chg="addSp modSp add del mod">
        <pc:chgData name="DING, Wenlong" userId="2462c282-915a-45d3-817d-b87203e0e2e0" providerId="ADAL" clId="{5D9E8CCF-4134-8C46-86A4-48224424FD0F}" dt="2023-04-13T12:37:45.214" v="2709" actId="2696"/>
        <pc:sldMkLst>
          <pc:docMk/>
          <pc:sldMk cId="3333264055" sldId="287"/>
        </pc:sldMkLst>
      </pc:sldChg>
      <pc:sldChg chg="addSp delSp modSp add mod">
        <pc:chgData name="DING, Wenlong" userId="2462c282-915a-45d3-817d-b87203e0e2e0" providerId="ADAL" clId="{5D9E8CCF-4134-8C46-86A4-48224424FD0F}" dt="2023-04-13T12:48:04.112" v="2732" actId="1076"/>
        <pc:sldMkLst>
          <pc:docMk/>
          <pc:sldMk cId="4093359681" sldId="287"/>
        </pc:sldMkLst>
      </pc:sldChg>
      <pc:sldChg chg="addSp delSp modSp add mod">
        <pc:chgData name="DING, Wenlong" userId="2462c282-915a-45d3-817d-b87203e0e2e0" providerId="ADAL" clId="{5D9E8CCF-4134-8C46-86A4-48224424FD0F}" dt="2023-04-13T12:48:36.705" v="2739" actId="1076"/>
        <pc:sldMkLst>
          <pc:docMk/>
          <pc:sldMk cId="4263844469" sldId="288"/>
        </pc:sldMkLst>
      </pc:sldChg>
      <pc:sldMasterChg chg="addSldLayout delSldLayout">
        <pc:chgData name="DING, Wenlong" userId="2462c282-915a-45d3-817d-b87203e0e2e0" providerId="ADAL" clId="{5D9E8CCF-4134-8C46-86A4-48224424FD0F}" dt="2023-04-13T12:46:56.669" v="2717" actId="2696"/>
        <pc:sldMasterMkLst>
          <pc:docMk/>
          <pc:sldMasterMk cId="0" sldId="2147483659"/>
        </pc:sldMasterMkLst>
        <pc:sldLayoutChg chg="add del">
          <pc:chgData name="DING, Wenlong" userId="2462c282-915a-45d3-817d-b87203e0e2e0" providerId="ADAL" clId="{5D9E8CCF-4134-8C46-86A4-48224424FD0F}" dt="2023-04-13T12:46:56.669" v="2717" actId="2696"/>
          <pc:sldLayoutMkLst>
            <pc:docMk/>
            <pc:sldMasterMk cId="0" sldId="2147483659"/>
            <pc:sldLayoutMk cId="0" sldId="2147483651"/>
          </pc:sldLayoutMkLst>
        </pc:sldLayoutChg>
      </pc:sldMasterChg>
    </pc:docChg>
  </pc:docChgLst>
  <pc:docChgLst>
    <pc:chgData name="DING, Wenlong" userId="2462c282-915a-45d3-817d-b87203e0e2e0" providerId="ADAL" clId="{ED5B88C7-1FD3-AE47-AD7F-7618EFE6C884}"/>
    <pc:docChg chg="undo custSel addSld delSld modSld">
      <pc:chgData name="DING, Wenlong" userId="2462c282-915a-45d3-817d-b87203e0e2e0" providerId="ADAL" clId="{ED5B88C7-1FD3-AE47-AD7F-7618EFE6C884}" dt="2023-11-20T05:12:46.342" v="1750" actId="1076"/>
      <pc:docMkLst>
        <pc:docMk/>
      </pc:docMkLst>
      <pc:sldChg chg="modSp mod">
        <pc:chgData name="DING, Wenlong" userId="2462c282-915a-45d3-817d-b87203e0e2e0" providerId="ADAL" clId="{ED5B88C7-1FD3-AE47-AD7F-7618EFE6C884}" dt="2023-10-04T14:13:34.485" v="8" actId="5793"/>
        <pc:sldMkLst>
          <pc:docMk/>
          <pc:sldMk cId="0" sldId="256"/>
        </pc:sldMkLst>
      </pc:sldChg>
      <pc:sldChg chg="addSp delSp modSp mod">
        <pc:chgData name="DING, Wenlong" userId="2462c282-915a-45d3-817d-b87203e0e2e0" providerId="ADAL" clId="{ED5B88C7-1FD3-AE47-AD7F-7618EFE6C884}" dt="2023-11-13T06:46:14.718" v="1021" actId="1076"/>
        <pc:sldMkLst>
          <pc:docMk/>
          <pc:sldMk cId="0" sldId="257"/>
        </pc:sldMkLst>
      </pc:sldChg>
      <pc:sldChg chg="addSp delSp modSp mod delAnim">
        <pc:chgData name="DING, Wenlong" userId="2462c282-915a-45d3-817d-b87203e0e2e0" providerId="ADAL" clId="{ED5B88C7-1FD3-AE47-AD7F-7618EFE6C884}" dt="2023-11-20T05:12:46.342" v="1750" actId="1076"/>
        <pc:sldMkLst>
          <pc:docMk/>
          <pc:sldMk cId="0" sldId="258"/>
        </pc:sldMkLst>
      </pc:sldChg>
      <pc:sldChg chg="del">
        <pc:chgData name="DING, Wenlong" userId="2462c282-915a-45d3-817d-b87203e0e2e0" providerId="ADAL" clId="{ED5B88C7-1FD3-AE47-AD7F-7618EFE6C884}" dt="2023-11-13T05:31:15.853" v="604" actId="2696"/>
        <pc:sldMkLst>
          <pc:docMk/>
          <pc:sldMk cId="2475225684" sldId="274"/>
        </pc:sldMkLst>
      </pc:sldChg>
      <pc:sldChg chg="addSp delSp modSp mod">
        <pc:chgData name="DING, Wenlong" userId="2462c282-915a-45d3-817d-b87203e0e2e0" providerId="ADAL" clId="{ED5B88C7-1FD3-AE47-AD7F-7618EFE6C884}" dt="2023-11-13T05:56:47.172" v="643" actId="1076"/>
        <pc:sldMkLst>
          <pc:docMk/>
          <pc:sldMk cId="4188368259" sldId="275"/>
        </pc:sldMkLst>
      </pc:sldChg>
      <pc:sldChg chg="addSp modSp add mod">
        <pc:chgData name="DING, Wenlong" userId="2462c282-915a-45d3-817d-b87203e0e2e0" providerId="ADAL" clId="{ED5B88C7-1FD3-AE47-AD7F-7618EFE6C884}" dt="2023-11-13T06:49:58.602" v="1259" actId="123"/>
        <pc:sldMkLst>
          <pc:docMk/>
          <pc:sldMk cId="3655629286" sldId="276"/>
        </pc:sldMkLst>
      </pc:sldChg>
      <pc:sldChg chg="del">
        <pc:chgData name="DING, Wenlong" userId="2462c282-915a-45d3-817d-b87203e0e2e0" providerId="ADAL" clId="{ED5B88C7-1FD3-AE47-AD7F-7618EFE6C884}" dt="2023-11-13T05:31:14.728" v="598" actId="2696"/>
        <pc:sldMkLst>
          <pc:docMk/>
          <pc:sldMk cId="4248956976" sldId="276"/>
        </pc:sldMkLst>
      </pc:sldChg>
      <pc:sldChg chg="addSp delSp modSp add mod">
        <pc:chgData name="DING, Wenlong" userId="2462c282-915a-45d3-817d-b87203e0e2e0" providerId="ADAL" clId="{ED5B88C7-1FD3-AE47-AD7F-7618EFE6C884}" dt="2023-11-13T06:50:19.044" v="1260" actId="123"/>
        <pc:sldMkLst>
          <pc:docMk/>
          <pc:sldMk cId="417617620" sldId="277"/>
        </pc:sldMkLst>
      </pc:sldChg>
      <pc:sldChg chg="addSp delSp modSp add mod">
        <pc:chgData name="DING, Wenlong" userId="2462c282-915a-45d3-817d-b87203e0e2e0" providerId="ADAL" clId="{ED5B88C7-1FD3-AE47-AD7F-7618EFE6C884}" dt="2023-11-20T00:54:05.389" v="1274" actId="478"/>
        <pc:sldMkLst>
          <pc:docMk/>
          <pc:sldMk cId="2156317371" sldId="278"/>
        </pc:sldMkLst>
      </pc:sldChg>
      <pc:sldChg chg="del">
        <pc:chgData name="DING, Wenlong" userId="2462c282-915a-45d3-817d-b87203e0e2e0" providerId="ADAL" clId="{ED5B88C7-1FD3-AE47-AD7F-7618EFE6C884}" dt="2023-11-13T05:31:14.860" v="599" actId="2696"/>
        <pc:sldMkLst>
          <pc:docMk/>
          <pc:sldMk cId="2286679438" sldId="278"/>
        </pc:sldMkLst>
      </pc:sldChg>
      <pc:sldChg chg="addSp delSp modSp add mod">
        <pc:chgData name="DING, Wenlong" userId="2462c282-915a-45d3-817d-b87203e0e2e0" providerId="ADAL" clId="{ED5B88C7-1FD3-AE47-AD7F-7618EFE6C884}" dt="2023-11-20T04:59:17.875" v="1561" actId="1076"/>
        <pc:sldMkLst>
          <pc:docMk/>
          <pc:sldMk cId="2684432229" sldId="279"/>
        </pc:sldMkLst>
      </pc:sldChg>
      <pc:sldChg chg="del">
        <pc:chgData name="DING, Wenlong" userId="2462c282-915a-45d3-817d-b87203e0e2e0" providerId="ADAL" clId="{ED5B88C7-1FD3-AE47-AD7F-7618EFE6C884}" dt="2023-11-13T05:31:15.102" v="600" actId="2696"/>
        <pc:sldMkLst>
          <pc:docMk/>
          <pc:sldMk cId="3205117471" sldId="280"/>
        </pc:sldMkLst>
      </pc:sldChg>
      <pc:sldChg chg="addSp delSp modSp add mod">
        <pc:chgData name="DING, Wenlong" userId="2462c282-915a-45d3-817d-b87203e0e2e0" providerId="ADAL" clId="{ED5B88C7-1FD3-AE47-AD7F-7618EFE6C884}" dt="2023-11-20T04:57:22.848" v="1555" actId="1076"/>
        <pc:sldMkLst>
          <pc:docMk/>
          <pc:sldMk cId="3844427625" sldId="280"/>
        </pc:sldMkLst>
      </pc:sldChg>
      <pc:sldChg chg="del">
        <pc:chgData name="DING, Wenlong" userId="2462c282-915a-45d3-817d-b87203e0e2e0" providerId="ADAL" clId="{ED5B88C7-1FD3-AE47-AD7F-7618EFE6C884}" dt="2023-11-13T05:31:15.488" v="602" actId="2696"/>
        <pc:sldMkLst>
          <pc:docMk/>
          <pc:sldMk cId="3684504715" sldId="281"/>
        </pc:sldMkLst>
      </pc:sldChg>
      <pc:sldChg chg="del">
        <pc:chgData name="DING, Wenlong" userId="2462c282-915a-45d3-817d-b87203e0e2e0" providerId="ADAL" clId="{ED5B88C7-1FD3-AE47-AD7F-7618EFE6C884}" dt="2023-11-13T05:31:15.321" v="601" actId="2696"/>
        <pc:sldMkLst>
          <pc:docMk/>
          <pc:sldMk cId="2965921930" sldId="283"/>
        </pc:sldMkLst>
      </pc:sldChg>
      <pc:sldChg chg="del">
        <pc:chgData name="DING, Wenlong" userId="2462c282-915a-45d3-817d-b87203e0e2e0" providerId="ADAL" clId="{ED5B88C7-1FD3-AE47-AD7F-7618EFE6C884}" dt="2023-11-13T05:31:15.687" v="603" actId="2696"/>
        <pc:sldMkLst>
          <pc:docMk/>
          <pc:sldMk cId="1057335085" sldId="284"/>
        </pc:sldMkLst>
      </pc:sldChg>
      <pc:sldChg chg="del">
        <pc:chgData name="DING, Wenlong" userId="2462c282-915a-45d3-817d-b87203e0e2e0" providerId="ADAL" clId="{ED5B88C7-1FD3-AE47-AD7F-7618EFE6C884}" dt="2023-11-13T05:31:16.033" v="605" actId="2696"/>
        <pc:sldMkLst>
          <pc:docMk/>
          <pc:sldMk cId="922675022" sldId="286"/>
        </pc:sldMkLst>
      </pc:sldChg>
      <pc:sldChg chg="del">
        <pc:chgData name="DING, Wenlong" userId="2462c282-915a-45d3-817d-b87203e0e2e0" providerId="ADAL" clId="{ED5B88C7-1FD3-AE47-AD7F-7618EFE6C884}" dt="2023-11-13T05:31:16.572" v="606" actId="2696"/>
        <pc:sldMkLst>
          <pc:docMk/>
          <pc:sldMk cId="4093359681" sldId="287"/>
        </pc:sldMkLst>
      </pc:sldChg>
      <pc:sldChg chg="del">
        <pc:chgData name="DING, Wenlong" userId="2462c282-915a-45d3-817d-b87203e0e2e0" providerId="ADAL" clId="{ED5B88C7-1FD3-AE47-AD7F-7618EFE6C884}" dt="2023-11-13T05:31:18.837" v="607" actId="2696"/>
        <pc:sldMkLst>
          <pc:docMk/>
          <pc:sldMk cId="4263844469" sldId="288"/>
        </pc:sldMkLst>
      </pc:sldChg>
    </pc:docChg>
  </pc:docChgLst>
  <pc:docChgLst>
    <pc:chgData name="Shaofeng Wu" userId="16cc59afe9483dd5" providerId="LiveId" clId="{16343D59-6E1E-431B-8F8C-42E537D46E5A}"/>
    <pc:docChg chg="modSld">
      <pc:chgData name="Shaofeng Wu" userId="16cc59afe9483dd5" providerId="LiveId" clId="{16343D59-6E1E-431B-8F8C-42E537D46E5A}" dt="2025-04-06T15:50:55.103" v="9" actId="20577"/>
      <pc:docMkLst>
        <pc:docMk/>
      </pc:docMkLst>
      <pc:sldChg chg="modSp mod">
        <pc:chgData name="Shaofeng Wu" userId="16cc59afe9483dd5" providerId="LiveId" clId="{16343D59-6E1E-431B-8F8C-42E537D46E5A}" dt="2025-04-06T15:50:55.103" v="9" actId="20577"/>
        <pc:sldMkLst>
          <pc:docMk/>
          <pc:sldMk cId="0" sldId="256"/>
        </pc:sldMkLst>
        <pc:spChg chg="mod">
          <ac:chgData name="Shaofeng Wu" userId="16cc59afe9483dd5" providerId="LiveId" clId="{16343D59-6E1E-431B-8F8C-42E537D46E5A}" dt="2025-04-06T15:50:55.103" v="9" actId="20577"/>
          <ac:spMkLst>
            <pc:docMk/>
            <pc:sldMk cId="0" sldId="256"/>
            <ac:spMk id="54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120da7fe0c5_1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120da7fe0c5_1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120da7fe0c5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120da7fe0c5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120da7fe0c5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120da7fe0c5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30888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120da7fe0c5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120da7fe0c5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371387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120da7fe0c5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120da7fe0c5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287025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120da7fe0c5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120da7fe0c5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437143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120da7fe0c5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120da7fe0c5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804387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120da7fe0c5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120da7fe0c5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831206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120da7fe0c5_1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120da7fe0c5_1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120da7fe0c5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120da7fe0c5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120da7fe0c5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120da7fe0c5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060858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120da7fe0c5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120da7fe0c5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0832726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120da7fe0c5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120da7fe0c5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3690119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120da7fe0c5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120da7fe0c5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9657305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120da7fe0c5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120da7fe0c5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2039813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120da7fe0c5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120da7fe0c5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6736003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120da7fe0c5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120da7fe0c5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5308887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120da7fe0c5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120da7fe0c5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5435866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120da7fe0c5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120da7fe0c5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4350656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908334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D011E-DCDE-C342-A56C-2EAC9B225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8A12E-F58F-7A41-BFC0-F72ABF92C8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59EBF6-8755-7E49-B0D7-FB2F3BB92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11/24/25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FEA0E9-4BD6-7644-BA8D-7470DF766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40FEFB-6605-6C41-87AB-0F5AA21FD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7725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Ubuntu"/>
              <a:buNone/>
              <a:defRPr sz="280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Ubuntu"/>
              <a:buNone/>
              <a:defRPr sz="280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Ubuntu"/>
              <a:buNone/>
              <a:defRPr sz="280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Ubuntu"/>
              <a:buNone/>
              <a:defRPr sz="280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Ubuntu"/>
              <a:buNone/>
              <a:defRPr sz="280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Ubuntu"/>
              <a:buNone/>
              <a:defRPr sz="280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Ubuntu"/>
              <a:buNone/>
              <a:defRPr sz="280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Ubuntu"/>
              <a:buNone/>
              <a:defRPr sz="280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Ubuntu"/>
              <a:buNone/>
              <a:defRPr sz="2800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Ubuntu"/>
              <a:buChar char="●"/>
              <a:defRPr sz="1800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buntu"/>
              <a:buChar char="○"/>
              <a:defRPr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buntu"/>
              <a:buChar char="■"/>
              <a:defRPr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buntu"/>
              <a:buChar char="●"/>
              <a:defRPr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buntu"/>
              <a:buChar char="○"/>
              <a:defRPr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buntu"/>
              <a:buChar char="■"/>
              <a:defRPr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buntu"/>
              <a:buChar char="●"/>
              <a:defRPr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buntu"/>
              <a:buChar char="○"/>
              <a:defRPr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buntu"/>
              <a:buChar char="■"/>
              <a:defRPr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60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dirty="0">
                <a:latin typeface="Calibri" panose="020F0502020204030204" pitchFamily="34" charset="0"/>
                <a:cs typeface="Calibri" panose="020F0502020204030204" pitchFamily="34" charset="0"/>
              </a:rPr>
              <a:t>CSCI 4430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–</a:t>
            </a:r>
            <a:r>
              <a:rPr lang="zh-CN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dirty="0">
                <a:latin typeface="Calibri" panose="020F0502020204030204" pitchFamily="34" charset="0"/>
                <a:cs typeface="Calibri" panose="020F0502020204030204" pitchFamily="34" charset="0"/>
              </a:rPr>
              <a:t>Fall 25</a:t>
            </a:r>
            <a:endParaRPr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Tutorial 1</a:t>
            </a:r>
            <a:r>
              <a:rPr lang="en-US" altLang="zh-CN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2</a:t>
            </a:r>
            <a:endParaRPr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500" dirty="0">
                <a:latin typeface="Arial" panose="020B0604020202020204" pitchFamily="34" charset="0"/>
                <a:cs typeface="Arial" panose="020B0604020202020204" pitchFamily="34" charset="0"/>
              </a:rPr>
              <a:t>Routing</a:t>
            </a:r>
            <a:endParaRPr sz="2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1" name="Google Shape;61;p14"/>
          <p:cNvSpPr txBox="1">
            <a:spLocks noGrp="1"/>
          </p:cNvSpPr>
          <p:nvPr>
            <p:ph type="body" idx="1"/>
          </p:nvPr>
        </p:nvSpPr>
        <p:spPr>
          <a:xfrm>
            <a:off x="311700" y="1017725"/>
            <a:ext cx="8520600" cy="182777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lnSpc>
                <a:spcPct val="125000"/>
              </a:lnSpc>
              <a:spcAft>
                <a:spcPts val="0"/>
              </a:spcAft>
              <a:buSzPts val="1800"/>
              <a:buChar char="●"/>
            </a:pPr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Intra-Domain Routing</a:t>
            </a:r>
            <a:endParaRPr sz="2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lvl="1" indent="-317500" algn="l" rtl="0">
              <a:lnSpc>
                <a:spcPct val="125000"/>
              </a:lnSpc>
              <a:spcAft>
                <a:spcPts val="0"/>
              </a:spcAft>
              <a:buSzPts val="1400"/>
              <a:buChar char="○"/>
            </a:pP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OSPF</a:t>
            </a:r>
          </a:p>
          <a:p>
            <a:pPr lvl="2">
              <a:lnSpc>
                <a:spcPct val="125000"/>
              </a:lnSpc>
              <a:buClr>
                <a:schemeClr val="tx1">
                  <a:lumMod val="50000"/>
                  <a:lumOff val="50000"/>
                </a:schemeClr>
              </a:buClr>
              <a:buSzPct val="45000"/>
              <a:buFont typeface="Wingdings" pitchFamily="2" charset="2"/>
              <a:buChar char="l"/>
            </a:pP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Link State</a:t>
            </a:r>
          </a:p>
          <a:p>
            <a:pPr marL="914400" lvl="1" indent="-317500" algn="l" rtl="0">
              <a:lnSpc>
                <a:spcPct val="125000"/>
              </a:lnSpc>
              <a:spcAft>
                <a:spcPts val="0"/>
              </a:spcAft>
              <a:buSzPts val="1400"/>
              <a:buChar char="○"/>
            </a:pPr>
            <a:r>
              <a:rPr 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RIP</a:t>
            </a:r>
          </a:p>
          <a:p>
            <a:pPr lvl="2">
              <a:lnSpc>
                <a:spcPct val="125000"/>
              </a:lnSpc>
              <a:buClr>
                <a:schemeClr val="tx1">
                  <a:lumMod val="50000"/>
                  <a:lumOff val="50000"/>
                </a:schemeClr>
              </a:buClr>
              <a:buSzPct val="45000"/>
              <a:buFont typeface="Wingdings" pitchFamily="2" charset="2"/>
              <a:buChar char="l"/>
            </a:pP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Distance Vector</a:t>
            </a:r>
          </a:p>
        </p:txBody>
      </p:sp>
      <p:sp>
        <p:nvSpPr>
          <p:cNvPr id="2" name="右大括号 1">
            <a:extLst>
              <a:ext uri="{FF2B5EF4-FFF2-40B4-BE49-F238E27FC236}">
                <a16:creationId xmlns:a16="http://schemas.microsoft.com/office/drawing/2014/main" id="{1E41E757-C1A7-EBC3-D77F-6FFC07A69FE4}"/>
              </a:ext>
            </a:extLst>
          </p:cNvPr>
          <p:cNvSpPr/>
          <p:nvPr/>
        </p:nvSpPr>
        <p:spPr>
          <a:xfrm>
            <a:off x="3429000" y="1284709"/>
            <a:ext cx="465083" cy="1397219"/>
          </a:xfrm>
          <a:prstGeom prst="rightBrac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21354A8-472A-902E-A4DC-C661FF9A4C3B}"/>
              </a:ext>
            </a:extLst>
          </p:cNvPr>
          <p:cNvSpPr txBox="1"/>
          <p:nvPr/>
        </p:nvSpPr>
        <p:spPr>
          <a:xfrm>
            <a:off x="4064134" y="1814041"/>
            <a:ext cx="339295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IGP = Interior Gateway Protocol</a:t>
            </a:r>
            <a:endParaRPr lang="zh-CN" alt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Google Shape;61;p14">
            <a:extLst>
              <a:ext uri="{FF2B5EF4-FFF2-40B4-BE49-F238E27FC236}">
                <a16:creationId xmlns:a16="http://schemas.microsoft.com/office/drawing/2014/main" id="{F8860281-C070-187F-D59C-E4D76CDF6146}"/>
              </a:ext>
            </a:extLst>
          </p:cNvPr>
          <p:cNvSpPr txBox="1">
            <a:spLocks/>
          </p:cNvSpPr>
          <p:nvPr/>
        </p:nvSpPr>
        <p:spPr>
          <a:xfrm>
            <a:off x="311700" y="2948911"/>
            <a:ext cx="8520600" cy="1827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Ubuntu"/>
              <a:buChar char="●"/>
              <a:defRPr sz="1800" b="0" i="0" u="none" strike="noStrike" cap="none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buntu"/>
              <a:buChar char="○"/>
              <a:defRPr sz="1400" b="0" i="0" u="none" strike="noStrike" cap="none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buntu"/>
              <a:buChar char="■"/>
              <a:defRPr sz="1400" b="0" i="0" u="none" strike="noStrike" cap="none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buntu"/>
              <a:buChar char="●"/>
              <a:defRPr sz="1400" b="0" i="0" u="none" strike="noStrike" cap="none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buntu"/>
              <a:buChar char="○"/>
              <a:defRPr sz="1400" b="0" i="0" u="none" strike="noStrike" cap="none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buntu"/>
              <a:buChar char="■"/>
              <a:defRPr sz="1400" b="0" i="0" u="none" strike="noStrike" cap="none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buntu"/>
              <a:buChar char="●"/>
              <a:defRPr sz="1400" b="0" i="0" u="none" strike="noStrike" cap="none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buntu"/>
              <a:buChar char="○"/>
              <a:defRPr sz="1400" b="0" i="0" u="none" strike="noStrike" cap="none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buntu"/>
              <a:buChar char="■"/>
              <a:defRPr sz="1400" b="0" i="0" u="none" strike="noStrike" cap="none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pPr>
              <a:lnSpc>
                <a:spcPct val="125000"/>
              </a:lnSpc>
            </a:pPr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Inter-Domain Routing</a:t>
            </a:r>
          </a:p>
          <a:p>
            <a:pPr lvl="1">
              <a:lnSpc>
                <a:spcPct val="125000"/>
              </a:lnSpc>
            </a:pP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BGP = Border Gateway Protocol</a:t>
            </a:r>
          </a:p>
          <a:p>
            <a:pPr lvl="2">
              <a:lnSpc>
                <a:spcPct val="125000"/>
              </a:lnSpc>
              <a:buClr>
                <a:schemeClr val="tx1">
                  <a:lumMod val="50000"/>
                  <a:lumOff val="50000"/>
                </a:schemeClr>
              </a:buClr>
              <a:buSzPct val="45000"/>
              <a:buFont typeface="Wingdings" pitchFamily="2" charset="2"/>
              <a:buChar char="l"/>
            </a:pP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eBGP = external BGP</a:t>
            </a:r>
          </a:p>
          <a:p>
            <a:pPr lvl="2">
              <a:lnSpc>
                <a:spcPct val="125000"/>
              </a:lnSpc>
              <a:buClr>
                <a:schemeClr val="tx1">
                  <a:lumMod val="50000"/>
                  <a:lumOff val="50000"/>
                </a:schemeClr>
              </a:buClr>
              <a:buSzPct val="45000"/>
              <a:buFont typeface="Wingdings" pitchFamily="2" charset="2"/>
              <a:buChar char="l"/>
            </a:pP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iBGP = internal BGP</a:t>
            </a:r>
          </a:p>
          <a:p>
            <a:pPr lvl="2">
              <a:lnSpc>
                <a:spcPct val="125000"/>
              </a:lnSpc>
              <a:buClr>
                <a:schemeClr val="tx1">
                  <a:lumMod val="50000"/>
                  <a:lumOff val="50000"/>
                </a:schemeClr>
              </a:buClr>
              <a:buSzPct val="45000"/>
              <a:buFont typeface="Wingdings" pitchFamily="2" charset="2"/>
              <a:buChar char="l"/>
            </a:pPr>
            <a:endParaRPr lang="en-US" altLang="zh-CN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2833BBF6-5893-4D4F-669D-ED8A231CF9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7370" y="2571750"/>
            <a:ext cx="4599955" cy="205543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BGP Attributes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9557E897-EFE5-37E0-9DE3-D07E44ECCF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8889268"/>
              </p:ext>
            </p:extLst>
          </p:nvPr>
        </p:nvGraphicFramePr>
        <p:xfrm>
          <a:off x="1183861" y="1342352"/>
          <a:ext cx="6776278" cy="3024000"/>
        </p:xfrm>
        <a:graphic>
          <a:graphicData uri="http://schemas.openxmlformats.org/drawingml/2006/table">
            <a:tbl>
              <a:tblPr firstRow="1" bandRow="1">
                <a:tableStyleId>{B0082EC5-C718-4C4A-A93D-152775E55CCE}</a:tableStyleId>
              </a:tblPr>
              <a:tblGrid>
                <a:gridCol w="831300">
                  <a:extLst>
                    <a:ext uri="{9D8B030D-6E8A-4147-A177-3AD203B41FA5}">
                      <a16:colId xmlns:a16="http://schemas.microsoft.com/office/drawing/2014/main" val="404754180"/>
                    </a:ext>
                  </a:extLst>
                </a:gridCol>
                <a:gridCol w="1316421">
                  <a:extLst>
                    <a:ext uri="{9D8B030D-6E8A-4147-A177-3AD203B41FA5}">
                      <a16:colId xmlns:a16="http://schemas.microsoft.com/office/drawing/2014/main" val="1370828139"/>
                    </a:ext>
                  </a:extLst>
                </a:gridCol>
                <a:gridCol w="4628557">
                  <a:extLst>
                    <a:ext uri="{9D8B030D-6E8A-4147-A177-3AD203B41FA5}">
                      <a16:colId xmlns:a16="http://schemas.microsoft.com/office/drawing/2014/main" val="425162825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r>
                        <a:rPr lang="en-US" altLang="zh-CN" sz="1600" dirty="0">
                          <a:solidFill>
                            <a:schemeClr val="bg1"/>
                          </a:solidFill>
                        </a:rPr>
                        <a:t>Priority</a:t>
                      </a:r>
                      <a:endParaRPr lang="zh-CN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94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>
                          <a:solidFill>
                            <a:schemeClr val="bg1"/>
                          </a:solidFill>
                        </a:rPr>
                        <a:t>Rule</a:t>
                      </a:r>
                      <a:endParaRPr lang="zh-CN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94C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600" dirty="0">
                          <a:solidFill>
                            <a:schemeClr val="bg1"/>
                          </a:solidFill>
                        </a:rPr>
                        <a:t>Remarks</a:t>
                      </a:r>
                      <a:endParaRPr lang="zh-CN" altLang="en-US" sz="16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194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891893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en-US" altLang="zh-CN" dirty="0"/>
                        <a:t>1</a:t>
                      </a:r>
                      <a:endParaRPr lang="zh-CN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LOCAL PREF</a:t>
                      </a:r>
                      <a:endParaRPr lang="zh-CN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" altLang="zh-CN" dirty="0"/>
                        <a:t>Pick highest LOCAL PREF (AS egress router)</a:t>
                      </a:r>
                      <a:endParaRPr lang="zh-CN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5651675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en-US" altLang="zh-CN" dirty="0"/>
                        <a:t>2</a:t>
                      </a:r>
                      <a:endParaRPr lang="zh-CN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" altLang="zh-CN" dirty="0"/>
                        <a:t>ASPATH</a:t>
                      </a:r>
                      <a:endParaRPr lang="zh-CN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" altLang="zh-CN" dirty="0"/>
                        <a:t>Pick shortest ASPATH length</a:t>
                      </a:r>
                      <a:endParaRPr lang="zh-CN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859934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en-US" altLang="zh-CN" dirty="0"/>
                        <a:t>3</a:t>
                      </a:r>
                      <a:endParaRPr lang="zh-CN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" altLang="zh-CN" dirty="0"/>
                        <a:t>MED</a:t>
                      </a:r>
                      <a:endParaRPr lang="zh-CN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" altLang="zh-CN" dirty="0"/>
                        <a:t>Lowest MED preferred (AS ingress router)</a:t>
                      </a:r>
                      <a:endParaRPr lang="zh-CN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06690117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en-US" altLang="zh-CN" dirty="0"/>
                        <a:t>4</a:t>
                      </a:r>
                      <a:endParaRPr lang="zh-CN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" altLang="zh-CN" dirty="0"/>
                        <a:t>eBGP &gt; iBGP</a:t>
                      </a:r>
                      <a:endParaRPr lang="zh-CN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" altLang="zh-CN" dirty="0"/>
                        <a:t>Prefer via eBGP</a:t>
                      </a:r>
                      <a:r>
                        <a:rPr lang="zh-CN" altLang="en-US" dirty="0"/>
                        <a:t> </a:t>
                      </a:r>
                      <a:r>
                        <a:rPr lang="en-US" altLang="zh-CN" dirty="0"/>
                        <a:t>announcements</a:t>
                      </a:r>
                      <a:r>
                        <a:rPr lang="en" altLang="zh-CN" dirty="0"/>
                        <a:t> over iBGP</a:t>
                      </a:r>
                      <a:endParaRPr lang="zh-CN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1135473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en-US" altLang="zh-CN" dirty="0"/>
                        <a:t>5</a:t>
                      </a:r>
                      <a:endParaRPr lang="zh-CN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" altLang="zh-CN" dirty="0"/>
                        <a:t>iBGP path</a:t>
                      </a:r>
                      <a:endParaRPr lang="zh-CN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" altLang="zh-CN" dirty="0"/>
                        <a:t>Lowest IGP cost to next hop (internal egress router)</a:t>
                      </a:r>
                      <a:endParaRPr lang="zh-CN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33826397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r>
                        <a:rPr lang="en-US" altLang="zh-CN" dirty="0"/>
                        <a:t>6</a:t>
                      </a:r>
                      <a:endParaRPr lang="zh-CN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" altLang="zh-CN" dirty="0"/>
                        <a:t>Router ID</a:t>
                      </a:r>
                      <a:endParaRPr lang="zh-CN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dirty="0"/>
                        <a:t>Prefer lowest BGP neighbor router ID, serve as tie break</a:t>
                      </a:r>
                      <a:endParaRPr lang="zh-CN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12143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Q1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2E65FF1-8E66-306E-7899-F047D50C6A8B}"/>
              </a:ext>
            </a:extLst>
          </p:cNvPr>
          <p:cNvSpPr txBox="1"/>
          <p:nvPr/>
        </p:nvSpPr>
        <p:spPr>
          <a:xfrm>
            <a:off x="311699" y="1017725"/>
            <a:ext cx="8635231" cy="39950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zh-CN" altLang="en-US" dirty="0"/>
              <a:t>In the given network, suppose AS2 and AS3 are running OSPF for their intra-AS routing protocol. Suppose AS1 and AS4 are running RIP for their intra-AS routing protocol. Suppose eBGP and iBGP are used for the inter-AS routing protocol, and there is no physical link between AS2 and AS4. Assume every link in an AS has the same cost.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zh-CN" altLang="en-US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zh-CN" altLang="en-US" dirty="0"/>
          </a:p>
          <a:p>
            <a:pPr>
              <a:lnSpc>
                <a:spcPct val="150000"/>
              </a:lnSpc>
            </a:pPr>
            <a:r>
              <a:rPr lang="zh-CN" altLang="en-US" dirty="0"/>
              <a:t>● Router 3c learns about prefix x from which routing protocol?</a:t>
            </a:r>
            <a:r>
              <a:rPr lang="en-US" altLang="zh-CN" dirty="0"/>
              <a:t>    </a:t>
            </a:r>
            <a:r>
              <a:rPr lang="zh-CN" altLang="en-US" dirty="0">
                <a:solidFill>
                  <a:srgbClr val="FF0000"/>
                </a:solidFill>
              </a:rPr>
              <a:t>eBGP</a:t>
            </a:r>
          </a:p>
          <a:p>
            <a:pPr>
              <a:lnSpc>
                <a:spcPct val="150000"/>
              </a:lnSpc>
            </a:pPr>
            <a:r>
              <a:rPr lang="zh-CN" altLang="en-US" dirty="0"/>
              <a:t>● Router 3a learns about prefix x from which routing protocol?</a:t>
            </a:r>
            <a:r>
              <a:rPr lang="en-US" altLang="zh-CN" dirty="0"/>
              <a:t>    </a:t>
            </a:r>
            <a:r>
              <a:rPr lang="zh-CN" altLang="en-US" dirty="0">
                <a:solidFill>
                  <a:srgbClr val="FF0000"/>
                </a:solidFill>
              </a:rPr>
              <a:t>iBGP</a:t>
            </a:r>
          </a:p>
          <a:p>
            <a:pPr>
              <a:lnSpc>
                <a:spcPct val="150000"/>
              </a:lnSpc>
            </a:pPr>
            <a:r>
              <a:rPr lang="zh-CN" altLang="en-US" dirty="0"/>
              <a:t>● Router 1c learns about prefix x from which routing protocol?</a:t>
            </a:r>
            <a:r>
              <a:rPr lang="en-US" altLang="zh-CN" dirty="0"/>
              <a:t>    </a:t>
            </a:r>
            <a:r>
              <a:rPr lang="zh-CN" altLang="en-US" dirty="0">
                <a:solidFill>
                  <a:srgbClr val="FF0000"/>
                </a:solidFill>
              </a:rPr>
              <a:t>eBGP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C3D85507-C8E1-C489-761A-79164E81D6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9398" y="1903036"/>
            <a:ext cx="4599955" cy="2055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368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Q1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2E65FF1-8E66-306E-7899-F047D50C6A8B}"/>
              </a:ext>
            </a:extLst>
          </p:cNvPr>
          <p:cNvSpPr txBox="1"/>
          <p:nvPr/>
        </p:nvSpPr>
        <p:spPr>
          <a:xfrm>
            <a:off x="311699" y="1017725"/>
            <a:ext cx="8635231" cy="38792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en" altLang="zh-CN" dirty="0"/>
              <a:t>Once router 1d learns about x it will put an entry (x, I) in its forwarding table.</a:t>
            </a:r>
            <a:endParaRPr lang="en-US" altLang="zh-CN" dirty="0"/>
          </a:p>
          <a:p>
            <a:pPr algn="just"/>
            <a:endParaRPr lang="en-US" altLang="zh-CN" dirty="0"/>
          </a:p>
          <a:p>
            <a:pPr algn="just"/>
            <a:endParaRPr lang="en-US" altLang="zh-CN" dirty="0"/>
          </a:p>
          <a:p>
            <a:pPr algn="just"/>
            <a:endParaRPr lang="zh-CN" altLang="en-US" dirty="0"/>
          </a:p>
          <a:p>
            <a:pPr algn="just"/>
            <a:endParaRPr lang="en-US" altLang="zh-CN" dirty="0"/>
          </a:p>
          <a:p>
            <a:pPr algn="just"/>
            <a:endParaRPr lang="en-US" altLang="zh-CN" dirty="0"/>
          </a:p>
          <a:p>
            <a:pPr algn="just"/>
            <a:endParaRPr lang="en-US" altLang="zh-CN" dirty="0"/>
          </a:p>
          <a:p>
            <a:pPr algn="just"/>
            <a:endParaRPr lang="en-US" altLang="zh-CN" dirty="0"/>
          </a:p>
          <a:p>
            <a:pPr algn="just"/>
            <a:endParaRPr lang="en-US" altLang="zh-CN" dirty="0"/>
          </a:p>
          <a:p>
            <a:pPr algn="just"/>
            <a:endParaRPr lang="en-US" altLang="zh-CN" dirty="0"/>
          </a:p>
          <a:p>
            <a:pPr algn="just"/>
            <a:endParaRPr lang="zh-CN" altLang="en-US" dirty="0"/>
          </a:p>
          <a:p>
            <a:pPr algn="just">
              <a:lnSpc>
                <a:spcPct val="150000"/>
              </a:lnSpc>
            </a:pPr>
            <a:r>
              <a:rPr lang="en" altLang="zh-CN" dirty="0"/>
              <a:t>● Will I be equal to l1 or I2 for this entry?    </a:t>
            </a:r>
            <a:r>
              <a:rPr lang="en" altLang="zh-CN" dirty="0">
                <a:solidFill>
                  <a:srgbClr val="FF0000"/>
                </a:solidFill>
              </a:rPr>
              <a:t>l1</a:t>
            </a:r>
          </a:p>
          <a:p>
            <a:pPr algn="just">
              <a:lnSpc>
                <a:spcPct val="125000"/>
              </a:lnSpc>
            </a:pPr>
            <a:r>
              <a:rPr lang="en" altLang="zh-CN" dirty="0"/>
              <a:t>● Now suppose that there is a physical link between AS2 and AS4, shown by the dotted line. Suppose router 1d learns that x is accessible via AS2 as well as via AS3. Will I be set to I1 or I2 ?    </a:t>
            </a:r>
            <a:r>
              <a:rPr lang="en" altLang="zh-CN" dirty="0">
                <a:solidFill>
                  <a:srgbClr val="FF0000"/>
                </a:solidFill>
              </a:rPr>
              <a:t>l2</a:t>
            </a:r>
          </a:p>
          <a:p>
            <a:pPr algn="just">
              <a:lnSpc>
                <a:spcPct val="125000"/>
              </a:lnSpc>
            </a:pPr>
            <a:r>
              <a:rPr lang="en" altLang="zh-CN" dirty="0"/>
              <a:t>● Now suppose there is another AS, called AS5, which lies on the path between AS2 and AS4. Suppose router 1d learns that x is accessible via AS2, AS5, AS4 as well as AS3, AS4. Will I be set to I1 or I2 ?    </a:t>
            </a:r>
            <a:r>
              <a:rPr lang="en" altLang="zh-CN" dirty="0">
                <a:solidFill>
                  <a:srgbClr val="FF0000"/>
                </a:solidFill>
              </a:rPr>
              <a:t>l1</a:t>
            </a:r>
            <a:endParaRPr lang="zh-CN" altLang="en-US" dirty="0">
              <a:solidFill>
                <a:srgbClr val="FF0000"/>
              </a:solidFill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B651DE74-4AAD-7242-7A6B-FA8EE173CD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9336" y="1383893"/>
            <a:ext cx="4599955" cy="2055431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54D851C1-E327-4B78-8163-DF5DD2C542B4}"/>
              </a:ext>
            </a:extLst>
          </p:cNvPr>
          <p:cNvSpPr txBox="1"/>
          <p:nvPr/>
        </p:nvSpPr>
        <p:spPr>
          <a:xfrm>
            <a:off x="6049788" y="3131547"/>
            <a:ext cx="213851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CN" dirty="0">
                <a:solidFill>
                  <a:srgbClr val="FF0000"/>
                </a:solidFill>
              </a:rPr>
              <a:t>ASPATH &gt; iBGP Path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655629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Q2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2E65FF1-8E66-306E-7899-F047D50C6A8B}"/>
              </a:ext>
            </a:extLst>
          </p:cNvPr>
          <p:cNvSpPr txBox="1"/>
          <p:nvPr/>
        </p:nvSpPr>
        <p:spPr>
          <a:xfrm>
            <a:off x="311700" y="1017725"/>
            <a:ext cx="8635231" cy="1101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en" altLang="zh-CN" dirty="0"/>
              <a:t>Suppose AS X and AS Z are not directly connected but instead are connected by AS Y. Further suppose that X has a peering agreement with Y, and that Y has a peering agreement with Z. </a:t>
            </a:r>
            <a:r>
              <a:rPr lang="en" altLang="zh-CN" b="0" i="0" dirty="0">
                <a:solidFill>
                  <a:srgbClr val="333333"/>
                </a:solidFill>
                <a:effectLst/>
                <a:latin typeface="Verdana" panose="020B0604030504040204" pitchFamily="34" charset="0"/>
              </a:rPr>
              <a:t>Finally, suppose that Z wants to transit all of Y’s traffic but does not want to transit X’s traffic. Does BGP (alone) allow Z to implement this policy?</a:t>
            </a:r>
            <a:endParaRPr lang="en-US" altLang="zh-CN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77A06123-DE12-82BD-BBDC-1B7724808F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6692" y="2466179"/>
            <a:ext cx="4365241" cy="995167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D8E6B4AD-F27F-E988-03BA-3EFE72BB3022}"/>
              </a:ext>
            </a:extLst>
          </p:cNvPr>
          <p:cNvSpPr txBox="1"/>
          <p:nvPr/>
        </p:nvSpPr>
        <p:spPr>
          <a:xfrm>
            <a:off x="311698" y="3807833"/>
            <a:ext cx="863523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zh-CN" dirty="0">
                <a:solidFill>
                  <a:srgbClr val="FF0000"/>
                </a:solidFill>
              </a:rPr>
              <a:t>Yes, AS Z can selectively advertise the routes. AS Z can only advertise the routes it learns from AS Y, but not the routs of AS X that AS Y has learned from AS X. 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17617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Q3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2E65FF1-8E66-306E-7899-F047D50C6A8B}"/>
              </a:ext>
            </a:extLst>
          </p:cNvPr>
          <p:cNvSpPr txBox="1"/>
          <p:nvPr/>
        </p:nvSpPr>
        <p:spPr>
          <a:xfrm>
            <a:off x="311700" y="1017725"/>
            <a:ext cx="8635231" cy="18782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en" altLang="zh-CN" dirty="0"/>
              <a:t>In the given network, ISP B provides national backbone service to regional ISP A. ISP C provides national backbone service to regional ISP D. Each ISP consists of one AS. B and C peer with each other in two places using BGP. Consider traffic going from A to D. B would prefer to handle that traffic over to C on the West Coast (so that C would have to absorb the cost of carrying the traffic cross-country), while C would prefer to get the traffic via its East Coast peering point with B (so B would have carried the traffic across the country). What BGP mechanism might C use so that B would hand over A-to-D traffic at its East Coast peering point?</a:t>
            </a:r>
            <a:endParaRPr lang="en-US" altLang="zh-CN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C50AFD5-2AD7-F967-3287-992121703E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6961" y="2793685"/>
            <a:ext cx="3410078" cy="2117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63173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MED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202A0FA-C97F-DCDA-9447-BDBEE55B1BAB}"/>
              </a:ext>
            </a:extLst>
          </p:cNvPr>
          <p:cNvSpPr txBox="1"/>
          <p:nvPr/>
        </p:nvSpPr>
        <p:spPr>
          <a:xfrm>
            <a:off x="4161005" y="1304057"/>
            <a:ext cx="4432400" cy="2314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" altLang="zh-CN" dirty="0">
                <a:latin typeface="Arial" panose="020B0604020202020204" pitchFamily="34" charset="0"/>
                <a:cs typeface="Arial" panose="020B0604020202020204" pitchFamily="34" charset="0"/>
              </a:rPr>
              <a:t>● Multi-exit discriminator (MED) is used when </a:t>
            </a:r>
            <a:r>
              <a:rPr lang="en" altLang="zh-CN" dirty="0" err="1">
                <a:latin typeface="Arial" panose="020B0604020202020204" pitchFamily="34" charset="0"/>
                <a:cs typeface="Arial" panose="020B0604020202020204" pitchFamily="34" charset="0"/>
              </a:rPr>
              <a:t>ASes</a:t>
            </a:r>
            <a:r>
              <a:rPr lang="en" altLang="zh-CN" dirty="0">
                <a:latin typeface="Arial" panose="020B0604020202020204" pitchFamily="34" charset="0"/>
                <a:cs typeface="Arial" panose="020B0604020202020204" pitchFamily="34" charset="0"/>
              </a:rPr>
              <a:t> are interconnected via </a:t>
            </a:r>
            <a:r>
              <a:rPr lang="en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2 or more links</a:t>
            </a:r>
            <a:r>
              <a:rPr lang="en" altLang="zh-CN" dirty="0">
                <a:latin typeface="Arial" panose="020B0604020202020204" pitchFamily="34" charset="0"/>
                <a:cs typeface="Arial" panose="020B0604020202020204" pitchFamily="34" charset="0"/>
              </a:rPr>
              <a:t>; it is </a:t>
            </a:r>
            <a:r>
              <a:rPr lang="en" altLang="zh-CN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used to advertise to neighbors how they should </a:t>
            </a:r>
            <a:r>
              <a:rPr lang="en" altLang="zh-CN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enter our AS</a:t>
            </a:r>
            <a:r>
              <a:rPr lang="en" altLang="zh-CN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" altLang="zh-C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lnSpc>
                <a:spcPct val="150000"/>
              </a:lnSpc>
            </a:pPr>
            <a:r>
              <a:rPr lang="en" altLang="zh-CN" dirty="0">
                <a:latin typeface="Arial" panose="020B0604020202020204" pitchFamily="34" charset="0"/>
                <a:cs typeface="Arial" panose="020B0604020202020204" pitchFamily="34" charset="0"/>
              </a:rPr>
              <a:t>● </a:t>
            </a:r>
            <a:r>
              <a:rPr lang="en" altLang="zh-CN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MED is exchanged </a:t>
            </a:r>
            <a:r>
              <a:rPr lang="en" altLang="zh-CN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between</a:t>
            </a:r>
            <a:r>
              <a:rPr lang="en" altLang="zh-CN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en" altLang="zh-CN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ASes</a:t>
            </a:r>
            <a:r>
              <a:rPr lang="en" altLang="zh-CN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en" altLang="zh-CN" dirty="0">
                <a:latin typeface="Arial" panose="020B0604020202020204" pitchFamily="34" charset="0"/>
                <a:cs typeface="Arial" panose="020B0604020202020204" pitchFamily="34" charset="0"/>
              </a:rPr>
              <a:t>● </a:t>
            </a:r>
            <a:r>
              <a:rPr lang="en" altLang="zh-CN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 </a:t>
            </a:r>
            <a:r>
              <a:rPr lang="en" altLang="zh-CN" b="1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lowest MED</a:t>
            </a:r>
            <a:r>
              <a:rPr lang="en" altLang="zh-CN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is the preferred path.</a:t>
            </a:r>
          </a:p>
          <a:p>
            <a:pPr algn="just">
              <a:lnSpc>
                <a:spcPct val="150000"/>
              </a:lnSpc>
            </a:pPr>
            <a:r>
              <a:rPr lang="en" altLang="zh-CN" dirty="0">
                <a:latin typeface="Arial" panose="020B0604020202020204" pitchFamily="34" charset="0"/>
                <a:cs typeface="Arial" panose="020B0604020202020204" pitchFamily="34" charset="0"/>
              </a:rPr>
              <a:t>● </a:t>
            </a:r>
            <a:r>
              <a:rPr lang="en" altLang="zh-CN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MED is propagated to all routers within the neighbor AS but not passed along to any other </a:t>
            </a:r>
            <a:r>
              <a:rPr lang="en" altLang="zh-CN" b="0" i="0" dirty="0" err="1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ASes</a:t>
            </a:r>
            <a:r>
              <a:rPr lang="en" altLang="zh-CN" b="0" i="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C0EF5ACA-4C5F-9627-8D5C-9F71C105BA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1150569"/>
            <a:ext cx="2716406" cy="3463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44322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Q3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FE972176-B195-1B31-D6F6-9802331C4D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7209" y="1247839"/>
            <a:ext cx="4010087" cy="2491616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8090F6F2-6FC5-D6D6-7035-6B09F247F7A6}"/>
              </a:ext>
            </a:extLst>
          </p:cNvPr>
          <p:cNvSpPr txBox="1"/>
          <p:nvPr/>
        </p:nvSpPr>
        <p:spPr>
          <a:xfrm>
            <a:off x="311700" y="4080823"/>
            <a:ext cx="863523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zh-CN" dirty="0">
                <a:solidFill>
                  <a:srgbClr val="FF0000"/>
                </a:solidFill>
              </a:rPr>
              <a:t>ISP C wants Router 4 to be the ingress router instead of router 3, so we must have MED</a:t>
            </a:r>
            <a:r>
              <a:rPr lang="en-US" altLang="zh-CN" sz="1050" dirty="0">
                <a:solidFill>
                  <a:srgbClr val="FF0000"/>
                </a:solidFill>
              </a:rPr>
              <a:t>4</a:t>
            </a:r>
            <a:r>
              <a:rPr lang="zh-CN" altLang="en-US" dirty="0">
                <a:solidFill>
                  <a:srgbClr val="FF0000"/>
                </a:solidFill>
              </a:rPr>
              <a:t> </a:t>
            </a:r>
            <a:r>
              <a:rPr lang="en-US" altLang="zh-CN" dirty="0">
                <a:solidFill>
                  <a:srgbClr val="FF0000"/>
                </a:solidFill>
              </a:rPr>
              <a:t>&lt; MED</a:t>
            </a:r>
            <a:r>
              <a:rPr lang="en-US" altLang="zh-CN" sz="1050" dirty="0">
                <a:solidFill>
                  <a:srgbClr val="FF0000"/>
                </a:solidFill>
              </a:rPr>
              <a:t>3</a:t>
            </a:r>
            <a:r>
              <a:rPr lang="en-US" altLang="zh-CN" dirty="0">
                <a:solidFill>
                  <a:srgbClr val="FF0000"/>
                </a:solidFill>
              </a:rPr>
              <a:t>, e.g. MED</a:t>
            </a:r>
            <a:r>
              <a:rPr lang="en-US" altLang="zh-CN" sz="1050" dirty="0">
                <a:solidFill>
                  <a:srgbClr val="FF0000"/>
                </a:solidFill>
              </a:rPr>
              <a:t>4</a:t>
            </a:r>
            <a:r>
              <a:rPr lang="en-US" altLang="zh-CN" dirty="0">
                <a:solidFill>
                  <a:srgbClr val="FF0000"/>
                </a:solidFill>
              </a:rPr>
              <a:t> = 10, MED</a:t>
            </a:r>
            <a:r>
              <a:rPr lang="en-US" altLang="zh-CN" sz="1050" dirty="0">
                <a:solidFill>
                  <a:srgbClr val="FF0000"/>
                </a:solidFill>
              </a:rPr>
              <a:t>3</a:t>
            </a:r>
            <a:r>
              <a:rPr lang="en-US" altLang="zh-CN" dirty="0">
                <a:solidFill>
                  <a:srgbClr val="FF0000"/>
                </a:solidFill>
              </a:rPr>
              <a:t>=20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444276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500" dirty="0">
                <a:latin typeface="Arial" panose="020B0604020202020204" pitchFamily="34" charset="0"/>
                <a:cs typeface="Arial" panose="020B0604020202020204" pitchFamily="34" charset="0"/>
              </a:rPr>
              <a:t>Data Link Layer</a:t>
            </a:r>
            <a:endParaRPr sz="25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1" name="Google Shape;61;p14"/>
          <p:cNvSpPr txBox="1">
            <a:spLocks noGrp="1"/>
          </p:cNvSpPr>
          <p:nvPr>
            <p:ph type="body" idx="1"/>
          </p:nvPr>
        </p:nvSpPr>
        <p:spPr>
          <a:xfrm>
            <a:off x="311700" y="904970"/>
            <a:ext cx="8520600" cy="314437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lnSpc>
                <a:spcPct val="150000"/>
              </a:lnSpc>
              <a:spcAft>
                <a:spcPts val="0"/>
              </a:spcAft>
              <a:buSzPts val="1800"/>
              <a:buChar char="●"/>
            </a:pPr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Protocols</a:t>
            </a:r>
          </a:p>
          <a:p>
            <a:pPr marL="914400" lvl="1" indent="-317500" algn="l" rtl="0">
              <a:lnSpc>
                <a:spcPct val="150000"/>
              </a:lnSpc>
              <a:spcAft>
                <a:spcPts val="0"/>
              </a:spcAft>
              <a:buSzPts val="1400"/>
              <a:buChar char="○"/>
            </a:pP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Ethernet (IEEE 802.3)</a:t>
            </a:r>
          </a:p>
          <a:p>
            <a:pPr lvl="2">
              <a:lnSpc>
                <a:spcPct val="150000"/>
              </a:lnSpc>
              <a:buClr>
                <a:schemeClr val="tx1">
                  <a:lumMod val="50000"/>
                  <a:lumOff val="50000"/>
                </a:schemeClr>
              </a:buClr>
              <a:buSzPct val="45000"/>
              <a:buFont typeface="Wingdings" pitchFamily="2" charset="2"/>
              <a:buChar char="n"/>
            </a:pP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CSMA (Carrier-sense multiple access)/CD</a:t>
            </a:r>
            <a:r>
              <a:rPr lang="zh-CN" alt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(Collision detection)</a:t>
            </a:r>
          </a:p>
          <a:p>
            <a:pPr lvl="3">
              <a:lnSpc>
                <a:spcPct val="150000"/>
              </a:lnSpc>
              <a:buClr>
                <a:schemeClr val="tx1">
                  <a:lumMod val="50000"/>
                  <a:lumOff val="50000"/>
                </a:schemeClr>
              </a:buClr>
              <a:buSzPct val="45000"/>
              <a:buFont typeface="Wingdings" pitchFamily="2" charset="2"/>
              <a:buChar char="l"/>
            </a:pP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Recover</a:t>
            </a:r>
            <a:r>
              <a:rPr lang="zh-CN" alt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after collision is detected </a:t>
            </a:r>
          </a:p>
          <a:p>
            <a:pPr marL="914400" lvl="1" indent="-317500" algn="l" rtl="0">
              <a:lnSpc>
                <a:spcPct val="150000"/>
              </a:lnSpc>
              <a:spcAft>
                <a:spcPts val="0"/>
              </a:spcAft>
              <a:buSzPts val="1400"/>
              <a:buChar char="○"/>
            </a:pPr>
            <a:r>
              <a:rPr 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Wi-Fi (IEEE 802.11)</a:t>
            </a:r>
          </a:p>
          <a:p>
            <a:pPr lvl="2">
              <a:lnSpc>
                <a:spcPct val="150000"/>
              </a:lnSpc>
              <a:buClr>
                <a:schemeClr val="tx1">
                  <a:lumMod val="50000"/>
                  <a:lumOff val="50000"/>
                </a:schemeClr>
              </a:buClr>
              <a:buSzPct val="45000"/>
              <a:buFont typeface="Wingdings" pitchFamily="2" charset="2"/>
              <a:buChar char="n"/>
            </a:pP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CSMA/CA (collision avoidance)</a:t>
            </a:r>
          </a:p>
          <a:p>
            <a:pPr lvl="3">
              <a:lnSpc>
                <a:spcPct val="150000"/>
              </a:lnSpc>
              <a:buClr>
                <a:schemeClr val="tx1">
                  <a:lumMod val="50000"/>
                  <a:lumOff val="50000"/>
                </a:schemeClr>
              </a:buClr>
              <a:buSzPct val="45000"/>
              <a:buFont typeface="Wingdings" pitchFamily="2" charset="2"/>
              <a:buChar char="l"/>
            </a:pP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Designed</a:t>
            </a:r>
            <a:r>
              <a:rPr lang="zh-CN" alt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</a:t>
            </a:r>
            <a:r>
              <a:rPr lang="zh-CN" alt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avoid collision</a:t>
            </a:r>
          </a:p>
          <a:p>
            <a:pPr marL="914400" lvl="1" indent="-317500" algn="l" rtl="0">
              <a:lnSpc>
                <a:spcPct val="150000"/>
              </a:lnSpc>
              <a:spcAft>
                <a:spcPts val="0"/>
              </a:spcAft>
              <a:buSzPts val="1400"/>
              <a:buChar char="○"/>
            </a:pP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etc.</a:t>
            </a:r>
          </a:p>
        </p:txBody>
      </p:sp>
      <p:sp>
        <p:nvSpPr>
          <p:cNvPr id="7" name="Google Shape;61;p14">
            <a:extLst>
              <a:ext uri="{FF2B5EF4-FFF2-40B4-BE49-F238E27FC236}">
                <a16:creationId xmlns:a16="http://schemas.microsoft.com/office/drawing/2014/main" id="{F8860281-C070-187F-D59C-E4D76CDF6146}"/>
              </a:ext>
            </a:extLst>
          </p:cNvPr>
          <p:cNvSpPr txBox="1">
            <a:spLocks/>
          </p:cNvSpPr>
          <p:nvPr/>
        </p:nvSpPr>
        <p:spPr>
          <a:xfrm>
            <a:off x="311700" y="4049342"/>
            <a:ext cx="8520600" cy="5273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Ubuntu"/>
              <a:buChar char="●"/>
              <a:defRPr sz="1800" b="0" i="0" u="none" strike="noStrike" cap="none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buntu"/>
              <a:buChar char="○"/>
              <a:defRPr sz="1400" b="0" i="0" u="none" strike="noStrike" cap="none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buntu"/>
              <a:buChar char="■"/>
              <a:defRPr sz="1400" b="0" i="0" u="none" strike="noStrike" cap="none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buntu"/>
              <a:buChar char="●"/>
              <a:defRPr sz="1400" b="0" i="0" u="none" strike="noStrike" cap="none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buntu"/>
              <a:buChar char="○"/>
              <a:defRPr sz="1400" b="0" i="0" u="none" strike="noStrike" cap="none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buntu"/>
              <a:buChar char="■"/>
              <a:defRPr sz="1400" b="0" i="0" u="none" strike="noStrike" cap="none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buntu"/>
              <a:buChar char="●"/>
              <a:defRPr sz="1400" b="0" i="0" u="none" strike="noStrike" cap="none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buntu"/>
              <a:buChar char="○"/>
              <a:defRPr sz="1400" b="0" i="0" u="none" strike="noStrike" cap="none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buntu"/>
              <a:buChar char="■"/>
              <a:defRPr sz="1400" b="0" i="0" u="none" strike="noStrike" cap="none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pPr>
              <a:lnSpc>
                <a:spcPct val="125000"/>
              </a:lnSpc>
            </a:pPr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Device working in this layer use MAC address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Address Resolution Protocol (ARP)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Google Shape;61;p14">
            <a:extLst>
              <a:ext uri="{FF2B5EF4-FFF2-40B4-BE49-F238E27FC236}">
                <a16:creationId xmlns:a16="http://schemas.microsoft.com/office/drawing/2014/main" id="{844B64A7-521F-D840-0895-9559096877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904970"/>
            <a:ext cx="8520600" cy="314437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lnSpc>
                <a:spcPct val="150000"/>
              </a:lnSpc>
              <a:spcAft>
                <a:spcPts val="0"/>
              </a:spcAft>
              <a:buSzPts val="1800"/>
              <a:buChar char="●"/>
            </a:pPr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Used to find the MAC address of another device within subnet</a:t>
            </a:r>
          </a:p>
          <a:p>
            <a:pPr marL="914400" lvl="1" indent="-317500" algn="l" rtl="0">
              <a:lnSpc>
                <a:spcPct val="150000"/>
              </a:lnSpc>
              <a:spcAft>
                <a:spcPts val="0"/>
              </a:spcAft>
              <a:buSzPts val="1400"/>
              <a:buChar char="○"/>
            </a:pP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ARP cache: A list from </a:t>
            </a:r>
            <a:r>
              <a:rPr lang="en-US" altLang="zh-CN" sz="16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IPv4 address (32 bits) </a:t>
            </a: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 </a:t>
            </a:r>
            <a:r>
              <a:rPr lang="en-US" altLang="zh-CN" sz="16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MAC address (48 bits)</a:t>
            </a:r>
          </a:p>
          <a:p>
            <a:pPr marL="914400" lvl="1" indent="-317500" algn="l" rtl="0">
              <a:lnSpc>
                <a:spcPct val="150000"/>
              </a:lnSpc>
              <a:spcAft>
                <a:spcPts val="0"/>
              </a:spcAft>
              <a:buSzPts val="1400"/>
              <a:buChar char="○"/>
            </a:pP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ARP broadcast address (when sending an ARP finding request): </a:t>
            </a:r>
            <a:r>
              <a:rPr lang="en-US" altLang="zh-CN" sz="16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ff:ff:ff:ff:ff:ff</a:t>
            </a:r>
            <a:endParaRPr lang="en-US" altLang="zh-CN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9AB02A15-4FD1-5F23-7703-F64D083F7D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575" y="2365247"/>
            <a:ext cx="7308850" cy="264241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Address Resolution Protocol (ARP)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7145FA77-8881-B310-A7DE-BF9F87149F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9400" y="1017725"/>
            <a:ext cx="4685200" cy="3980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07623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Address Resolution Protocol (ARP)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EC534094-5B51-F2DE-F699-8629AF205E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4602" y="1017725"/>
            <a:ext cx="4674795" cy="3967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97968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Address Resolution Protocol (ARP)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F58D1135-D967-80B4-25E3-37A03262D8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9075" y="1017725"/>
            <a:ext cx="5765849" cy="387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09768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Spanning Tree Algorithm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Google Shape;61;p14">
            <a:extLst>
              <a:ext uri="{FF2B5EF4-FFF2-40B4-BE49-F238E27FC236}">
                <a16:creationId xmlns:a16="http://schemas.microsoft.com/office/drawing/2014/main" id="{F27E9944-75B6-657D-AFD2-44C25E02F1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32389"/>
            <a:ext cx="8520600" cy="356608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30000"/>
              </a:lnSpc>
            </a:pPr>
            <a:r>
              <a:rPr lang="zh-CN" altLang="en-US" sz="1600" dirty="0">
                <a:solidFill>
                  <a:schemeClr val="tx1"/>
                </a:solidFill>
                <a:latin typeface="+mn-lt"/>
              </a:rPr>
              <a:t>Used to broadcast </a:t>
            </a:r>
            <a:r>
              <a:rPr lang="en-US" altLang="zh-CN" sz="1600" dirty="0">
                <a:solidFill>
                  <a:schemeClr val="tx1"/>
                </a:solidFill>
                <a:latin typeface="+mn-lt"/>
              </a:rPr>
              <a:t>messages of switches in subnets and avoid loops</a:t>
            </a:r>
            <a:endParaRPr lang="en-US" altLang="zh-CN" sz="1600" dirty="0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>
              <a:lnSpc>
                <a:spcPct val="130000"/>
              </a:lnSpc>
            </a:pPr>
            <a:r>
              <a:rPr lang="en-US" altLang="zh-CN" sz="1600" dirty="0">
                <a:solidFill>
                  <a:schemeClr val="tx1"/>
                </a:solidFill>
                <a:latin typeface="+mn-lt"/>
              </a:rPr>
              <a:t>Aimed to construct a spanning tree of the topology</a:t>
            </a:r>
          </a:p>
          <a:p>
            <a:pPr lvl="1">
              <a:lnSpc>
                <a:spcPct val="130000"/>
              </a:lnSpc>
            </a:pPr>
            <a:r>
              <a:rPr lang="en-US" altLang="zh-CN" sz="1600" dirty="0">
                <a:solidFill>
                  <a:srgbClr val="0000FF"/>
                </a:solidFill>
                <a:latin typeface="+mn-lt"/>
              </a:rPr>
              <a:t>Messages (</a:t>
            </a:r>
            <a:r>
              <a:rPr lang="en-US" altLang="zh-CN" sz="1600" i="1" dirty="0">
                <a:solidFill>
                  <a:srgbClr val="0000FF"/>
                </a:solidFill>
                <a:latin typeface="+mn-lt"/>
              </a:rPr>
              <a:t>Y</a:t>
            </a:r>
            <a:r>
              <a:rPr lang="en-US" altLang="zh-CN" sz="1600" dirty="0">
                <a:solidFill>
                  <a:srgbClr val="0000FF"/>
                </a:solidFill>
                <a:latin typeface="+mn-lt"/>
              </a:rPr>
              <a:t>, </a:t>
            </a:r>
            <a:r>
              <a:rPr lang="en-US" altLang="zh-CN" sz="1600" i="1" dirty="0">
                <a:solidFill>
                  <a:srgbClr val="0000FF"/>
                </a:solidFill>
                <a:latin typeface="+mn-lt"/>
              </a:rPr>
              <a:t>d</a:t>
            </a:r>
            <a:r>
              <a:rPr lang="en-US" altLang="zh-CN" sz="1600" dirty="0">
                <a:solidFill>
                  <a:srgbClr val="0000FF"/>
                </a:solidFill>
                <a:latin typeface="+mn-lt"/>
              </a:rPr>
              <a:t>, </a:t>
            </a:r>
            <a:r>
              <a:rPr lang="en-US" altLang="zh-CN" sz="1600" i="1" dirty="0">
                <a:solidFill>
                  <a:srgbClr val="0000FF"/>
                </a:solidFill>
                <a:latin typeface="+mn-lt"/>
              </a:rPr>
              <a:t>X</a:t>
            </a:r>
            <a:r>
              <a:rPr lang="en-US" altLang="zh-CN" sz="1600" dirty="0">
                <a:solidFill>
                  <a:srgbClr val="0000FF"/>
                </a:solidFill>
                <a:latin typeface="+mn-lt"/>
              </a:rPr>
              <a:t>) (Each node)</a:t>
            </a:r>
            <a:endParaRPr lang="en-US" altLang="zh-CN" sz="1600" dirty="0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lvl="2">
              <a:lnSpc>
                <a:spcPct val="130000"/>
              </a:lnSpc>
              <a:buClr>
                <a:schemeClr val="tx1">
                  <a:lumMod val="50000"/>
                  <a:lumOff val="50000"/>
                </a:schemeClr>
              </a:buClr>
              <a:buSzPct val="45000"/>
              <a:buFont typeface="Wingdings" pitchFamily="2" charset="2"/>
              <a:buChar char="n"/>
            </a:pPr>
            <a:r>
              <a:rPr lang="en-US" altLang="zh-CN" sz="1600" dirty="0">
                <a:solidFill>
                  <a:schemeClr val="tx1"/>
                </a:solidFill>
                <a:latin typeface="+mn-lt"/>
              </a:rPr>
              <a:t>From node </a:t>
            </a:r>
            <a:r>
              <a:rPr lang="en-US" altLang="zh-CN" sz="1600" i="1" dirty="0">
                <a:solidFill>
                  <a:schemeClr val="tx1"/>
                </a:solidFill>
                <a:latin typeface="+mn-lt"/>
              </a:rPr>
              <a:t>X</a:t>
            </a:r>
          </a:p>
          <a:p>
            <a:pPr lvl="2">
              <a:lnSpc>
                <a:spcPct val="130000"/>
              </a:lnSpc>
              <a:buClr>
                <a:schemeClr val="tx1">
                  <a:lumMod val="50000"/>
                  <a:lumOff val="50000"/>
                </a:schemeClr>
              </a:buClr>
              <a:buSzPct val="45000"/>
              <a:buFont typeface="Wingdings" pitchFamily="2" charset="2"/>
              <a:buChar char="n"/>
            </a:pPr>
            <a:r>
              <a:rPr lang="en-US" altLang="zh-CN" sz="1600" dirty="0">
                <a:solidFill>
                  <a:schemeClr val="tx1"/>
                </a:solidFill>
                <a:latin typeface="+mn-lt"/>
              </a:rPr>
              <a:t>Proposing </a:t>
            </a:r>
            <a:r>
              <a:rPr lang="en-US" altLang="zh-CN" sz="1600" i="1" dirty="0">
                <a:solidFill>
                  <a:schemeClr val="tx1"/>
                </a:solidFill>
                <a:latin typeface="+mn-lt"/>
              </a:rPr>
              <a:t>Y</a:t>
            </a:r>
            <a:r>
              <a:rPr lang="en-US" altLang="zh-CN" sz="1600" dirty="0">
                <a:solidFill>
                  <a:schemeClr val="tx1"/>
                </a:solidFill>
                <a:latin typeface="+mn-lt"/>
              </a:rPr>
              <a:t> as the root</a:t>
            </a:r>
          </a:p>
          <a:p>
            <a:pPr lvl="2">
              <a:lnSpc>
                <a:spcPct val="130000"/>
              </a:lnSpc>
              <a:buClr>
                <a:schemeClr val="tx1">
                  <a:lumMod val="50000"/>
                  <a:lumOff val="50000"/>
                </a:schemeClr>
              </a:buClr>
              <a:buSzPct val="45000"/>
              <a:buFont typeface="Wingdings" pitchFamily="2" charset="2"/>
              <a:buChar char="n"/>
            </a:pPr>
            <a:r>
              <a:rPr lang="en-US" altLang="zh-CN" sz="1600" dirty="0">
                <a:solidFill>
                  <a:schemeClr val="tx1"/>
                </a:solidFill>
                <a:latin typeface="+mn-lt"/>
              </a:rPr>
              <a:t>Advertising distance </a:t>
            </a:r>
            <a:r>
              <a:rPr lang="en-US" altLang="zh-CN" sz="1600" i="1" dirty="0">
                <a:solidFill>
                  <a:schemeClr val="tx1"/>
                </a:solidFill>
                <a:latin typeface="+mn-lt"/>
              </a:rPr>
              <a:t>d</a:t>
            </a:r>
            <a:r>
              <a:rPr lang="en-US" altLang="zh-CN" sz="1600" dirty="0">
                <a:solidFill>
                  <a:schemeClr val="tx1"/>
                </a:solidFill>
                <a:latin typeface="+mn-lt"/>
              </a:rPr>
              <a:t> to </a:t>
            </a:r>
            <a:r>
              <a:rPr lang="en-US" altLang="zh-CN" sz="1600" i="1" dirty="0">
                <a:solidFill>
                  <a:schemeClr val="tx1"/>
                </a:solidFill>
                <a:latin typeface="+mn-lt"/>
              </a:rPr>
              <a:t>Y</a:t>
            </a:r>
            <a:endParaRPr lang="en-US" altLang="zh-CN" sz="1600" i="1" dirty="0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>
              <a:lnSpc>
                <a:spcPct val="130000"/>
              </a:lnSpc>
            </a:pPr>
            <a:r>
              <a:rPr lang="en-US" sz="1600" dirty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(Each node) Advertising</a:t>
            </a:r>
            <a:r>
              <a:rPr lang="zh-CN" altLang="en-US" sz="1600" dirty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</a:t>
            </a:r>
            <a:r>
              <a:rPr lang="en-US" altLang="zh-CN" sz="1600" dirty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Messages to its neighbors. </a:t>
            </a:r>
          </a:p>
          <a:p>
            <a:pPr lvl="1">
              <a:lnSpc>
                <a:spcPct val="130000"/>
              </a:lnSpc>
            </a:pPr>
            <a:r>
              <a:rPr lang="en-US" altLang="zh-CN" sz="1600" dirty="0">
                <a:solidFill>
                  <a:schemeClr val="tx1"/>
                </a:solidFill>
                <a:latin typeface="+mn-lt"/>
              </a:rPr>
              <a:t>Switches elect the node with smallest identifier (MAC address) as root.</a:t>
            </a:r>
            <a:endParaRPr lang="en-US" altLang="zh-CN" sz="1600" dirty="0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lvl="1">
              <a:lnSpc>
                <a:spcPct val="130000"/>
              </a:lnSpc>
            </a:pPr>
            <a:r>
              <a:rPr lang="en-US" altLang="zh-CN" sz="1600" dirty="0">
                <a:solidFill>
                  <a:schemeClr val="tx1"/>
                </a:solidFill>
                <a:latin typeface="+mn-lt"/>
              </a:rPr>
              <a:t>Each switch determines if a link is on its shortest path to the root; excludes it from the tree if not.</a:t>
            </a:r>
            <a:endParaRPr lang="en-US" altLang="zh-CN" sz="1600" dirty="0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>
              <a:lnSpc>
                <a:spcPct val="130000"/>
              </a:lnSpc>
            </a:pPr>
            <a:r>
              <a:rPr lang="en-US" sz="1600" dirty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Breaking ties: choose the </a:t>
            </a:r>
            <a:r>
              <a:rPr lang="en-US" sz="1600" dirty="0">
                <a:solidFill>
                  <a:srgbClr val="FF0000"/>
                </a:solidFill>
                <a:latin typeface="+mn-lt"/>
                <a:cs typeface="Arial" panose="020B0604020202020204" pitchFamily="34" charset="0"/>
              </a:rPr>
              <a:t>lowest switch ID</a:t>
            </a:r>
            <a:r>
              <a:rPr lang="en-US" sz="1600" dirty="0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</a:t>
            </a:r>
            <a:endParaRPr lang="en-US" sz="2000" dirty="0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95194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Spanning Tree Algorithm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845A0C0-CB30-F40D-AEB5-1B1FFE6F2D3F}"/>
              </a:ext>
            </a:extLst>
          </p:cNvPr>
          <p:cNvSpPr txBox="1"/>
          <p:nvPr/>
        </p:nvSpPr>
        <p:spPr>
          <a:xfrm>
            <a:off x="514900" y="1017725"/>
            <a:ext cx="7995090" cy="3191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14300">
              <a:lnSpc>
                <a:spcPct val="200000"/>
              </a:lnSpc>
              <a:buSzPts val="1800"/>
            </a:pPr>
            <a:r>
              <a:rPr lang="en-US" altLang="zh-CN" sz="1800" b="1" i="1" dirty="0">
                <a:latin typeface="+mn-lt"/>
              </a:rPr>
              <a:t>Algorithm Procedure</a:t>
            </a:r>
          </a:p>
          <a:p>
            <a:pPr marL="457200" indent="-342900">
              <a:lnSpc>
                <a:spcPct val="150000"/>
              </a:lnSpc>
              <a:buSzPts val="1800"/>
              <a:buFont typeface="Arial"/>
              <a:buChar char="●"/>
            </a:pPr>
            <a:r>
              <a:rPr lang="en-US" altLang="zh-CN" dirty="0">
                <a:latin typeface="+mn-lt"/>
              </a:rPr>
              <a:t>Initially, each switch proposes itself as the root</a:t>
            </a:r>
            <a:endParaRPr lang="en-US" altLang="zh-CN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lvl="1" indent="-317500">
              <a:lnSpc>
                <a:spcPct val="150000"/>
              </a:lnSpc>
              <a:buSzPts val="1400"/>
              <a:buFont typeface="Arial"/>
              <a:buChar char="○"/>
            </a:pPr>
            <a:r>
              <a:rPr lang="en-US" altLang="zh-CN" dirty="0">
                <a:solidFill>
                  <a:srgbClr val="0000FF"/>
                </a:solidFill>
                <a:latin typeface="+mn-lt"/>
              </a:rPr>
              <a:t>Switch X announces (X, 0, X) to its neighbors</a:t>
            </a:r>
          </a:p>
          <a:p>
            <a:pPr marL="457200" indent="-342900">
              <a:lnSpc>
                <a:spcPct val="150000"/>
              </a:lnSpc>
              <a:buSzPts val="1800"/>
              <a:buFont typeface="Arial"/>
              <a:buChar char="●"/>
            </a:pPr>
            <a:r>
              <a:rPr lang="en-US" altLang="zh-CN" dirty="0">
                <a:latin typeface="+mn-lt"/>
              </a:rPr>
              <a:t>Switches update their view of the root</a:t>
            </a:r>
            <a:endParaRPr lang="en-US" altLang="zh-CN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lvl="1" indent="-317500">
              <a:lnSpc>
                <a:spcPct val="150000"/>
              </a:lnSpc>
              <a:buSzPts val="1400"/>
              <a:buFont typeface="Arial"/>
              <a:buChar char="○"/>
            </a:pPr>
            <a:r>
              <a:rPr lang="en-US" altLang="zh-CN" dirty="0">
                <a:latin typeface="+mn-lt"/>
              </a:rPr>
              <a:t>Upon receiving (Y, d, Z) from Z, check Y’s id</a:t>
            </a:r>
          </a:p>
          <a:p>
            <a:pPr marL="914400" lvl="1" indent="-317500">
              <a:lnSpc>
                <a:spcPct val="150000"/>
              </a:lnSpc>
              <a:buSzPts val="1400"/>
              <a:buFont typeface="Arial"/>
              <a:buChar char="○"/>
            </a:pPr>
            <a:r>
              <a:rPr lang="en-US" altLang="zh-CN" dirty="0">
                <a:solidFill>
                  <a:srgbClr val="0000FF"/>
                </a:solidFill>
                <a:latin typeface="+mn-lt"/>
              </a:rPr>
              <a:t>If Y’s id  &lt; current root:</a:t>
            </a:r>
            <a:r>
              <a:rPr lang="en-US" altLang="zh-CN" dirty="0">
                <a:solidFill>
                  <a:srgbClr val="0000FF"/>
                </a:solidFill>
                <a:latin typeface="+mn-lt"/>
                <a:sym typeface="Wingdings"/>
              </a:rPr>
              <a:t> </a:t>
            </a:r>
            <a:r>
              <a:rPr lang="en-US" altLang="zh-CN" dirty="0">
                <a:solidFill>
                  <a:srgbClr val="0000FF"/>
                </a:solidFill>
                <a:latin typeface="+mn-lt"/>
              </a:rPr>
              <a:t>set root </a:t>
            </a:r>
            <a:r>
              <a:rPr lang="en-US" altLang="zh-CN" dirty="0">
                <a:solidFill>
                  <a:srgbClr val="0000FF"/>
                </a:solidFill>
                <a:latin typeface="+mn-lt"/>
                <a:sym typeface="Wingdings"/>
              </a:rPr>
              <a:t>=</a:t>
            </a:r>
            <a:r>
              <a:rPr lang="en-US" altLang="zh-CN" dirty="0">
                <a:solidFill>
                  <a:srgbClr val="0000FF"/>
                </a:solidFill>
                <a:latin typeface="+mn-lt"/>
              </a:rPr>
              <a:t> Y</a:t>
            </a:r>
          </a:p>
          <a:p>
            <a:pPr marL="457200" indent="-342900">
              <a:lnSpc>
                <a:spcPct val="150000"/>
              </a:lnSpc>
              <a:buSzPts val="1800"/>
              <a:buFont typeface="Arial"/>
              <a:buChar char="●"/>
            </a:pPr>
            <a:r>
              <a:rPr lang="en-US" altLang="zh-CN" dirty="0">
                <a:latin typeface="+mn-lt"/>
              </a:rPr>
              <a:t>Switches compute their distance from the root</a:t>
            </a:r>
          </a:p>
          <a:p>
            <a:pPr marL="914400" lvl="1" indent="-317500">
              <a:lnSpc>
                <a:spcPct val="150000"/>
              </a:lnSpc>
              <a:buSzPts val="1400"/>
              <a:buFont typeface="Arial"/>
              <a:buChar char="○"/>
            </a:pPr>
            <a:r>
              <a:rPr lang="en-US" altLang="zh-CN" dirty="0">
                <a:solidFill>
                  <a:srgbClr val="0000FF"/>
                </a:solidFill>
                <a:latin typeface="+mn-lt"/>
              </a:rPr>
              <a:t>Add 1 to the shortest distance received from a neighbor</a:t>
            </a:r>
          </a:p>
          <a:p>
            <a:pPr marL="457200" indent="-342900">
              <a:lnSpc>
                <a:spcPct val="150000"/>
              </a:lnSpc>
              <a:buSzPts val="1800"/>
              <a:buFont typeface="Arial"/>
              <a:buChar char="●"/>
            </a:pPr>
            <a:r>
              <a:rPr lang="en-US" altLang="zh-CN" dirty="0">
                <a:latin typeface="+mn-lt"/>
              </a:rPr>
              <a:t>If root or shortest distance to it </a:t>
            </a:r>
            <a:r>
              <a:rPr lang="en-US" altLang="zh-CN" dirty="0">
                <a:solidFill>
                  <a:srgbClr val="0000FF"/>
                </a:solidFill>
                <a:latin typeface="+mn-lt"/>
              </a:rPr>
              <a:t>changed</a:t>
            </a:r>
            <a:r>
              <a:rPr lang="en-US" altLang="zh-CN" dirty="0">
                <a:latin typeface="+mn-lt"/>
              </a:rPr>
              <a:t>, send neighbors updated message (Y, d+1, X)</a:t>
            </a:r>
            <a:endParaRPr lang="en-US" altLang="zh-CN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20536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6" name="组合 395">
            <a:extLst>
              <a:ext uri="{FF2B5EF4-FFF2-40B4-BE49-F238E27FC236}">
                <a16:creationId xmlns:a16="http://schemas.microsoft.com/office/drawing/2014/main" id="{6BCAFEDD-8905-7F32-7552-399037E7DDFE}"/>
              </a:ext>
            </a:extLst>
          </p:cNvPr>
          <p:cNvGrpSpPr/>
          <p:nvPr/>
        </p:nvGrpSpPr>
        <p:grpSpPr>
          <a:xfrm>
            <a:off x="694611" y="436579"/>
            <a:ext cx="8754189" cy="4578881"/>
            <a:chOff x="11572" y="1258598"/>
            <a:chExt cx="7994559" cy="3842850"/>
          </a:xfrm>
        </p:grpSpPr>
        <p:pic>
          <p:nvPicPr>
            <p:cNvPr id="256" name="图片 255">
              <a:extLst>
                <a:ext uri="{FF2B5EF4-FFF2-40B4-BE49-F238E27FC236}">
                  <a16:creationId xmlns:a16="http://schemas.microsoft.com/office/drawing/2014/main" id="{AA546E69-FB28-2EAF-2C74-C1D17954DC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38839" y="1387327"/>
              <a:ext cx="4621471" cy="3566761"/>
            </a:xfrm>
            <a:prstGeom prst="rect">
              <a:avLst/>
            </a:prstGeom>
          </p:spPr>
        </p:pic>
        <p:sp>
          <p:nvSpPr>
            <p:cNvPr id="279" name="文本框 278">
              <a:extLst>
                <a:ext uri="{FF2B5EF4-FFF2-40B4-BE49-F238E27FC236}">
                  <a16:creationId xmlns:a16="http://schemas.microsoft.com/office/drawing/2014/main" id="{5B82D93D-5342-211C-1A68-11F30518F255}"/>
                </a:ext>
              </a:extLst>
            </p:cNvPr>
            <p:cNvSpPr txBox="1"/>
            <p:nvPr/>
          </p:nvSpPr>
          <p:spPr>
            <a:xfrm>
              <a:off x="967839" y="1258598"/>
              <a:ext cx="64633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000" dirty="0">
                  <a:solidFill>
                    <a:srgbClr val="FF0000"/>
                  </a:solidFill>
                  <a:latin typeface="+mn-lt"/>
                </a:rPr>
                <a:t>Initialize</a:t>
              </a:r>
              <a:endParaRPr kumimoji="1" lang="zh-CN" altLang="en-US" sz="1000" dirty="0">
                <a:solidFill>
                  <a:srgbClr val="FF0000"/>
                </a:solidFill>
              </a:endParaRPr>
            </a:p>
          </p:txBody>
        </p:sp>
        <p:sp>
          <p:nvSpPr>
            <p:cNvPr id="280" name="文本框 279">
              <a:extLst>
                <a:ext uri="{FF2B5EF4-FFF2-40B4-BE49-F238E27FC236}">
                  <a16:creationId xmlns:a16="http://schemas.microsoft.com/office/drawing/2014/main" id="{78A3376E-0F40-4EBC-F872-938F8889988C}"/>
                </a:ext>
              </a:extLst>
            </p:cNvPr>
            <p:cNvSpPr txBox="1"/>
            <p:nvPr/>
          </p:nvSpPr>
          <p:spPr>
            <a:xfrm>
              <a:off x="4794837" y="2226718"/>
              <a:ext cx="3005951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>
                <a:buClr>
                  <a:srgbClr val="FF0000"/>
                </a:buClr>
                <a:buAutoNum type="arabicPeriod"/>
              </a:pPr>
              <a:r>
                <a:rPr kumimoji="1" lang="en-US" altLang="zh-CN" sz="1100" dirty="0">
                  <a:solidFill>
                    <a:srgbClr val="FF0000"/>
                  </a:solidFill>
                </a:rPr>
                <a:t>Switch</a:t>
              </a:r>
              <a:r>
                <a:rPr kumimoji="1" lang="zh-CN" altLang="en-US" sz="1100" dirty="0">
                  <a:solidFill>
                    <a:srgbClr val="FF0000"/>
                  </a:solidFill>
                </a:rPr>
                <a:t> </a:t>
              </a:r>
              <a:r>
                <a:rPr kumimoji="1" lang="en-US" altLang="zh-CN" sz="1100" dirty="0">
                  <a:solidFill>
                    <a:srgbClr val="FF0000"/>
                  </a:solidFill>
                </a:rPr>
                <a:t>root</a:t>
              </a:r>
              <a:r>
                <a:rPr kumimoji="1" lang="zh-CN" altLang="en-US" sz="1100" dirty="0">
                  <a:solidFill>
                    <a:srgbClr val="FF0000"/>
                  </a:solidFill>
                </a:rPr>
                <a:t> </a:t>
              </a:r>
              <a:r>
                <a:rPr kumimoji="1" lang="en-US" altLang="zh-CN" sz="1100" dirty="0">
                  <a:solidFill>
                    <a:srgbClr val="FF0000"/>
                  </a:solidFill>
                </a:rPr>
                <a:t>(compare id with neighbors)</a:t>
              </a:r>
            </a:p>
            <a:p>
              <a:pPr marL="342900" indent="-342900">
                <a:buClr>
                  <a:srgbClr val="FF0000"/>
                </a:buClr>
                <a:buAutoNum type="arabicPeriod"/>
              </a:pPr>
              <a:r>
                <a:rPr kumimoji="1" lang="en-US" altLang="zh-CN" sz="1100" dirty="0">
                  <a:solidFill>
                    <a:srgbClr val="FF0000"/>
                  </a:solidFill>
                </a:rPr>
                <a:t>distance = neighbor distance + 1</a:t>
              </a:r>
              <a:endParaRPr kumimoji="1" lang="zh-CN" altLang="en-US" sz="1100" dirty="0">
                <a:solidFill>
                  <a:srgbClr val="FF0000"/>
                </a:solidFill>
              </a:endParaRPr>
            </a:p>
          </p:txBody>
        </p:sp>
        <p:sp>
          <p:nvSpPr>
            <p:cNvPr id="281" name="文本框 280">
              <a:extLst>
                <a:ext uri="{FF2B5EF4-FFF2-40B4-BE49-F238E27FC236}">
                  <a16:creationId xmlns:a16="http://schemas.microsoft.com/office/drawing/2014/main" id="{E876E349-8F39-044B-6148-188D6C29DD0B}"/>
                </a:ext>
              </a:extLst>
            </p:cNvPr>
            <p:cNvSpPr txBox="1"/>
            <p:nvPr/>
          </p:nvSpPr>
          <p:spPr>
            <a:xfrm>
              <a:off x="5000180" y="3976459"/>
              <a:ext cx="3005951" cy="5928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>
                <a:lnSpc>
                  <a:spcPct val="125000"/>
                </a:lnSpc>
                <a:buClr>
                  <a:srgbClr val="FF0000"/>
                </a:buClr>
                <a:buAutoNum type="arabicPeriod"/>
              </a:pPr>
              <a:r>
                <a:rPr kumimoji="1" lang="en-US" altLang="zh-CN" sz="1100" dirty="0">
                  <a:solidFill>
                    <a:srgbClr val="FF0000"/>
                  </a:solidFill>
                </a:rPr>
                <a:t>Switch</a:t>
              </a:r>
              <a:r>
                <a:rPr kumimoji="1" lang="zh-CN" altLang="en-US" sz="1100" dirty="0">
                  <a:solidFill>
                    <a:srgbClr val="FF0000"/>
                  </a:solidFill>
                </a:rPr>
                <a:t> </a:t>
              </a:r>
              <a:r>
                <a:rPr kumimoji="1" lang="en-US" altLang="zh-CN" sz="1100" dirty="0">
                  <a:solidFill>
                    <a:srgbClr val="FF0000"/>
                  </a:solidFill>
                </a:rPr>
                <a:t>root</a:t>
              </a:r>
              <a:r>
                <a:rPr kumimoji="1" lang="zh-CN" altLang="en-US" sz="1100" dirty="0">
                  <a:solidFill>
                    <a:srgbClr val="FF0000"/>
                  </a:solidFill>
                </a:rPr>
                <a:t> </a:t>
              </a:r>
              <a:r>
                <a:rPr kumimoji="1" lang="en-US" altLang="zh-CN" sz="1100" dirty="0">
                  <a:solidFill>
                    <a:srgbClr val="FF0000"/>
                  </a:solidFill>
                </a:rPr>
                <a:t>(compare id with neighbors)</a:t>
              </a:r>
            </a:p>
            <a:p>
              <a:pPr marL="342900" indent="-342900">
                <a:lnSpc>
                  <a:spcPct val="125000"/>
                </a:lnSpc>
                <a:buClr>
                  <a:srgbClr val="FF0000"/>
                </a:buClr>
                <a:buAutoNum type="arabicPeriod"/>
              </a:pPr>
              <a:r>
                <a:rPr kumimoji="1" lang="en-US" altLang="zh-CN" sz="1100" dirty="0">
                  <a:solidFill>
                    <a:srgbClr val="FF0000"/>
                  </a:solidFill>
                </a:rPr>
                <a:t>distance = neighbor distance + 1</a:t>
              </a:r>
            </a:p>
            <a:p>
              <a:pPr>
                <a:lnSpc>
                  <a:spcPct val="125000"/>
                </a:lnSpc>
                <a:buClr>
                  <a:srgbClr val="FF0000"/>
                </a:buClr>
              </a:pPr>
              <a:r>
                <a:rPr kumimoji="1" lang="en-US" altLang="zh-CN" sz="1100" dirty="0">
                  <a:solidFill>
                    <a:srgbClr val="FF0000"/>
                  </a:solidFill>
                </a:rPr>
                <a:t>Breaking ties</a:t>
              </a:r>
              <a:r>
                <a:rPr kumimoji="1" lang="en-US" altLang="zh-CN" sz="1100">
                  <a:solidFill>
                    <a:srgbClr val="FF0000"/>
                  </a:solidFill>
                </a:rPr>
                <a:t>: lowest </a:t>
              </a:r>
              <a:r>
                <a:rPr kumimoji="1" lang="en-US" altLang="zh-CN" sz="1100" dirty="0">
                  <a:solidFill>
                    <a:srgbClr val="FF0000"/>
                  </a:solidFill>
                </a:rPr>
                <a:t>neighbor ID</a:t>
              </a:r>
              <a:endParaRPr kumimoji="1" lang="zh-CN" altLang="en-US" sz="1100" dirty="0">
                <a:solidFill>
                  <a:srgbClr val="FF0000"/>
                </a:solidFill>
              </a:endParaRPr>
            </a:p>
          </p:txBody>
        </p:sp>
        <p:sp>
          <p:nvSpPr>
            <p:cNvPr id="282" name="文本框 281">
              <a:extLst>
                <a:ext uri="{FF2B5EF4-FFF2-40B4-BE49-F238E27FC236}">
                  <a16:creationId xmlns:a16="http://schemas.microsoft.com/office/drawing/2014/main" id="{F25CECC6-83F5-4C00-0406-3F017A7AC62A}"/>
                </a:ext>
              </a:extLst>
            </p:cNvPr>
            <p:cNvSpPr txBox="1"/>
            <p:nvPr/>
          </p:nvSpPr>
          <p:spPr>
            <a:xfrm>
              <a:off x="11572" y="3092090"/>
              <a:ext cx="3005951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>
                <a:buClr>
                  <a:srgbClr val="FF0000"/>
                </a:buClr>
                <a:buAutoNum type="arabicPeriod"/>
              </a:pPr>
              <a:r>
                <a:rPr kumimoji="1" lang="en-US" altLang="zh-CN" sz="1100" dirty="0">
                  <a:solidFill>
                    <a:srgbClr val="FF0000"/>
                  </a:solidFill>
                </a:rPr>
                <a:t>Switch</a:t>
              </a:r>
              <a:r>
                <a:rPr kumimoji="1" lang="zh-CN" altLang="en-US" sz="1100" dirty="0">
                  <a:solidFill>
                    <a:srgbClr val="FF0000"/>
                  </a:solidFill>
                </a:rPr>
                <a:t> </a:t>
              </a:r>
              <a:r>
                <a:rPr kumimoji="1" lang="en-US" altLang="zh-CN" sz="1100" dirty="0">
                  <a:solidFill>
                    <a:srgbClr val="FF0000"/>
                  </a:solidFill>
                </a:rPr>
                <a:t>root</a:t>
              </a:r>
              <a:r>
                <a:rPr kumimoji="1" lang="zh-CN" altLang="en-US" sz="1100" dirty="0">
                  <a:solidFill>
                    <a:srgbClr val="FF0000"/>
                  </a:solidFill>
                </a:rPr>
                <a:t> </a:t>
              </a:r>
              <a:r>
                <a:rPr kumimoji="1" lang="en-US" altLang="zh-CN" sz="1100" dirty="0">
                  <a:solidFill>
                    <a:srgbClr val="FF0000"/>
                  </a:solidFill>
                </a:rPr>
                <a:t>(compare id with neighbors)</a:t>
              </a:r>
            </a:p>
            <a:p>
              <a:pPr marL="342900" indent="-342900">
                <a:buClr>
                  <a:srgbClr val="FF0000"/>
                </a:buClr>
                <a:buAutoNum type="arabicPeriod"/>
              </a:pPr>
              <a:r>
                <a:rPr kumimoji="1" lang="en-US" altLang="zh-CN" sz="1100" dirty="0">
                  <a:solidFill>
                    <a:srgbClr val="FF0000"/>
                  </a:solidFill>
                </a:rPr>
                <a:t>distance = neighbor distance + 1</a:t>
              </a:r>
              <a:endParaRPr kumimoji="1" lang="zh-CN" altLang="en-US" sz="1100" dirty="0">
                <a:solidFill>
                  <a:srgbClr val="FF0000"/>
                </a:solidFill>
              </a:endParaRPr>
            </a:p>
          </p:txBody>
        </p:sp>
        <p:sp>
          <p:nvSpPr>
            <p:cNvPr id="283" name="文本框 282">
              <a:extLst>
                <a:ext uri="{FF2B5EF4-FFF2-40B4-BE49-F238E27FC236}">
                  <a16:creationId xmlns:a16="http://schemas.microsoft.com/office/drawing/2014/main" id="{06933200-98D7-6D36-6831-8483F360A390}"/>
                </a:ext>
              </a:extLst>
            </p:cNvPr>
            <p:cNvSpPr txBox="1"/>
            <p:nvPr/>
          </p:nvSpPr>
          <p:spPr>
            <a:xfrm>
              <a:off x="311700" y="4881890"/>
              <a:ext cx="2146742" cy="21955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buClr>
                  <a:srgbClr val="FF0000"/>
                </a:buClr>
              </a:pPr>
              <a:r>
                <a:rPr kumimoji="1" lang="en-US" altLang="zh-CN" sz="1100" dirty="0">
                  <a:solidFill>
                    <a:srgbClr val="FF0000"/>
                  </a:solidFill>
                </a:rPr>
                <a:t>Tree completed (coverage)</a:t>
              </a:r>
            </a:p>
          </p:txBody>
        </p:sp>
        <p:cxnSp>
          <p:nvCxnSpPr>
            <p:cNvPr id="285" name="直线连接符 284">
              <a:extLst>
                <a:ext uri="{FF2B5EF4-FFF2-40B4-BE49-F238E27FC236}">
                  <a16:creationId xmlns:a16="http://schemas.microsoft.com/office/drawing/2014/main" id="{FFF1F84E-4879-AEAE-7D08-DCE5F7AE80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598223" y="1704109"/>
              <a:ext cx="273133" cy="290946"/>
            </a:xfrm>
            <a:prstGeom prst="line">
              <a:avLst/>
            </a:prstGeom>
            <a:ln w="2540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6" name="直线连接符 285">
              <a:extLst>
                <a:ext uri="{FF2B5EF4-FFF2-40B4-BE49-F238E27FC236}">
                  <a16:creationId xmlns:a16="http://schemas.microsoft.com/office/drawing/2014/main" id="{49A39AE6-7BAF-0960-170E-F5BDA870C41A}"/>
                </a:ext>
              </a:extLst>
            </p:cNvPr>
            <p:cNvCxnSpPr>
              <a:cxnSpLocks/>
            </p:cNvCxnSpPr>
            <p:nvPr/>
          </p:nvCxnSpPr>
          <p:spPr>
            <a:xfrm>
              <a:off x="3978234" y="1770708"/>
              <a:ext cx="463137" cy="946689"/>
            </a:xfrm>
            <a:prstGeom prst="line">
              <a:avLst/>
            </a:prstGeom>
            <a:ln w="2540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2" name="直线连接符 291">
              <a:extLst>
                <a:ext uri="{FF2B5EF4-FFF2-40B4-BE49-F238E27FC236}">
                  <a16:creationId xmlns:a16="http://schemas.microsoft.com/office/drawing/2014/main" id="{42663AB3-D91F-4CAD-A8E4-4F6831B55CB1}"/>
                </a:ext>
              </a:extLst>
            </p:cNvPr>
            <p:cNvCxnSpPr>
              <a:cxnSpLocks/>
            </p:cNvCxnSpPr>
            <p:nvPr/>
          </p:nvCxnSpPr>
          <p:spPr>
            <a:xfrm>
              <a:off x="4152549" y="1704109"/>
              <a:ext cx="288822" cy="368450"/>
            </a:xfrm>
            <a:prstGeom prst="line">
              <a:avLst/>
            </a:prstGeom>
            <a:ln w="2540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直线连接符 297">
              <a:extLst>
                <a:ext uri="{FF2B5EF4-FFF2-40B4-BE49-F238E27FC236}">
                  <a16:creationId xmlns:a16="http://schemas.microsoft.com/office/drawing/2014/main" id="{63598AD3-6C29-60C4-9575-690A3111615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15096" y="2442161"/>
              <a:ext cx="356260" cy="129589"/>
            </a:xfrm>
            <a:prstGeom prst="line">
              <a:avLst/>
            </a:prstGeom>
            <a:ln w="2540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直线连接符 301">
              <a:extLst>
                <a:ext uri="{FF2B5EF4-FFF2-40B4-BE49-F238E27FC236}">
                  <a16:creationId xmlns:a16="http://schemas.microsoft.com/office/drawing/2014/main" id="{679C7927-404E-8555-D1F5-C7C0360EA44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98495" y="2571751"/>
              <a:ext cx="79739" cy="233662"/>
            </a:xfrm>
            <a:prstGeom prst="line">
              <a:avLst/>
            </a:prstGeom>
            <a:ln w="2540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直线连接符 305">
              <a:extLst>
                <a:ext uri="{FF2B5EF4-FFF2-40B4-BE49-F238E27FC236}">
                  <a16:creationId xmlns:a16="http://schemas.microsoft.com/office/drawing/2014/main" id="{513A1E90-3EDD-2F88-61D0-AF9C43CB560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93226" y="3625423"/>
              <a:ext cx="285008" cy="275236"/>
            </a:xfrm>
            <a:prstGeom prst="line">
              <a:avLst/>
            </a:prstGeom>
            <a:ln w="2540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" name="直线连接符 310">
              <a:extLst>
                <a:ext uri="{FF2B5EF4-FFF2-40B4-BE49-F238E27FC236}">
                  <a16:creationId xmlns:a16="http://schemas.microsoft.com/office/drawing/2014/main" id="{E8F629FD-AEB4-FE3C-8DA2-E65D836CC504}"/>
                </a:ext>
              </a:extLst>
            </p:cNvPr>
            <p:cNvCxnSpPr>
              <a:cxnSpLocks/>
            </p:cNvCxnSpPr>
            <p:nvPr/>
          </p:nvCxnSpPr>
          <p:spPr>
            <a:xfrm>
              <a:off x="4061361" y="3701552"/>
              <a:ext cx="451262" cy="929825"/>
            </a:xfrm>
            <a:prstGeom prst="line">
              <a:avLst/>
            </a:prstGeom>
            <a:ln w="2540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5" name="直线连接符 314">
              <a:extLst>
                <a:ext uri="{FF2B5EF4-FFF2-40B4-BE49-F238E27FC236}">
                  <a16:creationId xmlns:a16="http://schemas.microsoft.com/office/drawing/2014/main" id="{099FCBB2-B562-8B66-B2C4-847549B240C2}"/>
                </a:ext>
              </a:extLst>
            </p:cNvPr>
            <p:cNvCxnSpPr>
              <a:cxnSpLocks/>
            </p:cNvCxnSpPr>
            <p:nvPr/>
          </p:nvCxnSpPr>
          <p:spPr>
            <a:xfrm>
              <a:off x="4209802" y="3625423"/>
              <a:ext cx="299054" cy="334998"/>
            </a:xfrm>
            <a:prstGeom prst="line">
              <a:avLst/>
            </a:prstGeom>
            <a:ln w="2540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直线连接符 317">
              <a:extLst>
                <a:ext uri="{FF2B5EF4-FFF2-40B4-BE49-F238E27FC236}">
                  <a16:creationId xmlns:a16="http://schemas.microsoft.com/office/drawing/2014/main" id="{7A071C96-0458-6EA7-7492-5764891C091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98223" y="4385623"/>
              <a:ext cx="340141" cy="115125"/>
            </a:xfrm>
            <a:prstGeom prst="line">
              <a:avLst/>
            </a:prstGeom>
            <a:ln w="2540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2" name="直线连接符 321">
              <a:extLst>
                <a:ext uri="{FF2B5EF4-FFF2-40B4-BE49-F238E27FC236}">
                  <a16:creationId xmlns:a16="http://schemas.microsoft.com/office/drawing/2014/main" id="{1D5CF1BD-01EA-6285-E404-FD4D64F4774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78234" y="4500748"/>
              <a:ext cx="83127" cy="218645"/>
            </a:xfrm>
            <a:prstGeom prst="line">
              <a:avLst/>
            </a:prstGeom>
            <a:ln w="2540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直线连接符 326">
              <a:extLst>
                <a:ext uri="{FF2B5EF4-FFF2-40B4-BE49-F238E27FC236}">
                  <a16:creationId xmlns:a16="http://schemas.microsoft.com/office/drawing/2014/main" id="{AAA54557-E128-2747-FAE9-DD94EF63FDFC}"/>
                </a:ext>
              </a:extLst>
            </p:cNvPr>
            <p:cNvCxnSpPr>
              <a:cxnSpLocks/>
            </p:cNvCxnSpPr>
            <p:nvPr/>
          </p:nvCxnSpPr>
          <p:spPr>
            <a:xfrm>
              <a:off x="3734789" y="4069389"/>
              <a:ext cx="243445" cy="200872"/>
            </a:xfrm>
            <a:prstGeom prst="line">
              <a:avLst/>
            </a:prstGeom>
            <a:ln w="2540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3" name="文本框 332">
              <a:extLst>
                <a:ext uri="{FF2B5EF4-FFF2-40B4-BE49-F238E27FC236}">
                  <a16:creationId xmlns:a16="http://schemas.microsoft.com/office/drawing/2014/main" id="{3BD4463B-FB17-5636-FCA5-5CA876EEEB48}"/>
                </a:ext>
              </a:extLst>
            </p:cNvPr>
            <p:cNvSpPr txBox="1"/>
            <p:nvPr/>
          </p:nvSpPr>
          <p:spPr>
            <a:xfrm>
              <a:off x="2999648" y="4083590"/>
              <a:ext cx="931386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1" lang="en-US" altLang="zh-CN" sz="1000" dirty="0">
                  <a:solidFill>
                    <a:srgbClr val="FF0000"/>
                  </a:solidFill>
                </a:rPr>
                <a:t>Breaking ties </a:t>
              </a:r>
              <a:endParaRPr lang="zh-CN" altLang="en-US" sz="1000" dirty="0"/>
            </a:p>
          </p:txBody>
        </p:sp>
        <p:cxnSp>
          <p:nvCxnSpPr>
            <p:cNvPr id="334" name="直线连接符 333">
              <a:extLst>
                <a:ext uri="{FF2B5EF4-FFF2-40B4-BE49-F238E27FC236}">
                  <a16:creationId xmlns:a16="http://schemas.microsoft.com/office/drawing/2014/main" id="{6D8CF4F2-DB29-5448-8C49-82CDCCB443A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67839" y="4416631"/>
              <a:ext cx="362197" cy="143494"/>
            </a:xfrm>
            <a:prstGeom prst="line">
              <a:avLst/>
            </a:prstGeom>
            <a:ln w="2540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7" name="文本框 336">
              <a:extLst>
                <a:ext uri="{FF2B5EF4-FFF2-40B4-BE49-F238E27FC236}">
                  <a16:creationId xmlns:a16="http://schemas.microsoft.com/office/drawing/2014/main" id="{30F4B174-D16A-BB5A-E576-48FE7F3E7DFD}"/>
                </a:ext>
              </a:extLst>
            </p:cNvPr>
            <p:cNvSpPr txBox="1"/>
            <p:nvPr/>
          </p:nvSpPr>
          <p:spPr>
            <a:xfrm>
              <a:off x="2399612" y="2165163"/>
              <a:ext cx="65514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1" lang="en-US" altLang="zh-CN" sz="1200" dirty="0">
                  <a:solidFill>
                    <a:srgbClr val="FF0000"/>
                  </a:solidFill>
                </a:rPr>
                <a:t>update</a:t>
              </a:r>
              <a:endParaRPr lang="zh-CN" altLang="en-US" sz="1200" dirty="0"/>
            </a:p>
          </p:txBody>
        </p:sp>
        <p:sp>
          <p:nvSpPr>
            <p:cNvPr id="338" name="文本框 337">
              <a:extLst>
                <a:ext uri="{FF2B5EF4-FFF2-40B4-BE49-F238E27FC236}">
                  <a16:creationId xmlns:a16="http://schemas.microsoft.com/office/drawing/2014/main" id="{DECE55DA-5C2F-48CD-7F6B-F1E5797BBCCD}"/>
                </a:ext>
              </a:extLst>
            </p:cNvPr>
            <p:cNvSpPr txBox="1"/>
            <p:nvPr/>
          </p:nvSpPr>
          <p:spPr>
            <a:xfrm>
              <a:off x="4181285" y="3043128"/>
              <a:ext cx="65514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1" lang="en-US" altLang="zh-CN" sz="1200" dirty="0">
                  <a:solidFill>
                    <a:srgbClr val="FF0000"/>
                  </a:solidFill>
                </a:rPr>
                <a:t>update</a:t>
              </a:r>
              <a:endParaRPr lang="zh-CN" altLang="en-US" sz="1200" dirty="0"/>
            </a:p>
          </p:txBody>
        </p:sp>
        <p:sp>
          <p:nvSpPr>
            <p:cNvPr id="339" name="文本框 338">
              <a:extLst>
                <a:ext uri="{FF2B5EF4-FFF2-40B4-BE49-F238E27FC236}">
                  <a16:creationId xmlns:a16="http://schemas.microsoft.com/office/drawing/2014/main" id="{1AF0AE5B-C8B0-252D-5442-DBAA187CB514}"/>
                </a:ext>
              </a:extLst>
            </p:cNvPr>
            <p:cNvSpPr txBox="1"/>
            <p:nvPr/>
          </p:nvSpPr>
          <p:spPr>
            <a:xfrm>
              <a:off x="2399612" y="3893547"/>
              <a:ext cx="65514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1" lang="en-US" altLang="zh-CN" sz="1200" dirty="0">
                  <a:solidFill>
                    <a:srgbClr val="FF0000"/>
                  </a:solidFill>
                </a:rPr>
                <a:t>update</a:t>
              </a:r>
              <a:endParaRPr lang="zh-CN" altLang="en-US" sz="1200" dirty="0"/>
            </a:p>
          </p:txBody>
        </p:sp>
        <p:cxnSp>
          <p:nvCxnSpPr>
            <p:cNvPr id="342" name="直线连接符 341">
              <a:extLst>
                <a:ext uri="{FF2B5EF4-FFF2-40B4-BE49-F238E27FC236}">
                  <a16:creationId xmlns:a16="http://schemas.microsoft.com/office/drawing/2014/main" id="{9B5C48F5-E3DC-F3C4-CBF8-A4ED7DA7466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30036" y="4416631"/>
              <a:ext cx="122997" cy="302762"/>
            </a:xfrm>
            <a:prstGeom prst="line">
              <a:avLst/>
            </a:prstGeom>
            <a:ln w="2540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8" name="直线连接符 347">
              <a:extLst>
                <a:ext uri="{FF2B5EF4-FFF2-40B4-BE49-F238E27FC236}">
                  <a16:creationId xmlns:a16="http://schemas.microsoft.com/office/drawing/2014/main" id="{51F27FEE-FA14-1DE0-4465-77640D3F5FD0}"/>
                </a:ext>
              </a:extLst>
            </p:cNvPr>
            <p:cNvCxnSpPr>
              <a:cxnSpLocks/>
            </p:cNvCxnSpPr>
            <p:nvPr/>
          </p:nvCxnSpPr>
          <p:spPr>
            <a:xfrm>
              <a:off x="1137869" y="4023621"/>
              <a:ext cx="219306" cy="208340"/>
            </a:xfrm>
            <a:prstGeom prst="line">
              <a:avLst/>
            </a:prstGeom>
            <a:ln w="2540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1" name="直线连接符 350">
              <a:extLst>
                <a:ext uri="{FF2B5EF4-FFF2-40B4-BE49-F238E27FC236}">
                  <a16:creationId xmlns:a16="http://schemas.microsoft.com/office/drawing/2014/main" id="{B5A3678F-F140-5FA1-6A4C-ED39D5BA27B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29355" y="3674689"/>
              <a:ext cx="282115" cy="285732"/>
            </a:xfrm>
            <a:prstGeom prst="line">
              <a:avLst/>
            </a:prstGeom>
            <a:ln w="2540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4" name="直线连接符 353">
              <a:extLst>
                <a:ext uri="{FF2B5EF4-FFF2-40B4-BE49-F238E27FC236}">
                  <a16:creationId xmlns:a16="http://schemas.microsoft.com/office/drawing/2014/main" id="{18B7096B-EE9C-82A4-29E7-49DE9E1387B6}"/>
                </a:ext>
              </a:extLst>
            </p:cNvPr>
            <p:cNvCxnSpPr>
              <a:cxnSpLocks/>
            </p:cNvCxnSpPr>
            <p:nvPr/>
          </p:nvCxnSpPr>
          <p:spPr>
            <a:xfrm>
              <a:off x="1514548" y="3674689"/>
              <a:ext cx="433005" cy="893323"/>
            </a:xfrm>
            <a:prstGeom prst="line">
              <a:avLst/>
            </a:prstGeom>
            <a:ln w="2540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7" name="直线连接符 356">
              <a:extLst>
                <a:ext uri="{FF2B5EF4-FFF2-40B4-BE49-F238E27FC236}">
                  <a16:creationId xmlns:a16="http://schemas.microsoft.com/office/drawing/2014/main" id="{1EA58CDF-C3E6-130E-DE81-BC29B9FF47A3}"/>
                </a:ext>
              </a:extLst>
            </p:cNvPr>
            <p:cNvCxnSpPr>
              <a:cxnSpLocks/>
            </p:cNvCxnSpPr>
            <p:nvPr/>
          </p:nvCxnSpPr>
          <p:spPr>
            <a:xfrm>
              <a:off x="1576030" y="3600208"/>
              <a:ext cx="239200" cy="300451"/>
            </a:xfrm>
            <a:prstGeom prst="line">
              <a:avLst/>
            </a:prstGeom>
            <a:ln w="25400">
              <a:solidFill>
                <a:srgbClr val="FF000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文本框 29">
            <a:extLst>
              <a:ext uri="{FF2B5EF4-FFF2-40B4-BE49-F238E27FC236}">
                <a16:creationId xmlns:a16="http://schemas.microsoft.com/office/drawing/2014/main" id="{469E61CE-A43E-4942-88DD-D07B5FA1C9D3}"/>
              </a:ext>
            </a:extLst>
          </p:cNvPr>
          <p:cNvSpPr txBox="1"/>
          <p:nvPr/>
        </p:nvSpPr>
        <p:spPr>
          <a:xfrm>
            <a:off x="637507" y="940710"/>
            <a:ext cx="9951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b="1" dirty="0">
                <a:solidFill>
                  <a:schemeClr val="tx1"/>
                </a:solidFill>
                <a:latin typeface="+mn-lt"/>
              </a:rPr>
              <a:t>1st step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4192F303-AF9F-4A1D-B48F-F60BA7EE1B29}"/>
              </a:ext>
            </a:extLst>
          </p:cNvPr>
          <p:cNvSpPr txBox="1"/>
          <p:nvPr/>
        </p:nvSpPr>
        <p:spPr>
          <a:xfrm>
            <a:off x="6377270" y="942532"/>
            <a:ext cx="9951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b="1" dirty="0">
                <a:solidFill>
                  <a:schemeClr val="tx1"/>
                </a:solidFill>
                <a:latin typeface="+mn-lt"/>
              </a:rPr>
              <a:t>2nd step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862BAE82-4A89-4797-B9E8-DF5CA2541F59}"/>
              </a:ext>
            </a:extLst>
          </p:cNvPr>
          <p:cNvSpPr txBox="1"/>
          <p:nvPr/>
        </p:nvSpPr>
        <p:spPr>
          <a:xfrm>
            <a:off x="6184224" y="3291313"/>
            <a:ext cx="9951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b="1" dirty="0">
                <a:solidFill>
                  <a:schemeClr val="tx1"/>
                </a:solidFill>
                <a:latin typeface="+mn-lt"/>
              </a:rPr>
              <a:t>3rd step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F3B5AEDA-938D-41A3-B5EB-A9ADCD4BED71}"/>
              </a:ext>
            </a:extLst>
          </p:cNvPr>
          <p:cNvSpPr txBox="1"/>
          <p:nvPr/>
        </p:nvSpPr>
        <p:spPr>
          <a:xfrm>
            <a:off x="672732" y="3315430"/>
            <a:ext cx="9951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b="1" dirty="0">
                <a:solidFill>
                  <a:schemeClr val="tx1"/>
                </a:solidFill>
                <a:latin typeface="+mn-lt"/>
              </a:rPr>
              <a:t>4th step</a:t>
            </a:r>
          </a:p>
        </p:txBody>
      </p:sp>
    </p:spTree>
    <p:extLst>
      <p:ext uri="{BB962C8B-B14F-4D97-AF65-F5344CB8AC3E}">
        <p14:creationId xmlns:p14="http://schemas.microsoft.com/office/powerpoint/2010/main" val="31340061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Q1 Forwarding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2E65FF1-8E66-306E-7899-F047D50C6A8B}"/>
              </a:ext>
            </a:extLst>
          </p:cNvPr>
          <p:cNvSpPr txBox="1"/>
          <p:nvPr/>
        </p:nvSpPr>
        <p:spPr>
          <a:xfrm>
            <a:off x="528144" y="1122141"/>
            <a:ext cx="7740869" cy="585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en-US" altLang="zh-CN" dirty="0"/>
              <a:t>Consider sending an IP packet from Host E to Host F. Will Host E ask router R2 to forward the packet? Why?</a:t>
            </a: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F8E3E2A1-78FA-0587-3B45-141C484C47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2551" y="1921418"/>
            <a:ext cx="4706462" cy="2773504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789B1149-85BE-95B9-3B24-783B97B8D79F}"/>
              </a:ext>
            </a:extLst>
          </p:cNvPr>
          <p:cNvSpPr txBox="1"/>
          <p:nvPr/>
        </p:nvSpPr>
        <p:spPr>
          <a:xfrm>
            <a:off x="528144" y="2434405"/>
            <a:ext cx="2327296" cy="873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lang="en-US" altLang="zh-CN" dirty="0">
                <a:solidFill>
                  <a:srgbClr val="FF0000"/>
                </a:solidFill>
              </a:rPr>
              <a:t>No. Host E and Host F are on the same subnet and are connected via switch.</a:t>
            </a:r>
            <a:endParaRPr lang="zh-CN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33357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Q2 ARP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2E65FF1-8E66-306E-7899-F047D50C6A8B}"/>
              </a:ext>
            </a:extLst>
          </p:cNvPr>
          <p:cNvSpPr txBox="1"/>
          <p:nvPr/>
        </p:nvSpPr>
        <p:spPr>
          <a:xfrm>
            <a:off x="528144" y="1118665"/>
            <a:ext cx="7740869" cy="585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en-US" altLang="zh-CN" dirty="0"/>
              <a:t>2-1. Consider E sending an IP packet to B. Assume E’s ARP cache is empty. Will E make an ARP request to find B’s MAC address?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2518180-B1DD-D817-2A1C-D8D64380E47B}"/>
              </a:ext>
            </a:extLst>
          </p:cNvPr>
          <p:cNvSpPr txBox="1"/>
          <p:nvPr/>
        </p:nvSpPr>
        <p:spPr>
          <a:xfrm>
            <a:off x="528142" y="2810201"/>
            <a:ext cx="2791010" cy="6044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25000"/>
              </a:lnSpc>
            </a:pPr>
            <a:r>
              <a:rPr lang="en-US" altLang="zh-CN" dirty="0"/>
              <a:t>2-2. Will E make an ARP request to? If yes, to whom?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2217B574-7DFF-E883-9FF5-B35E69F17F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2550" y="1882316"/>
            <a:ext cx="4706462" cy="2773504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9E7BE34E-2A34-8AC2-3DFC-4D940846BA26}"/>
              </a:ext>
            </a:extLst>
          </p:cNvPr>
          <p:cNvSpPr txBox="1"/>
          <p:nvPr/>
        </p:nvSpPr>
        <p:spPr>
          <a:xfrm>
            <a:off x="528142" y="1953716"/>
            <a:ext cx="2387249" cy="6044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kumimoji="1" lang="en" altLang="zh-CN" dirty="0">
                <a:solidFill>
                  <a:srgbClr val="FF0000"/>
                </a:solidFill>
              </a:rPr>
              <a:t>No. Host B and Host E are on the different subnets.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D778A9D-7583-15FF-C9CE-23B40D4C6F90}"/>
              </a:ext>
            </a:extLst>
          </p:cNvPr>
          <p:cNvSpPr txBox="1"/>
          <p:nvPr/>
        </p:nvSpPr>
        <p:spPr>
          <a:xfrm>
            <a:off x="528141" y="3664103"/>
            <a:ext cx="202505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rgbClr val="FF0000"/>
                </a:solidFill>
              </a:rPr>
              <a:t>R2</a:t>
            </a:r>
            <a:r>
              <a:rPr lang="en-US" altLang="zh-CN" dirty="0">
                <a:solidFill>
                  <a:srgbClr val="FF0000"/>
                </a:solidFill>
              </a:rPr>
              <a:t> (its first-hop router).</a:t>
            </a:r>
            <a:endParaRPr lang="zh-CN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8507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Q3 ARP and IP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2E65FF1-8E66-306E-7899-F047D50C6A8B}"/>
              </a:ext>
            </a:extLst>
          </p:cNvPr>
          <p:cNvSpPr txBox="1"/>
          <p:nvPr/>
        </p:nvSpPr>
        <p:spPr>
          <a:xfrm>
            <a:off x="528143" y="1127025"/>
            <a:ext cx="7740869" cy="3270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en-US" altLang="zh-CN" dirty="0"/>
              <a:t>Consider E sending an IP packet to B.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36DADC6-E966-85EC-605A-DBB695B1E474}"/>
              </a:ext>
            </a:extLst>
          </p:cNvPr>
          <p:cNvSpPr txBox="1"/>
          <p:nvPr/>
        </p:nvSpPr>
        <p:spPr>
          <a:xfrm>
            <a:off x="528143" y="1622353"/>
            <a:ext cx="3325400" cy="11026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en-US" altLang="zh-CN" dirty="0"/>
              <a:t>In the Ethernet frame of the IP packet from E to B is being delivered to router R1, what are the source and destination IP and MAC addresses?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E425C9F8-3F60-9745-31E9-5C0C49065A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7100" y="1445743"/>
            <a:ext cx="4705200" cy="2772760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7FDA3B08-54AF-5EB9-06DD-EEDEFBB30AD7}"/>
              </a:ext>
            </a:extLst>
          </p:cNvPr>
          <p:cNvSpPr txBox="1"/>
          <p:nvPr/>
        </p:nvSpPr>
        <p:spPr>
          <a:xfrm>
            <a:off x="528143" y="3166179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rgbClr val="FF0000"/>
                </a:solidFill>
              </a:rPr>
              <a:t>srcIP: IP-E, dstIP: IP-B</a:t>
            </a:r>
            <a:endParaRPr lang="en-US" altLang="zh-CN" dirty="0">
              <a:solidFill>
                <a:srgbClr val="FF0000"/>
              </a:solidFill>
            </a:endParaRPr>
          </a:p>
          <a:p>
            <a:r>
              <a:rPr lang="zh-CN" altLang="en-US" dirty="0">
                <a:solidFill>
                  <a:srgbClr val="FF0000"/>
                </a:solidFill>
              </a:rPr>
              <a:t>srcMAC: MAC-R2, dstMAC: MAC-R1</a:t>
            </a:r>
          </a:p>
        </p:txBody>
      </p:sp>
    </p:spTree>
    <p:extLst>
      <p:ext uri="{BB962C8B-B14F-4D97-AF65-F5344CB8AC3E}">
        <p14:creationId xmlns:p14="http://schemas.microsoft.com/office/powerpoint/2010/main" val="3096731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60;p14">
            <a:extLst>
              <a:ext uri="{FF2B5EF4-FFF2-40B4-BE49-F238E27FC236}">
                <a16:creationId xmlns:a16="http://schemas.microsoft.com/office/drawing/2014/main" id="{2E269B87-4421-4089-8B52-66DF96E2D699}"/>
              </a:ext>
            </a:extLst>
          </p:cNvPr>
          <p:cNvSpPr txBox="1">
            <a:spLocks/>
          </p:cNvSpPr>
          <p:nvPr/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Ubuntu"/>
              <a:buNone/>
              <a:defRPr sz="5200" b="0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Ubuntu"/>
              <a:buNone/>
              <a:defRPr sz="5200" b="0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Ubuntu"/>
              <a:buNone/>
              <a:defRPr sz="5200" b="0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Ubuntu"/>
              <a:buNone/>
              <a:defRPr sz="5200" b="0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Ubuntu"/>
              <a:buNone/>
              <a:defRPr sz="5200" b="0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Ubuntu"/>
              <a:buNone/>
              <a:defRPr sz="5200" b="0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Ubuntu"/>
              <a:buNone/>
              <a:defRPr sz="5200" b="0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Ubuntu"/>
              <a:buNone/>
              <a:defRPr sz="5200" b="0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Ubuntu"/>
              <a:buNone/>
              <a:defRPr sz="5200" b="0" i="0" u="none" strike="noStrike" cap="none">
                <a:solidFill>
                  <a:schemeClr val="dk1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pPr algn="l"/>
            <a:r>
              <a:rPr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Final</a:t>
            </a:r>
            <a:r>
              <a:rPr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Exam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Google Shape;61;p14">
            <a:extLst>
              <a:ext uri="{FF2B5EF4-FFF2-40B4-BE49-F238E27FC236}">
                <a16:creationId xmlns:a16="http://schemas.microsoft.com/office/drawing/2014/main" id="{E8B763B0-18C2-403B-94E1-6266A88D3C20}"/>
              </a:ext>
            </a:extLst>
          </p:cNvPr>
          <p:cNvSpPr txBox="1">
            <a:spLocks/>
          </p:cNvSpPr>
          <p:nvPr/>
        </p:nvSpPr>
        <p:spPr>
          <a:xfrm>
            <a:off x="311700" y="1329831"/>
            <a:ext cx="7562563" cy="5273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Ubuntu"/>
              <a:buChar char="●"/>
              <a:defRPr sz="1800" b="0" i="0" u="none" strike="noStrike" cap="none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buntu"/>
              <a:buChar char="○"/>
              <a:defRPr sz="1400" b="0" i="0" u="none" strike="noStrike" cap="none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buntu"/>
              <a:buChar char="■"/>
              <a:defRPr sz="1400" b="0" i="0" u="none" strike="noStrike" cap="none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buntu"/>
              <a:buChar char="●"/>
              <a:defRPr sz="1400" b="0" i="0" u="none" strike="noStrike" cap="none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buntu"/>
              <a:buChar char="○"/>
              <a:defRPr sz="1400" b="0" i="0" u="none" strike="noStrike" cap="none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buntu"/>
              <a:buChar char="■"/>
              <a:defRPr sz="1400" b="0" i="0" u="none" strike="noStrike" cap="none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buntu"/>
              <a:buChar char="●"/>
              <a:defRPr sz="1400" b="0" i="0" u="none" strike="noStrike" cap="none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buntu"/>
              <a:buChar char="○"/>
              <a:defRPr sz="1400" b="0" i="0" u="none" strike="noStrike" cap="none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Ubuntu"/>
              <a:buChar char="■"/>
              <a:defRPr sz="1400" b="0" i="0" u="none" strike="noStrike" cap="none">
                <a:solidFill>
                  <a:schemeClr val="dk2"/>
                </a:solidFill>
                <a:latin typeface="Ubuntu"/>
                <a:ea typeface="Ubuntu"/>
                <a:cs typeface="Ubuntu"/>
                <a:sym typeface="Ubuntu"/>
              </a:defRPr>
            </a:lvl9pPr>
          </a:lstStyle>
          <a:p>
            <a:pPr>
              <a:lnSpc>
                <a:spcPct val="125000"/>
              </a:lnSpc>
            </a:pPr>
            <a:r>
              <a:rPr lang="en-US" altLang="zh-CN" sz="2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Time&amp;location</a:t>
            </a:r>
            <a:r>
              <a:rPr lang="en-US" altLang="zh-CN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>
              <a:lnSpc>
                <a:spcPct val="125000"/>
              </a:lnSpc>
            </a:pPr>
            <a:endParaRPr lang="en-US" altLang="zh-CN" sz="2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25000"/>
              </a:lnSpc>
            </a:pPr>
            <a:endParaRPr lang="en-US" altLang="zh-CN" sz="2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25000"/>
              </a:lnSpc>
            </a:pPr>
            <a:r>
              <a:rPr lang="en-US" altLang="zh-CN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This is a two-hour closed-book exam. </a:t>
            </a:r>
          </a:p>
          <a:p>
            <a:pPr>
              <a:lnSpc>
                <a:spcPct val="125000"/>
              </a:lnSpc>
            </a:pPr>
            <a:r>
              <a:rPr lang="en-US" altLang="zh-CN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One A4-size aid-sheet is allowed. </a:t>
            </a:r>
          </a:p>
          <a:p>
            <a:pPr>
              <a:lnSpc>
                <a:spcPct val="125000"/>
              </a:lnSpc>
            </a:pPr>
            <a:r>
              <a:rPr lang="en-US" altLang="zh-CN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One approved calculator is allowed.</a:t>
            </a:r>
          </a:p>
          <a:p>
            <a:pPr>
              <a:lnSpc>
                <a:spcPct val="125000"/>
              </a:lnSpc>
            </a:pPr>
            <a:r>
              <a:rPr lang="en-US" altLang="zh-CN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Six Questions</a:t>
            </a:r>
          </a:p>
          <a:p>
            <a:pPr lvl="1">
              <a:lnSpc>
                <a:spcPct val="125000"/>
              </a:lnSpc>
            </a:pP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Covering</a:t>
            </a:r>
            <a:r>
              <a:rPr lang="zh-CN" alt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</a:t>
            </a:r>
            <a:r>
              <a:rPr lang="zh-CN" alt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lecture</a:t>
            </a:r>
            <a:r>
              <a:rPr lang="zh-CN" alt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and tutorial contents</a:t>
            </a:r>
          </a:p>
          <a:p>
            <a:pPr lvl="1">
              <a:lnSpc>
                <a:spcPct val="125000"/>
              </a:lnSpc>
            </a:pPr>
            <a:r>
              <a:rPr lang="en-U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 coding</a:t>
            </a:r>
            <a:endParaRPr lang="en-HK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18ADB537-E2FC-EEA8-86B2-6CE7807505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53" y="1857217"/>
            <a:ext cx="9038694" cy="555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01896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8D2CAE8-E323-A14E-A62F-188A25405FEA}"/>
              </a:ext>
            </a:extLst>
          </p:cNvPr>
          <p:cNvSpPr/>
          <p:nvPr/>
        </p:nvSpPr>
        <p:spPr>
          <a:xfrm>
            <a:off x="3638550" y="2375543"/>
            <a:ext cx="195262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dirty="0"/>
              <a:t>Thanks!</a:t>
            </a:r>
          </a:p>
        </p:txBody>
      </p:sp>
    </p:spTree>
    <p:extLst>
      <p:ext uri="{BB962C8B-B14F-4D97-AF65-F5344CB8AC3E}">
        <p14:creationId xmlns:p14="http://schemas.microsoft.com/office/powerpoint/2010/main" val="968942008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4990</TotalTime>
  <Words>1316</Words>
  <Application>Microsoft Macintosh PowerPoint</Application>
  <PresentationFormat>全屏显示(16:9)</PresentationFormat>
  <Paragraphs>156</Paragraphs>
  <Slides>22</Slides>
  <Notes>21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22</vt:i4>
      </vt:variant>
    </vt:vector>
  </HeadingPairs>
  <TitlesOfParts>
    <vt:vector size="28" baseType="lpstr">
      <vt:lpstr>Wingdings</vt:lpstr>
      <vt:lpstr>Verdana</vt:lpstr>
      <vt:lpstr>Ubuntu</vt:lpstr>
      <vt:lpstr>Arial</vt:lpstr>
      <vt:lpstr>Calibri</vt:lpstr>
      <vt:lpstr>Simple Light</vt:lpstr>
      <vt:lpstr>CSCI 4430 – Fall 25</vt:lpstr>
      <vt:lpstr>Routing</vt:lpstr>
      <vt:lpstr>BGP Attributes</vt:lpstr>
      <vt:lpstr>Q1</vt:lpstr>
      <vt:lpstr>Q1</vt:lpstr>
      <vt:lpstr>Q2</vt:lpstr>
      <vt:lpstr>Q3</vt:lpstr>
      <vt:lpstr>MED</vt:lpstr>
      <vt:lpstr>Q3</vt:lpstr>
      <vt:lpstr>Data Link Layer</vt:lpstr>
      <vt:lpstr>Address Resolution Protocol (ARP)</vt:lpstr>
      <vt:lpstr>Address Resolution Protocol (ARP)</vt:lpstr>
      <vt:lpstr>Address Resolution Protocol (ARP)</vt:lpstr>
      <vt:lpstr>Address Resolution Protocol (ARP)</vt:lpstr>
      <vt:lpstr>Spanning Tree Algorithm</vt:lpstr>
      <vt:lpstr>Spanning Tree Algorithm</vt:lpstr>
      <vt:lpstr>PowerPoint 演示文稿</vt:lpstr>
      <vt:lpstr>Q1 Forwarding</vt:lpstr>
      <vt:lpstr>Q2 ARP</vt:lpstr>
      <vt:lpstr>Q3 ARP and IP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4430 - Spring 23</dc:title>
  <cp:lastModifiedBy>Yangtao Deng</cp:lastModifiedBy>
  <cp:revision>9</cp:revision>
  <dcterms:modified xsi:type="dcterms:W3CDTF">2025-11-24T12:32:48Z</dcterms:modified>
</cp:coreProperties>
</file>