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75" r:id="rId5"/>
    <p:sldId id="276" r:id="rId6"/>
    <p:sldId id="277" r:id="rId7"/>
    <p:sldId id="278" r:id="rId8"/>
    <p:sldId id="279" r:id="rId9"/>
    <p:sldId id="280" r:id="rId10"/>
    <p:sldId id="272" r:id="rId11"/>
  </p:sldIdLst>
  <p:sldSz cx="9144000" cy="5143500" type="screen16x9"/>
  <p:notesSz cx="6858000" cy="9144000"/>
  <p:embeddedFontLst>
    <p:embeddedFont>
      <p:font typeface="Ubuntu" panose="020B0504030602030204" pitchFamily="34" charset="0"/>
      <p:regular r:id="rId13"/>
      <p:bold r:id="rId14"/>
      <p:italic r:id="rId15"/>
      <p:boldItalic r:id="rId16"/>
    </p:embeddedFont>
    <p:embeddedFont>
      <p:font typeface="Verdana" panose="020B0604030504040204" pitchFamily="3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94CC"/>
    <a:srgbClr val="0E61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0082EC5-C718-4C4A-A93D-152775E55CCE}">
  <a:tblStyle styleId="{B0082EC5-C718-4C4A-A93D-152775E55CC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11"/>
    <p:restoredTop sz="95166"/>
  </p:normalViewPr>
  <p:slideViewPr>
    <p:cSldViewPr snapToGrid="0">
      <p:cViewPr varScale="1">
        <p:scale>
          <a:sx n="139" d="100"/>
          <a:sy n="139" d="100"/>
        </p:scale>
        <p:origin x="852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NG, Wenlong" userId="2462c282-915a-45d3-817d-b87203e0e2e0" providerId="ADAL" clId="{AD318D23-6DFB-4E48-AC4B-C003DC758A16}"/>
    <pc:docChg chg="undo custSel modSld">
      <pc:chgData name="DING, Wenlong" userId="2462c282-915a-45d3-817d-b87203e0e2e0" providerId="ADAL" clId="{AD318D23-6DFB-4E48-AC4B-C003DC758A16}" dt="2023-10-04T14:12:23.681" v="404" actId="255"/>
      <pc:docMkLst>
        <pc:docMk/>
      </pc:docMkLst>
      <pc:sldChg chg="addSp delSp modSp mod">
        <pc:chgData name="DING, Wenlong" userId="2462c282-915a-45d3-817d-b87203e0e2e0" providerId="ADAL" clId="{AD318D23-6DFB-4E48-AC4B-C003DC758A16}" dt="2023-10-04T14:12:23.681" v="404" actId="255"/>
        <pc:sldMkLst>
          <pc:docMk/>
          <pc:sldMk cId="0" sldId="257"/>
        </pc:sldMkLst>
      </pc:sldChg>
      <pc:sldChg chg="modSp mod">
        <pc:chgData name="DING, Wenlong" userId="2462c282-915a-45d3-817d-b87203e0e2e0" providerId="ADAL" clId="{AD318D23-6DFB-4E48-AC4B-C003DC758A16}" dt="2023-10-04T14:11:33.942" v="401" actId="20577"/>
        <pc:sldMkLst>
          <pc:docMk/>
          <pc:sldMk cId="0" sldId="258"/>
        </pc:sldMkLst>
      </pc:sldChg>
    </pc:docChg>
  </pc:docChgLst>
  <pc:docChgLst>
    <pc:chgData name="DING, Wenlong" userId="2462c282-915a-45d3-817d-b87203e0e2e0" providerId="ADAL" clId="{5D9E8CCF-4134-8C46-86A4-48224424FD0F}"/>
    <pc:docChg chg="undo custSel addSld delSld modSld sldOrd">
      <pc:chgData name="DING, Wenlong" userId="2462c282-915a-45d3-817d-b87203e0e2e0" providerId="ADAL" clId="{5D9E8CCF-4134-8C46-86A4-48224424FD0F}" dt="2023-04-14T13:59:05.912" v="2978" actId="1076"/>
      <pc:docMkLst>
        <pc:docMk/>
      </pc:docMkLst>
      <pc:sldChg chg="modSp mod">
        <pc:chgData name="DING, Wenlong" userId="2462c282-915a-45d3-817d-b87203e0e2e0" providerId="ADAL" clId="{5D9E8CCF-4134-8C46-86A4-48224424FD0F}" dt="2023-04-12T11:43:28.423" v="26" actId="2711"/>
        <pc:sldMkLst>
          <pc:docMk/>
          <pc:sldMk cId="0" sldId="256"/>
        </pc:sldMkLst>
      </pc:sldChg>
      <pc:sldChg chg="modSp mod">
        <pc:chgData name="DING, Wenlong" userId="2462c282-915a-45d3-817d-b87203e0e2e0" providerId="ADAL" clId="{5D9E8CCF-4134-8C46-86A4-48224424FD0F}" dt="2023-04-14T13:47:35.013" v="2852" actId="3064"/>
        <pc:sldMkLst>
          <pc:docMk/>
          <pc:sldMk cId="0" sldId="257"/>
        </pc:sldMkLst>
      </pc:sldChg>
      <pc:sldChg chg="modSp mod modAnim">
        <pc:chgData name="DING, Wenlong" userId="2462c282-915a-45d3-817d-b87203e0e2e0" providerId="ADAL" clId="{5D9E8CCF-4134-8C46-86A4-48224424FD0F}" dt="2023-04-14T13:48:32.808" v="2904" actId="20577"/>
        <pc:sldMkLst>
          <pc:docMk/>
          <pc:sldMk cId="0" sldId="258"/>
        </pc:sldMkLst>
      </pc:sldChg>
      <pc:sldChg chg="addSp delSp modSp add del mod delAnim modAnim">
        <pc:chgData name="DING, Wenlong" userId="2462c282-915a-45d3-817d-b87203e0e2e0" providerId="ADAL" clId="{5D9E8CCF-4134-8C46-86A4-48224424FD0F}" dt="2023-04-13T11:54:45.617" v="2565" actId="2696"/>
        <pc:sldMkLst>
          <pc:docMk/>
          <pc:sldMk cId="0" sldId="259"/>
        </pc:sldMkLst>
      </pc:sldChg>
      <pc:sldChg chg="addSp delSp modSp del mod delAnim modAnim">
        <pc:chgData name="DING, Wenlong" userId="2462c282-915a-45d3-817d-b87203e0e2e0" providerId="ADAL" clId="{5D9E8CCF-4134-8C46-86A4-48224424FD0F}" dt="2023-04-13T11:55:25.853" v="2572" actId="2696"/>
        <pc:sldMkLst>
          <pc:docMk/>
          <pc:sldMk cId="0" sldId="260"/>
        </pc:sldMkLst>
      </pc:sldChg>
      <pc:sldChg chg="addSp delSp modSp del mod modAnim">
        <pc:chgData name="DING, Wenlong" userId="2462c282-915a-45d3-817d-b87203e0e2e0" providerId="ADAL" clId="{5D9E8CCF-4134-8C46-86A4-48224424FD0F}" dt="2023-04-13T12:37:44.088" v="2708" actId="2696"/>
        <pc:sldMkLst>
          <pc:docMk/>
          <pc:sldMk cId="0" sldId="261"/>
        </pc:sldMkLst>
      </pc:sldChg>
      <pc:sldChg chg="addSp delSp modSp del mod">
        <pc:chgData name="DING, Wenlong" userId="2462c282-915a-45d3-817d-b87203e0e2e0" providerId="ADAL" clId="{5D9E8CCF-4134-8C46-86A4-48224424FD0F}" dt="2023-04-13T12:37:40.718" v="2706" actId="2696"/>
        <pc:sldMkLst>
          <pc:docMk/>
          <pc:sldMk cId="0" sldId="262"/>
        </pc:sldMkLst>
      </pc:sldChg>
      <pc:sldChg chg="addSp modSp del mod">
        <pc:chgData name="DING, Wenlong" userId="2462c282-915a-45d3-817d-b87203e0e2e0" providerId="ADAL" clId="{5D9E8CCF-4134-8C46-86A4-48224424FD0F}" dt="2023-04-13T12:37:39.666" v="2705" actId="2696"/>
        <pc:sldMkLst>
          <pc:docMk/>
          <pc:sldMk cId="0" sldId="263"/>
        </pc:sldMkLst>
      </pc:sldChg>
      <pc:sldChg chg="addSp modSp del mod">
        <pc:chgData name="DING, Wenlong" userId="2462c282-915a-45d3-817d-b87203e0e2e0" providerId="ADAL" clId="{5D9E8CCF-4134-8C46-86A4-48224424FD0F}" dt="2023-04-13T12:37:38.415" v="2704" actId="2696"/>
        <pc:sldMkLst>
          <pc:docMk/>
          <pc:sldMk cId="0" sldId="264"/>
        </pc:sldMkLst>
      </pc:sldChg>
      <pc:sldChg chg="delSp modSp del mod">
        <pc:chgData name="DING, Wenlong" userId="2462c282-915a-45d3-817d-b87203e0e2e0" providerId="ADAL" clId="{5D9E8CCF-4134-8C46-86A4-48224424FD0F}" dt="2023-04-13T12:37:37.253" v="2703" actId="2696"/>
        <pc:sldMkLst>
          <pc:docMk/>
          <pc:sldMk cId="0" sldId="265"/>
        </pc:sldMkLst>
      </pc:sldChg>
      <pc:sldChg chg="addSp delSp modSp del mod modAnim">
        <pc:chgData name="DING, Wenlong" userId="2462c282-915a-45d3-817d-b87203e0e2e0" providerId="ADAL" clId="{5D9E8CCF-4134-8C46-86A4-48224424FD0F}" dt="2023-04-13T12:37:36.251" v="2702" actId="2696"/>
        <pc:sldMkLst>
          <pc:docMk/>
          <pc:sldMk cId="0" sldId="266"/>
        </pc:sldMkLst>
      </pc:sldChg>
      <pc:sldChg chg="modSp del mod">
        <pc:chgData name="DING, Wenlong" userId="2462c282-915a-45d3-817d-b87203e0e2e0" providerId="ADAL" clId="{5D9E8CCF-4134-8C46-86A4-48224424FD0F}" dt="2023-04-13T12:37:35.203" v="2701" actId="2696"/>
        <pc:sldMkLst>
          <pc:docMk/>
          <pc:sldMk cId="0" sldId="267"/>
        </pc:sldMkLst>
      </pc:sldChg>
      <pc:sldChg chg="modSp del mod">
        <pc:chgData name="DING, Wenlong" userId="2462c282-915a-45d3-817d-b87203e0e2e0" providerId="ADAL" clId="{5D9E8CCF-4134-8C46-86A4-48224424FD0F}" dt="2023-04-13T12:37:34.012" v="2700" actId="2696"/>
        <pc:sldMkLst>
          <pc:docMk/>
          <pc:sldMk cId="0" sldId="268"/>
        </pc:sldMkLst>
      </pc:sldChg>
      <pc:sldChg chg="modSp del mod">
        <pc:chgData name="DING, Wenlong" userId="2462c282-915a-45d3-817d-b87203e0e2e0" providerId="ADAL" clId="{5D9E8CCF-4134-8C46-86A4-48224424FD0F}" dt="2023-04-13T12:37:32.781" v="2699" actId="2696"/>
        <pc:sldMkLst>
          <pc:docMk/>
          <pc:sldMk cId="0" sldId="269"/>
        </pc:sldMkLst>
      </pc:sldChg>
      <pc:sldChg chg="modSp del mod">
        <pc:chgData name="DING, Wenlong" userId="2462c282-915a-45d3-817d-b87203e0e2e0" providerId="ADAL" clId="{5D9E8CCF-4134-8C46-86A4-48224424FD0F}" dt="2023-04-13T12:37:31.459" v="2698" actId="2696"/>
        <pc:sldMkLst>
          <pc:docMk/>
          <pc:sldMk cId="0" sldId="270"/>
        </pc:sldMkLst>
      </pc:sldChg>
      <pc:sldChg chg="modSp del mod">
        <pc:chgData name="DING, Wenlong" userId="2462c282-915a-45d3-817d-b87203e0e2e0" providerId="ADAL" clId="{5D9E8CCF-4134-8C46-86A4-48224424FD0F}" dt="2023-04-13T11:29:16.782" v="2503" actId="2696"/>
        <pc:sldMkLst>
          <pc:docMk/>
          <pc:sldMk cId="0" sldId="271"/>
        </pc:sldMkLst>
      </pc:sldChg>
      <pc:sldChg chg="add">
        <pc:chgData name="DING, Wenlong" userId="2462c282-915a-45d3-817d-b87203e0e2e0" providerId="ADAL" clId="{5D9E8CCF-4134-8C46-86A4-48224424FD0F}" dt="2023-04-13T05:52:07.124" v="401"/>
        <pc:sldMkLst>
          <pc:docMk/>
          <pc:sldMk cId="3216618933" sldId="272"/>
        </pc:sldMkLst>
      </pc:sldChg>
      <pc:sldChg chg="add del">
        <pc:chgData name="DING, Wenlong" userId="2462c282-915a-45d3-817d-b87203e0e2e0" providerId="ADAL" clId="{5D9E8CCF-4134-8C46-86A4-48224424FD0F}" dt="2023-04-13T07:40:32.750" v="688" actId="2696"/>
        <pc:sldMkLst>
          <pc:docMk/>
          <pc:sldMk cId="96595233" sldId="273"/>
        </pc:sldMkLst>
      </pc:sldChg>
      <pc:sldChg chg="add del">
        <pc:chgData name="DING, Wenlong" userId="2462c282-915a-45d3-817d-b87203e0e2e0" providerId="ADAL" clId="{5D9E8CCF-4134-8C46-86A4-48224424FD0F}" dt="2023-04-13T12:37:41.879" v="2707" actId="2696"/>
        <pc:sldMkLst>
          <pc:docMk/>
          <pc:sldMk cId="3171665457" sldId="273"/>
        </pc:sldMkLst>
      </pc:sldChg>
      <pc:sldChg chg="add del">
        <pc:chgData name="DING, Wenlong" userId="2462c282-915a-45d3-817d-b87203e0e2e0" providerId="ADAL" clId="{5D9E8CCF-4134-8C46-86A4-48224424FD0F}" dt="2023-04-13T07:40:20.923" v="679"/>
        <pc:sldMkLst>
          <pc:docMk/>
          <pc:sldMk cId="3817671778" sldId="273"/>
        </pc:sldMkLst>
      </pc:sldChg>
      <pc:sldChg chg="addSp delSp modSp add mod delAnim modAnim">
        <pc:chgData name="DING, Wenlong" userId="2462c282-915a-45d3-817d-b87203e0e2e0" providerId="ADAL" clId="{5D9E8CCF-4134-8C46-86A4-48224424FD0F}" dt="2023-04-13T10:58:17.893" v="2149" actId="403"/>
        <pc:sldMkLst>
          <pc:docMk/>
          <pc:sldMk cId="2475225684" sldId="274"/>
        </pc:sldMkLst>
      </pc:sldChg>
      <pc:sldChg chg="addSp delSp modSp add mod ord delAnim">
        <pc:chgData name="DING, Wenlong" userId="2462c282-915a-45d3-817d-b87203e0e2e0" providerId="ADAL" clId="{5D9E8CCF-4134-8C46-86A4-48224424FD0F}" dt="2023-04-14T13:49:17.638" v="2921" actId="1076"/>
        <pc:sldMkLst>
          <pc:docMk/>
          <pc:sldMk cId="4188368259" sldId="275"/>
        </pc:sldMkLst>
      </pc:sldChg>
      <pc:sldChg chg="addSp delSp modSp add mod">
        <pc:chgData name="DING, Wenlong" userId="2462c282-915a-45d3-817d-b87203e0e2e0" providerId="ADAL" clId="{5D9E8CCF-4134-8C46-86A4-48224424FD0F}" dt="2023-04-14T13:49:31.577" v="2934" actId="20577"/>
        <pc:sldMkLst>
          <pc:docMk/>
          <pc:sldMk cId="4248956976" sldId="276"/>
        </pc:sldMkLst>
      </pc:sldChg>
      <pc:sldChg chg="add del">
        <pc:chgData name="DING, Wenlong" userId="2462c282-915a-45d3-817d-b87203e0e2e0" providerId="ADAL" clId="{5D9E8CCF-4134-8C46-86A4-48224424FD0F}" dt="2023-04-13T09:44:59.186" v="1754" actId="2696"/>
        <pc:sldMkLst>
          <pc:docMk/>
          <pc:sldMk cId="1716140093" sldId="277"/>
        </pc:sldMkLst>
      </pc:sldChg>
      <pc:sldChg chg="addSp delSp modSp add mod">
        <pc:chgData name="DING, Wenlong" userId="2462c282-915a-45d3-817d-b87203e0e2e0" providerId="ADAL" clId="{5D9E8CCF-4134-8C46-86A4-48224424FD0F}" dt="2023-04-14T13:50:05.116" v="2936"/>
        <pc:sldMkLst>
          <pc:docMk/>
          <pc:sldMk cId="2286679438" sldId="278"/>
        </pc:sldMkLst>
      </pc:sldChg>
      <pc:sldChg chg="modSp add del mod">
        <pc:chgData name="DING, Wenlong" userId="2462c282-915a-45d3-817d-b87203e0e2e0" providerId="ADAL" clId="{5D9E8CCF-4134-8C46-86A4-48224424FD0F}" dt="2023-04-13T09:46:57.171" v="1810" actId="2696"/>
        <pc:sldMkLst>
          <pc:docMk/>
          <pc:sldMk cId="4287311301" sldId="279"/>
        </pc:sldMkLst>
      </pc:sldChg>
      <pc:sldChg chg="addSp delSp modSp add mod">
        <pc:chgData name="DING, Wenlong" userId="2462c282-915a-45d3-817d-b87203e0e2e0" providerId="ADAL" clId="{5D9E8CCF-4134-8C46-86A4-48224424FD0F}" dt="2023-04-14T13:52:14.110" v="2952"/>
        <pc:sldMkLst>
          <pc:docMk/>
          <pc:sldMk cId="3205117471" sldId="280"/>
        </pc:sldMkLst>
      </pc:sldChg>
      <pc:sldChg chg="addSp delSp modSp add mod">
        <pc:chgData name="DING, Wenlong" userId="2462c282-915a-45d3-817d-b87203e0e2e0" providerId="ADAL" clId="{5D9E8CCF-4134-8C46-86A4-48224424FD0F}" dt="2023-04-14T13:54:06.950" v="2964" actId="20577"/>
        <pc:sldMkLst>
          <pc:docMk/>
          <pc:sldMk cId="3684504715" sldId="281"/>
        </pc:sldMkLst>
      </pc:sldChg>
      <pc:sldChg chg="add del">
        <pc:chgData name="DING, Wenlong" userId="2462c282-915a-45d3-817d-b87203e0e2e0" providerId="ADAL" clId="{5D9E8CCF-4134-8C46-86A4-48224424FD0F}" dt="2023-04-13T10:37:03.926" v="1987" actId="2696"/>
        <pc:sldMkLst>
          <pc:docMk/>
          <pc:sldMk cId="2318852283" sldId="282"/>
        </pc:sldMkLst>
      </pc:sldChg>
      <pc:sldChg chg="addSp delSp modSp add mod">
        <pc:chgData name="DING, Wenlong" userId="2462c282-915a-45d3-817d-b87203e0e2e0" providerId="ADAL" clId="{5D9E8CCF-4134-8C46-86A4-48224424FD0F}" dt="2023-04-14T13:53:27.383" v="2958" actId="20577"/>
        <pc:sldMkLst>
          <pc:docMk/>
          <pc:sldMk cId="2965921930" sldId="283"/>
        </pc:sldMkLst>
      </pc:sldChg>
      <pc:sldChg chg="add del">
        <pc:chgData name="DING, Wenlong" userId="2462c282-915a-45d3-817d-b87203e0e2e0" providerId="ADAL" clId="{5D9E8CCF-4134-8C46-86A4-48224424FD0F}" dt="2023-04-13T10:37:11.570" v="1989" actId="2696"/>
        <pc:sldMkLst>
          <pc:docMk/>
          <pc:sldMk cId="973634039" sldId="284"/>
        </pc:sldMkLst>
      </pc:sldChg>
      <pc:sldChg chg="addSp delSp modSp add mod">
        <pc:chgData name="DING, Wenlong" userId="2462c282-915a-45d3-817d-b87203e0e2e0" providerId="ADAL" clId="{5D9E8CCF-4134-8C46-86A4-48224424FD0F}" dt="2023-04-14T13:55:07.384" v="2972" actId="20577"/>
        <pc:sldMkLst>
          <pc:docMk/>
          <pc:sldMk cId="1057335085" sldId="284"/>
        </pc:sldMkLst>
      </pc:sldChg>
      <pc:sldChg chg="addSp modSp add del mod">
        <pc:chgData name="DING, Wenlong" userId="2462c282-915a-45d3-817d-b87203e0e2e0" providerId="ADAL" clId="{5D9E8CCF-4134-8C46-86A4-48224424FD0F}" dt="2023-04-13T11:54:38.786" v="2564" actId="2696"/>
        <pc:sldMkLst>
          <pc:docMk/>
          <pc:sldMk cId="52636870" sldId="285"/>
        </pc:sldMkLst>
      </pc:sldChg>
      <pc:sldChg chg="addSp delSp modSp add del mod delAnim">
        <pc:chgData name="DING, Wenlong" userId="2462c282-915a-45d3-817d-b87203e0e2e0" providerId="ADAL" clId="{5D9E8CCF-4134-8C46-86A4-48224424FD0F}" dt="2023-04-13T12:46:56.668" v="2716" actId="2696"/>
        <pc:sldMkLst>
          <pc:docMk/>
          <pc:sldMk cId="1486105223" sldId="285"/>
        </pc:sldMkLst>
      </pc:sldChg>
      <pc:sldChg chg="addSp delSp modSp add del mod">
        <pc:chgData name="DING, Wenlong" userId="2462c282-915a-45d3-817d-b87203e0e2e0" providerId="ADAL" clId="{5D9E8CCF-4134-8C46-86A4-48224424FD0F}" dt="2023-04-13T11:28:59.017" v="2501" actId="2696"/>
        <pc:sldMkLst>
          <pc:docMk/>
          <pc:sldMk cId="1863590560" sldId="285"/>
        </pc:sldMkLst>
      </pc:sldChg>
      <pc:sldChg chg="addSp delSp modSp add del mod">
        <pc:chgData name="DING, Wenlong" userId="2462c282-915a-45d3-817d-b87203e0e2e0" providerId="ADAL" clId="{5D9E8CCF-4134-8C46-86A4-48224424FD0F}" dt="2023-04-13T11:29:02.627" v="2502" actId="2696"/>
        <pc:sldMkLst>
          <pc:docMk/>
          <pc:sldMk cId="820859621" sldId="286"/>
        </pc:sldMkLst>
      </pc:sldChg>
      <pc:sldChg chg="addSp delSp modSp add mod">
        <pc:chgData name="DING, Wenlong" userId="2462c282-915a-45d3-817d-b87203e0e2e0" providerId="ADAL" clId="{5D9E8CCF-4134-8C46-86A4-48224424FD0F}" dt="2023-04-14T13:59:05.912" v="2978" actId="1076"/>
        <pc:sldMkLst>
          <pc:docMk/>
          <pc:sldMk cId="922675022" sldId="286"/>
        </pc:sldMkLst>
      </pc:sldChg>
      <pc:sldChg chg="delSp add del mod">
        <pc:chgData name="DING, Wenlong" userId="2462c282-915a-45d3-817d-b87203e0e2e0" providerId="ADAL" clId="{5D9E8CCF-4134-8C46-86A4-48224424FD0F}" dt="2023-04-13T12:06:17.938" v="2678" actId="2696"/>
        <pc:sldMkLst>
          <pc:docMk/>
          <pc:sldMk cId="2906400452" sldId="286"/>
        </pc:sldMkLst>
      </pc:sldChg>
      <pc:sldChg chg="addSp modSp add del mod">
        <pc:chgData name="DING, Wenlong" userId="2462c282-915a-45d3-817d-b87203e0e2e0" providerId="ADAL" clId="{5D9E8CCF-4134-8C46-86A4-48224424FD0F}" dt="2023-04-13T12:37:45.214" v="2709" actId="2696"/>
        <pc:sldMkLst>
          <pc:docMk/>
          <pc:sldMk cId="3333264055" sldId="287"/>
        </pc:sldMkLst>
      </pc:sldChg>
      <pc:sldChg chg="addSp delSp modSp add mod">
        <pc:chgData name="DING, Wenlong" userId="2462c282-915a-45d3-817d-b87203e0e2e0" providerId="ADAL" clId="{5D9E8CCF-4134-8C46-86A4-48224424FD0F}" dt="2023-04-13T12:48:04.112" v="2732" actId="1076"/>
        <pc:sldMkLst>
          <pc:docMk/>
          <pc:sldMk cId="4093359681" sldId="287"/>
        </pc:sldMkLst>
      </pc:sldChg>
      <pc:sldChg chg="addSp delSp modSp add mod">
        <pc:chgData name="DING, Wenlong" userId="2462c282-915a-45d3-817d-b87203e0e2e0" providerId="ADAL" clId="{5D9E8CCF-4134-8C46-86A4-48224424FD0F}" dt="2023-04-13T12:48:36.705" v="2739" actId="1076"/>
        <pc:sldMkLst>
          <pc:docMk/>
          <pc:sldMk cId="4263844469" sldId="288"/>
        </pc:sldMkLst>
      </pc:sldChg>
      <pc:sldMasterChg chg="addSldLayout delSldLayout">
        <pc:chgData name="DING, Wenlong" userId="2462c282-915a-45d3-817d-b87203e0e2e0" providerId="ADAL" clId="{5D9E8CCF-4134-8C46-86A4-48224424FD0F}" dt="2023-04-13T12:46:56.669" v="2717" actId="2696"/>
        <pc:sldMasterMkLst>
          <pc:docMk/>
          <pc:sldMasterMk cId="0" sldId="2147483659"/>
        </pc:sldMasterMkLst>
        <pc:sldLayoutChg chg="add del">
          <pc:chgData name="DING, Wenlong" userId="2462c282-915a-45d3-817d-b87203e0e2e0" providerId="ADAL" clId="{5D9E8CCF-4134-8C46-86A4-48224424FD0F}" dt="2023-04-13T12:46:56.669" v="2717" actId="2696"/>
          <pc:sldLayoutMkLst>
            <pc:docMk/>
            <pc:sldMasterMk cId="0" sldId="2147483659"/>
            <pc:sldLayoutMk cId="0" sldId="2147483651"/>
          </pc:sldLayoutMkLst>
        </pc:sldLayoutChg>
      </pc:sldMasterChg>
    </pc:docChg>
  </pc:docChgLst>
  <pc:docChgLst>
    <pc:chgData name="Shaofeng Wu" userId="16cc59afe9483dd5" providerId="LiveId" clId="{16343D59-6E1E-431B-8F8C-42E537D46E5A}"/>
    <pc:docChg chg="modSld">
      <pc:chgData name="Shaofeng Wu" userId="16cc59afe9483dd5" providerId="LiveId" clId="{16343D59-6E1E-431B-8F8C-42E537D46E5A}" dt="2025-04-06T15:50:55.103" v="9" actId="20577"/>
      <pc:docMkLst>
        <pc:docMk/>
      </pc:docMkLst>
      <pc:sldChg chg="modSp mod">
        <pc:chgData name="Shaofeng Wu" userId="16cc59afe9483dd5" providerId="LiveId" clId="{16343D59-6E1E-431B-8F8C-42E537D46E5A}" dt="2025-04-06T15:50:55.103" v="9" actId="20577"/>
        <pc:sldMkLst>
          <pc:docMk/>
          <pc:sldMk cId="0" sldId="256"/>
        </pc:sldMkLst>
        <pc:spChg chg="mod">
          <ac:chgData name="Shaofeng Wu" userId="16cc59afe9483dd5" providerId="LiveId" clId="{16343D59-6E1E-431B-8F8C-42E537D46E5A}" dt="2025-04-06T15:50:55.103" v="9" actId="20577"/>
          <ac:spMkLst>
            <pc:docMk/>
            <pc:sldMk cId="0" sldId="256"/>
            <ac:spMk id="54" creationId="{00000000-0000-0000-0000-000000000000}"/>
          </ac:spMkLst>
        </pc:spChg>
      </pc:sldChg>
    </pc:docChg>
  </pc:docChgLst>
  <pc:docChgLst>
    <pc:chgData name="DING, Wenlong" userId="2462c282-915a-45d3-817d-b87203e0e2e0" providerId="ADAL" clId="{ED5B88C7-1FD3-AE47-AD7F-7618EFE6C884}"/>
    <pc:docChg chg="undo custSel addSld delSld modSld">
      <pc:chgData name="DING, Wenlong" userId="2462c282-915a-45d3-817d-b87203e0e2e0" providerId="ADAL" clId="{ED5B88C7-1FD3-AE47-AD7F-7618EFE6C884}" dt="2023-11-20T05:12:46.342" v="1750" actId="1076"/>
      <pc:docMkLst>
        <pc:docMk/>
      </pc:docMkLst>
      <pc:sldChg chg="modSp mod">
        <pc:chgData name="DING, Wenlong" userId="2462c282-915a-45d3-817d-b87203e0e2e0" providerId="ADAL" clId="{ED5B88C7-1FD3-AE47-AD7F-7618EFE6C884}" dt="2023-10-04T14:13:34.485" v="8" actId="5793"/>
        <pc:sldMkLst>
          <pc:docMk/>
          <pc:sldMk cId="0" sldId="256"/>
        </pc:sldMkLst>
      </pc:sldChg>
      <pc:sldChg chg="addSp delSp modSp mod">
        <pc:chgData name="DING, Wenlong" userId="2462c282-915a-45d3-817d-b87203e0e2e0" providerId="ADAL" clId="{ED5B88C7-1FD3-AE47-AD7F-7618EFE6C884}" dt="2023-11-13T06:46:14.718" v="1021" actId="1076"/>
        <pc:sldMkLst>
          <pc:docMk/>
          <pc:sldMk cId="0" sldId="257"/>
        </pc:sldMkLst>
      </pc:sldChg>
      <pc:sldChg chg="addSp delSp modSp mod delAnim">
        <pc:chgData name="DING, Wenlong" userId="2462c282-915a-45d3-817d-b87203e0e2e0" providerId="ADAL" clId="{ED5B88C7-1FD3-AE47-AD7F-7618EFE6C884}" dt="2023-11-20T05:12:46.342" v="1750" actId="1076"/>
        <pc:sldMkLst>
          <pc:docMk/>
          <pc:sldMk cId="0" sldId="258"/>
        </pc:sldMkLst>
      </pc:sldChg>
      <pc:sldChg chg="del">
        <pc:chgData name="DING, Wenlong" userId="2462c282-915a-45d3-817d-b87203e0e2e0" providerId="ADAL" clId="{ED5B88C7-1FD3-AE47-AD7F-7618EFE6C884}" dt="2023-11-13T05:31:15.853" v="604" actId="2696"/>
        <pc:sldMkLst>
          <pc:docMk/>
          <pc:sldMk cId="2475225684" sldId="274"/>
        </pc:sldMkLst>
      </pc:sldChg>
      <pc:sldChg chg="addSp delSp modSp mod">
        <pc:chgData name="DING, Wenlong" userId="2462c282-915a-45d3-817d-b87203e0e2e0" providerId="ADAL" clId="{ED5B88C7-1FD3-AE47-AD7F-7618EFE6C884}" dt="2023-11-13T05:56:47.172" v="643" actId="1076"/>
        <pc:sldMkLst>
          <pc:docMk/>
          <pc:sldMk cId="4188368259" sldId="275"/>
        </pc:sldMkLst>
      </pc:sldChg>
      <pc:sldChg chg="addSp modSp add mod">
        <pc:chgData name="DING, Wenlong" userId="2462c282-915a-45d3-817d-b87203e0e2e0" providerId="ADAL" clId="{ED5B88C7-1FD3-AE47-AD7F-7618EFE6C884}" dt="2023-11-13T06:49:58.602" v="1259" actId="123"/>
        <pc:sldMkLst>
          <pc:docMk/>
          <pc:sldMk cId="3655629286" sldId="276"/>
        </pc:sldMkLst>
      </pc:sldChg>
      <pc:sldChg chg="del">
        <pc:chgData name="DING, Wenlong" userId="2462c282-915a-45d3-817d-b87203e0e2e0" providerId="ADAL" clId="{ED5B88C7-1FD3-AE47-AD7F-7618EFE6C884}" dt="2023-11-13T05:31:14.728" v="598" actId="2696"/>
        <pc:sldMkLst>
          <pc:docMk/>
          <pc:sldMk cId="4248956976" sldId="276"/>
        </pc:sldMkLst>
      </pc:sldChg>
      <pc:sldChg chg="addSp delSp modSp add mod">
        <pc:chgData name="DING, Wenlong" userId="2462c282-915a-45d3-817d-b87203e0e2e0" providerId="ADAL" clId="{ED5B88C7-1FD3-AE47-AD7F-7618EFE6C884}" dt="2023-11-13T06:50:19.044" v="1260" actId="123"/>
        <pc:sldMkLst>
          <pc:docMk/>
          <pc:sldMk cId="417617620" sldId="277"/>
        </pc:sldMkLst>
      </pc:sldChg>
      <pc:sldChg chg="addSp delSp modSp add mod">
        <pc:chgData name="DING, Wenlong" userId="2462c282-915a-45d3-817d-b87203e0e2e0" providerId="ADAL" clId="{ED5B88C7-1FD3-AE47-AD7F-7618EFE6C884}" dt="2023-11-20T00:54:05.389" v="1274" actId="478"/>
        <pc:sldMkLst>
          <pc:docMk/>
          <pc:sldMk cId="2156317371" sldId="278"/>
        </pc:sldMkLst>
      </pc:sldChg>
      <pc:sldChg chg="del">
        <pc:chgData name="DING, Wenlong" userId="2462c282-915a-45d3-817d-b87203e0e2e0" providerId="ADAL" clId="{ED5B88C7-1FD3-AE47-AD7F-7618EFE6C884}" dt="2023-11-13T05:31:14.860" v="599" actId="2696"/>
        <pc:sldMkLst>
          <pc:docMk/>
          <pc:sldMk cId="2286679438" sldId="278"/>
        </pc:sldMkLst>
      </pc:sldChg>
      <pc:sldChg chg="addSp delSp modSp add mod">
        <pc:chgData name="DING, Wenlong" userId="2462c282-915a-45d3-817d-b87203e0e2e0" providerId="ADAL" clId="{ED5B88C7-1FD3-AE47-AD7F-7618EFE6C884}" dt="2023-11-20T04:59:17.875" v="1561" actId="1076"/>
        <pc:sldMkLst>
          <pc:docMk/>
          <pc:sldMk cId="2684432229" sldId="279"/>
        </pc:sldMkLst>
      </pc:sldChg>
      <pc:sldChg chg="del">
        <pc:chgData name="DING, Wenlong" userId="2462c282-915a-45d3-817d-b87203e0e2e0" providerId="ADAL" clId="{ED5B88C7-1FD3-AE47-AD7F-7618EFE6C884}" dt="2023-11-13T05:31:15.102" v="600" actId="2696"/>
        <pc:sldMkLst>
          <pc:docMk/>
          <pc:sldMk cId="3205117471" sldId="280"/>
        </pc:sldMkLst>
      </pc:sldChg>
      <pc:sldChg chg="addSp delSp modSp add mod">
        <pc:chgData name="DING, Wenlong" userId="2462c282-915a-45d3-817d-b87203e0e2e0" providerId="ADAL" clId="{ED5B88C7-1FD3-AE47-AD7F-7618EFE6C884}" dt="2023-11-20T04:57:22.848" v="1555" actId="1076"/>
        <pc:sldMkLst>
          <pc:docMk/>
          <pc:sldMk cId="3844427625" sldId="280"/>
        </pc:sldMkLst>
      </pc:sldChg>
      <pc:sldChg chg="del">
        <pc:chgData name="DING, Wenlong" userId="2462c282-915a-45d3-817d-b87203e0e2e0" providerId="ADAL" clId="{ED5B88C7-1FD3-AE47-AD7F-7618EFE6C884}" dt="2023-11-13T05:31:15.488" v="602" actId="2696"/>
        <pc:sldMkLst>
          <pc:docMk/>
          <pc:sldMk cId="3684504715" sldId="281"/>
        </pc:sldMkLst>
      </pc:sldChg>
      <pc:sldChg chg="del">
        <pc:chgData name="DING, Wenlong" userId="2462c282-915a-45d3-817d-b87203e0e2e0" providerId="ADAL" clId="{ED5B88C7-1FD3-AE47-AD7F-7618EFE6C884}" dt="2023-11-13T05:31:15.321" v="601" actId="2696"/>
        <pc:sldMkLst>
          <pc:docMk/>
          <pc:sldMk cId="2965921930" sldId="283"/>
        </pc:sldMkLst>
      </pc:sldChg>
      <pc:sldChg chg="del">
        <pc:chgData name="DING, Wenlong" userId="2462c282-915a-45d3-817d-b87203e0e2e0" providerId="ADAL" clId="{ED5B88C7-1FD3-AE47-AD7F-7618EFE6C884}" dt="2023-11-13T05:31:15.687" v="603" actId="2696"/>
        <pc:sldMkLst>
          <pc:docMk/>
          <pc:sldMk cId="1057335085" sldId="284"/>
        </pc:sldMkLst>
      </pc:sldChg>
      <pc:sldChg chg="del">
        <pc:chgData name="DING, Wenlong" userId="2462c282-915a-45d3-817d-b87203e0e2e0" providerId="ADAL" clId="{ED5B88C7-1FD3-AE47-AD7F-7618EFE6C884}" dt="2023-11-13T05:31:16.033" v="605" actId="2696"/>
        <pc:sldMkLst>
          <pc:docMk/>
          <pc:sldMk cId="922675022" sldId="286"/>
        </pc:sldMkLst>
      </pc:sldChg>
      <pc:sldChg chg="del">
        <pc:chgData name="DING, Wenlong" userId="2462c282-915a-45d3-817d-b87203e0e2e0" providerId="ADAL" clId="{ED5B88C7-1FD3-AE47-AD7F-7618EFE6C884}" dt="2023-11-13T05:31:16.572" v="606" actId="2696"/>
        <pc:sldMkLst>
          <pc:docMk/>
          <pc:sldMk cId="4093359681" sldId="287"/>
        </pc:sldMkLst>
      </pc:sldChg>
      <pc:sldChg chg="del">
        <pc:chgData name="DING, Wenlong" userId="2462c282-915a-45d3-817d-b87203e0e2e0" providerId="ADAL" clId="{ED5B88C7-1FD3-AE47-AD7F-7618EFE6C884}" dt="2023-11-13T05:31:18.837" v="607" actId="2696"/>
        <pc:sldMkLst>
          <pc:docMk/>
          <pc:sldMk cId="4263844469" sldId="28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20da7fe0c5_1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20da7fe0c5_1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20da7fe0c5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20da7fe0c5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20da7fe0c5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20da7fe0c5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30888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20da7fe0c5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20da7fe0c5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71387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20da7fe0c5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20da7fe0c5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87025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20da7fe0c5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20da7fe0c5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37143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20da7fe0c5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20da7fe0c5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04387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20da7fe0c5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20da7fe0c5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3120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D011E-DCDE-C342-A56C-2EAC9B225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8A12E-F58F-7A41-BFC0-F72ABF92C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9EBF6-8755-7E49-B0D7-FB2F3BB92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EA0E9-4BD6-7644-BA8D-7470DF766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0FEFB-6605-6C41-87AB-0F5AA21FD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772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Ubuntu"/>
              <a:buChar char="●"/>
              <a:defRPr sz="1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○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■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●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○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■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●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○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■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dirty="0">
                <a:latin typeface="Calibri" panose="020F0502020204030204" pitchFamily="34" charset="0"/>
                <a:cs typeface="Calibri" panose="020F0502020204030204" pitchFamily="34" charset="0"/>
              </a:rPr>
              <a:t>CSCI 4430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lang="zh-CN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Spring 25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Tutorial 1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500" dirty="0">
                <a:latin typeface="Arial" panose="020B0604020202020204" pitchFamily="34" charset="0"/>
                <a:cs typeface="Arial" panose="020B0604020202020204" pitchFamily="34" charset="0"/>
              </a:rPr>
              <a:t>Routing</a:t>
            </a:r>
            <a:endParaRPr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18277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25000"/>
              </a:lnSpc>
              <a:spcAft>
                <a:spcPts val="0"/>
              </a:spcAft>
              <a:buSzPts val="1800"/>
              <a:buChar char="●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Intra-Domain Routing</a:t>
            </a:r>
            <a:endParaRPr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317500" algn="l" rtl="0">
              <a:lnSpc>
                <a:spcPct val="125000"/>
              </a:lnSpc>
              <a:spcAft>
                <a:spcPts val="0"/>
              </a:spcAft>
              <a:buSzPts val="1400"/>
              <a:buChar char="○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OSPF</a:t>
            </a:r>
          </a:p>
          <a:p>
            <a:pPr lvl="2">
              <a:lnSpc>
                <a:spcPct val="125000"/>
              </a:lnSpc>
              <a:buClr>
                <a:schemeClr val="tx1">
                  <a:lumMod val="50000"/>
                  <a:lumOff val="50000"/>
                </a:schemeClr>
              </a:buClr>
              <a:buSzPct val="45000"/>
              <a:buFont typeface="Wingdings" pitchFamily="2" charset="2"/>
              <a:buChar char="l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 State</a:t>
            </a:r>
          </a:p>
          <a:p>
            <a:pPr marL="914400" lvl="1" indent="-317500" algn="l" rtl="0">
              <a:lnSpc>
                <a:spcPct val="125000"/>
              </a:lnSpc>
              <a:spcAft>
                <a:spcPts val="0"/>
              </a:spcAft>
              <a:buSzPts val="1400"/>
              <a:buChar char="○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RIP</a:t>
            </a:r>
          </a:p>
          <a:p>
            <a:pPr lvl="2">
              <a:lnSpc>
                <a:spcPct val="125000"/>
              </a:lnSpc>
              <a:buClr>
                <a:schemeClr val="tx1">
                  <a:lumMod val="50000"/>
                  <a:lumOff val="50000"/>
                </a:schemeClr>
              </a:buClr>
              <a:buSzPct val="45000"/>
              <a:buFont typeface="Wingdings" pitchFamily="2" charset="2"/>
              <a:buChar char="l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Distance Vector</a:t>
            </a:r>
          </a:p>
        </p:txBody>
      </p:sp>
      <p:sp>
        <p:nvSpPr>
          <p:cNvPr id="2" name="右大括号 1">
            <a:extLst>
              <a:ext uri="{FF2B5EF4-FFF2-40B4-BE49-F238E27FC236}">
                <a16:creationId xmlns:a16="http://schemas.microsoft.com/office/drawing/2014/main" id="{1E41E757-C1A7-EBC3-D77F-6FFC07A69FE4}"/>
              </a:ext>
            </a:extLst>
          </p:cNvPr>
          <p:cNvSpPr/>
          <p:nvPr/>
        </p:nvSpPr>
        <p:spPr>
          <a:xfrm>
            <a:off x="3429000" y="1284709"/>
            <a:ext cx="465083" cy="1397219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1354A8-472A-902E-A4DC-C661FF9A4C3B}"/>
              </a:ext>
            </a:extLst>
          </p:cNvPr>
          <p:cNvSpPr txBox="1"/>
          <p:nvPr/>
        </p:nvSpPr>
        <p:spPr>
          <a:xfrm>
            <a:off x="4064134" y="1814041"/>
            <a:ext cx="33929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IGP = Interior Gateway Protocol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Google Shape;61;p14">
            <a:extLst>
              <a:ext uri="{FF2B5EF4-FFF2-40B4-BE49-F238E27FC236}">
                <a16:creationId xmlns:a16="http://schemas.microsoft.com/office/drawing/2014/main" id="{F8860281-C070-187F-D59C-E4D76CDF6146}"/>
              </a:ext>
            </a:extLst>
          </p:cNvPr>
          <p:cNvSpPr txBox="1">
            <a:spLocks/>
          </p:cNvSpPr>
          <p:nvPr/>
        </p:nvSpPr>
        <p:spPr>
          <a:xfrm>
            <a:off x="311700" y="2948911"/>
            <a:ext cx="8520600" cy="1827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Ubuntu"/>
              <a:buChar char="●"/>
              <a:defRPr sz="1800" b="0" i="0" u="none" strike="noStrike" cap="none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○"/>
              <a:defRPr sz="1400" b="0" i="0" u="none" strike="noStrike" cap="none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■"/>
              <a:defRPr sz="1400" b="0" i="0" u="none" strike="noStrike" cap="none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●"/>
              <a:defRPr sz="1400" b="0" i="0" u="none" strike="noStrike" cap="none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○"/>
              <a:defRPr sz="1400" b="0" i="0" u="none" strike="noStrike" cap="none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■"/>
              <a:defRPr sz="1400" b="0" i="0" u="none" strike="noStrike" cap="none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●"/>
              <a:defRPr sz="1400" b="0" i="0" u="none" strike="noStrike" cap="none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○"/>
              <a:defRPr sz="1400" b="0" i="0" u="none" strike="noStrike" cap="none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■"/>
              <a:defRPr sz="1400" b="0" i="0" u="none" strike="noStrike" cap="none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pPr>
              <a:lnSpc>
                <a:spcPct val="125000"/>
              </a:lnSpc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Inter-Domain Routing</a:t>
            </a:r>
          </a:p>
          <a:p>
            <a:pPr lvl="1">
              <a:lnSpc>
                <a:spcPct val="125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BGP = Border Gateway Protocol</a:t>
            </a:r>
          </a:p>
          <a:p>
            <a:pPr lvl="2">
              <a:lnSpc>
                <a:spcPct val="125000"/>
              </a:lnSpc>
              <a:buClr>
                <a:schemeClr val="tx1">
                  <a:lumMod val="50000"/>
                  <a:lumOff val="50000"/>
                </a:schemeClr>
              </a:buClr>
              <a:buSzPct val="45000"/>
              <a:buFont typeface="Wingdings" pitchFamily="2" charset="2"/>
              <a:buChar char="l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eBGP = external BGP</a:t>
            </a:r>
          </a:p>
          <a:p>
            <a:pPr lvl="2">
              <a:lnSpc>
                <a:spcPct val="125000"/>
              </a:lnSpc>
              <a:buClr>
                <a:schemeClr val="tx1">
                  <a:lumMod val="50000"/>
                  <a:lumOff val="50000"/>
                </a:schemeClr>
              </a:buClr>
              <a:buSzPct val="45000"/>
              <a:buFont typeface="Wingdings" pitchFamily="2" charset="2"/>
              <a:buChar char="l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iBGP = internal BGP</a:t>
            </a:r>
          </a:p>
          <a:p>
            <a:pPr lvl="2">
              <a:lnSpc>
                <a:spcPct val="125000"/>
              </a:lnSpc>
              <a:buClr>
                <a:schemeClr val="tx1">
                  <a:lumMod val="50000"/>
                  <a:lumOff val="50000"/>
                </a:schemeClr>
              </a:buClr>
              <a:buSzPct val="45000"/>
              <a:buFont typeface="Wingdings" pitchFamily="2" charset="2"/>
              <a:buChar char="l"/>
            </a:pP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BGP Attributes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557E897-EFE5-37E0-9DE3-D07E44ECCF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889268"/>
              </p:ext>
            </p:extLst>
          </p:nvPr>
        </p:nvGraphicFramePr>
        <p:xfrm>
          <a:off x="1183861" y="1342352"/>
          <a:ext cx="6776278" cy="3024000"/>
        </p:xfrm>
        <a:graphic>
          <a:graphicData uri="http://schemas.openxmlformats.org/drawingml/2006/table">
            <a:tbl>
              <a:tblPr firstRow="1" bandRow="1">
                <a:tableStyleId>{B0082EC5-C718-4C4A-A93D-152775E55CCE}</a:tableStyleId>
              </a:tblPr>
              <a:tblGrid>
                <a:gridCol w="831300">
                  <a:extLst>
                    <a:ext uri="{9D8B030D-6E8A-4147-A177-3AD203B41FA5}">
                      <a16:colId xmlns:a16="http://schemas.microsoft.com/office/drawing/2014/main" val="404754180"/>
                    </a:ext>
                  </a:extLst>
                </a:gridCol>
                <a:gridCol w="1316421">
                  <a:extLst>
                    <a:ext uri="{9D8B030D-6E8A-4147-A177-3AD203B41FA5}">
                      <a16:colId xmlns:a16="http://schemas.microsoft.com/office/drawing/2014/main" val="1370828139"/>
                    </a:ext>
                  </a:extLst>
                </a:gridCol>
                <a:gridCol w="4628557">
                  <a:extLst>
                    <a:ext uri="{9D8B030D-6E8A-4147-A177-3AD203B41FA5}">
                      <a16:colId xmlns:a16="http://schemas.microsoft.com/office/drawing/2014/main" val="42516282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solidFill>
                            <a:schemeClr val="bg1"/>
                          </a:solidFill>
                        </a:rPr>
                        <a:t>Priority</a:t>
                      </a:r>
                      <a:endParaRPr lang="zh-CN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94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solidFill>
                            <a:schemeClr val="bg1"/>
                          </a:solidFill>
                        </a:rPr>
                        <a:t>Rule</a:t>
                      </a:r>
                      <a:endParaRPr lang="zh-CN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94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solidFill>
                            <a:schemeClr val="bg1"/>
                          </a:solidFill>
                        </a:rPr>
                        <a:t>Remarks</a:t>
                      </a:r>
                      <a:endParaRPr lang="zh-CN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94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91893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LOCAL PREF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altLang="zh-CN" dirty="0"/>
                        <a:t>Pick highest LOCAL PREF (AS egress router)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56516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altLang="zh-CN" dirty="0"/>
                        <a:t>ASPATH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altLang="zh-CN" dirty="0"/>
                        <a:t>Pick shortest ASPATH length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859934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altLang="zh-CN" dirty="0"/>
                        <a:t>MED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altLang="zh-CN" dirty="0"/>
                        <a:t>Lowest MED preferred (AS ingress router)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669011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altLang="zh-CN" dirty="0"/>
                        <a:t>eBGP &gt; iBGP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altLang="zh-CN" dirty="0"/>
                        <a:t>Prefer via eBGP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announcements</a:t>
                      </a:r>
                      <a:r>
                        <a:rPr lang="en" altLang="zh-CN" dirty="0"/>
                        <a:t> over iBGP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13547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altLang="zh-CN" dirty="0"/>
                        <a:t>iBGP path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altLang="zh-CN" dirty="0"/>
                        <a:t>Lowest IGP cost to next hop (internal egress router)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382639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altLang="zh-CN" dirty="0"/>
                        <a:t>Router ID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Prefer lowest BGP neighbor router ID, serve as tie break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12143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Q1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E65FF1-8E66-306E-7899-F047D50C6A8B}"/>
              </a:ext>
            </a:extLst>
          </p:cNvPr>
          <p:cNvSpPr txBox="1"/>
          <p:nvPr/>
        </p:nvSpPr>
        <p:spPr>
          <a:xfrm>
            <a:off x="311699" y="1017725"/>
            <a:ext cx="8635231" cy="3995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/>
              <a:t>In the given network, suppose AS2 and AS3 are running OSPF for their intra-AS routing protocol. Suppose AS1 and AS4 are running RIP for their intra-AS routing protocol. Suppose eBGP and iBGP are used for the inter-AS routing protocol, and there is no physical link between AS2 and AS4. Assume every link in an AS has the same cost.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  <a:p>
            <a:pPr>
              <a:lnSpc>
                <a:spcPct val="150000"/>
              </a:lnSpc>
            </a:pPr>
            <a:r>
              <a:rPr lang="zh-CN" altLang="en-US" dirty="0"/>
              <a:t>● Router 3c learns about prefix x from which routing protocol?</a:t>
            </a:r>
            <a:r>
              <a:rPr lang="en-US" altLang="zh-CN" dirty="0"/>
              <a:t>    </a:t>
            </a:r>
            <a:r>
              <a:rPr lang="zh-CN" altLang="en-US" dirty="0">
                <a:solidFill>
                  <a:srgbClr val="FF0000"/>
                </a:solidFill>
              </a:rPr>
              <a:t>eBGP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● Router 3a learns about prefix x from which routing protocol?</a:t>
            </a:r>
            <a:r>
              <a:rPr lang="en-US" altLang="zh-CN" dirty="0"/>
              <a:t>    </a:t>
            </a:r>
            <a:r>
              <a:rPr lang="zh-CN" altLang="en-US" dirty="0">
                <a:solidFill>
                  <a:srgbClr val="FF0000"/>
                </a:solidFill>
              </a:rPr>
              <a:t>iBGP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● Router 1c learns about prefix x from which routing protocol?</a:t>
            </a:r>
            <a:r>
              <a:rPr lang="en-US" altLang="zh-CN" dirty="0"/>
              <a:t>    </a:t>
            </a:r>
            <a:r>
              <a:rPr lang="zh-CN" altLang="en-US" dirty="0">
                <a:solidFill>
                  <a:srgbClr val="FF0000"/>
                </a:solidFill>
              </a:rPr>
              <a:t>eBGP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3D85507-C8E1-C489-761A-79164E81D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398" y="1903036"/>
            <a:ext cx="4599955" cy="205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368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Q1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E65FF1-8E66-306E-7899-F047D50C6A8B}"/>
              </a:ext>
            </a:extLst>
          </p:cNvPr>
          <p:cNvSpPr txBox="1"/>
          <p:nvPr/>
        </p:nvSpPr>
        <p:spPr>
          <a:xfrm>
            <a:off x="311699" y="1017725"/>
            <a:ext cx="8635231" cy="3879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" altLang="zh-CN" dirty="0"/>
              <a:t>Once router 1d learns about x it will put an entry (x, I) in its forwarding table.</a:t>
            </a:r>
            <a:endParaRPr lang="en-US" altLang="zh-CN" dirty="0"/>
          </a:p>
          <a:p>
            <a:pPr algn="just"/>
            <a:endParaRPr lang="en-US" altLang="zh-CN" dirty="0"/>
          </a:p>
          <a:p>
            <a:pPr algn="just"/>
            <a:endParaRPr lang="en-US" altLang="zh-CN" dirty="0"/>
          </a:p>
          <a:p>
            <a:pPr algn="just"/>
            <a:endParaRPr lang="zh-CN" altLang="en-US" dirty="0"/>
          </a:p>
          <a:p>
            <a:pPr algn="just"/>
            <a:endParaRPr lang="en-US" altLang="zh-CN" dirty="0"/>
          </a:p>
          <a:p>
            <a:pPr algn="just"/>
            <a:endParaRPr lang="en-US" altLang="zh-CN" dirty="0"/>
          </a:p>
          <a:p>
            <a:pPr algn="just"/>
            <a:endParaRPr lang="en-US" altLang="zh-CN" dirty="0"/>
          </a:p>
          <a:p>
            <a:pPr algn="just"/>
            <a:endParaRPr lang="en-US" altLang="zh-CN" dirty="0"/>
          </a:p>
          <a:p>
            <a:pPr algn="just"/>
            <a:endParaRPr lang="en-US" altLang="zh-CN" dirty="0"/>
          </a:p>
          <a:p>
            <a:pPr algn="just"/>
            <a:endParaRPr lang="en-US" altLang="zh-CN" dirty="0"/>
          </a:p>
          <a:p>
            <a:pPr algn="just"/>
            <a:endParaRPr lang="zh-CN" altLang="en-US" dirty="0"/>
          </a:p>
          <a:p>
            <a:pPr algn="just">
              <a:lnSpc>
                <a:spcPct val="150000"/>
              </a:lnSpc>
            </a:pPr>
            <a:r>
              <a:rPr lang="en" altLang="zh-CN" dirty="0"/>
              <a:t>● Will I be equal to l1 or I2 for this entry?    </a:t>
            </a:r>
            <a:r>
              <a:rPr lang="en" altLang="zh-CN" dirty="0">
                <a:solidFill>
                  <a:srgbClr val="FF0000"/>
                </a:solidFill>
              </a:rPr>
              <a:t>l1</a:t>
            </a:r>
          </a:p>
          <a:p>
            <a:pPr algn="just">
              <a:lnSpc>
                <a:spcPct val="125000"/>
              </a:lnSpc>
            </a:pPr>
            <a:r>
              <a:rPr lang="en" altLang="zh-CN" dirty="0"/>
              <a:t>● Now suppose that there is a physical link between AS2 and AS4, shown by the dotted line. Suppose router 1d learns that x is accessible via AS2 as well as via AS3. Will I be set to I1 or I2 ?    </a:t>
            </a:r>
            <a:r>
              <a:rPr lang="en" altLang="zh-CN" dirty="0">
                <a:solidFill>
                  <a:srgbClr val="FF0000"/>
                </a:solidFill>
              </a:rPr>
              <a:t>l2</a:t>
            </a:r>
          </a:p>
          <a:p>
            <a:pPr algn="just">
              <a:lnSpc>
                <a:spcPct val="125000"/>
              </a:lnSpc>
            </a:pPr>
            <a:r>
              <a:rPr lang="en" altLang="zh-CN" dirty="0"/>
              <a:t>● Now suppose there is another AS, called AS5, which lies on the path between AS2 and AS4. Suppose router 1d learns that x is accessible via AS2, AS5, AS4 as well as AS3, AS4. Will I be set to I1 or I2 ?    </a:t>
            </a:r>
            <a:r>
              <a:rPr lang="en" altLang="zh-CN" dirty="0">
                <a:solidFill>
                  <a:srgbClr val="FF0000"/>
                </a:solidFill>
              </a:rPr>
              <a:t>l1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651DE74-4AAD-7242-7A6B-FA8EE173C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9336" y="1383893"/>
            <a:ext cx="4599955" cy="205543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4D851C1-E327-4B78-8163-DF5DD2C542B4}"/>
              </a:ext>
            </a:extLst>
          </p:cNvPr>
          <p:cNvSpPr txBox="1"/>
          <p:nvPr/>
        </p:nvSpPr>
        <p:spPr>
          <a:xfrm>
            <a:off x="6049788" y="3131547"/>
            <a:ext cx="21385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FF0000"/>
                </a:solidFill>
              </a:rPr>
              <a:t>ASPATH &gt; iBGP Path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55629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Q2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E65FF1-8E66-306E-7899-F047D50C6A8B}"/>
              </a:ext>
            </a:extLst>
          </p:cNvPr>
          <p:cNvSpPr txBox="1"/>
          <p:nvPr/>
        </p:nvSpPr>
        <p:spPr>
          <a:xfrm>
            <a:off x="311700" y="1017725"/>
            <a:ext cx="8635231" cy="1101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" altLang="zh-CN" dirty="0"/>
              <a:t>Suppose AS X and AS Z are not directly connected but instead are connected by AS Y. Further suppose that X has a peering agreement with Y, and that Y has a peering agreement with Z. </a:t>
            </a:r>
            <a:r>
              <a:rPr lang="en" altLang="zh-CN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Finally, suppose that Z wants to transit all of Y’s traffic but does not want to transit X’s traffic. Does BGP (alone) allow Z to implement this policy?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7A06123-DE12-82BD-BBDC-1B7724808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6692" y="2466179"/>
            <a:ext cx="4365241" cy="99516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8E6B4AD-F27F-E988-03BA-3EFE72BB3022}"/>
              </a:ext>
            </a:extLst>
          </p:cNvPr>
          <p:cNvSpPr txBox="1"/>
          <p:nvPr/>
        </p:nvSpPr>
        <p:spPr>
          <a:xfrm>
            <a:off x="311698" y="3807833"/>
            <a:ext cx="86352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dirty="0">
                <a:solidFill>
                  <a:srgbClr val="FF0000"/>
                </a:solidFill>
              </a:rPr>
              <a:t>Yes, AS Z can selectively advertise the routes. AS Z can only advertise the routes it learns from AS Y, but not the routs of AS X that AS Y has learned from AS X.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7617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Q3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E65FF1-8E66-306E-7899-F047D50C6A8B}"/>
              </a:ext>
            </a:extLst>
          </p:cNvPr>
          <p:cNvSpPr txBox="1"/>
          <p:nvPr/>
        </p:nvSpPr>
        <p:spPr>
          <a:xfrm>
            <a:off x="311700" y="1017725"/>
            <a:ext cx="8635231" cy="1878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" altLang="zh-CN" dirty="0"/>
              <a:t>In the given network, ISP B provides national backbone service to regional ISP A. ISP C provides national backbone service to regional ISP D. Each ISP consists of one AS. B and C peer with each other in two places using BGP. Consider traffic going from A to D. B would prefer to handle that traffic over to C on the West Coast (so that C would have to absorb the cost of carrying the traffic cross-country), while C would prefer to get the traffic via its East Coast peering point with B (so B would have carried the traffic across the country). What BGP mechanism might C use so that B would hand over A-to-D traffic at its East Coast peering point?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C50AFD5-2AD7-F967-3287-992121703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6961" y="2793685"/>
            <a:ext cx="3410078" cy="211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317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MED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202A0FA-C97F-DCDA-9447-BDBEE55B1BAB}"/>
              </a:ext>
            </a:extLst>
          </p:cNvPr>
          <p:cNvSpPr txBox="1"/>
          <p:nvPr/>
        </p:nvSpPr>
        <p:spPr>
          <a:xfrm>
            <a:off x="4161005" y="1304057"/>
            <a:ext cx="4432400" cy="231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" altLang="zh-CN" dirty="0">
                <a:latin typeface="Arial" panose="020B0604020202020204" pitchFamily="34" charset="0"/>
                <a:cs typeface="Arial" panose="020B0604020202020204" pitchFamily="34" charset="0"/>
              </a:rPr>
              <a:t>● Multi-exit discriminator (MED) is used when </a:t>
            </a:r>
            <a:r>
              <a:rPr lang="en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ASes</a:t>
            </a:r>
            <a:r>
              <a:rPr lang="en" altLang="zh-CN" dirty="0">
                <a:latin typeface="Arial" panose="020B0604020202020204" pitchFamily="34" charset="0"/>
                <a:cs typeface="Arial" panose="020B0604020202020204" pitchFamily="34" charset="0"/>
              </a:rPr>
              <a:t> are interconnected via </a:t>
            </a:r>
            <a:r>
              <a:rPr lang="e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2 or more links</a:t>
            </a:r>
            <a:r>
              <a:rPr lang="en" altLang="zh-CN" dirty="0">
                <a:latin typeface="Arial" panose="020B0604020202020204" pitchFamily="34" charset="0"/>
                <a:cs typeface="Arial" panose="020B0604020202020204" pitchFamily="34" charset="0"/>
              </a:rPr>
              <a:t>; it is </a:t>
            </a:r>
            <a:r>
              <a:rPr lang="en" altLang="zh-CN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used to advertise to neighbors how they should </a:t>
            </a:r>
            <a:r>
              <a:rPr lang="en" altLang="zh-CN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enter our AS</a:t>
            </a:r>
            <a:r>
              <a:rPr lang="en" altLang="zh-CN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" altLang="zh-CN" dirty="0">
                <a:latin typeface="Arial" panose="020B0604020202020204" pitchFamily="34" charset="0"/>
                <a:cs typeface="Arial" panose="020B0604020202020204" pitchFamily="34" charset="0"/>
              </a:rPr>
              <a:t>● </a:t>
            </a:r>
            <a:r>
              <a:rPr lang="en" altLang="zh-CN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MED is exchanged </a:t>
            </a:r>
            <a:r>
              <a:rPr lang="en" altLang="zh-CN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between</a:t>
            </a:r>
            <a:r>
              <a:rPr lang="en" altLang="zh-CN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" altLang="zh-CN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ASes</a:t>
            </a:r>
            <a:r>
              <a:rPr lang="en" altLang="zh-CN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" altLang="zh-CN" dirty="0">
                <a:latin typeface="Arial" panose="020B0604020202020204" pitchFamily="34" charset="0"/>
                <a:cs typeface="Arial" panose="020B0604020202020204" pitchFamily="34" charset="0"/>
              </a:rPr>
              <a:t>● </a:t>
            </a:r>
            <a:r>
              <a:rPr lang="en" altLang="zh-CN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 </a:t>
            </a:r>
            <a:r>
              <a:rPr lang="en" altLang="zh-CN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lowest MED</a:t>
            </a:r>
            <a:r>
              <a:rPr lang="en" altLang="zh-CN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is the preferred path.</a:t>
            </a:r>
          </a:p>
          <a:p>
            <a:pPr algn="just">
              <a:lnSpc>
                <a:spcPct val="150000"/>
              </a:lnSpc>
            </a:pPr>
            <a:r>
              <a:rPr lang="en" altLang="zh-CN" dirty="0">
                <a:latin typeface="Arial" panose="020B0604020202020204" pitchFamily="34" charset="0"/>
                <a:cs typeface="Arial" panose="020B0604020202020204" pitchFamily="34" charset="0"/>
              </a:rPr>
              <a:t>● </a:t>
            </a:r>
            <a:r>
              <a:rPr lang="en" altLang="zh-CN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MED is propagated to all routers within the neighbor AS but not passed along to any other </a:t>
            </a:r>
            <a:r>
              <a:rPr lang="en" altLang="zh-CN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ASes</a:t>
            </a:r>
            <a:r>
              <a:rPr lang="en" altLang="zh-CN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0EF5ACA-4C5F-9627-8D5C-9F71C105B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150569"/>
            <a:ext cx="2716406" cy="346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432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Q3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E972176-B195-1B31-D6F6-9802331C4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7209" y="1247839"/>
            <a:ext cx="4010087" cy="249161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090F6F2-6FC5-D6D6-7035-6B09F247F7A6}"/>
              </a:ext>
            </a:extLst>
          </p:cNvPr>
          <p:cNvSpPr txBox="1"/>
          <p:nvPr/>
        </p:nvSpPr>
        <p:spPr>
          <a:xfrm>
            <a:off x="311700" y="4080823"/>
            <a:ext cx="86352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dirty="0">
                <a:solidFill>
                  <a:srgbClr val="FF0000"/>
                </a:solidFill>
              </a:rPr>
              <a:t>ISP C wants Router 4 to be the ingress router instead of router 3, so we must have MED</a:t>
            </a:r>
            <a:r>
              <a:rPr lang="en-US" altLang="zh-CN" sz="1050" dirty="0">
                <a:solidFill>
                  <a:srgbClr val="FF0000"/>
                </a:solidFill>
              </a:rPr>
              <a:t>4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&lt; MED</a:t>
            </a:r>
            <a:r>
              <a:rPr lang="en-US" altLang="zh-CN" sz="1050" dirty="0">
                <a:solidFill>
                  <a:srgbClr val="FF0000"/>
                </a:solidFill>
              </a:rPr>
              <a:t>3</a:t>
            </a:r>
            <a:r>
              <a:rPr lang="en-US" altLang="zh-CN" dirty="0">
                <a:solidFill>
                  <a:srgbClr val="FF0000"/>
                </a:solidFill>
              </a:rPr>
              <a:t>, e.g. MED</a:t>
            </a:r>
            <a:r>
              <a:rPr lang="en-US" altLang="zh-CN" sz="1050" dirty="0">
                <a:solidFill>
                  <a:srgbClr val="FF0000"/>
                </a:solidFill>
              </a:rPr>
              <a:t>4</a:t>
            </a:r>
            <a:r>
              <a:rPr lang="en-US" altLang="zh-CN" dirty="0">
                <a:solidFill>
                  <a:srgbClr val="FF0000"/>
                </a:solidFill>
              </a:rPr>
              <a:t> = 10, MED</a:t>
            </a:r>
            <a:r>
              <a:rPr lang="en-US" altLang="zh-CN" sz="1050" dirty="0">
                <a:solidFill>
                  <a:srgbClr val="FF0000"/>
                </a:solidFill>
              </a:rPr>
              <a:t>3</a:t>
            </a:r>
            <a:r>
              <a:rPr lang="en-US" altLang="zh-CN" dirty="0">
                <a:solidFill>
                  <a:srgbClr val="FF0000"/>
                </a:solidFill>
              </a:rPr>
              <a:t>=20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4427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D2CAE8-E323-A14E-A62F-188A25405FEA}"/>
              </a:ext>
            </a:extLst>
          </p:cNvPr>
          <p:cNvSpPr/>
          <p:nvPr/>
        </p:nvSpPr>
        <p:spPr>
          <a:xfrm>
            <a:off x="3638550" y="2375543"/>
            <a:ext cx="19526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Thanks!</a:t>
            </a:r>
          </a:p>
        </p:txBody>
      </p:sp>
    </p:spTree>
    <p:extLst>
      <p:ext uri="{BB962C8B-B14F-4D97-AF65-F5344CB8AC3E}">
        <p14:creationId xmlns:p14="http://schemas.microsoft.com/office/powerpoint/2010/main" val="321661893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4645</TotalTime>
  <Words>716</Words>
  <Application>Microsoft Office PowerPoint</Application>
  <PresentationFormat>On-screen Show (16:9)</PresentationFormat>
  <Paragraphs>78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Wingdings</vt:lpstr>
      <vt:lpstr>Calibri</vt:lpstr>
      <vt:lpstr>Ubuntu</vt:lpstr>
      <vt:lpstr>Verdana</vt:lpstr>
      <vt:lpstr>Simple Light</vt:lpstr>
      <vt:lpstr>CSCI 4430 – Spring 25</vt:lpstr>
      <vt:lpstr>Routing</vt:lpstr>
      <vt:lpstr>BGP Attributes</vt:lpstr>
      <vt:lpstr>Q1</vt:lpstr>
      <vt:lpstr>Q1</vt:lpstr>
      <vt:lpstr>Q2</vt:lpstr>
      <vt:lpstr>Q3</vt:lpstr>
      <vt:lpstr>MED</vt:lpstr>
      <vt:lpstr>Q3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4430 - Spring 23</dc:title>
  <cp:lastModifiedBy>Shaofeng Wu</cp:lastModifiedBy>
  <cp:revision>1</cp:revision>
  <dcterms:modified xsi:type="dcterms:W3CDTF">2025-04-06T15:50:59Z</dcterms:modified>
</cp:coreProperties>
</file>