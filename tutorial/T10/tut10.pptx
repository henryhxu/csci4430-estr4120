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87" r:id="rId3"/>
    <p:sldId id="288" r:id="rId4"/>
    <p:sldId id="290" r:id="rId5"/>
    <p:sldId id="274" r:id="rId6"/>
    <p:sldId id="291" r:id="rId7"/>
    <p:sldId id="292" r:id="rId8"/>
    <p:sldId id="293" r:id="rId9"/>
    <p:sldId id="27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73"/>
    <p:restoredTop sz="94752"/>
  </p:normalViewPr>
  <p:slideViewPr>
    <p:cSldViewPr snapToGrid="0" snapToObjects="1">
      <p:cViewPr varScale="1">
        <p:scale>
          <a:sx n="116" d="100"/>
          <a:sy n="116" d="100"/>
        </p:scale>
        <p:origin x="12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ofeng Wu" userId="16cc59afe9483dd5" providerId="LiveId" clId="{30DD9446-2F1B-4451-BBF3-34E308469A01}"/>
    <pc:docChg chg="undo custSel delSld modSld">
      <pc:chgData name="Shaofeng Wu" userId="16cc59afe9483dd5" providerId="LiveId" clId="{30DD9446-2F1B-4451-BBF3-34E308469A01}" dt="2025-03-24T23:49:26.112" v="18" actId="20577"/>
      <pc:docMkLst>
        <pc:docMk/>
      </pc:docMkLst>
      <pc:sldChg chg="modSp mod">
        <pc:chgData name="Shaofeng Wu" userId="16cc59afe9483dd5" providerId="LiveId" clId="{30DD9446-2F1B-4451-BBF3-34E308469A01}" dt="2025-03-23T13:28:34.350" v="6" actId="20577"/>
        <pc:sldMkLst>
          <pc:docMk/>
          <pc:sldMk cId="1485044418" sldId="288"/>
        </pc:sldMkLst>
        <pc:spChg chg="mod">
          <ac:chgData name="Shaofeng Wu" userId="16cc59afe9483dd5" providerId="LiveId" clId="{30DD9446-2F1B-4451-BBF3-34E308469A01}" dt="2025-03-23T13:28:34.350" v="6" actId="20577"/>
          <ac:spMkLst>
            <pc:docMk/>
            <pc:sldMk cId="1485044418" sldId="288"/>
            <ac:spMk id="10" creationId="{22E50F3B-8764-E942-4A7C-439C893FCE64}"/>
          </ac:spMkLst>
        </pc:spChg>
      </pc:sldChg>
      <pc:sldChg chg="modSp mod">
        <pc:chgData name="Shaofeng Wu" userId="16cc59afe9483dd5" providerId="LiveId" clId="{30DD9446-2F1B-4451-BBF3-34E308469A01}" dt="2025-03-24T23:49:26.112" v="18" actId="20577"/>
        <pc:sldMkLst>
          <pc:docMk/>
          <pc:sldMk cId="2626515644" sldId="290"/>
        </pc:sldMkLst>
        <pc:spChg chg="mod">
          <ac:chgData name="Shaofeng Wu" userId="16cc59afe9483dd5" providerId="LiveId" clId="{30DD9446-2F1B-4451-BBF3-34E308469A01}" dt="2025-03-24T23:49:26.112" v="18" actId="20577"/>
          <ac:spMkLst>
            <pc:docMk/>
            <pc:sldMk cId="2626515644" sldId="290"/>
            <ac:spMk id="8" creationId="{CB197AB9-D666-0CF1-8B71-F9D14429C4EA}"/>
          </ac:spMkLst>
        </pc:spChg>
      </pc:sldChg>
      <pc:sldChg chg="modSp mod">
        <pc:chgData name="Shaofeng Wu" userId="16cc59afe9483dd5" providerId="LiveId" clId="{30DD9446-2F1B-4451-BBF3-34E308469A01}" dt="2025-03-24T02:15:37.321" v="8" actId="20577"/>
        <pc:sldMkLst>
          <pc:docMk/>
          <pc:sldMk cId="51523668" sldId="291"/>
        </pc:sldMkLst>
        <pc:spChg chg="mod">
          <ac:chgData name="Shaofeng Wu" userId="16cc59afe9483dd5" providerId="LiveId" clId="{30DD9446-2F1B-4451-BBF3-34E308469A01}" dt="2025-03-24T02:15:37.321" v="8" actId="20577"/>
          <ac:spMkLst>
            <pc:docMk/>
            <pc:sldMk cId="51523668" sldId="291"/>
            <ac:spMk id="8" creationId="{BC4C8BCA-4A3C-FEA2-2B3F-2EFBEA54C5F6}"/>
          </ac:spMkLst>
        </pc:spChg>
      </pc:sldChg>
      <pc:sldChg chg="del">
        <pc:chgData name="Shaofeng Wu" userId="16cc59afe9483dd5" providerId="LiveId" clId="{30DD9446-2F1B-4451-BBF3-34E308469A01}" dt="2025-03-23T14:18:05.240" v="7" actId="47"/>
        <pc:sldMkLst>
          <pc:docMk/>
          <pc:sldMk cId="3039411878" sldId="294"/>
        </pc:sldMkLst>
      </pc:sldChg>
      <pc:sldChg chg="del">
        <pc:chgData name="Shaofeng Wu" userId="16cc59afe9483dd5" providerId="LiveId" clId="{30DD9446-2F1B-4451-BBF3-34E308469A01}" dt="2025-03-23T14:18:05.240" v="7" actId="47"/>
        <pc:sldMkLst>
          <pc:docMk/>
          <pc:sldMk cId="3381083490" sldId="295"/>
        </pc:sldMkLst>
      </pc:sldChg>
      <pc:sldChg chg="del">
        <pc:chgData name="Shaofeng Wu" userId="16cc59afe9483dd5" providerId="LiveId" clId="{30DD9446-2F1B-4451-BBF3-34E308469A01}" dt="2025-03-23T14:18:05.240" v="7" actId="47"/>
        <pc:sldMkLst>
          <pc:docMk/>
          <pc:sldMk cId="2015864520" sldId="296"/>
        </pc:sldMkLst>
      </pc:sldChg>
      <pc:sldChg chg="del">
        <pc:chgData name="Shaofeng Wu" userId="16cc59afe9483dd5" providerId="LiveId" clId="{30DD9446-2F1B-4451-BBF3-34E308469A01}" dt="2025-03-23T14:18:05.240" v="7" actId="47"/>
        <pc:sldMkLst>
          <pc:docMk/>
          <pc:sldMk cId="1229357586" sldId="297"/>
        </pc:sldMkLst>
      </pc:sldChg>
    </pc:docChg>
  </pc:docChgLst>
  <pc:docChgLst>
    <pc:chgData name="SONG, Qingyu" userId="498998f4-7f18-4549-a740-dcfb6e1e3d22" providerId="ADAL" clId="{A2A67607-707D-9A4B-B498-57C0CB8C6AF6}"/>
    <pc:docChg chg="undo custSel addSld delSld modSld">
      <pc:chgData name="SONG, Qingyu" userId="498998f4-7f18-4549-a740-dcfb6e1e3d22" providerId="ADAL" clId="{A2A67607-707D-9A4B-B498-57C0CB8C6AF6}" dt="2022-01-09T09:39:47.453" v="739" actId="20577"/>
      <pc:docMkLst>
        <pc:docMk/>
      </pc:docMkLst>
      <pc:sldChg chg="modSp mod">
        <pc:chgData name="SONG, Qingyu" userId="498998f4-7f18-4549-a740-dcfb6e1e3d22" providerId="ADAL" clId="{A2A67607-707D-9A4B-B498-57C0CB8C6AF6}" dt="2022-01-09T08:43:56.456" v="166" actId="27636"/>
        <pc:sldMkLst>
          <pc:docMk/>
          <pc:sldMk cId="356419186" sldId="256"/>
        </pc:sldMkLst>
      </pc:sldChg>
      <pc:sldChg chg="modSp mod">
        <pc:chgData name="SONG, Qingyu" userId="498998f4-7f18-4549-a740-dcfb6e1e3d22" providerId="ADAL" clId="{A2A67607-707D-9A4B-B498-57C0CB8C6AF6}" dt="2022-01-09T09:39:47.453" v="739" actId="20577"/>
        <pc:sldMkLst>
          <pc:docMk/>
          <pc:sldMk cId="1947847713" sldId="257"/>
        </pc:sldMkLst>
      </pc:sldChg>
      <pc:sldChg chg="modSp add mod">
        <pc:chgData name="SONG, Qingyu" userId="498998f4-7f18-4549-a740-dcfb6e1e3d22" providerId="ADAL" clId="{A2A67607-707D-9A4B-B498-57C0CB8C6AF6}" dt="2022-01-09T08:45:17.052" v="215" actId="20577"/>
        <pc:sldMkLst>
          <pc:docMk/>
          <pc:sldMk cId="440415094" sldId="258"/>
        </pc:sldMkLst>
      </pc:sldChg>
      <pc:sldChg chg="new del">
        <pc:chgData name="SONG, Qingyu" userId="498998f4-7f18-4549-a740-dcfb6e1e3d22" providerId="ADAL" clId="{A2A67607-707D-9A4B-B498-57C0CB8C6AF6}" dt="2022-01-09T08:44:50.281" v="173" actId="680"/>
        <pc:sldMkLst>
          <pc:docMk/>
          <pc:sldMk cId="1741813886" sldId="258"/>
        </pc:sldMkLst>
      </pc:sldChg>
      <pc:sldChg chg="modSp add mod">
        <pc:chgData name="SONG, Qingyu" userId="498998f4-7f18-4549-a740-dcfb6e1e3d22" providerId="ADAL" clId="{A2A67607-707D-9A4B-B498-57C0CB8C6AF6}" dt="2022-01-09T08:46:18.147" v="243" actId="123"/>
        <pc:sldMkLst>
          <pc:docMk/>
          <pc:sldMk cId="1573737923" sldId="259"/>
        </pc:sldMkLst>
      </pc:sldChg>
      <pc:sldChg chg="add del">
        <pc:chgData name="SONG, Qingyu" userId="498998f4-7f18-4549-a740-dcfb6e1e3d22" providerId="ADAL" clId="{A2A67607-707D-9A4B-B498-57C0CB8C6AF6}" dt="2022-01-09T08:45:26.162" v="217"/>
        <pc:sldMkLst>
          <pc:docMk/>
          <pc:sldMk cId="2702226723" sldId="259"/>
        </pc:sldMkLst>
      </pc:sldChg>
      <pc:sldChg chg="addSp delSp modSp add mod">
        <pc:chgData name="SONG, Qingyu" userId="498998f4-7f18-4549-a740-dcfb6e1e3d22" providerId="ADAL" clId="{A2A67607-707D-9A4B-B498-57C0CB8C6AF6}" dt="2022-01-09T08:48:11.318" v="252" actId="1076"/>
        <pc:sldMkLst>
          <pc:docMk/>
          <pc:sldMk cId="2648031906" sldId="260"/>
        </pc:sldMkLst>
      </pc:sldChg>
      <pc:sldChg chg="addSp delSp modSp add mod">
        <pc:chgData name="SONG, Qingyu" userId="498998f4-7f18-4549-a740-dcfb6e1e3d22" providerId="ADAL" clId="{A2A67607-707D-9A4B-B498-57C0CB8C6AF6}" dt="2022-01-09T08:48:40.756" v="255"/>
        <pc:sldMkLst>
          <pc:docMk/>
          <pc:sldMk cId="2279024797" sldId="261"/>
        </pc:sldMkLst>
      </pc:sldChg>
      <pc:sldChg chg="addSp delSp modSp add mod">
        <pc:chgData name="SONG, Qingyu" userId="498998f4-7f18-4549-a740-dcfb6e1e3d22" providerId="ADAL" clId="{A2A67607-707D-9A4B-B498-57C0CB8C6AF6}" dt="2022-01-09T08:52:22.570" v="367"/>
        <pc:sldMkLst>
          <pc:docMk/>
          <pc:sldMk cId="2946419580" sldId="262"/>
        </pc:sldMkLst>
      </pc:sldChg>
      <pc:sldChg chg="addSp modSp add mod">
        <pc:chgData name="SONG, Qingyu" userId="498998f4-7f18-4549-a740-dcfb6e1e3d22" providerId="ADAL" clId="{A2A67607-707D-9A4B-B498-57C0CB8C6AF6}" dt="2022-01-09T09:02:56.402" v="628" actId="1076"/>
        <pc:sldMkLst>
          <pc:docMk/>
          <pc:sldMk cId="2477746496" sldId="263"/>
        </pc:sldMkLst>
      </pc:sldChg>
      <pc:sldChg chg="addSp delSp modSp add mod">
        <pc:chgData name="SONG, Qingyu" userId="498998f4-7f18-4549-a740-dcfb6e1e3d22" providerId="ADAL" clId="{A2A67607-707D-9A4B-B498-57C0CB8C6AF6}" dt="2022-01-09T09:00:55.037" v="585" actId="1036"/>
        <pc:sldMkLst>
          <pc:docMk/>
          <pc:sldMk cId="3355003134" sldId="264"/>
        </pc:sldMkLst>
      </pc:sldChg>
      <pc:sldChg chg="addSp delSp modSp add mod">
        <pc:chgData name="SONG, Qingyu" userId="498998f4-7f18-4549-a740-dcfb6e1e3d22" providerId="ADAL" clId="{A2A67607-707D-9A4B-B498-57C0CB8C6AF6}" dt="2022-01-09T09:01:01.172" v="602" actId="1036"/>
        <pc:sldMkLst>
          <pc:docMk/>
          <pc:sldMk cId="3781525919" sldId="265"/>
        </pc:sldMkLst>
      </pc:sldChg>
      <pc:sldChg chg="add del">
        <pc:chgData name="SONG, Qingyu" userId="498998f4-7f18-4549-a740-dcfb6e1e3d22" providerId="ADAL" clId="{A2A67607-707D-9A4B-B498-57C0CB8C6AF6}" dt="2022-01-09T08:56:47.408" v="466" actId="2696"/>
        <pc:sldMkLst>
          <pc:docMk/>
          <pc:sldMk cId="1610562717" sldId="266"/>
        </pc:sldMkLst>
      </pc:sldChg>
      <pc:sldChg chg="addSp delSp modSp add mod">
        <pc:chgData name="SONG, Qingyu" userId="498998f4-7f18-4549-a740-dcfb6e1e3d22" providerId="ADAL" clId="{A2A67607-707D-9A4B-B498-57C0CB8C6AF6}" dt="2022-01-09T09:01:29.138" v="610" actId="1076"/>
        <pc:sldMkLst>
          <pc:docMk/>
          <pc:sldMk cId="3863058764" sldId="266"/>
        </pc:sldMkLst>
      </pc:sldChg>
      <pc:sldChg chg="add del">
        <pc:chgData name="SONG, Qingyu" userId="498998f4-7f18-4549-a740-dcfb6e1e3d22" providerId="ADAL" clId="{A2A67607-707D-9A4B-B498-57C0CB8C6AF6}" dt="2022-01-09T08:56:47.926" v="467" actId="2696"/>
        <pc:sldMkLst>
          <pc:docMk/>
          <pc:sldMk cId="2034820447" sldId="267"/>
        </pc:sldMkLst>
      </pc:sldChg>
      <pc:sldChg chg="addSp delSp modSp add mod">
        <pc:chgData name="SONG, Qingyu" userId="498998f4-7f18-4549-a740-dcfb6e1e3d22" providerId="ADAL" clId="{A2A67607-707D-9A4B-B498-57C0CB8C6AF6}" dt="2022-01-09T09:03:51.796" v="655" actId="1037"/>
        <pc:sldMkLst>
          <pc:docMk/>
          <pc:sldMk cId="4271156151" sldId="267"/>
        </pc:sldMkLst>
      </pc:sldChg>
      <pc:sldChg chg="addSp delSp modSp add mod">
        <pc:chgData name="SONG, Qingyu" userId="498998f4-7f18-4549-a740-dcfb6e1e3d22" providerId="ADAL" clId="{A2A67607-707D-9A4B-B498-57C0CB8C6AF6}" dt="2022-01-09T09:04:30.224" v="673" actId="1076"/>
        <pc:sldMkLst>
          <pc:docMk/>
          <pc:sldMk cId="3168600580" sldId="268"/>
        </pc:sldMkLst>
      </pc:sldChg>
      <pc:sldChg chg="addSp delSp modSp add mod">
        <pc:chgData name="SONG, Qingyu" userId="498998f4-7f18-4549-a740-dcfb6e1e3d22" providerId="ADAL" clId="{A2A67607-707D-9A4B-B498-57C0CB8C6AF6}" dt="2022-01-09T09:05:24.298" v="694" actId="1076"/>
        <pc:sldMkLst>
          <pc:docMk/>
          <pc:sldMk cId="1589765134" sldId="269"/>
        </pc:sldMkLst>
      </pc:sldChg>
      <pc:sldChg chg="delSp modSp add mod">
        <pc:chgData name="SONG, Qingyu" userId="498998f4-7f18-4549-a740-dcfb6e1e3d22" providerId="ADAL" clId="{A2A67607-707D-9A4B-B498-57C0CB8C6AF6}" dt="2022-01-09T09:17:41.699" v="736"/>
        <pc:sldMkLst>
          <pc:docMk/>
          <pc:sldMk cId="1871005255" sldId="270"/>
        </pc:sldMkLst>
      </pc:sldChg>
      <pc:sldChg chg="modSp add mod">
        <pc:chgData name="SONG, Qingyu" userId="498998f4-7f18-4549-a740-dcfb6e1e3d22" providerId="ADAL" clId="{A2A67607-707D-9A4B-B498-57C0CB8C6AF6}" dt="2022-01-09T09:10:29.220" v="720" actId="403"/>
        <pc:sldMkLst>
          <pc:docMk/>
          <pc:sldMk cId="616564471" sldId="271"/>
        </pc:sldMkLst>
      </pc:sldChg>
      <pc:sldChg chg="addSp delSp modSp new mod">
        <pc:chgData name="SONG, Qingyu" userId="498998f4-7f18-4549-a740-dcfb6e1e3d22" providerId="ADAL" clId="{A2A67607-707D-9A4B-B498-57C0CB8C6AF6}" dt="2022-01-09T09:11:07.645" v="730" actId="1076"/>
        <pc:sldMkLst>
          <pc:docMk/>
          <pc:sldMk cId="3216618933" sldId="272"/>
        </pc:sldMkLst>
      </pc:sldChg>
    </pc:docChg>
  </pc:docChgLst>
  <pc:docChgLst>
    <pc:chgData name="Qingyu Song" userId="O4NG2utMRSC9bShTQouuMd1Uq3x00QhxVtEheGSGOoU=" providerId="None" clId="Web-{1A9491C6-FD31-4FA7-98FA-39E25D0B6578}"/>
    <pc:docChg chg="modSld">
      <pc:chgData name="Qingyu Song" userId="O4NG2utMRSC9bShTQouuMd1Uq3x00QhxVtEheGSGOoU=" providerId="None" clId="Web-{1A9491C6-FD31-4FA7-98FA-39E25D0B6578}" dt="2022-01-09T11:29:04.756" v="11" actId="20577"/>
      <pc:docMkLst>
        <pc:docMk/>
      </pc:docMkLst>
      <pc:sldChg chg="modSp">
        <pc:chgData name="Qingyu Song" userId="O4NG2utMRSC9bShTQouuMd1Uq3x00QhxVtEheGSGOoU=" providerId="None" clId="Web-{1A9491C6-FD31-4FA7-98FA-39E25D0B6578}" dt="2022-01-09T11:29:04.756" v="11" actId="20577"/>
        <pc:sldMkLst>
          <pc:docMk/>
          <pc:sldMk cId="1947847713" sldId="257"/>
        </pc:sldMkLst>
      </pc:sldChg>
    </pc:docChg>
  </pc:docChgLst>
  <pc:docChgLst>
    <pc:chgData name="Shaofeng Wu" userId="16cc59afe9483dd5" providerId="LiveId" clId="{3FBC4DD9-68A0-4077-851D-3D3DC6AC0CDA}"/>
    <pc:docChg chg="custSel delSld modSld">
      <pc:chgData name="Shaofeng Wu" userId="16cc59afe9483dd5" providerId="LiveId" clId="{3FBC4DD9-68A0-4077-851D-3D3DC6AC0CDA}" dt="2025-02-18T12:15:22.101" v="17" actId="2696"/>
      <pc:docMkLst>
        <pc:docMk/>
      </pc:docMkLst>
      <pc:sldChg chg="modSp mod">
        <pc:chgData name="Shaofeng Wu" userId="16cc59afe9483dd5" providerId="LiveId" clId="{3FBC4DD9-68A0-4077-851D-3D3DC6AC0CDA}" dt="2025-02-18T12:14:15.643" v="16" actId="20577"/>
        <pc:sldMkLst>
          <pc:docMk/>
          <pc:sldMk cId="356419186" sldId="256"/>
        </pc:sldMkLst>
        <pc:spChg chg="mod">
          <ac:chgData name="Shaofeng Wu" userId="16cc59afe9483dd5" providerId="LiveId" clId="{3FBC4DD9-68A0-4077-851D-3D3DC6AC0CDA}" dt="2025-02-18T12:14:15.643" v="16" actId="20577"/>
          <ac:spMkLst>
            <pc:docMk/>
            <pc:sldMk cId="356419186" sldId="256"/>
            <ac:spMk id="2" creationId="{37E55C1B-43BC-8B40-A7BE-D3C3F3D8A40E}"/>
          </ac:spMkLst>
        </pc:spChg>
      </pc:sldChg>
      <pc:sldChg chg="del">
        <pc:chgData name="Shaofeng Wu" userId="16cc59afe9483dd5" providerId="LiveId" clId="{3FBC4DD9-68A0-4077-851D-3D3DC6AC0CDA}" dt="2025-02-18T12:15:22.101" v="17" actId="2696"/>
        <pc:sldMkLst>
          <pc:docMk/>
          <pc:sldMk cId="1947847713" sldId="257"/>
        </pc:sldMkLst>
      </pc:sldChg>
    </pc:docChg>
  </pc:docChgLst>
  <pc:docChgLst>
    <pc:chgData name="SONG, Qingyu" userId="498998f4-7f18-4549-a740-dcfb6e1e3d22" providerId="ADAL" clId="{0F84402B-494A-D841-9A43-F49E88B6429E}"/>
    <pc:docChg chg="undo redo custSel addSld delSld modSld">
      <pc:chgData name="SONG, Qingyu" userId="498998f4-7f18-4549-a740-dcfb6e1e3d22" providerId="ADAL" clId="{0F84402B-494A-D841-9A43-F49E88B6429E}" dt="2022-01-20T01:06:45.773" v="90"/>
      <pc:docMkLst>
        <pc:docMk/>
      </pc:docMkLst>
      <pc:sldChg chg="addSp">
        <pc:chgData name="SONG, Qingyu" userId="498998f4-7f18-4549-a740-dcfb6e1e3d22" providerId="ADAL" clId="{0F84402B-494A-D841-9A43-F49E88B6429E}" dt="2022-01-19T14:28:08.480" v="0"/>
        <pc:sldMkLst>
          <pc:docMk/>
          <pc:sldMk cId="356419186" sldId="256"/>
        </pc:sldMkLst>
      </pc:sldChg>
      <pc:sldChg chg="modSp mod">
        <pc:chgData name="SONG, Qingyu" userId="498998f4-7f18-4549-a740-dcfb6e1e3d22" providerId="ADAL" clId="{0F84402B-494A-D841-9A43-F49E88B6429E}" dt="2022-01-19T14:28:15.459" v="2" actId="20577"/>
        <pc:sldMkLst>
          <pc:docMk/>
          <pc:sldMk cId="1947847713" sldId="257"/>
        </pc:sldMkLst>
      </pc:sldChg>
      <pc:sldChg chg="modSp mod">
        <pc:chgData name="SONG, Qingyu" userId="498998f4-7f18-4549-a740-dcfb6e1e3d22" providerId="ADAL" clId="{0F84402B-494A-D841-9A43-F49E88B6429E}" dt="2022-01-19T14:28:33.707" v="8" actId="20577"/>
        <pc:sldMkLst>
          <pc:docMk/>
          <pc:sldMk cId="440415094" sldId="258"/>
        </pc:sldMkLst>
      </pc:sldChg>
      <pc:sldChg chg="modSp mod">
        <pc:chgData name="SONG, Qingyu" userId="498998f4-7f18-4549-a740-dcfb6e1e3d22" providerId="ADAL" clId="{0F84402B-494A-D841-9A43-F49E88B6429E}" dt="2022-01-19T14:52:36.846" v="53" actId="20577"/>
        <pc:sldMkLst>
          <pc:docMk/>
          <pc:sldMk cId="746100141" sldId="274"/>
        </pc:sldMkLst>
      </pc:sldChg>
      <pc:sldChg chg="modSp mod modAnim">
        <pc:chgData name="SONG, Qingyu" userId="498998f4-7f18-4549-a740-dcfb6e1e3d22" providerId="ADAL" clId="{0F84402B-494A-D841-9A43-F49E88B6429E}" dt="2022-01-19T14:53:09.710" v="57" actId="20577"/>
        <pc:sldMkLst>
          <pc:docMk/>
          <pc:sldMk cId="442365464" sldId="275"/>
        </pc:sldMkLst>
      </pc:sldChg>
      <pc:sldChg chg="modSp del">
        <pc:chgData name="SONG, Qingyu" userId="498998f4-7f18-4549-a740-dcfb6e1e3d22" providerId="ADAL" clId="{0F84402B-494A-D841-9A43-F49E88B6429E}" dt="2022-01-19T14:53:04.928" v="55" actId="2696"/>
        <pc:sldMkLst>
          <pc:docMk/>
          <pc:sldMk cId="3494430642" sldId="276"/>
        </pc:sldMkLst>
      </pc:sldChg>
      <pc:sldChg chg="modSp mod">
        <pc:chgData name="SONG, Qingyu" userId="498998f4-7f18-4549-a740-dcfb6e1e3d22" providerId="ADAL" clId="{0F84402B-494A-D841-9A43-F49E88B6429E}" dt="2022-01-20T01:06:31.128" v="89" actId="20577"/>
        <pc:sldMkLst>
          <pc:docMk/>
          <pc:sldMk cId="4278079293" sldId="277"/>
        </pc:sldMkLst>
      </pc:sldChg>
      <pc:sldChg chg="modSp">
        <pc:chgData name="SONG, Qingyu" userId="498998f4-7f18-4549-a740-dcfb6e1e3d22" providerId="ADAL" clId="{0F84402B-494A-D841-9A43-F49E88B6429E}" dt="2022-01-19T14:31:13.089" v="14"/>
        <pc:sldMkLst>
          <pc:docMk/>
          <pc:sldMk cId="3882663473" sldId="278"/>
        </pc:sldMkLst>
      </pc:sldChg>
      <pc:sldChg chg="modSp mod">
        <pc:chgData name="SONG, Qingyu" userId="498998f4-7f18-4549-a740-dcfb6e1e3d22" providerId="ADAL" clId="{0F84402B-494A-D841-9A43-F49E88B6429E}" dt="2022-01-20T01:06:45.773" v="90"/>
        <pc:sldMkLst>
          <pc:docMk/>
          <pc:sldMk cId="3927078520" sldId="279"/>
        </pc:sldMkLst>
      </pc:sldChg>
      <pc:sldChg chg="modSp">
        <pc:chgData name="SONG, Qingyu" userId="498998f4-7f18-4549-a740-dcfb6e1e3d22" providerId="ADAL" clId="{0F84402B-494A-D841-9A43-F49E88B6429E}" dt="2022-01-19T14:31:20.046" v="16"/>
        <pc:sldMkLst>
          <pc:docMk/>
          <pc:sldMk cId="1261831385" sldId="280"/>
        </pc:sldMkLst>
      </pc:sldChg>
      <pc:sldChg chg="modSp add mod">
        <pc:chgData name="SONG, Qingyu" userId="498998f4-7f18-4549-a740-dcfb6e1e3d22" providerId="ADAL" clId="{0F84402B-494A-D841-9A43-F49E88B6429E}" dt="2022-01-19T14:55:18" v="62" actId="20577"/>
        <pc:sldMkLst>
          <pc:docMk/>
          <pc:sldMk cId="11664182" sldId="281"/>
        </pc:sldMkLst>
      </pc:sldChg>
    </pc:docChg>
  </pc:docChgLst>
  <pc:docChgLst>
    <pc:chgData name="DING, Wenlong" userId="2462c282-915a-45d3-817d-b87203e0e2e0" providerId="ADAL" clId="{6FD17247-E81F-7949-B4C6-FEEA5B59708B}"/>
    <pc:docChg chg="undo custSel addSld delSld modSld sldOrd">
      <pc:chgData name="DING, Wenlong" userId="2462c282-915a-45d3-817d-b87203e0e2e0" providerId="ADAL" clId="{6FD17247-E81F-7949-B4C6-FEEA5B59708B}" dt="2023-11-08T06:59:42.737" v="1839" actId="1076"/>
      <pc:docMkLst>
        <pc:docMk/>
      </pc:docMkLst>
      <pc:sldChg chg="modSp mod">
        <pc:chgData name="DING, Wenlong" userId="2462c282-915a-45d3-817d-b87203e0e2e0" providerId="ADAL" clId="{6FD17247-E81F-7949-B4C6-FEEA5B59708B}" dt="2023-11-08T06:35:23.733" v="1744" actId="20577"/>
        <pc:sldMkLst>
          <pc:docMk/>
          <pc:sldMk cId="356419186" sldId="256"/>
        </pc:sldMkLst>
      </pc:sldChg>
      <pc:sldChg chg="modSp mod">
        <pc:chgData name="DING, Wenlong" userId="2462c282-915a-45d3-817d-b87203e0e2e0" providerId="ADAL" clId="{6FD17247-E81F-7949-B4C6-FEEA5B59708B}" dt="2023-11-07T13:41:32.939" v="1721" actId="1076"/>
        <pc:sldMkLst>
          <pc:docMk/>
          <pc:sldMk cId="1947847713" sldId="257"/>
        </pc:sldMkLst>
      </pc:sldChg>
      <pc:sldChg chg="addSp modSp mod">
        <pc:chgData name="DING, Wenlong" userId="2462c282-915a-45d3-817d-b87203e0e2e0" providerId="ADAL" clId="{6FD17247-E81F-7949-B4C6-FEEA5B59708B}" dt="2023-11-08T06:59:42.737" v="1839" actId="1076"/>
        <pc:sldMkLst>
          <pc:docMk/>
          <pc:sldMk cId="2292626886" sldId="293"/>
        </pc:sldMkLst>
      </pc:sldChg>
      <pc:sldChg chg="addSp delSp modSp add mod">
        <pc:chgData name="DING, Wenlong" userId="2462c282-915a-45d3-817d-b87203e0e2e0" providerId="ADAL" clId="{6FD17247-E81F-7949-B4C6-FEEA5B59708B}" dt="2023-11-07T12:53:49.078" v="1002" actId="20577"/>
        <pc:sldMkLst>
          <pc:docMk/>
          <pc:sldMk cId="3039411878" sldId="294"/>
        </pc:sldMkLst>
      </pc:sldChg>
      <pc:sldChg chg="addSp delSp modSp add mod">
        <pc:chgData name="DING, Wenlong" userId="2462c282-915a-45d3-817d-b87203e0e2e0" providerId="ADAL" clId="{6FD17247-E81F-7949-B4C6-FEEA5B59708B}" dt="2023-11-07T14:09:37.586" v="1736" actId="1076"/>
        <pc:sldMkLst>
          <pc:docMk/>
          <pc:sldMk cId="3381083490" sldId="295"/>
        </pc:sldMkLst>
      </pc:sldChg>
      <pc:sldChg chg="addSp delSp modSp add mod ord">
        <pc:chgData name="DING, Wenlong" userId="2462c282-915a-45d3-817d-b87203e0e2e0" providerId="ADAL" clId="{6FD17247-E81F-7949-B4C6-FEEA5B59708B}" dt="2023-11-07T14:09:55.341" v="1740" actId="1076"/>
        <pc:sldMkLst>
          <pc:docMk/>
          <pc:sldMk cId="2015864520" sldId="296"/>
        </pc:sldMkLst>
      </pc:sldChg>
      <pc:sldChg chg="addSp delSp modSp add mod">
        <pc:chgData name="DING, Wenlong" userId="2462c282-915a-45d3-817d-b87203e0e2e0" providerId="ADAL" clId="{6FD17247-E81F-7949-B4C6-FEEA5B59708B}" dt="2023-11-07T12:55:09.462" v="1090" actId="20577"/>
        <pc:sldMkLst>
          <pc:docMk/>
          <pc:sldMk cId="1229357586" sldId="297"/>
        </pc:sldMkLst>
      </pc:sldChg>
      <pc:sldChg chg="modSp add del mod">
        <pc:chgData name="DING, Wenlong" userId="2462c282-915a-45d3-817d-b87203e0e2e0" providerId="ADAL" clId="{6FD17247-E81F-7949-B4C6-FEEA5B59708B}" dt="2023-11-08T06:57:02.401" v="1754" actId="2696"/>
        <pc:sldMkLst>
          <pc:docMk/>
          <pc:sldMk cId="828139001" sldId="298"/>
        </pc:sldMkLst>
      </pc:sldChg>
    </pc:docChg>
  </pc:docChgLst>
  <pc:docChgLst>
    <pc:chgData name="Shaofeng Wu" userId="16cc59afe9483dd5" providerId="LiveId" clId="{1A064B3B-73BC-4474-9998-A959232E99B8}"/>
    <pc:docChg chg="modSld">
      <pc:chgData name="Shaofeng Wu" userId="16cc59afe9483dd5" providerId="LiveId" clId="{1A064B3B-73BC-4474-9998-A959232E99B8}" dt="2025-03-20T12:27:23.019" v="0" actId="20577"/>
      <pc:docMkLst>
        <pc:docMk/>
      </pc:docMkLst>
      <pc:sldChg chg="modSp mod">
        <pc:chgData name="Shaofeng Wu" userId="16cc59afe9483dd5" providerId="LiveId" clId="{1A064B3B-73BC-4474-9998-A959232E99B8}" dt="2025-03-20T12:27:23.019" v="0" actId="20577"/>
        <pc:sldMkLst>
          <pc:docMk/>
          <pc:sldMk cId="2292626886" sldId="293"/>
        </pc:sldMkLst>
        <pc:spChg chg="mod">
          <ac:chgData name="Shaofeng Wu" userId="16cc59afe9483dd5" providerId="LiveId" clId="{1A064B3B-73BC-4474-9998-A959232E99B8}" dt="2025-03-20T12:27:23.019" v="0" actId="20577"/>
          <ac:spMkLst>
            <pc:docMk/>
            <pc:sldMk cId="2292626886" sldId="293"/>
            <ac:spMk id="5" creationId="{E8F71926-39FF-3A84-7BE0-15AD94B7F03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65656F-E94E-4266-B808-01646AFF7213}" type="datetimeFigureOut">
              <a:rPr lang="en-US" smtClean="0"/>
              <a:t>11/9/25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418493-4DB9-4761-89EA-EC89205FC1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710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A81B1-2540-6743-ABB4-0E292A122B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5AD417-B984-E443-AB4F-C92143CD1B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006C3-5569-404A-A00F-D4521490E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9AC1B-9F9B-7C4C-AD2B-75AB83874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C20CFE-8FE9-EB4E-A8E1-AE36C51E4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112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D011E-DCDE-C342-A56C-2EAC9B225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8A12E-F58F-7A41-BFC0-F72ABF92C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59EBF6-8755-7E49-B0D7-FB2F3BB92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EA0E9-4BD6-7644-BA8D-7470DF766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0FEFB-6605-6C41-87AB-0F5AA21FD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128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64326-D9A3-1A44-8452-04D5A488E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A07CA1-149F-4C4E-8D54-13D1A92527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652F9-B0E8-F941-8A14-1BEB86F97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8F3F9B-475A-C14C-A0E3-E96F9ED3B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FE635-695A-2C43-855F-CF2C41BD8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329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7B479-481A-0E49-8D52-0BE021ED2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541EA-D1C3-8E4A-B80B-8390B466F6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AE356B-D1EA-5247-B0F3-0476CB9307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9A32C0-D4EC-FD47-BD75-CDDACA441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43B967-A303-124B-BA06-4BAEC0497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93EAE9-F2F8-7E42-9BF7-5A60A32A3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504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C2CE6-C39C-9045-94F8-9B43CA9D2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926E9-9778-2846-B43B-4A7267120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996341-9374-DF4E-B9F6-A94758E38A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5E4306-B762-C746-B6F4-16DFD70CB6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04D85-B6B3-0A42-925A-38933F782E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5CA7DE-DF2D-DD4B-8D9A-4B40F820D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11/9/25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E122F-5BD1-454E-A133-FE0AB5CD2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903D25-9E17-0044-9543-53299894B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254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D4217-17EF-3B45-93F5-B23C54148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4CDDD4-A221-CE49-9EB3-456758E56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11/9/25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5879A2-4394-CD4B-9263-3DDC707A4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1ECC98-0E91-594B-AC7F-127A4DD39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021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D70CAD-9D94-0544-90C0-985EDEA90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11/9/25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739153-BA93-C64C-B9BC-ECAD24173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2EC52B-8EB5-C146-B069-115FF8045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876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B9339-BB2A-AB4C-A011-36281FB8C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B9FD2-C72C-D746-8FEF-4B09D248F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4212A7-AD11-0642-87B6-8FC8A57634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FEE618-4BEB-D848-A755-D0B3815B6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9F7CBA-7A19-1743-9814-DDBE48E60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CF1DF5-1759-1846-85A4-293FE9060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622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FE6E1-ED4F-1D4C-B60C-89E3D8EF6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A6747D-0A18-D14E-9E1F-8914CD6118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9873C7-5733-564B-AEBA-F2F0FEFCC9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B7B211-4DF6-9442-9953-6292F1875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D0981E-2ABE-7048-AC75-D8C847724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466DC9-3D33-FE44-A5E3-A0B734DF5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968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8CAB9-FB2B-C540-B5C7-A162BB5F2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B419EE-DACB-ED41-9BC3-137129D6FE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4D66E-AA24-0A49-872D-17B778563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B7280-38D0-E542-8CFE-089B78DF0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E1198-80CE-3D48-8EEE-D994007D7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046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AF88F6-3858-2147-8565-3ABE064ABA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579688-6666-4A47-AB44-B55E2BF0EB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CEBA88-1DD5-DC4A-AFB4-8B03BBD45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9944A-C4EB-B943-8190-BF118811D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4E4696-702A-BD44-9A3C-F8C85C27C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653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73DFB7-9581-4D48-AAE2-C17529315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3503A-E2B1-0944-B035-77EF7A9439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9E476-F670-2B47-81DC-675E7D1F7D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25905D-C0C4-D040-B3F5-79CCA23FA4EB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F1A25-0D30-0E4C-A201-3259214DFA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2BE1C-D630-6544-8677-F74CB5078C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034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55C1B-43BC-8B40-A7BE-D3C3F3D8A4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05674"/>
            <a:ext cx="9144000" cy="2387600"/>
          </a:xfrm>
        </p:spPr>
        <p:txBody>
          <a:bodyPr>
            <a:normAutofit/>
          </a:bodyPr>
          <a:lstStyle/>
          <a:p>
            <a:r>
              <a:rPr lang="en-US" sz="6600" b="1" dirty="0"/>
              <a:t>CSCI 4430 </a:t>
            </a:r>
            <a:r>
              <a:rPr lang="en-US" sz="6600" b="1"/>
              <a:t>– Fall </a:t>
            </a:r>
            <a:r>
              <a:rPr lang="en-US" sz="6600" b="1" dirty="0"/>
              <a:t>25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EAD46B-2981-B54E-B7BD-5B165BCFE3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2817"/>
            <a:ext cx="9144000" cy="608745"/>
          </a:xfrm>
        </p:spPr>
        <p:txBody>
          <a:bodyPr>
            <a:normAutofit/>
          </a:bodyPr>
          <a:lstStyle/>
          <a:p>
            <a:r>
              <a:rPr lang="en-US" sz="3600" b="1"/>
              <a:t>Tutorial </a:t>
            </a:r>
            <a:r>
              <a:rPr lang="en-US" altLang="zh-CN" sz="3600" b="1"/>
              <a:t>10</a:t>
            </a:r>
            <a:endParaRPr lang="en-US" altLang="zh-CN" sz="36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90C243-66EE-9844-B6C9-297837E8D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19BED88-AA1D-3144-ABB6-9C775BCC2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19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b="1" dirty="0"/>
              <a:t>WTP: basis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A7EC6F6-3A9C-6A4E-9F5B-60AABA1D48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EE3D794-DB4E-C14E-A5D2-84852F6CC9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Google Shape;61;p14">
            <a:extLst>
              <a:ext uri="{FF2B5EF4-FFF2-40B4-BE49-F238E27FC236}">
                <a16:creationId xmlns:a16="http://schemas.microsoft.com/office/drawing/2014/main" id="{0ECB66EA-6CCA-929C-87DB-5710F122D6E4}"/>
              </a:ext>
            </a:extLst>
          </p:cNvPr>
          <p:cNvSpPr txBox="1">
            <a:spLocks/>
          </p:cNvSpPr>
          <p:nvPr/>
        </p:nvSpPr>
        <p:spPr>
          <a:xfrm>
            <a:off x="665383" y="1321357"/>
            <a:ext cx="8403462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342900"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altLang="zh-CN" b="1" dirty="0">
                <a:cs typeface="Calibri" panose="020F0502020204030204" pitchFamily="34" charset="0"/>
              </a:rPr>
              <a:t>Aim</a:t>
            </a:r>
            <a:r>
              <a:rPr lang="en-US" altLang="zh-CN" dirty="0">
                <a:cs typeface="Calibri" panose="020F0502020204030204" pitchFamily="34" charset="0"/>
              </a:rPr>
              <a:t>: a reliable transport protocol for file transfer</a:t>
            </a:r>
          </a:p>
          <a:p>
            <a:pPr marL="114300" indent="0">
              <a:spcBef>
                <a:spcPts val="0"/>
              </a:spcBef>
              <a:buSzPts val="1800"/>
              <a:buNone/>
            </a:pPr>
            <a:endParaRPr lang="en-US" altLang="zh-CN" dirty="0">
              <a:cs typeface="Calibri" panose="020F0502020204030204" pitchFamily="34" charset="0"/>
            </a:endParaRPr>
          </a:p>
          <a:p>
            <a:pPr marL="114300" indent="0">
              <a:spcBef>
                <a:spcPts val="0"/>
              </a:spcBef>
              <a:buSzPts val="1800"/>
              <a:buNone/>
            </a:pPr>
            <a:endParaRPr lang="en-US" altLang="zh-CN" dirty="0">
              <a:cs typeface="Calibri" panose="020F0502020204030204" pitchFamily="34" charset="0"/>
            </a:endParaRPr>
          </a:p>
          <a:p>
            <a:pPr marL="457200" indent="-342900"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altLang="zh-CN" b="1" dirty="0">
                <a:cs typeface="Calibri" panose="020F0502020204030204" pitchFamily="34" charset="0"/>
              </a:rPr>
              <a:t>Packet types: </a:t>
            </a:r>
            <a:r>
              <a:rPr lang="en-US" altLang="zh-CN" dirty="0">
                <a:cs typeface="Calibri" panose="020F0502020204030204" pitchFamily="34" charset="0"/>
              </a:rPr>
              <a:t>START; END; DATA; ACK</a:t>
            </a:r>
            <a:br>
              <a:rPr lang="en-US" altLang="zh-CN" dirty="0"/>
            </a:br>
            <a:endParaRPr lang="en-US" dirty="0"/>
          </a:p>
        </p:txBody>
      </p:sp>
      <p:graphicFrame>
        <p:nvGraphicFramePr>
          <p:cNvPr id="27" name="Google Shape;64;p14">
            <a:extLst>
              <a:ext uri="{FF2B5EF4-FFF2-40B4-BE49-F238E27FC236}">
                <a16:creationId xmlns:a16="http://schemas.microsoft.com/office/drawing/2014/main" id="{E3896BA1-37D6-1CA7-2A2C-1CB1A33F41A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99236513"/>
              </p:ext>
            </p:extLst>
          </p:nvPr>
        </p:nvGraphicFramePr>
        <p:xfrm>
          <a:off x="8208520" y="962437"/>
          <a:ext cx="3789680" cy="24382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38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0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07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98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latin typeface="+mn-lt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latin typeface="+mn-lt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600" dirty="0">
                          <a:latin typeface="+mn-lt"/>
                          <a:ea typeface="Ubuntu"/>
                          <a:cs typeface="Ubuntu"/>
                          <a:sym typeface="Ubuntu"/>
                        </a:rPr>
                        <a:t>WTP hdr</a:t>
                      </a:r>
                      <a:endParaRPr sz="1600" dirty="0">
                        <a:latin typeface="+mn-lt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91425" marR="91425" marT="91425" marB="91425" anchor="ctr">
                    <a:lnR w="9525" cap="flat" cmpd="sng">
                      <a:solidFill>
                        <a:srgbClr val="9E9E9E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600" dirty="0">
                          <a:latin typeface="+mn-lt"/>
                          <a:ea typeface="Ubuntu"/>
                          <a:cs typeface="Ubuntu"/>
                          <a:sym typeface="Ubuntu"/>
                        </a:rPr>
                        <a:t>WTP data</a:t>
                      </a:r>
                      <a:endParaRPr sz="1600" dirty="0">
                        <a:latin typeface="+mn-lt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latin typeface="+mn-lt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600">
                          <a:solidFill>
                            <a:schemeClr val="dk1"/>
                          </a:solidFill>
                          <a:latin typeface="+mn-lt"/>
                          <a:ea typeface="Ubuntu"/>
                          <a:cs typeface="Ubuntu"/>
                          <a:sym typeface="Ubuntu"/>
                        </a:rPr>
                        <a:t>UDP hdr</a:t>
                      </a:r>
                      <a:endParaRPr sz="1600">
                        <a:latin typeface="+mn-lt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91425" marR="91425" marT="91425" marB="91425" anchor="ctr">
                    <a:lnR w="9525" cap="flat" cmpd="sng">
                      <a:solidFill>
                        <a:srgbClr val="9E9E9E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</a:tcPr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600" dirty="0">
                          <a:latin typeface="+mn-lt"/>
                          <a:ea typeface="Ubuntu"/>
                          <a:cs typeface="Ubuntu"/>
                          <a:sym typeface="Ubuntu"/>
                        </a:rPr>
                        <a:t>UDP data</a:t>
                      </a:r>
                      <a:endParaRPr sz="1600" dirty="0">
                        <a:latin typeface="+mn-lt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687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CN" sz="1600">
                          <a:solidFill>
                            <a:schemeClr val="dk1"/>
                          </a:solidFill>
                          <a:latin typeface="+mn-lt"/>
                          <a:ea typeface="Ubuntu"/>
                          <a:cs typeface="Ubuntu"/>
                          <a:sym typeface="Ubuntu"/>
                        </a:rPr>
                        <a:t>IP hdr</a:t>
                      </a:r>
                      <a:endParaRPr sz="1600">
                        <a:latin typeface="+mn-lt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91425" marR="91425" marT="91425" marB="91425" anchor="ctr">
                    <a:lnR w="9525" cap="flat" cmpd="sng">
                      <a:solidFill>
                        <a:srgbClr val="9E9E9E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</a:tcPr>
                </a:tc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600" dirty="0">
                          <a:latin typeface="+mn-lt"/>
                          <a:ea typeface="Ubuntu"/>
                          <a:cs typeface="Ubuntu"/>
                          <a:sym typeface="Ubuntu"/>
                        </a:rPr>
                        <a:t>IP data</a:t>
                      </a:r>
                      <a:endParaRPr sz="1600" dirty="0">
                        <a:latin typeface="+mn-lt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036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600" dirty="0">
                          <a:latin typeface="+mn-lt"/>
                          <a:ea typeface="Ubuntu"/>
                          <a:cs typeface="Ubuntu"/>
                          <a:sym typeface="Ubuntu"/>
                        </a:rPr>
                        <a:t>Ethernet frame </a:t>
                      </a:r>
                      <a:endParaRPr sz="1600" dirty="0">
                        <a:latin typeface="+mn-lt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91425" marR="91425" marT="91425" marB="91425"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1" name="文本框 30">
            <a:extLst>
              <a:ext uri="{FF2B5EF4-FFF2-40B4-BE49-F238E27FC236}">
                <a16:creationId xmlns:a16="http://schemas.microsoft.com/office/drawing/2014/main" id="{8E3FC45F-9090-3D15-B3E1-95A53E05F137}"/>
              </a:ext>
            </a:extLst>
          </p:cNvPr>
          <p:cNvSpPr txBox="1"/>
          <p:nvPr/>
        </p:nvSpPr>
        <p:spPr>
          <a:xfrm>
            <a:off x="664963" y="3395091"/>
            <a:ext cx="7182554" cy="2181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342900">
              <a:lnSpc>
                <a:spcPct val="150000"/>
              </a:lnSpc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altLang="zh-CN" sz="2800" b="1" dirty="0"/>
              <a:t>Packet size</a:t>
            </a:r>
          </a:p>
          <a:p>
            <a:pPr marL="914400" lvl="1" indent="-317500">
              <a:lnSpc>
                <a:spcPct val="150000"/>
              </a:lnSpc>
              <a:buSzPts val="1400"/>
              <a:buFont typeface="Arial" panose="020B0604020202020204" pitchFamily="34" charset="0"/>
              <a:buChar char="○"/>
            </a:pPr>
            <a:r>
              <a:rPr lang="en-US" altLang="zh-CN" sz="2400" dirty="0"/>
              <a:t>Ethernet frame </a:t>
            </a:r>
            <a:r>
              <a:rPr lang="en-US" altLang="zh-CN" sz="2400" dirty="0" err="1"/>
              <a:t>upto</a:t>
            </a:r>
            <a:r>
              <a:rPr lang="en-US" altLang="zh-CN" sz="2400" dirty="0"/>
              <a:t> </a:t>
            </a:r>
            <a:r>
              <a:rPr lang="en-US" altLang="zh-CN" sz="2400" i="1" dirty="0">
                <a:solidFill>
                  <a:schemeClr val="accent2">
                    <a:lumMod val="75000"/>
                  </a:schemeClr>
                </a:solidFill>
              </a:rPr>
              <a:t>1500B</a:t>
            </a:r>
            <a:endParaRPr lang="en-US" altLang="zh-CN" sz="2400" dirty="0">
              <a:solidFill>
                <a:schemeClr val="accent2">
                  <a:lumMod val="75000"/>
                </a:schemeClr>
              </a:solidFill>
            </a:endParaRPr>
          </a:p>
          <a:p>
            <a:pPr marL="914400" lvl="1" indent="-317500">
              <a:lnSpc>
                <a:spcPct val="125000"/>
              </a:lnSpc>
              <a:spcBef>
                <a:spcPts val="0"/>
              </a:spcBef>
              <a:buSzPts val="1400"/>
              <a:buFont typeface="Arial" panose="020B0604020202020204" pitchFamily="34" charset="0"/>
              <a:buChar char="○"/>
            </a:pPr>
            <a:r>
              <a:rPr lang="en-US" altLang="zh-CN" sz="2400" dirty="0"/>
              <a:t>IP header </a:t>
            </a:r>
            <a:r>
              <a:rPr lang="en-US" altLang="zh-CN" sz="2400" i="1" dirty="0">
                <a:solidFill>
                  <a:schemeClr val="accent2">
                    <a:lumMod val="75000"/>
                  </a:schemeClr>
                </a:solidFill>
              </a:rPr>
              <a:t>20B</a:t>
            </a:r>
            <a:r>
              <a:rPr lang="en-US" altLang="zh-CN" sz="2400" dirty="0"/>
              <a:t>; UDP header </a:t>
            </a:r>
            <a:r>
              <a:rPr lang="en-US" altLang="zh-CN" sz="2400" i="1" dirty="0">
                <a:solidFill>
                  <a:schemeClr val="accent2">
                    <a:lumMod val="75000"/>
                  </a:schemeClr>
                </a:solidFill>
              </a:rPr>
              <a:t>8B </a:t>
            </a:r>
          </a:p>
          <a:p>
            <a:pPr marL="914400" lvl="1" indent="-317500">
              <a:lnSpc>
                <a:spcPct val="125000"/>
              </a:lnSpc>
              <a:spcBef>
                <a:spcPts val="0"/>
              </a:spcBef>
              <a:buSzPts val="1400"/>
              <a:buFont typeface="Arial" panose="020B0604020202020204" pitchFamily="34" charset="0"/>
              <a:buChar char="○"/>
            </a:pPr>
            <a:r>
              <a:rPr lang="en-US" altLang="zh-CN" sz="2400" dirty="0"/>
              <a:t>WTP header </a:t>
            </a:r>
            <a:r>
              <a:rPr lang="en-US" altLang="zh-CN" sz="2400" i="1" dirty="0">
                <a:solidFill>
                  <a:schemeClr val="accent2">
                    <a:lumMod val="75000"/>
                  </a:schemeClr>
                </a:solidFill>
              </a:rPr>
              <a:t>16B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45A3CAC7-D925-D9B8-ECDB-D60A823F5257}"/>
              </a:ext>
            </a:extLst>
          </p:cNvPr>
          <p:cNvSpPr txBox="1"/>
          <p:nvPr/>
        </p:nvSpPr>
        <p:spPr>
          <a:xfrm>
            <a:off x="838200" y="5732158"/>
            <a:ext cx="68745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i="1" dirty="0">
                <a:solidFill>
                  <a:schemeClr val="accent2">
                    <a:lumMod val="75000"/>
                  </a:schemeClr>
                </a:solidFill>
              </a:rPr>
              <a:t>1472B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</a:rPr>
              <a:t>for the whole WTP with header </a:t>
            </a:r>
            <a:r>
              <a:rPr lang="en-US" altLang="zh-CN" i="1" dirty="0">
                <a:solidFill>
                  <a:schemeClr val="accent2">
                    <a:lumMod val="75000"/>
                  </a:schemeClr>
                </a:solidFill>
              </a:rPr>
              <a:t>and 1456B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</a:rPr>
              <a:t>for WTP data only. </a:t>
            </a:r>
            <a:endParaRPr lang="zh-CN" altLang="en-US" dirty="0"/>
          </a:p>
        </p:txBody>
      </p: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E1CE6125-0DDF-EFC5-9E09-8646B0081ACD}"/>
              </a:ext>
            </a:extLst>
          </p:cNvPr>
          <p:cNvGrpSpPr/>
          <p:nvPr/>
        </p:nvGrpSpPr>
        <p:grpSpPr>
          <a:xfrm>
            <a:off x="7902211" y="3675114"/>
            <a:ext cx="4095989" cy="2972458"/>
            <a:chOff x="6756496" y="2033511"/>
            <a:chExt cx="4095989" cy="2972458"/>
          </a:xfrm>
        </p:grpSpPr>
        <p:graphicFrame>
          <p:nvGraphicFramePr>
            <p:cNvPr id="38" name="Google Shape;62;p14">
              <a:extLst>
                <a:ext uri="{FF2B5EF4-FFF2-40B4-BE49-F238E27FC236}">
                  <a16:creationId xmlns:a16="http://schemas.microsoft.com/office/drawing/2014/main" id="{B4352FF8-9ADF-032B-5EA8-F56382E20E11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880414791"/>
                </p:ext>
              </p:extLst>
            </p:nvPr>
          </p:nvGraphicFramePr>
          <p:xfrm>
            <a:off x="6941477" y="2080119"/>
            <a:ext cx="1542575" cy="2925850"/>
          </p:xfrm>
          <a:graphic>
            <a:graphicData uri="http://schemas.openxmlformats.org/drawingml/2006/table">
              <a:tbl>
                <a:tblPr>
                  <a:noFill/>
                </a:tblPr>
                <a:tblGrid>
                  <a:gridCol w="1542575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</a:tblGrid>
                <a:tr h="39620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600" dirty="0">
                            <a:solidFill>
                              <a:schemeClr val="accent2"/>
                            </a:solidFill>
                            <a:latin typeface="+mn-lt"/>
                            <a:ea typeface="Ubuntu"/>
                            <a:cs typeface="Ubuntu"/>
                            <a:sym typeface="Ubuntu"/>
                          </a:rPr>
                          <a:t>type</a:t>
                        </a:r>
                        <a:endParaRPr sz="1600" dirty="0">
                          <a:solidFill>
                            <a:schemeClr val="accent2"/>
                          </a:solidFill>
                          <a:latin typeface="+mn-lt"/>
                          <a:ea typeface="Ubuntu"/>
                          <a:cs typeface="Ubuntu"/>
                          <a:sym typeface="Ubuntu"/>
                        </a:endParaRPr>
                      </a:p>
                    </a:txBody>
                    <a:tcPr marL="91425" marR="91425" marT="91425" marB="91425"/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39620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600" dirty="0" err="1">
                            <a:solidFill>
                              <a:schemeClr val="accent2"/>
                            </a:solidFill>
                            <a:latin typeface="+mn-lt"/>
                            <a:ea typeface="Ubuntu"/>
                            <a:cs typeface="Ubuntu"/>
                            <a:sym typeface="Ubuntu"/>
                          </a:rPr>
                          <a:t>seqNum</a:t>
                        </a:r>
                        <a:endParaRPr sz="1600" dirty="0">
                          <a:solidFill>
                            <a:schemeClr val="accent2"/>
                          </a:solidFill>
                          <a:latin typeface="+mn-lt"/>
                          <a:ea typeface="Ubuntu"/>
                          <a:cs typeface="Ubuntu"/>
                          <a:sym typeface="Ubuntu"/>
                        </a:endParaRPr>
                      </a:p>
                    </a:txBody>
                    <a:tcPr marL="91425" marR="91425" marT="91425" marB="91425"/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39620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600" dirty="0">
                            <a:solidFill>
                              <a:schemeClr val="accent2"/>
                            </a:solidFill>
                            <a:latin typeface="+mn-lt"/>
                            <a:ea typeface="Ubuntu"/>
                            <a:cs typeface="Ubuntu"/>
                            <a:sym typeface="Ubuntu"/>
                          </a:rPr>
                          <a:t>length</a:t>
                        </a:r>
                        <a:endParaRPr sz="1600" dirty="0">
                          <a:solidFill>
                            <a:schemeClr val="accent2"/>
                          </a:solidFill>
                          <a:latin typeface="+mn-lt"/>
                          <a:ea typeface="Ubuntu"/>
                          <a:cs typeface="Ubuntu"/>
                          <a:sym typeface="Ubuntu"/>
                        </a:endParaRPr>
                      </a:p>
                    </a:txBody>
                    <a:tcPr marL="91425" marR="91425" marT="91425" marB="91425"/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39620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600" dirty="0">
                            <a:solidFill>
                              <a:schemeClr val="accent2"/>
                            </a:solidFill>
                            <a:latin typeface="+mn-lt"/>
                            <a:ea typeface="Ubuntu"/>
                            <a:cs typeface="Ubuntu"/>
                            <a:sym typeface="Ubuntu"/>
                          </a:rPr>
                          <a:t>checksum</a:t>
                        </a:r>
                        <a:endParaRPr sz="1600" dirty="0">
                          <a:solidFill>
                            <a:schemeClr val="accent2"/>
                          </a:solidFill>
                          <a:latin typeface="+mn-lt"/>
                          <a:ea typeface="Ubuntu"/>
                          <a:cs typeface="Ubuntu"/>
                          <a:sym typeface="Ubuntu"/>
                        </a:endParaRPr>
                      </a:p>
                    </a:txBody>
                    <a:tcPr marL="91425" marR="91425" marT="91425" marB="91425"/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39620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600" dirty="0">
                            <a:solidFill>
                              <a:srgbClr val="FF0000"/>
                            </a:solidFill>
                            <a:latin typeface="+mn-lt"/>
                            <a:ea typeface="Ubuntu"/>
                            <a:cs typeface="Ubuntu"/>
                            <a:sym typeface="Ubuntu"/>
                          </a:rPr>
                          <a:t>data</a:t>
                        </a:r>
                        <a:endParaRPr sz="1600" dirty="0">
                          <a:solidFill>
                            <a:srgbClr val="FF0000"/>
                          </a:solidFill>
                          <a:latin typeface="+mn-lt"/>
                          <a:ea typeface="Ubuntu"/>
                          <a:cs typeface="Ubuntu"/>
                          <a:sym typeface="Ubuntu"/>
                        </a:endParaRPr>
                      </a:p>
                    </a:txBody>
                    <a:tcPr marL="91425" marR="91425" marT="91425" marB="91425" anchor="ctr"/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396200"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600" dirty="0">
                            <a:latin typeface="+mn-lt"/>
                          </a:rPr>
                          <a:t>UDP header</a:t>
                        </a:r>
                        <a:endParaRPr lang="zh-CN" sz="1600" dirty="0">
                          <a:latin typeface="+mn-lt"/>
                        </a:endParaRPr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05"/>
                    </a:ext>
                  </a:extLst>
                </a:tr>
                <a:tr h="396200"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600" dirty="0">
                            <a:latin typeface="+mn-lt"/>
                          </a:rPr>
                          <a:t>IP header</a:t>
                        </a:r>
                        <a:endParaRPr lang="zh-CN" sz="1600" dirty="0">
                          <a:latin typeface="+mn-lt"/>
                        </a:endParaRPr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06"/>
                    </a:ext>
                  </a:extLst>
                </a:tr>
              </a:tbl>
            </a:graphicData>
          </a:graphic>
        </p:graphicFrame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18404077-7E38-AEA4-D56E-D95EED9F35F6}"/>
                </a:ext>
              </a:extLst>
            </p:cNvPr>
            <p:cNvSpPr txBox="1"/>
            <p:nvPr/>
          </p:nvSpPr>
          <p:spPr>
            <a:xfrm>
              <a:off x="8567530" y="2141599"/>
              <a:ext cx="4333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800" dirty="0">
                  <a:latin typeface="+mn-lt"/>
                  <a:ea typeface="Ubuntu"/>
                  <a:cs typeface="Ubuntu"/>
                  <a:sym typeface="Ubuntu"/>
                </a:rPr>
                <a:t>4B</a:t>
              </a: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1D73D581-1B62-B4D3-C70A-CB03E25F0CA7}"/>
                </a:ext>
              </a:extLst>
            </p:cNvPr>
            <p:cNvSpPr txBox="1"/>
            <p:nvPr/>
          </p:nvSpPr>
          <p:spPr>
            <a:xfrm>
              <a:off x="8567530" y="3758945"/>
              <a:ext cx="135156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800" dirty="0">
                  <a:latin typeface="+mn-lt"/>
                  <a:ea typeface="Ubuntu"/>
                  <a:cs typeface="Ubuntu"/>
                  <a:sym typeface="Ubuntu"/>
                </a:rPr>
                <a:t>up to 1456B</a:t>
              </a: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A3E27C0B-B92A-8171-8F28-BB502B636E98}"/>
                </a:ext>
              </a:extLst>
            </p:cNvPr>
            <p:cNvSpPr txBox="1"/>
            <p:nvPr/>
          </p:nvSpPr>
          <p:spPr>
            <a:xfrm>
              <a:off x="8567530" y="2545058"/>
              <a:ext cx="4333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800" dirty="0">
                  <a:latin typeface="+mn-lt"/>
                  <a:ea typeface="Ubuntu"/>
                  <a:cs typeface="Ubuntu"/>
                  <a:sym typeface="Ubuntu"/>
                </a:rPr>
                <a:t>4B</a:t>
              </a: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8F8038AA-8C75-CB97-6484-86FB762CDB7D}"/>
                </a:ext>
              </a:extLst>
            </p:cNvPr>
            <p:cNvSpPr txBox="1"/>
            <p:nvPr/>
          </p:nvSpPr>
          <p:spPr>
            <a:xfrm>
              <a:off x="8567530" y="2989046"/>
              <a:ext cx="4333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800" dirty="0">
                  <a:latin typeface="+mn-lt"/>
                  <a:ea typeface="Ubuntu"/>
                  <a:cs typeface="Ubuntu"/>
                  <a:sym typeface="Ubuntu"/>
                </a:rPr>
                <a:t>4B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96F6A95A-55BF-3FBB-F346-BC8C8EE5DC3B}"/>
                </a:ext>
              </a:extLst>
            </p:cNvPr>
            <p:cNvSpPr txBox="1"/>
            <p:nvPr/>
          </p:nvSpPr>
          <p:spPr>
            <a:xfrm>
              <a:off x="8567530" y="3358378"/>
              <a:ext cx="4333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800" dirty="0">
                  <a:latin typeface="+mn-lt"/>
                  <a:ea typeface="Ubuntu"/>
                  <a:cs typeface="Ubuntu"/>
                  <a:sym typeface="Ubuntu"/>
                </a:rPr>
                <a:t>4B</a:t>
              </a:r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FEEC2427-E085-2E68-ED90-DD93C5B1F9B0}"/>
                </a:ext>
              </a:extLst>
            </p:cNvPr>
            <p:cNvSpPr/>
            <p:nvPr/>
          </p:nvSpPr>
          <p:spPr>
            <a:xfrm>
              <a:off x="6756496" y="2033511"/>
              <a:ext cx="4095988" cy="2241710"/>
            </a:xfrm>
            <a:prstGeom prst="rect">
              <a:avLst/>
            </a:prstGeom>
            <a:noFill/>
            <a:ln w="50800" cmpd="tri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3164C1B9-F433-F5AB-B49F-485417915C4B}"/>
                </a:ext>
              </a:extLst>
            </p:cNvPr>
            <p:cNvSpPr/>
            <p:nvPr/>
          </p:nvSpPr>
          <p:spPr>
            <a:xfrm>
              <a:off x="6856954" y="2141599"/>
              <a:ext cx="3324651" cy="1986678"/>
            </a:xfrm>
            <a:prstGeom prst="rect">
              <a:avLst/>
            </a:prstGeom>
            <a:noFill/>
            <a:ln w="19050" cmpd="sng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201B5944-DFA7-CCF5-96C0-75B395207886}"/>
                </a:ext>
              </a:extLst>
            </p:cNvPr>
            <p:cNvSpPr txBox="1"/>
            <p:nvPr/>
          </p:nvSpPr>
          <p:spPr>
            <a:xfrm>
              <a:off x="10181605" y="2141599"/>
              <a:ext cx="67088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WTP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26019EF6-6EFE-E21E-18E9-14D9A0F5DBA0}"/>
                </a:ext>
              </a:extLst>
            </p:cNvPr>
            <p:cNvSpPr txBox="1"/>
            <p:nvPr/>
          </p:nvSpPr>
          <p:spPr>
            <a:xfrm>
              <a:off x="8916277" y="2136453"/>
              <a:ext cx="138329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WTP header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7997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206"/>
            <a:ext cx="10515600" cy="1325563"/>
          </a:xfrm>
        </p:spPr>
        <p:txBody>
          <a:bodyPr/>
          <a:lstStyle/>
          <a:p>
            <a:r>
              <a:rPr lang="zh-CN" altLang="zh-CN" b="1" dirty="0"/>
              <a:t>WTP: stages</a:t>
            </a:r>
            <a:endParaRPr lang="en-US" b="1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A7EC6F6-3A9C-6A4E-9F5B-60AABA1D48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EE3D794-DB4E-C14E-A5D2-84852F6CC9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Google Shape;70;p15">
            <a:extLst>
              <a:ext uri="{FF2B5EF4-FFF2-40B4-BE49-F238E27FC236}">
                <a16:creationId xmlns:a16="http://schemas.microsoft.com/office/drawing/2014/main" id="{22E50F3B-8764-E942-4A7C-439C893FCE64}"/>
              </a:ext>
            </a:extLst>
          </p:cNvPr>
          <p:cNvSpPr txBox="1">
            <a:spLocks/>
          </p:cNvSpPr>
          <p:nvPr/>
        </p:nvSpPr>
        <p:spPr>
          <a:xfrm>
            <a:off x="838199" y="863716"/>
            <a:ext cx="9857763" cy="5994284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334327">
              <a:lnSpc>
                <a:spcPct val="114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●"/>
            </a:pPr>
            <a:r>
              <a:rPr lang="en-US" altLang="zh-CN" sz="2000" b="1" dirty="0"/>
              <a:t>Header format: </a:t>
            </a:r>
            <a:r>
              <a:rPr lang="en-US" altLang="zh-CN" sz="2000" dirty="0"/>
              <a:t>&lt;type, </a:t>
            </a:r>
            <a:r>
              <a:rPr lang="en-US" altLang="zh-CN" sz="2000" dirty="0" err="1"/>
              <a:t>seqNum</a:t>
            </a:r>
            <a:r>
              <a:rPr lang="en-US" altLang="zh-CN" sz="2000" dirty="0"/>
              <a:t>, length, checksum&gt;</a:t>
            </a:r>
          </a:p>
          <a:p>
            <a:pPr marL="457200" indent="-334327">
              <a:lnSpc>
                <a:spcPct val="114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●"/>
            </a:pPr>
            <a:r>
              <a:rPr lang="en-US" altLang="zh-CN" sz="2000" b="1" dirty="0"/>
              <a:t>Initiate:</a:t>
            </a:r>
            <a:endParaRPr lang="en-US" sz="2000" b="1" dirty="0"/>
          </a:p>
          <a:p>
            <a:pPr marL="914400" lvl="1" indent="-310832">
              <a:lnSpc>
                <a:spcPct val="114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○"/>
            </a:pPr>
            <a:r>
              <a:rPr lang="en-US" altLang="zh-CN" sz="1800" i="1" dirty="0"/>
              <a:t>Sender</a:t>
            </a:r>
            <a:r>
              <a:rPr lang="en-US" altLang="zh-CN" sz="1800" dirty="0"/>
              <a:t>: “I have something for you!” &lt;</a:t>
            </a:r>
            <a:r>
              <a:rPr lang="en-US" altLang="zh-CN" sz="1800" dirty="0">
                <a:solidFill>
                  <a:schemeClr val="accent2"/>
                </a:solidFill>
              </a:rPr>
              <a:t>START</a:t>
            </a:r>
            <a:r>
              <a:rPr lang="en-US" altLang="zh-CN" sz="1800" dirty="0"/>
              <a:t>, </a:t>
            </a:r>
            <a:r>
              <a:rPr lang="en-US" altLang="zh-CN" sz="1800" i="1" dirty="0"/>
              <a:t>R</a:t>
            </a:r>
            <a:r>
              <a:rPr lang="en-US" altLang="zh-CN" sz="1800" dirty="0"/>
              <a:t>, 0, 0&gt; </a:t>
            </a:r>
            <a:endParaRPr lang="en-US" sz="1800" dirty="0"/>
          </a:p>
          <a:p>
            <a:pPr marL="914400" lvl="1" indent="-310832">
              <a:lnSpc>
                <a:spcPct val="114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○"/>
            </a:pPr>
            <a:r>
              <a:rPr lang="en-US" altLang="zh-CN" sz="1800" i="1" dirty="0"/>
              <a:t>Receiver</a:t>
            </a:r>
            <a:r>
              <a:rPr lang="en-US" altLang="zh-CN" sz="1800" dirty="0"/>
              <a:t>: “I am ready, please proceed.” &lt;</a:t>
            </a:r>
            <a:r>
              <a:rPr lang="en-US" altLang="zh-CN" sz="1800" dirty="0">
                <a:solidFill>
                  <a:schemeClr val="accent2"/>
                </a:solidFill>
              </a:rPr>
              <a:t>ACK</a:t>
            </a:r>
            <a:r>
              <a:rPr lang="en-US" altLang="zh-CN" sz="1800" dirty="0"/>
              <a:t>, </a:t>
            </a:r>
            <a:r>
              <a:rPr lang="en-US" altLang="zh-CN" sz="1800" i="1" dirty="0"/>
              <a:t>R</a:t>
            </a:r>
            <a:r>
              <a:rPr lang="en-US" altLang="zh-CN" sz="1800" dirty="0"/>
              <a:t>, 0, 0&gt;</a:t>
            </a:r>
            <a:endParaRPr lang="en-US" sz="1800" dirty="0"/>
          </a:p>
          <a:p>
            <a:pPr marL="457200" indent="-334327">
              <a:lnSpc>
                <a:spcPct val="114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●"/>
            </a:pPr>
            <a:r>
              <a:rPr lang="en-US" altLang="zh-CN" sz="2000" b="1" dirty="0"/>
              <a:t>Data transmission:</a:t>
            </a:r>
            <a:endParaRPr lang="en-US" sz="2000" b="1" dirty="0"/>
          </a:p>
          <a:p>
            <a:pPr marL="914400" lvl="1" indent="-310832">
              <a:lnSpc>
                <a:spcPct val="114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○"/>
            </a:pPr>
            <a:r>
              <a:rPr lang="en-US" altLang="zh-CN" sz="1800" i="1" dirty="0"/>
              <a:t>Sender</a:t>
            </a:r>
            <a:r>
              <a:rPr lang="en-US" altLang="zh-CN" sz="1800" dirty="0"/>
              <a:t>: “Here is the </a:t>
            </a:r>
            <a:r>
              <a:rPr lang="en-US" altLang="zh-CN" sz="1800" i="1" dirty="0" err="1"/>
              <a:t>i</a:t>
            </a:r>
            <a:r>
              <a:rPr lang="en-US" altLang="zh-CN" sz="1800" dirty="0" err="1"/>
              <a:t>-th</a:t>
            </a:r>
            <a:r>
              <a:rPr lang="en-US" altLang="zh-CN" sz="1800" dirty="0"/>
              <a:t> packet.” &lt;</a:t>
            </a:r>
            <a:r>
              <a:rPr lang="en-US" altLang="zh-CN" sz="1800" dirty="0">
                <a:solidFill>
                  <a:schemeClr val="accent2"/>
                </a:solidFill>
              </a:rPr>
              <a:t>DATA</a:t>
            </a:r>
            <a:r>
              <a:rPr lang="en-US" altLang="zh-CN" sz="1800" dirty="0"/>
              <a:t>, </a:t>
            </a:r>
            <a:r>
              <a:rPr lang="en-US" altLang="zh-CN" sz="1800" i="1" dirty="0" err="1"/>
              <a:t>i</a:t>
            </a:r>
            <a:r>
              <a:rPr lang="en-US" altLang="zh-CN" sz="1800" dirty="0"/>
              <a:t>, LEN, SUM&gt;</a:t>
            </a:r>
            <a:endParaRPr lang="en-US" sz="1800" dirty="0"/>
          </a:p>
          <a:p>
            <a:pPr marL="914400" lvl="1" indent="-310832">
              <a:lnSpc>
                <a:spcPct val="114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○"/>
            </a:pPr>
            <a:r>
              <a:rPr lang="en-US" altLang="zh-CN" sz="1800" i="1" dirty="0"/>
              <a:t>Receiver</a:t>
            </a:r>
            <a:r>
              <a:rPr lang="en-US" altLang="zh-CN" sz="1800" dirty="0"/>
              <a:t>: “Got you, please send me the next packet (</a:t>
            </a:r>
            <a:r>
              <a:rPr lang="en-US" altLang="zh-CN" sz="1800" i="1" dirty="0"/>
              <a:t>j</a:t>
            </a:r>
            <a:r>
              <a:rPr lang="en-US" altLang="zh-CN" sz="1800" dirty="0"/>
              <a:t>-</a:t>
            </a:r>
            <a:r>
              <a:rPr lang="en-US" altLang="zh-CN" sz="1800" dirty="0" err="1"/>
              <a:t>th</a:t>
            </a:r>
            <a:r>
              <a:rPr lang="en-US" altLang="zh-CN" sz="1800" dirty="0"/>
              <a:t> packet).” &lt;</a:t>
            </a:r>
            <a:r>
              <a:rPr lang="en-US" altLang="zh-CN" sz="1800" dirty="0">
                <a:solidFill>
                  <a:schemeClr val="accent2"/>
                </a:solidFill>
              </a:rPr>
              <a:t>ACK</a:t>
            </a:r>
            <a:r>
              <a:rPr lang="en-US" altLang="zh-CN" sz="1800" dirty="0"/>
              <a:t>, </a:t>
            </a:r>
            <a:r>
              <a:rPr lang="en-US" altLang="zh-CN" sz="1800" i="1" dirty="0"/>
              <a:t>j</a:t>
            </a:r>
            <a:r>
              <a:rPr lang="en-US" altLang="zh-CN" sz="1800" dirty="0"/>
              <a:t>, 0, 0&gt;</a:t>
            </a:r>
            <a:endParaRPr lang="en-US" sz="1800" dirty="0"/>
          </a:p>
          <a:p>
            <a:pPr marL="457200" indent="-334327">
              <a:lnSpc>
                <a:spcPct val="114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●"/>
            </a:pPr>
            <a:r>
              <a:rPr lang="en-US" altLang="zh-CN" sz="2000" b="1" dirty="0"/>
              <a:t>Finish: </a:t>
            </a:r>
            <a:endParaRPr lang="en-US" sz="2000" b="1" dirty="0"/>
          </a:p>
          <a:p>
            <a:pPr marL="914400" lvl="1" indent="-310832">
              <a:lnSpc>
                <a:spcPct val="114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○"/>
            </a:pPr>
            <a:r>
              <a:rPr lang="en-US" altLang="zh-CN" sz="1800" i="1" dirty="0"/>
              <a:t>Sender</a:t>
            </a:r>
            <a:r>
              <a:rPr lang="en-US" altLang="zh-CN" sz="1800" dirty="0"/>
              <a:t>: “That’s all there is for file R” &lt;</a:t>
            </a:r>
            <a:r>
              <a:rPr lang="en-US" altLang="zh-CN" sz="1800" dirty="0">
                <a:solidFill>
                  <a:schemeClr val="accent2"/>
                </a:solidFill>
              </a:rPr>
              <a:t>END</a:t>
            </a:r>
            <a:r>
              <a:rPr lang="en-US" altLang="zh-CN" sz="1800" dirty="0"/>
              <a:t>, </a:t>
            </a:r>
            <a:r>
              <a:rPr lang="en-US" altLang="zh-CN" sz="1800" i="1" dirty="0"/>
              <a:t>R</a:t>
            </a:r>
            <a:r>
              <a:rPr lang="en-US" altLang="zh-CN" sz="1800" dirty="0"/>
              <a:t>, 0, 0&gt;</a:t>
            </a:r>
            <a:endParaRPr lang="en-US" sz="1800" dirty="0"/>
          </a:p>
          <a:p>
            <a:pPr marL="914400" lvl="1" indent="-310832">
              <a:lnSpc>
                <a:spcPct val="114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○"/>
            </a:pPr>
            <a:r>
              <a:rPr lang="en-US" altLang="zh-CN" sz="1800" i="1" dirty="0"/>
              <a:t>Receiver</a:t>
            </a:r>
            <a:r>
              <a:rPr lang="en-US" altLang="zh-CN" sz="1800" dirty="0"/>
              <a:t>: “I have saved it.” &lt;</a:t>
            </a:r>
            <a:r>
              <a:rPr lang="en-US" altLang="zh-CN" sz="1800" dirty="0">
                <a:solidFill>
                  <a:schemeClr val="accent2"/>
                </a:solidFill>
              </a:rPr>
              <a:t>ACK</a:t>
            </a:r>
            <a:r>
              <a:rPr lang="en-US" altLang="zh-CN" sz="1800" dirty="0"/>
              <a:t>, </a:t>
            </a:r>
            <a:r>
              <a:rPr lang="en-US" altLang="zh-CN" sz="1800" i="1" dirty="0"/>
              <a:t>R</a:t>
            </a:r>
            <a:r>
              <a:rPr lang="en-US" altLang="zh-CN" sz="1800" dirty="0"/>
              <a:t>, 0, 0&gt;</a:t>
            </a:r>
            <a:endParaRPr lang="en-US" sz="1800" dirty="0"/>
          </a:p>
          <a:p>
            <a:pPr marL="457200" indent="-334327">
              <a:lnSpc>
                <a:spcPct val="114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●"/>
            </a:pPr>
            <a:r>
              <a:rPr lang="en-US" altLang="zh-CN" sz="2000" b="1" dirty="0"/>
              <a:t>Special note:</a:t>
            </a:r>
            <a:endParaRPr lang="en-US" sz="2000" b="1" dirty="0"/>
          </a:p>
          <a:p>
            <a:pPr marL="914400" lvl="1" indent="-310832">
              <a:lnSpc>
                <a:spcPct val="114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○"/>
            </a:pPr>
            <a:r>
              <a:rPr lang="en-US" altLang="zh-CN" sz="1800" dirty="0"/>
              <a:t>initiate and finish stages use the same random </a:t>
            </a:r>
            <a:r>
              <a:rPr lang="en-US" altLang="zh-CN" sz="1800" dirty="0" err="1">
                <a:solidFill>
                  <a:schemeClr val="accent2"/>
                </a:solidFill>
              </a:rPr>
              <a:t>seqNum</a:t>
            </a:r>
            <a:r>
              <a:rPr lang="en-US" altLang="zh-CN" sz="1800" dirty="0"/>
              <a:t> </a:t>
            </a:r>
            <a:r>
              <a:rPr lang="en-US" altLang="zh-CN" sz="1800" i="1" dirty="0"/>
              <a:t>R</a:t>
            </a:r>
            <a:endParaRPr lang="en-US" sz="1800" i="1" dirty="0"/>
          </a:p>
          <a:p>
            <a:pPr marL="1371600" lvl="2" indent="-310832">
              <a:lnSpc>
                <a:spcPct val="114000"/>
              </a:lnSpc>
              <a:spcBef>
                <a:spcPts val="0"/>
              </a:spcBef>
              <a:buSzPct val="100000"/>
              <a:buFont typeface="Wingdings" pitchFamily="2" charset="2"/>
              <a:buChar char="ü"/>
            </a:pPr>
            <a:r>
              <a:rPr lang="en-US" altLang="zh-CN" sz="1800" dirty="0"/>
              <a:t>unrelated to data packets</a:t>
            </a:r>
            <a:endParaRPr lang="en-US" sz="1800" dirty="0"/>
          </a:p>
          <a:p>
            <a:pPr marL="1371600" lvl="2" indent="-310832">
              <a:lnSpc>
                <a:spcPct val="114000"/>
              </a:lnSpc>
              <a:spcBef>
                <a:spcPts val="0"/>
              </a:spcBef>
              <a:buSzPct val="100000"/>
              <a:buFont typeface="Wingdings" pitchFamily="2" charset="2"/>
              <a:buChar char="ü"/>
            </a:pPr>
            <a:r>
              <a:rPr lang="en-US" altLang="zh-CN" sz="1800" dirty="0"/>
              <a:t>to mark the begin and end of the same file</a:t>
            </a:r>
            <a:endParaRPr lang="en-US" altLang="zh-CN" sz="1800" b="1" dirty="0"/>
          </a:p>
          <a:p>
            <a:pPr marL="914400" lvl="1" indent="-310832">
              <a:lnSpc>
                <a:spcPct val="114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○"/>
            </a:pPr>
            <a:r>
              <a:rPr lang="en-US" altLang="zh-CN" sz="1800" dirty="0" err="1">
                <a:solidFill>
                  <a:schemeClr val="accent2"/>
                </a:solidFill>
              </a:rPr>
              <a:t>seqNum</a:t>
            </a:r>
            <a:r>
              <a:rPr lang="en-US" altLang="zh-CN" sz="1800" dirty="0"/>
              <a:t> in </a:t>
            </a:r>
            <a:r>
              <a:rPr lang="en-US" altLang="zh-CN" sz="1800" i="1" dirty="0"/>
              <a:t>ACK</a:t>
            </a:r>
            <a:r>
              <a:rPr lang="zh-CN" altLang="en-US" sz="1800" dirty="0"/>
              <a:t> </a:t>
            </a:r>
            <a:r>
              <a:rPr lang="en-US" altLang="zh-CN" sz="1800" dirty="0"/>
              <a:t>packet is the </a:t>
            </a:r>
            <a:r>
              <a:rPr lang="en-US" altLang="zh-CN" sz="1800" b="1" i="1" dirty="0"/>
              <a:t>next </a:t>
            </a:r>
            <a:r>
              <a:rPr lang="en-US" altLang="zh-CN" sz="1800" dirty="0"/>
              <a:t>packet to be expected just like TCP</a:t>
            </a:r>
            <a:endParaRPr lang="en-US" sz="1800" b="1" dirty="0"/>
          </a:p>
          <a:p>
            <a:pPr marL="1371600" lvl="2" indent="-310832">
              <a:lnSpc>
                <a:spcPct val="114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itchFamily="2" charset="2"/>
              <a:buChar char="ü"/>
            </a:pPr>
            <a:r>
              <a:rPr lang="en-US" altLang="zh-CN" sz="1800" i="1" dirty="0" err="1"/>
              <a:t>seqNum</a:t>
            </a:r>
            <a:r>
              <a:rPr lang="en-US" altLang="zh-CN" sz="1800" dirty="0"/>
              <a:t> begin at 0 and increment by 1 for each packet</a:t>
            </a:r>
            <a:r>
              <a:rPr lang="zh-CN" altLang="en-US" sz="1800" dirty="0"/>
              <a:t> </a:t>
            </a:r>
            <a:r>
              <a:rPr lang="en-US" altLang="zh-CN" sz="1800" dirty="0"/>
              <a:t>in</a:t>
            </a:r>
            <a:r>
              <a:rPr lang="zh-CN" altLang="en-US" sz="1800" dirty="0"/>
              <a:t> </a:t>
            </a:r>
            <a:r>
              <a:rPr lang="en-US" altLang="zh-CN" sz="1800" i="1" dirty="0"/>
              <a:t>sender </a:t>
            </a:r>
            <a:r>
              <a:rPr lang="en-US" altLang="zh-CN" sz="1800" dirty="0"/>
              <a:t>when transferring data</a:t>
            </a:r>
          </a:p>
          <a:p>
            <a:pPr marL="1371600" lvl="2" indent="-310832">
              <a:lnSpc>
                <a:spcPct val="114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itchFamily="2" charset="2"/>
              <a:buChar char="ü"/>
            </a:pPr>
            <a:r>
              <a:rPr lang="en-US" sz="1800" i="1" dirty="0"/>
              <a:t>Receiver</a:t>
            </a:r>
            <a:r>
              <a:rPr lang="en-US" sz="1800" dirty="0"/>
              <a:t> can just send one </a:t>
            </a:r>
            <a:r>
              <a:rPr lang="en-US" altLang="zh-CN" sz="1800" dirty="0"/>
              <a:t>cumulative</a:t>
            </a:r>
            <a:r>
              <a:rPr lang="en-US" sz="1800" dirty="0"/>
              <a:t> ACK after receiving all packets in a window rather than ACK for each packet</a:t>
            </a:r>
          </a:p>
        </p:txBody>
      </p:sp>
    </p:spTree>
    <p:extLst>
      <p:ext uri="{BB962C8B-B14F-4D97-AF65-F5344CB8AC3E}">
        <p14:creationId xmlns:p14="http://schemas.microsoft.com/office/powerpoint/2010/main" val="1485044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206"/>
            <a:ext cx="10515600" cy="1325563"/>
          </a:xfrm>
        </p:spPr>
        <p:txBody>
          <a:bodyPr/>
          <a:lstStyle/>
          <a:p>
            <a:r>
              <a:rPr lang="en-US" altLang="zh-CN" b="1" dirty="0"/>
              <a:t>WTP: </a:t>
            </a:r>
            <a:r>
              <a:rPr lang="zh-CN" altLang="zh-CN" b="1" dirty="0"/>
              <a:t>sliding window</a:t>
            </a:r>
            <a:endParaRPr lang="en-US" b="1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A7EC6F6-3A9C-6A4E-9F5B-60AABA1D48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EE3D794-DB4E-C14E-A5D2-84852F6CC9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Google Shape;76;p16">
            <a:extLst>
              <a:ext uri="{FF2B5EF4-FFF2-40B4-BE49-F238E27FC236}">
                <a16:creationId xmlns:a16="http://schemas.microsoft.com/office/drawing/2014/main" id="{CB197AB9-D666-0CF1-8B71-F9D14429C4EA}"/>
              </a:ext>
            </a:extLst>
          </p:cNvPr>
          <p:cNvSpPr txBox="1">
            <a:spLocks/>
          </p:cNvSpPr>
          <p:nvPr/>
        </p:nvSpPr>
        <p:spPr>
          <a:xfrm>
            <a:off x="838200" y="852327"/>
            <a:ext cx="10582656" cy="196402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342900">
              <a:lnSpc>
                <a:spcPct val="125000"/>
              </a:lnSpc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altLang="zh-CN" sz="2200" dirty="0"/>
              <a:t>Initially</a:t>
            </a:r>
            <a:endParaRPr lang="en-US" sz="2200" dirty="0"/>
          </a:p>
          <a:p>
            <a:pPr marL="914400" lvl="1" indent="-317500">
              <a:lnSpc>
                <a:spcPct val="125000"/>
              </a:lnSpc>
              <a:spcBef>
                <a:spcPts val="0"/>
              </a:spcBef>
              <a:buSzPts val="1400"/>
              <a:buFont typeface="Arial" panose="020B0604020202020204" pitchFamily="34" charset="0"/>
              <a:buChar char="○"/>
            </a:pPr>
            <a:r>
              <a:rPr lang="en-US" altLang="zh-CN" sz="1800" dirty="0"/>
              <a:t>Send a window of packets</a:t>
            </a:r>
            <a:endParaRPr lang="en-US" sz="1800" dirty="0"/>
          </a:p>
          <a:p>
            <a:pPr marL="457200" indent="-342900">
              <a:lnSpc>
                <a:spcPct val="125000"/>
              </a:lnSpc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altLang="zh-CN" sz="2200" dirty="0"/>
              <a:t>When sender sees a new </a:t>
            </a:r>
            <a:r>
              <a:rPr lang="en-US" altLang="zh-CN" sz="2200" i="1" dirty="0"/>
              <a:t>ACK</a:t>
            </a:r>
            <a:endParaRPr lang="en-US" sz="2200" i="1" dirty="0"/>
          </a:p>
          <a:p>
            <a:pPr marL="914400" lvl="1" indent="-317500">
              <a:lnSpc>
                <a:spcPct val="125000"/>
              </a:lnSpc>
              <a:spcBef>
                <a:spcPts val="0"/>
              </a:spcBef>
              <a:buSzPts val="1400"/>
              <a:buFont typeface="Arial" panose="020B0604020202020204" pitchFamily="34" charset="0"/>
              <a:buChar char="○"/>
            </a:pPr>
            <a:r>
              <a:rPr lang="en-US" altLang="zh-CN" sz="1800" dirty="0"/>
              <a:t>Advance the window by how many pkt </a:t>
            </a:r>
            <a:r>
              <a:rPr lang="en-US" altLang="zh-CN" sz="1800" dirty="0" err="1"/>
              <a:t>acked</a:t>
            </a:r>
            <a:r>
              <a:rPr lang="en-US" altLang="zh-CN" sz="1800" dirty="0"/>
              <a:t> (could &gt; 1: cumulative ack)</a:t>
            </a:r>
            <a:endParaRPr lang="en-US" sz="1800" dirty="0"/>
          </a:p>
          <a:p>
            <a:pPr marL="914400" lvl="1" indent="-317500">
              <a:lnSpc>
                <a:spcPct val="125000"/>
              </a:lnSpc>
              <a:spcBef>
                <a:spcPts val="0"/>
              </a:spcBef>
              <a:buSzPts val="1400"/>
              <a:buFont typeface="Arial" panose="020B0604020202020204" pitchFamily="34" charset="0"/>
              <a:buChar char="○"/>
            </a:pPr>
            <a:r>
              <a:rPr lang="en-US" altLang="zh-CN" sz="1800" dirty="0"/>
              <a:t>Send new packets covered by the window</a:t>
            </a:r>
            <a:endParaRPr lang="en-US" sz="18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36D3ACA-7329-6A33-335E-621584B654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26846"/>
            <a:ext cx="9073837" cy="4012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515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206"/>
            <a:ext cx="10515600" cy="1325563"/>
          </a:xfrm>
        </p:spPr>
        <p:txBody>
          <a:bodyPr/>
          <a:lstStyle/>
          <a:p>
            <a:r>
              <a:rPr lang="zh-CN" altLang="zh-CN" b="1" dirty="0"/>
              <a:t>WTP: sender</a:t>
            </a:r>
            <a:endParaRPr lang="en-US" b="1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A7EC6F6-3A9C-6A4E-9F5B-60AABA1D48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EE3D794-DB4E-C14E-A5D2-84852F6CC9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Google Shape;83;p17">
            <a:extLst>
              <a:ext uri="{FF2B5EF4-FFF2-40B4-BE49-F238E27FC236}">
                <a16:creationId xmlns:a16="http://schemas.microsoft.com/office/drawing/2014/main" id="{090BEAF3-E38A-D357-DD2B-221412EE44DE}"/>
              </a:ext>
            </a:extLst>
          </p:cNvPr>
          <p:cNvSpPr txBox="1">
            <a:spLocks/>
          </p:cNvSpPr>
          <p:nvPr/>
        </p:nvSpPr>
        <p:spPr>
          <a:xfrm>
            <a:off x="838199" y="1199833"/>
            <a:ext cx="10200503" cy="556169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12800" b="1" dirty="0"/>
              <a:t>Special Cases Strategy</a:t>
            </a:r>
            <a:endParaRPr lang="en-US" sz="12800" b="1" dirty="0"/>
          </a:p>
          <a:p>
            <a:pPr marL="457200" indent="-342900">
              <a:lnSpc>
                <a:spcPct val="145000"/>
              </a:lnSpc>
              <a:spcBef>
                <a:spcPts val="120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altLang="zh-CN" sz="9600" i="1" dirty="0"/>
              <a:t>Packet Loss</a:t>
            </a:r>
            <a:r>
              <a:rPr lang="en-US" altLang="zh-CN" sz="9600" dirty="0"/>
              <a:t>: retransmission timer</a:t>
            </a:r>
            <a:endParaRPr lang="en-US" sz="9600" dirty="0"/>
          </a:p>
          <a:p>
            <a:pPr marL="457200" indent="-342900">
              <a:lnSpc>
                <a:spcPct val="145000"/>
              </a:lnSpc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altLang="zh-CN" sz="9600" i="1" dirty="0"/>
              <a:t>Reordered/delayed/duplicated ACK</a:t>
            </a:r>
            <a:r>
              <a:rPr lang="en-US" altLang="zh-CN" sz="9600" dirty="0"/>
              <a:t>:</a:t>
            </a:r>
          </a:p>
          <a:p>
            <a:pPr marL="914400" lvl="1" indent="-317500">
              <a:lnSpc>
                <a:spcPct val="145000"/>
              </a:lnSpc>
              <a:spcBef>
                <a:spcPts val="0"/>
              </a:spcBef>
              <a:buClr>
                <a:schemeClr val="tx1"/>
              </a:buClr>
              <a:buSzPts val="1400"/>
              <a:buFont typeface="Arial" panose="020B0604020202020204" pitchFamily="34" charset="0"/>
              <a:buChar char="○"/>
            </a:pPr>
            <a:r>
              <a:rPr lang="en-US" altLang="zh-CN" sz="8000" i="1" dirty="0">
                <a:solidFill>
                  <a:schemeClr val="accent2"/>
                </a:solidFill>
              </a:rPr>
              <a:t>Ignore</a:t>
            </a:r>
            <a:r>
              <a:rPr lang="en-US" altLang="zh-CN" sz="8000" dirty="0"/>
              <a:t> if the </a:t>
            </a:r>
            <a:r>
              <a:rPr lang="en-US" altLang="zh-CN" sz="8000" dirty="0" err="1"/>
              <a:t>ACKed</a:t>
            </a:r>
            <a:r>
              <a:rPr lang="en-US" altLang="zh-CN" sz="8000" dirty="0"/>
              <a:t> packet is not in the sliding window in the sender</a:t>
            </a:r>
          </a:p>
          <a:p>
            <a:pPr marL="914400" lvl="1" indent="-317500">
              <a:lnSpc>
                <a:spcPct val="145000"/>
              </a:lnSpc>
              <a:spcBef>
                <a:spcPts val="0"/>
              </a:spcBef>
              <a:buSzPts val="1400"/>
              <a:buFont typeface="Arial" panose="020B0604020202020204" pitchFamily="34" charset="0"/>
              <a:buChar char="○"/>
            </a:pPr>
            <a:r>
              <a:rPr lang="en-US" altLang="zh-CN" sz="8000" dirty="0"/>
              <a:t>Otherwise </a:t>
            </a:r>
            <a:r>
              <a:rPr lang="en-US" altLang="zh-CN" sz="8000" i="1" dirty="0">
                <a:solidFill>
                  <a:schemeClr val="accent2"/>
                </a:solidFill>
              </a:rPr>
              <a:t>retransmit</a:t>
            </a:r>
            <a:r>
              <a:rPr lang="en-US" altLang="zh-CN" sz="8000" dirty="0"/>
              <a:t> the desired packet</a:t>
            </a:r>
            <a:br>
              <a:rPr lang="en-US" altLang="zh-CN" sz="3300" dirty="0"/>
            </a:br>
            <a:endParaRPr lang="en-US" sz="3300" dirty="0"/>
          </a:p>
          <a:p>
            <a:pPr marL="457200" indent="-342900">
              <a:lnSpc>
                <a:spcPct val="145000"/>
              </a:lnSpc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altLang="zh-CN" sz="9600" dirty="0"/>
              <a:t>Implementation of </a:t>
            </a:r>
            <a:r>
              <a:rPr lang="en-US" altLang="zh-CN" sz="9600" i="1" dirty="0"/>
              <a:t>retransmission timer</a:t>
            </a:r>
            <a:endParaRPr lang="en-US" sz="9600" i="1" dirty="0"/>
          </a:p>
          <a:p>
            <a:pPr marL="914400" lvl="1" indent="-317500">
              <a:lnSpc>
                <a:spcPct val="145000"/>
              </a:lnSpc>
              <a:spcBef>
                <a:spcPts val="0"/>
              </a:spcBef>
              <a:buSzPts val="1400"/>
              <a:buFont typeface="Arial" panose="020B0604020202020204" pitchFamily="34" charset="0"/>
              <a:buChar char="○"/>
            </a:pPr>
            <a:r>
              <a:rPr lang="en-US" altLang="zh-CN" sz="8000" dirty="0"/>
              <a:t>Use a </a:t>
            </a:r>
            <a:r>
              <a:rPr lang="en-US" altLang="zh-CN" sz="8000" i="1" dirty="0">
                <a:solidFill>
                  <a:schemeClr val="accent2"/>
                </a:solidFill>
              </a:rPr>
              <a:t>timestamp</a:t>
            </a:r>
            <a:r>
              <a:rPr lang="en-US" altLang="zh-CN" sz="8000" dirty="0"/>
              <a:t> to record packet </a:t>
            </a:r>
            <a:r>
              <a:rPr lang="en-US" altLang="zh-CN" sz="8000" i="1" dirty="0"/>
              <a:t>sending</a:t>
            </a:r>
            <a:r>
              <a:rPr lang="en-US" altLang="zh-CN" sz="8000" dirty="0"/>
              <a:t> time.</a:t>
            </a:r>
          </a:p>
          <a:p>
            <a:pPr marL="914400" lvl="1" indent="-317500">
              <a:lnSpc>
                <a:spcPct val="145000"/>
              </a:lnSpc>
              <a:spcBef>
                <a:spcPts val="0"/>
              </a:spcBef>
              <a:buSzPts val="1400"/>
              <a:buFont typeface="Arial" panose="020B0604020202020204" pitchFamily="34" charset="0"/>
              <a:buChar char="○"/>
            </a:pPr>
            <a:r>
              <a:rPr lang="en-US" altLang="zh-CN" sz="8000" dirty="0"/>
              <a:t>After sending, then wait for </a:t>
            </a:r>
            <a:r>
              <a:rPr lang="en-US" altLang="zh-CN" sz="8000" i="1" dirty="0"/>
              <a:t>ACK</a:t>
            </a:r>
            <a:r>
              <a:rPr lang="en-US" altLang="zh-CN" sz="8000" dirty="0"/>
              <a:t> receiving, </a:t>
            </a:r>
            <a:r>
              <a:rPr lang="en-US" altLang="zh-CN" sz="8000" i="1" dirty="0">
                <a:solidFill>
                  <a:schemeClr val="accent2"/>
                </a:solidFill>
              </a:rPr>
              <a:t>check the time </a:t>
            </a:r>
            <a:r>
              <a:rPr lang="en-US" altLang="zh-CN" sz="8000" i="1" dirty="0"/>
              <a:t>from timestamp to now</a:t>
            </a:r>
            <a:r>
              <a:rPr lang="en-US" altLang="zh-CN" sz="8000" dirty="0"/>
              <a:t>.</a:t>
            </a:r>
          </a:p>
          <a:p>
            <a:pPr marL="914400" lvl="1" indent="-317500">
              <a:lnSpc>
                <a:spcPct val="145000"/>
              </a:lnSpc>
              <a:spcBef>
                <a:spcPts val="0"/>
              </a:spcBef>
              <a:buSzPts val="1400"/>
              <a:buFont typeface="Arial" panose="020B0604020202020204" pitchFamily="34" charset="0"/>
              <a:buChar char="○"/>
            </a:pPr>
            <a:r>
              <a:rPr lang="en-US" altLang="zh-CN" sz="8000" dirty="0"/>
              <a:t>If the time does not exceed timeout when receiving </a:t>
            </a:r>
            <a:r>
              <a:rPr lang="en-US" altLang="zh-CN" sz="8000" i="1" dirty="0"/>
              <a:t>ACK</a:t>
            </a:r>
            <a:r>
              <a:rPr lang="en-US" altLang="zh-CN" sz="8000" dirty="0"/>
              <a:t>, then:</a:t>
            </a:r>
            <a:endParaRPr lang="en-US" altLang="zh-CN" sz="7600" dirty="0"/>
          </a:p>
          <a:p>
            <a:pPr marL="1377950" lvl="2" indent="-350838">
              <a:lnSpc>
                <a:spcPct val="145000"/>
              </a:lnSpc>
              <a:spcBef>
                <a:spcPts val="0"/>
              </a:spcBef>
              <a:buSzPts val="1400"/>
              <a:buFont typeface="Wingdings" pitchFamily="2" charset="2"/>
              <a:buChar char="ü"/>
            </a:pPr>
            <a:r>
              <a:rPr lang="en-US" altLang="zh-CN" sz="7600" dirty="0"/>
              <a:t>Move sliding window and send new packet in window</a:t>
            </a:r>
          </a:p>
          <a:p>
            <a:pPr marL="1377950" lvl="2" indent="-350838">
              <a:lnSpc>
                <a:spcPct val="145000"/>
              </a:lnSpc>
              <a:spcBef>
                <a:spcPts val="0"/>
              </a:spcBef>
              <a:buSzPts val="1400"/>
              <a:buFont typeface="Wingdings" pitchFamily="2" charset="2"/>
              <a:buChar char="ü"/>
            </a:pPr>
            <a:r>
              <a:rPr lang="en-US" altLang="zh-CN" sz="7600" dirty="0"/>
              <a:t>Update timestamp when sending new data packet</a:t>
            </a:r>
          </a:p>
          <a:p>
            <a:pPr marL="914400" lvl="1" indent="-317500">
              <a:lnSpc>
                <a:spcPct val="145000"/>
              </a:lnSpc>
              <a:spcBef>
                <a:spcPts val="0"/>
              </a:spcBef>
              <a:buSzPts val="1400"/>
              <a:buFont typeface="Arial" panose="020B0604020202020204" pitchFamily="34" charset="0"/>
              <a:buChar char="○"/>
            </a:pPr>
            <a:r>
              <a:rPr lang="en-US" sz="8000" dirty="0"/>
              <a:t>If the time exceed timeout, then: </a:t>
            </a:r>
            <a:r>
              <a:rPr lang="en-US" sz="8000" i="1" dirty="0"/>
              <a:t>re-transmit</a:t>
            </a:r>
            <a:r>
              <a:rPr lang="en-US" sz="8000" dirty="0"/>
              <a:t> the un-</a:t>
            </a:r>
            <a:r>
              <a:rPr lang="en-US" sz="8000" dirty="0" err="1"/>
              <a:t>ACKed</a:t>
            </a:r>
            <a:r>
              <a:rPr lang="en-US" sz="8000" dirty="0"/>
              <a:t> data.</a:t>
            </a:r>
          </a:p>
        </p:txBody>
      </p:sp>
    </p:spTree>
    <p:extLst>
      <p:ext uri="{BB962C8B-B14F-4D97-AF65-F5344CB8AC3E}">
        <p14:creationId xmlns:p14="http://schemas.microsoft.com/office/powerpoint/2010/main" val="746100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206"/>
            <a:ext cx="10515600" cy="1325563"/>
          </a:xfrm>
        </p:spPr>
        <p:txBody>
          <a:bodyPr/>
          <a:lstStyle/>
          <a:p>
            <a:r>
              <a:rPr lang="zh-CN" altLang="zh-CN" b="1" dirty="0"/>
              <a:t>Hint: non-blocking recv</a:t>
            </a:r>
            <a:r>
              <a:rPr lang="zh-CN" altLang="en-US" b="1" dirty="0"/>
              <a:t> </a:t>
            </a:r>
            <a:r>
              <a:rPr lang="en-US" altLang="zh-CN" b="1" dirty="0"/>
              <a:t>in sender</a:t>
            </a:r>
            <a:endParaRPr lang="en-US" b="1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A7EC6F6-3A9C-6A4E-9F5B-60AABA1D48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EE3D794-DB4E-C14E-A5D2-84852F6CC9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Google Shape;89;p18">
            <a:extLst>
              <a:ext uri="{FF2B5EF4-FFF2-40B4-BE49-F238E27FC236}">
                <a16:creationId xmlns:a16="http://schemas.microsoft.com/office/drawing/2014/main" id="{BC4C8BCA-4A3C-FEA2-2B3F-2EFBEA54C5F6}"/>
              </a:ext>
            </a:extLst>
          </p:cNvPr>
          <p:cNvSpPr txBox="1">
            <a:spLocks/>
          </p:cNvSpPr>
          <p:nvPr/>
        </p:nvSpPr>
        <p:spPr>
          <a:xfrm>
            <a:off x="838199" y="1160496"/>
            <a:ext cx="10936705" cy="326042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342900">
              <a:lnSpc>
                <a:spcPct val="125000"/>
              </a:lnSpc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altLang="zh-CN" sz="2200" b="1" i="1" dirty="0"/>
              <a:t>recvfrom() </a:t>
            </a:r>
            <a:r>
              <a:rPr lang="en-US" altLang="zh-CN" sz="2200" b="1" dirty="0"/>
              <a:t>is a </a:t>
            </a:r>
            <a:r>
              <a:rPr lang="en-US" altLang="zh-CN" sz="2200" b="1" i="1" dirty="0">
                <a:solidFill>
                  <a:schemeClr val="accent2"/>
                </a:solidFill>
              </a:rPr>
              <a:t>blocking</a:t>
            </a:r>
            <a:r>
              <a:rPr lang="en-US" altLang="zh-CN" sz="2200" b="1" dirty="0"/>
              <a:t> function</a:t>
            </a:r>
          </a:p>
          <a:p>
            <a:pPr marL="914400" lvl="1" indent="-317500">
              <a:lnSpc>
                <a:spcPct val="125000"/>
              </a:lnSpc>
              <a:spcBef>
                <a:spcPts val="0"/>
              </a:spcBef>
              <a:buSzPts val="1400"/>
              <a:buFont typeface="Arial" panose="020B0604020202020204" pitchFamily="34" charset="0"/>
              <a:buChar char="○"/>
            </a:pPr>
            <a:r>
              <a:rPr lang="en-US" altLang="zh-CN" sz="1800" dirty="0"/>
              <a:t>Consider a special situation: the ACK packet is </a:t>
            </a:r>
            <a:r>
              <a:rPr lang="en-US" altLang="zh-CN" sz="1800" i="1" dirty="0"/>
              <a:t>lost</a:t>
            </a:r>
            <a:r>
              <a:rPr lang="en-US" altLang="zh-CN" sz="1800" dirty="0"/>
              <a:t>, and sender cannot receive it anymore.</a:t>
            </a:r>
          </a:p>
          <a:p>
            <a:pPr marL="914400" lvl="1" indent="-317500">
              <a:lnSpc>
                <a:spcPct val="125000"/>
              </a:lnSpc>
              <a:spcBef>
                <a:spcPts val="0"/>
              </a:spcBef>
              <a:buSzPts val="1400"/>
              <a:buFont typeface="Arial" panose="020B0604020202020204" pitchFamily="34" charset="0"/>
              <a:buChar char="○"/>
            </a:pPr>
            <a:r>
              <a:rPr lang="en-US" altLang="zh-CN" sz="1800" dirty="0"/>
              <a:t>We cannot check </a:t>
            </a:r>
            <a:r>
              <a:rPr lang="en-US" altLang="zh-CN" sz="1800" i="1" dirty="0"/>
              <a:t>timeout</a:t>
            </a:r>
            <a:r>
              <a:rPr lang="en-US" altLang="zh-CN" sz="1800" dirty="0"/>
              <a:t> if the process is </a:t>
            </a:r>
            <a:r>
              <a:rPr lang="en-US" altLang="zh-CN" sz="1800" i="1" dirty="0">
                <a:solidFill>
                  <a:schemeClr val="accent2"/>
                </a:solidFill>
              </a:rPr>
              <a:t>blocked</a:t>
            </a:r>
            <a:r>
              <a:rPr lang="en-US" altLang="zh-CN" sz="1800" dirty="0"/>
              <a:t> at checking </a:t>
            </a:r>
            <a:r>
              <a:rPr lang="en-US" altLang="zh-CN" sz="1800" i="1" dirty="0"/>
              <a:t>ACK</a:t>
            </a:r>
            <a:r>
              <a:rPr lang="en-US" altLang="zh-CN" sz="1800" dirty="0"/>
              <a:t>!</a:t>
            </a:r>
          </a:p>
          <a:p>
            <a:pPr marL="914400" lvl="1" indent="-317500">
              <a:lnSpc>
                <a:spcPct val="125000"/>
              </a:lnSpc>
              <a:spcBef>
                <a:spcPts val="0"/>
              </a:spcBef>
              <a:buSzPts val="1400"/>
              <a:buFont typeface="Arial" panose="020B0604020202020204" pitchFamily="34" charset="0"/>
              <a:buChar char="○"/>
            </a:pPr>
            <a:r>
              <a:rPr lang="en-US" altLang="zh-CN" sz="1800" dirty="0"/>
              <a:t>We should use the loop of non-blocking </a:t>
            </a:r>
            <a:r>
              <a:rPr lang="en-US" altLang="zh-CN" sz="1800" dirty="0" err="1"/>
              <a:t>recv</a:t>
            </a:r>
            <a:r>
              <a:rPr lang="en-US" altLang="zh-CN" sz="1800" dirty="0"/>
              <a:t> while checking timeout.</a:t>
            </a:r>
          </a:p>
          <a:p>
            <a:pPr marL="457200" indent="-342900">
              <a:lnSpc>
                <a:spcPct val="125000"/>
              </a:lnSpc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altLang="zh-CN" sz="2200" b="1" dirty="0"/>
              <a:t>non-blocking </a:t>
            </a:r>
            <a:r>
              <a:rPr lang="en-US" altLang="zh-CN" sz="2200" b="1" dirty="0" err="1"/>
              <a:t>recv</a:t>
            </a:r>
            <a:r>
              <a:rPr lang="en-US" altLang="zh-CN" sz="2200" b="1" dirty="0"/>
              <a:t>: recvfrom with flag MSG_DONTWAIT</a:t>
            </a:r>
            <a:endParaRPr lang="en-US" sz="2200" b="1" dirty="0"/>
          </a:p>
          <a:p>
            <a:pPr marL="914400" lvl="1" indent="-317500">
              <a:lnSpc>
                <a:spcPct val="125000"/>
              </a:lnSpc>
              <a:spcBef>
                <a:spcPts val="0"/>
              </a:spcBef>
              <a:buSzPts val="1400"/>
              <a:buFont typeface="Arial" panose="020B0604020202020204" pitchFamily="34" charset="0"/>
              <a:buChar char="○"/>
            </a:pPr>
            <a:r>
              <a:rPr lang="en-US" altLang="zh-CN" sz="1800" dirty="0"/>
              <a:t>If the operation would block, recvfrom() returns </a:t>
            </a:r>
            <a:r>
              <a:rPr lang="en-US" altLang="zh-CN" sz="1800" b="1" dirty="0"/>
              <a:t>EWOULDBLOCK</a:t>
            </a:r>
            <a:r>
              <a:rPr lang="en-US" altLang="zh-CN" sz="1800" dirty="0"/>
              <a:t>.</a:t>
            </a:r>
            <a:endParaRPr lang="en-US" sz="1800" dirty="0"/>
          </a:p>
          <a:p>
            <a:pPr marL="457200" indent="-342900">
              <a:lnSpc>
                <a:spcPct val="125000"/>
              </a:lnSpc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altLang="zh-CN" sz="2200" b="1" dirty="0"/>
              <a:t>Is possible that I </a:t>
            </a:r>
            <a:r>
              <a:rPr lang="en-US" altLang="zh-CN" sz="2200" b="1" i="1" dirty="0">
                <a:solidFill>
                  <a:schemeClr val="accent2"/>
                </a:solidFill>
              </a:rPr>
              <a:t>miss</a:t>
            </a:r>
            <a:r>
              <a:rPr lang="en-US" altLang="zh-CN" sz="2200" b="1" dirty="0"/>
              <a:t> some </a:t>
            </a:r>
            <a:r>
              <a:rPr lang="en-US" altLang="zh-CN" sz="2200" b="1" i="1" dirty="0"/>
              <a:t>ACK</a:t>
            </a:r>
            <a:r>
              <a:rPr lang="en-US" altLang="zh-CN" sz="2200" b="1" dirty="0"/>
              <a:t> packet?</a:t>
            </a:r>
            <a:endParaRPr lang="en-US" sz="2200" b="1" dirty="0"/>
          </a:p>
          <a:p>
            <a:pPr marL="914400" lvl="1" indent="-317500">
              <a:lnSpc>
                <a:spcPct val="125000"/>
              </a:lnSpc>
              <a:spcBef>
                <a:spcPts val="0"/>
              </a:spcBef>
              <a:buSzPts val="1400"/>
              <a:buFont typeface="Arial" panose="020B0604020202020204" pitchFamily="34" charset="0"/>
              <a:buChar char="○"/>
            </a:pPr>
            <a:r>
              <a:rPr lang="en-US" altLang="zh-CN" sz="1800" dirty="0"/>
              <a:t>No, if you did not receive anything in current loop, you will eventually get them in the next few loops.</a:t>
            </a:r>
            <a:endParaRPr lang="en-US" sz="18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4040FF8-A535-AF66-4C62-093C4C1A7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8" y="4420925"/>
            <a:ext cx="7772400" cy="2140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23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18CA799-E4E9-A1C8-5C60-A3F3D99D6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206"/>
            <a:ext cx="10515600" cy="1325563"/>
          </a:xfrm>
        </p:spPr>
        <p:txBody>
          <a:bodyPr/>
          <a:lstStyle/>
          <a:p>
            <a:r>
              <a:rPr lang="zh-CN" altLang="zh-CN" b="1" dirty="0"/>
              <a:t>WTP:</a:t>
            </a:r>
            <a:r>
              <a:rPr lang="en-US" altLang="zh-CN" b="1" dirty="0"/>
              <a:t> receiver</a:t>
            </a:r>
            <a:endParaRPr lang="en-US" b="1" dirty="0"/>
          </a:p>
        </p:txBody>
      </p:sp>
      <p:sp>
        <p:nvSpPr>
          <p:cNvPr id="2" name="Google Shape;83;p17">
            <a:extLst>
              <a:ext uri="{FF2B5EF4-FFF2-40B4-BE49-F238E27FC236}">
                <a16:creationId xmlns:a16="http://schemas.microsoft.com/office/drawing/2014/main" id="{6BBEA3AE-E29F-6D3D-CADA-51EE73C22525}"/>
              </a:ext>
            </a:extLst>
          </p:cNvPr>
          <p:cNvSpPr txBox="1">
            <a:spLocks/>
          </p:cNvSpPr>
          <p:nvPr/>
        </p:nvSpPr>
        <p:spPr>
          <a:xfrm>
            <a:off x="838200" y="1117456"/>
            <a:ext cx="10981888" cy="2816981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12800" b="1" dirty="0"/>
              <a:t>Special Cases Strategy</a:t>
            </a:r>
            <a:endParaRPr lang="en-US" sz="12800" b="1" dirty="0"/>
          </a:p>
          <a:p>
            <a:pPr marL="457200" indent="-342900">
              <a:lnSpc>
                <a:spcPct val="145000"/>
              </a:lnSpc>
              <a:spcBef>
                <a:spcPts val="120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altLang="zh-CN" sz="9600" i="1" dirty="0"/>
              <a:t>Packet Corruption</a:t>
            </a:r>
            <a:r>
              <a:rPr lang="en-US" altLang="zh-CN" sz="9600" dirty="0"/>
              <a:t>: drop and do not ACK the packet if calculated checksum is wrong.</a:t>
            </a:r>
            <a:endParaRPr lang="en-US" sz="9600" dirty="0"/>
          </a:p>
          <a:p>
            <a:pPr marL="457200" indent="-342900">
              <a:lnSpc>
                <a:spcPct val="145000"/>
              </a:lnSpc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altLang="zh-CN" sz="9600" i="1" dirty="0"/>
              <a:t>Reordered/delayed/duplicated packets</a:t>
            </a:r>
            <a:r>
              <a:rPr lang="en-US" altLang="zh-CN" sz="9600" dirty="0"/>
              <a:t>:</a:t>
            </a:r>
          </a:p>
          <a:p>
            <a:pPr marL="914400" lvl="1" indent="-317500">
              <a:lnSpc>
                <a:spcPct val="145000"/>
              </a:lnSpc>
              <a:spcBef>
                <a:spcPts val="0"/>
              </a:spcBef>
              <a:buSzPts val="1400"/>
              <a:buFont typeface="Arial" panose="020B0604020202020204" pitchFamily="34" charset="0"/>
              <a:buChar char="○"/>
            </a:pPr>
            <a:r>
              <a:rPr lang="en-US" altLang="zh-CN" sz="8000" dirty="0"/>
              <a:t>Maintain the sender’s sliding window range in receiver.</a:t>
            </a:r>
          </a:p>
          <a:p>
            <a:pPr marL="914400" lvl="1" indent="-317500">
              <a:lnSpc>
                <a:spcPct val="145000"/>
              </a:lnSpc>
              <a:spcBef>
                <a:spcPts val="0"/>
              </a:spcBef>
              <a:buSzPts val="1400"/>
              <a:buFont typeface="Arial" panose="020B0604020202020204" pitchFamily="34" charset="0"/>
              <a:buChar char="○"/>
            </a:pPr>
            <a:r>
              <a:rPr lang="en-US" altLang="zh-CN" sz="8000" dirty="0"/>
              <a:t>Ignore and do not ACK if the packet’s </a:t>
            </a:r>
            <a:r>
              <a:rPr lang="en-US" altLang="zh-CN" sz="8000" dirty="0" err="1"/>
              <a:t>seqNum</a:t>
            </a:r>
            <a:r>
              <a:rPr lang="en-US" altLang="zh-CN" sz="8000" dirty="0"/>
              <a:t> is not in the sliding window.</a:t>
            </a:r>
          </a:p>
          <a:p>
            <a:pPr marL="914400" lvl="1" indent="-317500">
              <a:lnSpc>
                <a:spcPct val="145000"/>
              </a:lnSpc>
              <a:spcBef>
                <a:spcPts val="0"/>
              </a:spcBef>
              <a:buSzPts val="1400"/>
              <a:buFont typeface="Arial" panose="020B0604020202020204" pitchFamily="34" charset="0"/>
              <a:buChar char="○"/>
            </a:pPr>
            <a:r>
              <a:rPr lang="en-US" altLang="zh-CN" sz="8000" dirty="0"/>
              <a:t>Only receive and send ACK for the packets with sequential </a:t>
            </a:r>
            <a:r>
              <a:rPr lang="en-US" altLang="zh-CN" sz="8000" dirty="0" err="1"/>
              <a:t>seqNum</a:t>
            </a:r>
            <a:r>
              <a:rPr lang="en-US" altLang="zh-CN" sz="8000" dirty="0"/>
              <a:t>.</a:t>
            </a:r>
            <a:br>
              <a:rPr lang="en-US" altLang="zh-CN" sz="3300" dirty="0"/>
            </a:br>
            <a:endParaRPr lang="en-US" altLang="zh-CN" sz="33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28F95AA-248A-0A12-F081-D8214799A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008249"/>
            <a:ext cx="6762177" cy="2468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86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7A4BFD-FF2E-4FE5-8458-67338C96B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8711"/>
            <a:ext cx="10515600" cy="646331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Assignment 3 Q &amp; A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1C77E84-359B-B990-B568-A3302507241B}"/>
              </a:ext>
            </a:extLst>
          </p:cNvPr>
          <p:cNvSpPr txBox="1">
            <a:spLocks/>
          </p:cNvSpPr>
          <p:nvPr/>
        </p:nvSpPr>
        <p:spPr>
          <a:xfrm>
            <a:off x="838200" y="113874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Please</a:t>
            </a:r>
            <a:r>
              <a:rPr lang="zh-CN" altLang="en-US" b="1" dirty="0"/>
              <a:t> </a:t>
            </a:r>
            <a:r>
              <a:rPr lang="en-US" altLang="zh-CN" b="1" dirty="0"/>
              <a:t>refer</a:t>
            </a:r>
            <a:r>
              <a:rPr lang="zh-CN" altLang="en-US" b="1" dirty="0"/>
              <a:t> </a:t>
            </a:r>
            <a:r>
              <a:rPr lang="en-US" altLang="zh-CN" b="1" dirty="0"/>
              <a:t>to the </a:t>
            </a:r>
            <a:r>
              <a:rPr lang="en-US" altLang="zh-CN" b="1" dirty="0" err="1"/>
              <a:t>Github</a:t>
            </a:r>
            <a:r>
              <a:rPr lang="en-US" altLang="zh-CN" b="1" dirty="0"/>
              <a:t> Webpage for more detailed implementation hints.</a:t>
            </a:r>
            <a:endParaRPr lang="en-US" b="1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81EC202-5887-D163-A62A-3C0264C98434}"/>
              </a:ext>
            </a:extLst>
          </p:cNvPr>
          <p:cNvSpPr txBox="1"/>
          <p:nvPr/>
        </p:nvSpPr>
        <p:spPr>
          <a:xfrm>
            <a:off x="838200" y="2753343"/>
            <a:ext cx="100869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Note: the </a:t>
            </a:r>
            <a:r>
              <a:rPr kumimoji="1" lang="en-US" altLang="zh-CN" i="1" dirty="0"/>
              <a:t>base part </a:t>
            </a:r>
            <a:r>
              <a:rPr kumimoji="1" lang="en-US" altLang="zh-CN" dirty="0"/>
              <a:t>of WTP is not the typical Go-Back-N method (we do not ACK for every received packet), please follow the information in </a:t>
            </a:r>
            <a:r>
              <a:rPr kumimoji="1" lang="en-US" altLang="zh-CN" dirty="0" err="1"/>
              <a:t>Github</a:t>
            </a:r>
            <a:r>
              <a:rPr kumimoji="1" lang="en-US" altLang="zh-CN" dirty="0"/>
              <a:t> Webpage and this tutorial strictly for implementation.</a:t>
            </a:r>
            <a:endParaRPr kumimoji="1"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E8F71926-39FF-3A84-7BE0-15AD94B7F033}"/>
              </a:ext>
            </a:extLst>
          </p:cNvPr>
          <p:cNvSpPr txBox="1">
            <a:spLocks/>
          </p:cNvSpPr>
          <p:nvPr/>
        </p:nvSpPr>
        <p:spPr>
          <a:xfrm>
            <a:off x="623893" y="4782879"/>
            <a:ext cx="10515600" cy="646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926268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8D2CAE8-E323-A14E-A62F-188A25405FEA}"/>
              </a:ext>
            </a:extLst>
          </p:cNvPr>
          <p:cNvSpPr/>
          <p:nvPr/>
        </p:nvSpPr>
        <p:spPr>
          <a:xfrm>
            <a:off x="4851400" y="3167390"/>
            <a:ext cx="26035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dirty="0"/>
              <a:t>Thanks!</a:t>
            </a:r>
          </a:p>
        </p:txBody>
      </p:sp>
    </p:spTree>
    <p:extLst>
      <p:ext uri="{BB962C8B-B14F-4D97-AF65-F5344CB8AC3E}">
        <p14:creationId xmlns:p14="http://schemas.microsoft.com/office/powerpoint/2010/main" val="3216618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4145</TotalTime>
  <Words>690</Words>
  <Application>Microsoft Macintosh PowerPoint</Application>
  <PresentationFormat>宽屏</PresentationFormat>
  <Paragraphs>90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Wingdings</vt:lpstr>
      <vt:lpstr>Office Theme</vt:lpstr>
      <vt:lpstr>CSCI 4430 – Fall 25</vt:lpstr>
      <vt:lpstr>WTP: basis</vt:lpstr>
      <vt:lpstr>WTP: stages</vt:lpstr>
      <vt:lpstr>WTP: sliding window</vt:lpstr>
      <vt:lpstr>WTP: sender</vt:lpstr>
      <vt:lpstr>Hint: non-blocking recv in sender</vt:lpstr>
      <vt:lpstr>WTP: receiver</vt:lpstr>
      <vt:lpstr>Assignment 3 Q &amp; A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CSCI 4430 - Spring 22</dc:title>
  <dc:creator>SONG, Qingyu</dc:creator>
  <cp:lastModifiedBy>Yangtao Deng</cp:lastModifiedBy>
  <cp:revision>934</cp:revision>
  <dcterms:created xsi:type="dcterms:W3CDTF">2022-01-09T08:27:06Z</dcterms:created>
  <dcterms:modified xsi:type="dcterms:W3CDTF">2025-11-09T14:24:40Z</dcterms:modified>
</cp:coreProperties>
</file>