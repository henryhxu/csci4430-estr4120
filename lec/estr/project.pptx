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67"/>
    <p:restoredTop sz="96327"/>
  </p:normalViewPr>
  <p:slideViewPr>
    <p:cSldViewPr snapToGrid="0">
      <p:cViewPr varScale="1">
        <p:scale>
          <a:sx n="127" d="100"/>
          <a:sy n="127" d="100"/>
        </p:scale>
        <p:origin x="92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F537A5-73AE-E245-AF7F-84F5A8272A86}" type="datetimeFigureOut">
              <a:rPr lang="en-US" smtClean="0"/>
              <a:t>9/30/25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E32BB3-052B-F24B-BD77-606A251E9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984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43CC1-1FC0-5A78-D636-243F66054D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66D95A-F0D2-C471-26E8-42AC1DD2D8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0C96D-D465-F803-C390-CF6A494E0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DE20A-7215-3C4C-A915-E6BA3E1AB90A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576633-C71D-ECDA-208D-2A58D5DFC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8F338-54FD-3D5A-CD31-0C1B80694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ED888-2B84-7C4E-822B-B8FC96330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645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52A8D-0189-2D1F-A2EA-6EABEFD63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EB27C-CB37-0CCA-BCC2-2846E5EE66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2A970-4177-8C7B-D7E0-F1AF57F45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DE20A-7215-3C4C-A915-E6BA3E1AB90A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5CC5A-0F6C-FE42-19EC-0F95CA98B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5AAF1C-3BAB-618C-4891-C44192A24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ED888-2B84-7C4E-822B-B8FC96330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030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48001-3E74-19CF-43B8-7C64E8A87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9E7726-A0DE-39F0-CA87-17B6AC20B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5C6933-FE2B-4823-D287-949211971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DE20A-7215-3C4C-A915-E6BA3E1AB90A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5C0453-4A22-6D8D-796B-9F639390B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D9B53D-4B74-A413-7FFF-2AB0DAEF6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ED888-2B84-7C4E-822B-B8FC96330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16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2AAC0-48D2-3B29-2BD9-3A28486A9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6AFEC-DF0A-28D5-A68B-1524A191C9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F68870-CF66-6AE5-DAB9-01219EA35A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7C42B2-5360-D747-7EDE-8B706E6A4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DE20A-7215-3C4C-A915-E6BA3E1AB90A}" type="datetimeFigureOut">
              <a:rPr lang="en-US" smtClean="0"/>
              <a:t>9/30/25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A0088E-C783-B4EB-89F5-8543985F8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0C1076-A504-335F-8B93-7F40F527F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ED888-2B84-7C4E-822B-B8FC96330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124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22D0-80EB-9D3E-4033-0EF026FAB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6555E7-A909-3C14-81F9-3C1942071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D7956C-E826-16DE-54D6-2EF5C17CB7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D4A4C9-9B08-CEB9-BF09-CCF9CDB89A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DB070A-3BA1-35FC-D995-4388999314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02CE0C-7549-626A-5B0F-8C4AC68B8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DE20A-7215-3C4C-A915-E6BA3E1AB90A}" type="datetimeFigureOut">
              <a:rPr lang="en-US" smtClean="0"/>
              <a:t>9/30/25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3BC2F2-B735-F341-66BA-339A4FE8D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3C8595-C85E-79E8-098C-D44A560C3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ED888-2B84-7C4E-822B-B8FC96330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750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C82FF-9639-D274-5ED8-28B79FBBE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F01CF6-2A5A-DEAD-64C7-D0FD827FD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DE20A-7215-3C4C-A915-E6BA3E1AB90A}" type="datetimeFigureOut">
              <a:rPr lang="en-US" smtClean="0"/>
              <a:t>9/30/25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F1CFCA-198F-D638-DDA4-BB6258DD0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24376E-23DF-54DE-B8AF-A81BA95EC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ED888-2B84-7C4E-822B-B8FC96330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078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008F35-0994-65DA-C1EA-FBA6DB7C9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DE20A-7215-3C4C-A915-E6BA3E1AB90A}" type="datetimeFigureOut">
              <a:rPr lang="en-US" smtClean="0"/>
              <a:t>9/30/25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987010-CF91-6BB4-2DDF-DB52AE660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96ABD3-F503-2F51-8C23-FC317742F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ED888-2B84-7C4E-822B-B8FC96330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945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6E32F-FFB2-B0ED-25D0-66482C4DA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1FCAF-7541-4293-BE53-C6568658E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74FBB6-DDC2-ADCD-C11C-8EC637887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36623B-EBD4-8EDE-C279-ACD8F664E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DE20A-7215-3C4C-A915-E6BA3E1AB90A}" type="datetimeFigureOut">
              <a:rPr lang="en-US" smtClean="0"/>
              <a:t>9/30/25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DFBC7A-9737-04F9-5377-D2698931B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EF8D19-3792-8EE8-BC2E-AEF94528D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ED888-2B84-7C4E-822B-B8FC96330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016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E7C7C-F29D-E5B1-DA42-20C761567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613A5A-F56D-56B2-D58F-FB18933891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4A357D-47CB-E458-2E2F-B83D0C202E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FA6611-EF1E-5E6E-3120-CAFA3CFF0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DE20A-7215-3C4C-A915-E6BA3E1AB90A}" type="datetimeFigureOut">
              <a:rPr lang="en-US" smtClean="0"/>
              <a:t>9/30/25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1215E1-8355-4567-32A8-B38E6EDBA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7B24D2-E058-ABEE-390C-F539F6150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ED888-2B84-7C4E-822B-B8FC96330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567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9CAC8-2B90-B290-1988-D6EF7141F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A47C73-2C55-4FBD-E8E9-4821B9D8D3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A7C1F-EF70-EB98-B7C1-59A3114A6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DE20A-7215-3C4C-A915-E6BA3E1AB90A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1E7C36-108F-2FE6-EF0B-BF327EFE7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FBFF32-BE76-4B67-00D6-4DD75F126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ED888-2B84-7C4E-822B-B8FC96330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522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CD6671-4EBF-AF04-424E-FD8446F4EA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799DC8-6C50-EDA8-603C-B06047A30F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03ABA0-427A-0D6D-8D5C-E65BA312F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DE20A-7215-3C4C-A915-E6BA3E1AB90A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535AB-590E-98F6-2692-8335B57B5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C76C9-5E05-C794-C031-AD7B086EC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ED888-2B84-7C4E-822B-B8FC96330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50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0362A7-CEB5-1DF0-EDE9-343E3C664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44D9D-4944-2150-4C2E-8BAB1BC3F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A84A0-FCD8-8D6F-03F8-EF7F639239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6DE20A-7215-3C4C-A915-E6BA3E1AB90A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775DE-F892-495C-2151-C6102E980B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89BD3-CA79-9C89-5492-C4EF754A87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BED888-2B84-7C4E-822B-B8FC96330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675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FC38A-34EF-8B47-BA00-689DC84A93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2330" y="1142240"/>
            <a:ext cx="9687339" cy="2793655"/>
          </a:xfrm>
        </p:spPr>
        <p:txBody>
          <a:bodyPr>
            <a:normAutofit/>
          </a:bodyPr>
          <a:lstStyle/>
          <a:p>
            <a:r>
              <a:rPr lang="en-US" dirty="0"/>
              <a:t>ESTR</a:t>
            </a:r>
            <a:r>
              <a:rPr lang="en-US" altLang="zh-CN" dirty="0"/>
              <a:t>4120</a:t>
            </a:r>
            <a:r>
              <a:rPr lang="zh-CN" altLang="en-US" dirty="0"/>
              <a:t> </a:t>
            </a:r>
            <a:r>
              <a:rPr lang="en-US" altLang="zh-CN" dirty="0"/>
              <a:t>Computer</a:t>
            </a:r>
            <a:r>
              <a:rPr lang="zh-CN" altLang="en-US" dirty="0"/>
              <a:t> </a:t>
            </a:r>
            <a:r>
              <a:rPr lang="en-US" altLang="zh-CN" dirty="0"/>
              <a:t>Networks</a:t>
            </a:r>
            <a:r>
              <a:rPr lang="zh-CN" altLang="en-US" dirty="0"/>
              <a:t> </a:t>
            </a:r>
            <a:br>
              <a:rPr lang="en-HK" altLang="zh-CN" dirty="0"/>
            </a:br>
            <a:br>
              <a:rPr lang="en-HK" altLang="zh-CN" dirty="0"/>
            </a:br>
            <a:r>
              <a:rPr lang="en-US" altLang="zh-CN" dirty="0"/>
              <a:t>Project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FF108A-5CD3-974F-9A89-B3F461DFAA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altLang="zh-CN" sz="4400" dirty="0"/>
          </a:p>
          <a:p>
            <a:r>
              <a:rPr lang="en-US" altLang="zh-CN" sz="4400" dirty="0"/>
              <a:t>Hong</a:t>
            </a:r>
            <a:r>
              <a:rPr lang="zh-CN" altLang="en-US" sz="4400" dirty="0"/>
              <a:t> </a:t>
            </a:r>
            <a:r>
              <a:rPr lang="en-US" altLang="zh-CN" sz="4400" dirty="0"/>
              <a:t>Xu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807822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598C6-812B-6710-6E92-9D11025B9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Individual Projects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23292-A495-FABC-7F6B-0F8783E42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Topic &amp; proposal: 23:59, Oct 22 HKT</a:t>
            </a:r>
            <a:r>
              <a:rPr lang="zh-CN" altLang="en-US" dirty="0"/>
              <a:t> </a:t>
            </a:r>
            <a:r>
              <a:rPr lang="en-US" altLang="zh-CN" dirty="0"/>
              <a:t>[1</a:t>
            </a:r>
            <a:r>
              <a:rPr lang="zh-CN" altLang="en-US" dirty="0"/>
              <a:t> </a:t>
            </a:r>
            <a:r>
              <a:rPr lang="en-US" altLang="zh-CN" dirty="0"/>
              <a:t>mark]</a:t>
            </a:r>
            <a:endParaRPr lang="en-US" dirty="0"/>
          </a:p>
          <a:p>
            <a:pPr lvl="1"/>
            <a:r>
              <a:rPr lang="en-US" dirty="0"/>
              <a:t>1 page, 12-pt Times New Roman, single spacing</a:t>
            </a:r>
          </a:p>
          <a:p>
            <a:pPr lvl="1"/>
            <a:r>
              <a:rPr lang="en-US" dirty="0"/>
              <a:t>LaTeX strongly encouraged</a:t>
            </a:r>
          </a:p>
          <a:p>
            <a:r>
              <a:rPr lang="en-US" dirty="0"/>
              <a:t>Presentation: Nov 18 &amp; 25 ESTR lecture</a:t>
            </a:r>
            <a:r>
              <a:rPr lang="zh-CN" altLang="en-US" dirty="0"/>
              <a:t> </a:t>
            </a:r>
            <a:r>
              <a:rPr lang="en-US" altLang="zh-CN" dirty="0"/>
              <a:t>[5</a:t>
            </a:r>
            <a:r>
              <a:rPr lang="zh-CN" altLang="en-US" dirty="0"/>
              <a:t> </a:t>
            </a:r>
            <a:r>
              <a:rPr lang="en-US" altLang="zh-CN" dirty="0"/>
              <a:t>marks]</a:t>
            </a:r>
            <a:endParaRPr lang="en-US" dirty="0"/>
          </a:p>
          <a:p>
            <a:pPr lvl="1"/>
            <a:r>
              <a:rPr lang="en-US" dirty="0"/>
              <a:t>10 minutes</a:t>
            </a:r>
          </a:p>
          <a:p>
            <a:r>
              <a:rPr lang="en-US" dirty="0"/>
              <a:t>Report: 23:59, Dec 2, HKT</a:t>
            </a:r>
            <a:r>
              <a:rPr lang="zh-CN" altLang="en-US" dirty="0"/>
              <a:t> </a:t>
            </a:r>
            <a:r>
              <a:rPr lang="en-US" altLang="zh-CN" dirty="0"/>
              <a:t>[4</a:t>
            </a:r>
            <a:r>
              <a:rPr lang="zh-CN" altLang="en-US" dirty="0"/>
              <a:t> </a:t>
            </a:r>
            <a:r>
              <a:rPr lang="en-US" altLang="zh-CN"/>
              <a:t>marks]</a:t>
            </a:r>
            <a:endParaRPr lang="en-US" dirty="0"/>
          </a:p>
          <a:p>
            <a:pPr lvl="1"/>
            <a:r>
              <a:rPr lang="en-US" dirty="0"/>
              <a:t>5 pages, 12-pt Times New Roman, single spacing</a:t>
            </a:r>
          </a:p>
          <a:p>
            <a:pPr lvl="1"/>
            <a:r>
              <a:rPr lang="en-US" dirty="0"/>
              <a:t>LaTeX strongly encouraged</a:t>
            </a:r>
          </a:p>
        </p:txBody>
      </p:sp>
    </p:spTree>
    <p:extLst>
      <p:ext uri="{BB962C8B-B14F-4D97-AF65-F5344CB8AC3E}">
        <p14:creationId xmlns:p14="http://schemas.microsoft.com/office/powerpoint/2010/main" val="33156762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75</Words>
  <Application>Microsoft Macintosh PowerPoint</Application>
  <PresentationFormat>Widescreen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ESTR4120 Computer Networks   Project</vt:lpstr>
      <vt:lpstr>Individual Projects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ESTR4120 Computer Networks   Lecture 4: ABR</dc:title>
  <dc:creator>Hong Xu (CSD)</dc:creator>
  <cp:lastModifiedBy>Hong Xu</cp:lastModifiedBy>
  <cp:revision>34</cp:revision>
  <dcterms:created xsi:type="dcterms:W3CDTF">2023-02-04T10:02:35Z</dcterms:created>
  <dcterms:modified xsi:type="dcterms:W3CDTF">2025-09-30T07:04:55Z</dcterms:modified>
</cp:coreProperties>
</file>