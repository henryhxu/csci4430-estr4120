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media/image28.jpg" ContentType="image/png"/>
  <Override PartName="/ppt/notesSlides/notesSlide15.xml" ContentType="application/vnd.openxmlformats-officedocument.presentationml.notesSlide+xml"/>
  <Override PartName="/ppt/ink/ink2.xml" ContentType="application/inkml+xml"/>
  <Override PartName="/ppt/notesSlides/notesSlide16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17.xml" ContentType="application/vnd.openxmlformats-officedocument.presentationml.notesSlide+xml"/>
  <Override PartName="/ppt/ink/ink5.xml" ContentType="application/inkml+xml"/>
  <Override PartName="/ppt/notesSlides/notesSlide18.xml" ContentType="application/vnd.openxmlformats-officedocument.presentationml.notesSlide+xml"/>
  <Override PartName="/ppt/ink/ink6.xml" ContentType="application/inkml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35" r:id="rId1"/>
  </p:sldMasterIdLst>
  <p:notesMasterIdLst>
    <p:notesMasterId r:id="rId89"/>
  </p:notesMasterIdLst>
  <p:handoutMasterIdLst>
    <p:handoutMasterId r:id="rId90"/>
  </p:handoutMasterIdLst>
  <p:sldIdLst>
    <p:sldId id="648" r:id="rId2"/>
    <p:sldId id="487" r:id="rId3"/>
    <p:sldId id="636" r:id="rId4"/>
    <p:sldId id="490" r:id="rId5"/>
    <p:sldId id="647" r:id="rId6"/>
    <p:sldId id="484" r:id="rId7"/>
    <p:sldId id="485" r:id="rId8"/>
    <p:sldId id="493" r:id="rId9"/>
    <p:sldId id="650" r:id="rId10"/>
    <p:sldId id="651" r:id="rId11"/>
    <p:sldId id="652" r:id="rId12"/>
    <p:sldId id="653" r:id="rId13"/>
    <p:sldId id="655" r:id="rId14"/>
    <p:sldId id="643" r:id="rId15"/>
    <p:sldId id="656" r:id="rId16"/>
    <p:sldId id="658" r:id="rId17"/>
    <p:sldId id="657" r:id="rId18"/>
    <p:sldId id="638" r:id="rId19"/>
    <p:sldId id="644" r:id="rId20"/>
    <p:sldId id="659" r:id="rId21"/>
    <p:sldId id="661" r:id="rId22"/>
    <p:sldId id="662" r:id="rId23"/>
    <p:sldId id="503" r:id="rId24"/>
    <p:sldId id="504" r:id="rId25"/>
    <p:sldId id="506" r:id="rId26"/>
    <p:sldId id="509" r:id="rId27"/>
    <p:sldId id="510" r:id="rId28"/>
    <p:sldId id="629" r:id="rId29"/>
    <p:sldId id="514" r:id="rId30"/>
    <p:sldId id="515" r:id="rId31"/>
    <p:sldId id="516" r:id="rId32"/>
    <p:sldId id="517" r:id="rId33"/>
    <p:sldId id="518" r:id="rId34"/>
    <p:sldId id="492" r:id="rId35"/>
    <p:sldId id="645" r:id="rId36"/>
    <p:sldId id="646" r:id="rId37"/>
    <p:sldId id="542" r:id="rId38"/>
    <p:sldId id="540" r:id="rId39"/>
    <p:sldId id="519" r:id="rId40"/>
    <p:sldId id="543" r:id="rId41"/>
    <p:sldId id="563" r:id="rId42"/>
    <p:sldId id="546" r:id="rId43"/>
    <p:sldId id="559" r:id="rId44"/>
    <p:sldId id="560" r:id="rId45"/>
    <p:sldId id="561" r:id="rId46"/>
    <p:sldId id="562" r:id="rId47"/>
    <p:sldId id="544" r:id="rId48"/>
    <p:sldId id="498" r:id="rId49"/>
    <p:sldId id="649" r:id="rId50"/>
    <p:sldId id="660" r:id="rId51"/>
    <p:sldId id="500" r:id="rId52"/>
    <p:sldId id="501" r:id="rId53"/>
    <p:sldId id="567" r:id="rId54"/>
    <p:sldId id="568" r:id="rId55"/>
    <p:sldId id="569" r:id="rId56"/>
    <p:sldId id="572" r:id="rId57"/>
    <p:sldId id="573" r:id="rId58"/>
    <p:sldId id="575" r:id="rId59"/>
    <p:sldId id="576" r:id="rId60"/>
    <p:sldId id="577" r:id="rId61"/>
    <p:sldId id="598" r:id="rId62"/>
    <p:sldId id="599" r:id="rId63"/>
    <p:sldId id="600" r:id="rId64"/>
    <p:sldId id="582" r:id="rId65"/>
    <p:sldId id="583" r:id="rId66"/>
    <p:sldId id="584" r:id="rId67"/>
    <p:sldId id="585" r:id="rId68"/>
    <p:sldId id="586" r:id="rId69"/>
    <p:sldId id="587" r:id="rId70"/>
    <p:sldId id="588" r:id="rId71"/>
    <p:sldId id="589" r:id="rId72"/>
    <p:sldId id="601" r:id="rId73"/>
    <p:sldId id="592" r:id="rId74"/>
    <p:sldId id="602" r:id="rId75"/>
    <p:sldId id="594" r:id="rId76"/>
    <p:sldId id="595" r:id="rId77"/>
    <p:sldId id="596" r:id="rId78"/>
    <p:sldId id="603" r:id="rId79"/>
    <p:sldId id="625" r:id="rId80"/>
    <p:sldId id="605" r:id="rId81"/>
    <p:sldId id="606" r:id="rId82"/>
    <p:sldId id="607" r:id="rId83"/>
    <p:sldId id="604" r:id="rId84"/>
    <p:sldId id="597" r:id="rId85"/>
    <p:sldId id="623" r:id="rId86"/>
    <p:sldId id="633" r:id="rId87"/>
    <p:sldId id="634" r:id="rId88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333399"/>
    <a:srgbClr val="FFCB05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69"/>
    <p:restoredTop sz="96327"/>
  </p:normalViewPr>
  <p:slideViewPr>
    <p:cSldViewPr>
      <p:cViewPr varScale="1">
        <p:scale>
          <a:sx n="127" d="100"/>
          <a:sy n="127" d="100"/>
        </p:scale>
        <p:origin x="2104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92" d="100"/>
          <a:sy n="92" d="100"/>
        </p:scale>
        <p:origin x="4288" y="192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handoutMaster" Target="handoutMasters/handout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11T07:32:11.275"/>
    </inkml:context>
    <inkml:brush xml:id="br0">
      <inkml:brushProperty name="width" value="0.09086" units="cm"/>
      <inkml:brushProperty name="height" value="0.09086" units="cm"/>
      <inkml:brushProperty name="color" value="#FF0000"/>
    </inkml:brush>
    <inkml:brush xml:id="br1">
      <inkml:brushProperty name="width" value="0.12114" units="cm"/>
      <inkml:brushProperty name="height" value="0.12114" units="cm"/>
      <inkml:brushProperty name="color" value="#FF0000"/>
    </inkml:brush>
  </inkml:definitions>
  <inkml:trace contextRef="#ctx0" brushRef="#br0">2718 11935 8219,'-7'-4'292,"-1"0"855,-1 2-828,-1 0 1,2-1 693,1-1-272,4 0 368,-7 4-671,4 0 0,-2 0 86,0 0 4,6 0-358,-3 0-789,5 0 348,5 0 93,-4 0 0,5 4 177,-2 0 26,-2-1 208,3-3-224,-5 0 335,5 0-155,-4 0-33,4 0 0,-4 0-8,3 0-14,-3 0-36,4 0 18,-5 0-76,6 0 27,-5 0-151,4 0-431,-5 0 1,5 0 0,1 0 0</inkml:trace>
  <inkml:trace contextRef="#ctx0" brushRef="#br0" timeOffset="1">2672 11889 9144,'0'-6'700,"0"1"-450,0 0 1,0 2-65,0-5 0,4 5 126,0-5 1,0 4-139,-4-3 0,0-1 39,0-3 0,1-1 7,3 1 0,-3-1-80,3 1 0,-3-4 9,-1-1 0,4-3-85,0 4 1,0-5 62,-4 1 1,4-3-111,-1-1 0,1-1 110,-4-2 0,0 0-7,0-4 1,0-1-2,0-3 0,0 0 7,0 0 1,0-10 7,0-1 0,0-5-162,0 1 0,0-2 3,0-2 1,0-6 93,0 6 0,0-5-259,0 4 0,0-5 320,0-2 1,0 0-38,0 4 0,0 4-10,0-1 1,-4 5 1,1-5 0,-1-3-151,4-4 0,0-2 145,0-2 0,2 33 1,1-2-24,1-4 0,-1 0 0,1 5 0,-1 1 39,4-28 0,-3 11-16,4 11 0,-4 8 188,3 3 1,-4 8 52,1 4 197,-3 7 81,-1 3 663,0 5-484,0 5-988,0 2-286,0 4 1,0-3 23,0-1-1722,0-4 1588,0 2 1,0-4-2216,0 3 1540,0-3 1282,5 4 0,1-5 0,6 0 0</inkml:trace>
  <inkml:trace contextRef="#ctx0" brushRef="#br0" timeOffset="2">2627 11980 8429,'0'12'-360,"0"-6"1319,0-1-340,0-5 1,1-6-349,3-5 0,1-6 82,3-6 0,6-1-62,-3-3 1,3-6 30,-3-5 0,6-9 0,2 2 0,-1-12-437,1 0 0,-10 24 0,1 0 261,1-1 0,1-1 0,-1-1 0,0-2-22,1-1 1,-1-2 0,2 1 0,1 1-99,-1-1 0,1 0 0,-1-1 0,0 0 83,-1 0 0,-1-1 0,3-1 0,0-1-86,1-1 1,0-1 0,0 0 0,0 1-342,0-1 0,0 0 1,0-2-1,-1 0 262,1-1 0,1-1 0,0-2 0,-1 0 0,-1 0 0,-1 1 1,1 0-1,-1 0-45,-1 4 1,-1-1-1,-2 0 1,-1 0 4,0-1 0,0-1 0,0-2 0,0 1 64,0 3 1,-1 1 0,1-2-1,1 0 141,-1 5 0,-1 1 0,-1 0 0,1 1-174,0 0 1,1 0 0,-2 2 0,1 1 185,-2 3 1,1 0 0,0 2-1,-1 1 75,7-25 0,-1 3-13,1 1 1,-2 1 45,-3 7 1,4 3-60,-4 9 0,0 5 295,0 2 0,0 4-300,0 4 1,2 3 449,-5 4 0,3 5-465,-3-1 159,0 6-1009,-4-4 338,5 12 1,-4 0-272,3 5 0,1 1 231,-1-1 0,4 2-1147,-4 2 0,1-1 1549,-2 5 0,-1 0 0,3 4 0</inkml:trace>
  <inkml:trace contextRef="#ctx0" brushRef="#br0" timeOffset="3">2672 11969 9662,'4'-16'532,"0"-3"1,5-4-455,-1-4 1,6-2 99,1-5 1,5-6 85,-1-2 0,3-7-360,1-4 1,3-3 296,1-1 0,3 1 9,-3 3 0,3-2 9,-3 5 1,3-3-20,-3 4 0,5-5 37,-2 5 0,1-3-13,3-1 1,-6 3-256,-11 22 0,0-1 0,15-22 159,2-2 0,-16 26 0,0-1-52,1-2 0,0-1 0,-1 2 0,-1 0-68,2-1 0,0-1 0,1 1 0,0 1 43,-1-2 0,0 1 1,2 0-1,1 0-88,-1-2 0,0-1 1,0 3-1,1 1-7,-1-2 0,0 1 0,1-1 0,-1 0 66,-2 0 0,0 1 1,2-2-1,1 1 10,-1 1 0,0-1 0,-1 4 1,1-1-12,0-3 1,0 1-1,0-1 1,1 1-189,2-4 0,1-1 0,1 0 0,2 1 170,2-3 0,0 1 0,0-1 0,-1-1-419,1-1 1,1-2 0,2-1-1,1-2 325,0-1 1,0-1 0,3-3 0,0 0-53,-11 14 0,-1-1 0,0 0 0,11-14 0,-1 0-149,3-1 0,0-1 0,-2 5 0,-2 0 118,-1 1 1,-1 1 0,-2 3 0,-2 2 253,-1 1 0,0 1 0,-3 3 1,0 1-150,1-1 0,-1 1 1,0 2-1,-1 1 156,0 2 0,0 1 0,-2 1 0,0 0 144,0 0 0,0 1 1,16-17 165,1 1 0,-7 3-121,0 4 1,-5-1 361,5 5 0,-4 3-571,3 2 1,-5 0 56,2 0 0,1 5 705,-1-2 1,-1 4-768,-3 0 1,0-1-41,0 5 1,-5 0-253,-3 3 0,-3 2 270,0 2 1,-1-2-233,1 3 1,-1 2-507,1 1-1411,-6 2 1114,-1 2 995,-5 0 0,-5 11 0,-1 1 0</inkml:trace>
  <inkml:trace contextRef="#ctx0" brushRef="#br0" timeOffset="4">2775 12118 8204,'-7'-12'76,"-1"1"0,6-5-150,-2 1 1,2 0-165,2 4 0,2-5 672,2 1 1,6-4-128,5 4 1,6-5-213,2 1 0,1-3 3,7-1 0,1-5-148,6-2 1,4-3-181,7-2 0,-23 16 1,0-1 201,2 0 1,1-2 0,2-1-1,-1-2 24,1 1 0,-1-1 1,1-2-1,0 0-4,0 3 1,-1-1 0,2-4 0,0-1-226,1 2 1,2-1-1,1-1 1,0 1 237,0 0 0,1 1 0,0-1 0,-1-1-222,0 0 1,1-1 0,0 2 0,1-1 242,1-2 1,1-1 0,3-1 0,-1-1-16,2-1 1,0 0-1,-1 0 1,0 0-10,1 1 1,0 1 0,0 0 0,1 0 0,2-1 0,1 1 0,0 0 1,0 0 3,2-1 1,-1 1 0,0 0 0,-1 0-323,-2-1 1,-1 1 0,1 0 0,1 0 305,0-1 0,1 1 0,2-2 1,0 1 13,2 1 1,-1-1 0,0 0 0,-1-1 31,-2 4 1,0 0 0,2-4 0,1 1-32,2-2 0,1 1 0,-16 11 0,0-1 0,0 1-9,-1 1 0,-1 0 1,1 0-1,2-2 0,0 0 1,-1 0-151,-1 1 0,-1 0 0,1-1 0,1 0 0,0-1 0,0 0 151,2-1 1,-1 0 0,0 1 0,1-1 0,0 1 0,0 0-1,0-1 0,1 0 1,0 1-1,-1-1 0,-1 1 1,1 0 5,-2 1 0,0-1 0,0 0 0,1-1 1,-1 0-1,1-1-7,0 0 0,0 0 0,1 0 1,-1-1-1,0 1 0,1-1-4,-1 1 0,0 0 0,1-1 0,-1 1 0,1-1 0,0 1 31,-2 1 1,0 0 0,0 0 0,0-2 0,1 1 0,0-1-23,1 1 1,1 0-1,-1-1 1,-2 2-1,0 0 1,-1-1 66,1 1 1,1 0 0,-1 1 0,-1 0-1,0 0 1,0 1-21,1 0 1,1 1 0,-2 0 0,0-2 0,0 1 0,0 0-67,0 0 1,0 1 0,-1 0 0,16-12 0,0 1 58,0 2 1,-1 0 0,0 0 0,0-1 9,-4 3 1,1 0-1,0-1 1,0 0-81,0 0 0,-1 1 1,-4 1-1,-2 0 49,1 2 0,0 1 0,-5 1 0,0 2 115,-1-1 0,0 2 1,-4 3-1,1 0-138,-3 2 0,0 0 0,22-10 212,-6 6 0,-6 7-210,-10 8 0,-2-1 0,-5 8 0,0 6 0,-1 6 0</inkml:trace>
  <inkml:trace contextRef="#ctx0" brushRef="#br0" timeOffset="5">2821 12049 8491,'-10'-1'0,"2"-3"0,-1-2 146,5-6 1,-3 1 69,3-1 0,2 1-17,5-1 0,5-3 32,7 0 0,-1-5-129,5 1 0,1-3-15,7-1 0,-1 0-261,4 1 1,0-3 39,5-1 0,0 0 75,3-4 0,3 3-275,5-3 1,4-1 357,4-3 0,-26 17 0,1 0-201,1 0 1,1 0-1,-2-1 1,1 1 148,2 0 0,1 0 0,2-1 0,1 1 39,4-2 0,0 0 0,-1-1 1,-1 0-321,4 0 1,0-2-1,-2 0 1,0 0 316,3 1 1,2 0-1,1-2 1,0 0 22,4-1 1,-1-1-1,0 1 1,-1 1-26,-1-2 0,1 0 1,1 1-1,0 0-207,0-1 1,1 1 0,1 0 0,2-1 250,2-1 1,0-1 0,-4 1 0,1 0-249,3 0 1,0-1 0,-1-1 0,0 0 196,3 1 0,0 1 1,1-1-1,0 0 29,-19 8 0,0 0 0,1 0 0,18-6 0,1 0-29,-19 6 0,1 0 0,-1-1 0,1 2 0,0-1 0,-1 1 24,2-2 0,0-1 1,0 1-1,0 0 1,1 0-1,0 0-86,1-1 1,1-1 0,-1 0-1,-1 2 1,0 0 0,-1-1-119,3 0 0,-1-1 0,1 1 1,0-1-1,0 1 0,0-1 106,0 0 0,-1-1 0,1-1 1,1 0-1,2 0 0,-1-1 2,0 0 1,0-1 0,-1 1 0,-1 1 0,-1 0 0,1 1 34,0-2 1,1 1-1,0 0 1,-1 2 0,0 0-1,0-1 29,1-1 1,0 0 0,0 0 0,-1-1 0,1 0 0,0 0 1,0-1 0,2 1 1,-2 0-1,-1 1 1,0 1-1,0 0 33,0 0 0,-1 0 0,0 0 0,-1 1 0,0 1 0,-1-2-43,1 1 0,0-1 1,1 0-1,0 0 0,0-1 1,1 1 24,1-1 0,0 0 1,-1 0-1,-2 2 1,0 0-1,1 0-11,0-1 0,0 0 1,1 0-1,-2 0 1,0 0-1,0-1-4,1 0 0,1 0 1,-1 0-1,2 0 1,0-1-1,0 1 7,-1-1 1,1 2 0,0-2 0,-3 1 0,-1-1 0,1 1-2,0-2 0,0 1 1,0-1-1,-1 1 0,0 0 1,0 1 15,1-1 0,0 1 0,0 0 0,0 1 0,1 0 0,-1-1 1,0 1 1,0-2 0,0 1 0,-1 1 0,0-1-1,0 0 57,-3 0 0,0 0 0,1 0 0,0-1 0,0 1 0,0-1-42,2 0 1,0-1 0,0 1 0,1-1 0,0 0 0,0 1 2,1 0 0,-1 1 1,0 0-1,-1 0 0,0-1 1,-1 1-16,0-1 1,0 1-1,-1 0 1,0 1-1,1 0 1,-1 0-36,0-1 0,1-1 1,0 1-1,-1 0 0,0 0 1,0 0 49,-3 1 1,0 0 0,0 0 0,0 0 0,0-1 0,0 0 18,15-8 0,-1 0 0,0 0 0,0 0-22,0-1 1,0 1 0,-1 3 0,-1 1-13,-5 1 0,0 1 1,-1 1-1,0 1 31,-6 4 0,-1 1 0,0 0 0,0 0-150,-2 2 0,0 0 0,-3 3 1,-1 0-1312,24-9 1411,-4 11 0,-13 7 0,0 5 0,-9 0 0,-9 0 0</inkml:trace>
  <inkml:trace contextRef="#ctx0" brushRef="#br0" timeOffset="6">2730 12335 8337,'-12'0'5,"1"0"452,-1 0-196,6 0 88,1 0-324,20 0 1,-1-2 61,13-2 0,2 2-249,1-6 0,5 4 176,3-3 1,2-1-129,6-3 0,5-6-351,2-2 1,8 0 454,-29 8 0,1-1 0,1 2 1,0-1-2,2-4 1,1-1 0,-3 3 0,1 0 21,1-2 1,1-1 0,0 2 0,1-1 2,-1 0 0,2 0 0,2-2 0,0 1 19,1 0 1,0 1 0,2-1-1,-1-1-297,-1 0 1,0 0 0,3 1 0,0 2 311,1-2 0,0 1 0,1 0 1,1 0-26,1-2 1,1-1 0,1 1-1,1-1-25,-1-1 1,0 0-1,3 0 1,0 1-297,3-3 0,1 0 1,0 1-1,2-1 301,-2 1 0,2-1 0,-20 6 0,2 0 0,-1 0-273,19-6 0,1 0 0,-19 7 1,0-1-1,0 0 273,1 0 1,0 0 0,1-1 0,-1 0 0,1 0 0,-1 0 12,2 1 0,-1 0 0,0-1 0,1 0 0,-1 0 0,-1 0 1,0 2 0,1 0 0,-1 0 1,2 0-1,0-1 0,1 0 10,0 0 0,1-1 1,1 1-1,-1 0 1,1 0-1,0-1-15,-2 1 0,-1 0 0,1 0 0,1 0 0,0 0 0,0 0 7,-1 1 0,-1 0 0,1 0 0,1 0 0,1-1 0,0 0-2,3 1 0,0 0 0,0 0 0,-4 0 0,0-1 0,1 0-180,0 0 0,0-1 1,0 1-1,0 0 1,-1 0-1,0-1 161,3 1 1,-1 0 0,1 0 0,0-1 0,0 1 0,1 0-6,1 0 1,0 0 0,0-1 0,-3 1 0,0 0 0,0 0 0,2-1 0,0 1 0,0 0 0,-1 0 1,0-1-1,1 1-3,-1 0 0,1 0 0,0 0 1,1-2-1,1 0 0,-1 0-90,0-1 0,0 0 0,0 1 0,0-1 0,-1 2 0,0-1 100,0 0 0,-1 1 0,1-1 1,0 1-1,1 1 0,0-1 17,0 1 0,0 0 0,0 0 0,0-1 0,-1 1 0,1 0-18,0 0 0,0 0 1,0-1-1,-2 1 1,0 0-1,0 0 1,-1-1 0,0 1 0,1 0 0,1 1 1,0 0-1,-1 0-3,0 0 1,-1 0 0,1 0 0,2-1-1,0 0 1,0-1-1,0 0 0,0 0 0,0-1 0,0 0 1,-1 1-1,1-1-18,0 2 1,0 0-1,0 0 1,-1 0 0,-1-1-1,1 1-5,1 0 0,0 0 0,0-1 1,1 1-1,1-1 0,-1 0-11,2 0 1,-1-1 0,1 1-1,-1 0 1,1 0 0,0 0 25,-2-2 0,0 0 0,0 0 0,1 2 0,-1 0 0,0 0 12,1 0 1,-1-1 0,0 1 0,2-1-1,0 0 1,0 0-15,1 0 0,0 1 0,0-1 0,-1 2 0,0 0 0,0 0 52,-1 1 1,1 0-1,-1 0 1,1 0-1,-1 0 1,0 0-27,0-1 1,1-1-1,-1 1 1,2 1-1,0 0 1,0 1 4,2-2 0,1 2 0,-1-1 0,-1 0 1,-1 1-1,0-1-8,1 0 0,0 0 1,0 0-1,-1 0 1,1-1-1,-1 1 4,1 1 1,0 1-1,0-1 1,0-1-1,-1 0 1,0 0 31,1 1 0,0 1 0,0-1 0,-1-1 1,-2 0-1,1 0-33,2 1 0,1 1 0,-1-1 1,-1-1-1,-1 0 0,1 0 25,0 1 0,0 1 0,0-1 0,0-1 0,1-1 0,0 1-20,-1 0 1,0 0 0,-1 0 0,-1 1 0,0-1-1,-1 0 0,1 0 0,-1 0 1,0 1-1,-1 0 1,0 1-1,0 0-18,0-1 1,0 1 0,0-1 0,0 0-1,0-1 1,-1 1-4,0 1 1,0-1-1,0 0 1,-3 0 0,-1 0-1,1 0-53,-1 0 0,0 0 0,0 1 1,-2 0-1,-1 1 0,0 0-38,-2-1 0,0 1 1,0-1-1,18-5 0,0 1 12,0 3 1,-2 0 0,-7 0 0,-3 0-93,-3 3 0,-2 1 173,-4 3 0,-1 1 0,-3 0 0,-1 1 0,0 2 0,0 0 0,0 0 0,1 0 0</inkml:trace>
  <inkml:trace contextRef="#ctx0" brushRef="#br0" timeOffset="7">2752 12083 8327,'-11'-10'-516,"3"3"206,1-9 1132,4 4 0,5 1-249,9 4 0,5 2-335,7 5 0,1 0-120,3 0 0,2 4-279,5-1 1,2 6 148,2-1 1,4 2-162,7 1 1,3 1-344,6-1 1,4-4 497,-30-5 1,0-1 0,3 0 0,0 0-44,3-1 1,0 0 0,1 0 0,0 0-212,4 0 0,1 0 0,0-4 1,0-1 277,1-1 0,1 0 0,3-1 0,0-1 47,2 1 0,1-1 1,-1 0-1,1-1-396,1 0 1,0-1 0,3 0 0,1 0 461,0 2 1,0 1-1,6-3 1,0 0-72,0 0 0,0 1 0,-20 2 0,2-1 0,-1 1 18,-1-1 0,0 1 0,0-1 0,3 0 0,1 1 0,0-1-274,-1 1 1,1-1-1,0 0 1,3 0-1,0-1 1,0 0 199,1 0 1,0 0 0,-1 0 0,2-1-1,-1 0 1,0 0-164,0 1 0,-1 0 1,1 0-1,1-1 0,0-1 1,0 0 150,3 1 1,-1 0-1,1 0 1,1-1 0,0 0-1,1 0 20,0 0 0,0-1 0,0 1 0,1-2 0,1 0 1,-1 1-10,-1-1 1,0 0 0,1 0 0,0 0 0,2-2 0,-1 2-118,3 0 1,0 0-1,1 1 1,-15 1 0,-1 0-1,1 0 1,0 0 124,1 1 1,-1-1-1,1 1 1,0-1 0,-1 1-1,1-1 1,-1-1-1,1 1-89,-2 0 1,1-1-1,-1 1 1,1-1 0,0 1-1,0-1 1,-1 1 0,2 0 86,1-1 1,0 1 0,1-1 0,-1 1 0,1 0 0,0 0 0,0 0 0,-1 0 1,1 0 1,-1 1-1,1-1 1,-1 1-1,2-1 1,0 0-1,0 0 1,-1 1-4,-1 0 0,-1 1 1,1-1-1,-1 1 1,2-2-1,-1 0 0,1 0 1,0 0-2,0 1 1,1-1 0,-1 1 0,1-1 0,0 1 0,2-1-1,-1-1 1,0 1-4,-1 0 1,0-1 0,1 1 0,-1-1 0,1 2 0,0-1 0,0 1 0,0 0-2,-2-1 0,-1 1 1,0-1-1,1 1 1,1-1-1,0 1 1,1-1-1,-1 1 3,1-1 0,1-1 1,-1 1-1,0-1 1,1 1-1,-1-1 1,1 1-1,0-1 2,-1 1 1,0 0-1,1-1 1,-1 1 0,0-1-1,-1 1 1,1 0 0,0-1-7,-2 1 0,0-1 1,1 1-1,-1-1 0,2 1 1,-1-1-1,1 1 0,0 0 4,0-1 0,0 1 1,1 0-1,-1-1 1,1 0-1,0-1 1,1 1-1,-1-1-10,-1 1 1,1 0 0,-1-1 0,0 1 0,1 0 0,1-1 0,-1 1 0,0 0-53,-2 0 0,-1 1 0,0-1 0,1 1 0,1-1 0,0-1 0,0 1 0,0-1 65,-1 1 1,0 0-1,0-1 1,1 1-1,1-1 1,0 0-1,0 1 1,0-1-1,-2 1 0,1-1 0,-1 1 0,0 0 0,1 0 0,0 0 0,0 0 0,0-1 0,-2 0 0,-1 0 0,0-1 1,1 1-1,0 0 0,0 0 1,0 0-1,0 0 3,0 0 0,1 0 1,-1-1-1,1 1 0,0-2 1,0 1-1,0-1 0,0 0 1,-1 2 1,1 0 0,-1 0 0,0-1 0,1 0 0,-1-1 0,0 0 0,0 1 5,-2 0 1,1 1-1,-1 0 1,1-1-1,0 1 1,0-1-1,0 0 1,0 0-10,1-1 0,1 1 1,-1 0-1,1-1 1,-1 1-1,0 0 1,-1 0-1,1-1 11,-2 1 1,1 0 0,-1-1 0,1 1-1,-1 1 1,0-1 0,1 1 0,-2 0 1,15-5 1,-1 0 0,0 1 0,-15 4 0,1 1 0,0 0-1,-1 0 6,16-4 1,-1-1 0,0 1-1,-1 0 1,1 1 0,-1 0-15,-2 1 1,-1 0-1,0 0 1,0 1 0,0-1-1,0 1 3,-3 0 0,-1 0 0,1 1 1,-1 1-1,0 1 0,0 0 21,-2 0 0,0 0 1,0 0-1,-1 1 1,0 1-1,-1-1-37,-1 2 1,-1-1 0,0 1-1,-2 0 1,0 1 0,-1 1-136,-1-1 0,-1 1 1,-1 1-1,22-3 1,-2 2 13,-1 1 0,0 1 1,0 0-1,-2 0 146,-3 3 1,-1 0 0,-1 1 0,-2 0-16,-4 0 0,0 2 0,-1 0 0,0 2 0,0 2 0,-1 0 0,-1 0 0,-2 0 0</inkml:trace>
  <inkml:trace contextRef="#ctx0" brushRef="#br0" timeOffset="8">2672 12106 8406,'-16'-5'0,"3"-1"-342,-2-6 1,-1 1 704,0-1 1611,6 6-919,5 1-768,5 5 0,1 0-260,3 0 0,3 1 177,4 3 0,3-1-89,5 4 1,0 5 83,8 3 0,2 5-310,1-1 0,3 4-22,2 4 1,-2 2-46,-3 5 0,3 11-118,-3 4 0,-13-19 0,-1 1 230,2 3 0,-1 1 0,-2 1 0,-1 1-195,0 3 0,-1 0 0,-3 0 0,-1 0 254,-1 0 1,-1 0-1,-1 0 1,-1 0 72,-1 0 1,0 0-1,-1-5 1,0 0-151,-1-3 0,0 0 0,-1 27 249,3-6 0,-3-2-111,-1-6 1,2-5 5,1-6 1,4-5 51,4-6 0,2-5-646,2-3 0,-1-7-589,5-4 1123,0-3 0,4-11 0,0-3 0</inkml:trace>
  <inkml:trace contextRef="#ctx0" brushRef="#br0" timeOffset="9">3027 12266 8528,'-17'-11'321,"4"3"193,-2 0 1,6 5 310,2-5-164,4 5-456,-2-2 1,6 5-113,3 0 0,6 0-86,5 0 1,6 0 108,-2 0 0,2 2-192,2 1 0,4 8-1,0 4 0,3 9-99,-3-1 1,3 8 128,-3 4 0,3 5-309,-3 10 0,-12-20 0,0 2 428,-1 3 1,-1 2-1,2 5 1,0 0-335,-1 3 0,-1 1 0,2 4 0,0 1 343,-1 2 0,-1 0 1,1-1-1,0-1-336,-1-1 1,1-1 0,0 0 0,1 0 433,2 0 0,0 1 0,0 1 0,0 1 2,0-5 0,1 1 0,0 3 0,2 1 12,-1-5 1,0 1-1,0 1 1,0 2-64,-2 0 1,0 1 0,2 2 0,0 1-22,0-2 1,0 0-1,-1 2 1,-1-2-150,-2-5 1,0-1-1,0 3 1,0-1 55,2-1 1,1 0-1,-1-2 1,0 0-293,0-3 0,0-2 1,0-3-1,1-2 156,-1-5 0,0-1 1,12 22 208,-2-7 0,-1 0-213,-3-7 1,1-7 439,-9-8 0,2-5-792,-2-7 0,-2-4 169,2-3 307,3-13 0,-11-4 0,4-10 0</inkml:trace>
  <inkml:trace contextRef="#ctx0" brushRef="#br0" timeOffset="10">3266 12083 7963,'-22'-16'0,"-1"3"0,-4-2 374,0 7 0,1-1 24,3 6 0,1-1 21,3 4 1,3 0 233,4 0 232,6 5-770,1-4 1,7 5-163,6-2 1,1 3-34,10 4 0,5 4 136,7 0 1,2 6-239,1-2 1,1 6 95,3 2 1,3 5-371,5-2 1,3 4 365,1 4 1,-21-18-1,1 1-123,1 1 1,-1 2-1,5 1 1,0 0 266,1 2 1,0 0 0,1 1 0,-1 1-160,-2 1 0,0 1 0,1-2 0,-1 1 278,0 3 1,0-1-1,2 0 1,1 1-57,-1 1 1,0 0 0,0-1 0,0-1-12,-1 1 1,-1-1 0,1-2 0,0 1-21,0 1 0,2 0 0,2 0 0,1 0 30,1 0 1,1 1 0,1-2 0,-1 0-44,0-3 0,0 1 0,1 0 1,0 0 4,3 2 0,0-1 0,1 1 0,1 0-39,0 2 0,-1-1 1,1 0-1,-1-1-394,-1 0 0,0-1 0,0 2 0,0 0 360,2 2 0,0 0 1,0 2-1,0 1 38,2-1 0,-1 0 0,-2 1 0,-1 0 98,-2-1 0,-1 0 1,1 1-1,1 1-59,2 2 0,1 0 0,0-1 0,-1 0 73,1 0 0,-1-1 0,1 0 0,0 1-49,-5-3 1,1 0-1,3 3 1,1-2-45,2 0 1,-1-1 0,1 0 0,1-1 4,-2-2 0,1-1 1,-2-1-1,0 1-52,-2-1 0,-1-1 0,3-1 0,0 0-83,-1 2 1,1-1 0,-1 1 0,-2 0-114,-2 0 1,-2-1 0,1 3 0,0 0 155,-4 0 0,0-1 0,1 1 0,-1 1-5,1 0 1,-1 1 0,-1 1-1,-1 0 59,-1 0 0,-1 0 1,-2 1-1,-1-1-6,0-2 1,-1 0 0,-1-2 0,0 0-37,0-1 1,0-1 0,-1-4-1,1 0-142,-1-3 1,1-1 0,23 14-340,-3-9 1,-2-13 493,-1-7 0,0-3 0,-1-5 0,1-4 0,0-2 0</inkml:trace>
  <inkml:trace contextRef="#ctx0" brushRef="#br0" timeOffset="11">20112 9422 8575,'-5'-10'-1146,"-3"1"429,-2 2 1,3 4 2727,-1-1-1449,6-2 1,-4 3-547,6-4 1,0 3 154,0-4 0,0 1-93,0-5 27,0 1 1,0-1 72,0 1 0,4 0-112,0-1 0,4 1 26,-5-1-220,6 1 0,-6-1 38,5 1-388,-6 5 279,3-4-274,0 8-206,-4-8 500,5 9 0,-6-5 179,0 2 0,5-3 0,1-4 0</inkml:trace>
  <inkml:trace contextRef="#ctx0" brushRef="#br1" timeOffset="12">20009 9388 9728,'-7'0'-1245,"-1"0"624,1 0 666,-5 0 0,4 1 96,1 3 359,4-3-96,-7 9-109,9-3 1,-4 4 7,5 1 1,0-5 259,0 1-289,0-1 1,1 5-28,3-1 1,-2-3 54,6 0-209,-5-1 0,7 5-57,-3-1 0,0-1-68,0-2 1,-3 2 20,4-2 1,-2 2-16,2 1 0,1 2 24,-6 2 0,5-1 111,-4 5 0,5-4-11,-2 4 1,2 0 111,-1 4 0,2-4-53,-2 0 1,2 0-10,1 4 0,1 0 19,-1 0 0,2 0-8,2-1 1,-2 1-69,2 0 0,1-4-31,0 0 0,0 0-10,-1 4 0,2 0-35,2 0 1,-1-4 36,-3 0 0,-3 0 25,4 4 0,0 0-22,-1-1 0,1 1 46,-5 0 0,1 1-53,-1 3 0,4-3 54,0 3 1,2-3-29,-2-1 1,2 1-16,2 2 0,2 2-4,-2 3 0,2 2-51,-2-3 0,3-1 22,1 2 0,0-1-48,4 5 0,-2 0 14,2 3 0,-2-1-33,6 5 0,-2-4-164,1 4 0,-1-5 153,-2 1 1,-2-2 5,6 2 0,-4-3-16,3-1 1,-5 0-77,2-3 0,2 2 99,2 1 1,-2 0-282,1 0 0,0 1 140,0-1 1,3-4-137,-3 1 0,2-2 17,-1 2 1,-2-4-146,-3-4 0,-1 0 205,1 0 0,-3-1 30,-4-3 1,1-3-261,-4-4 1,-1-1 150,-4 0 1,1 1-130,-1-1 1,-3-3 129,-1-1 317,1 1 0,-2 3 0,-1 1 0</inkml:trace>
  <inkml:trace contextRef="#ctx0" brushRef="#br0" timeOffset="13">19838 9502 8438,'0'-6'-22,"0"-1"-866,0 4 249,0 1 809,0-3 0,1 5-100,3 0 1,-1 0-62,4 0 1,1 0-2,3 0 0,1 0 8,-1 0 0,1 0-4,-1 0 0,0 0-16,1 0 1,-1 4 158,1 0 0,-1 1-140,1-1 0,-5-3 250,1 3 1,-4 1-60,3-1 0,-3 3-53,4-3 1,-6 5 40,2-1 0,-3 2 20,-1 1 1,4 1-221,0-1 0,0 4 153,-4 1 1,3 4-204,1-1 0,4-1 91,-4 1 0,5 4-93,-2 3 1,3 2 26,2-1 1,-1 1 41,1 2 0,0 3 9,3-2 0,-2 3-5,2 4 0,-2-1-75,-1 5 0,3-4 84,0 4 1,0-1-58,-3 5 1,0 0-121,4-1 1,-3 1 127,7 0 1,-5 3 40,4 1 0,-1-1 1,1-3 1,2 3 47,-2 1 1,3 3 1,1-3 0,3-1 59,1-3 0,0 5-91,-5 2 0,5 3 165,0 1 0,3 0-380,-3 0 0,-11-28 0,1-1 260,0 1 1,0-1 0,0 2 0,0 0-62,2-1 1,0-1 0,0 2 0,-1 0-45,1-3 0,0-1 0,-1 1 1,1 1 45,2-2 1,0 1 0,-2 2 0,0 0-57,2-2 0,0 0 0,-2 2 0,0 0 43,2-2 1,0-1 0,0 2 0,1 0 2,2 0 0,1 1 1,1 2-1,-1 0 48,2 2 1,0-1 0,-2-1 0,0 0-53,-2 0 0,0-1 1,0 2-1,0 0 65,-1 0 0,1 0 0,2 1 0,0 0-27,-1 0 1,1-1 0,2 2 0,0-1 51,-3 0 0,1-1 1,1 1-1,-1 1-33,0 0 1,-1 1-1,0 0 1,-1 1 45,2-2 0,0 0 0,-2 2 1,1-1-279,-1-2 1,-1-1 0,1 2 0,0-1 230,0 2 1,0-1 0,1 2-1,1 0-34,0 1 0,0-1 0,0-2 0,-1 0 31,-1-1 0,0-1 1,-2-2-1,0-1-114,0 2 0,0-1 0,-1 1 0,0-1-176,1-1 0,0-1 0,-1 0 0,0-1-108,14 19 0,1-3-209,3-5 1,-2-1-1192,2-11 1738,-2-4 0,-1-7 0,3-7 0,4-4 0,2-3 0</inkml:trace>
  <inkml:trace contextRef="#ctx0" brushRef="#br0" timeOffset="14">20021 9651 8236,'-12'-18'-184,"2"-2"-276,3 4 1553,-4 1-131,10 4-809,-4 4 1,5 4 70,0 6 0,5 7-226,3 6 0,2 4 42,1-1 0,1 4-69,-1 4 0,2 3 114,2 8 1,-2 3-195,2 4 0,2 7-200,-2 5 1,-7-25 0,0 1 317,0 5 0,-1 0 0,0 5 1,-1 1-38,2 5 1,-1 1 0,0 2 0,-1 1-310,0 0 0,0 1 1,-1 1-1,1 0 358,0-2 1,-1 1 0,1 3 0,-1 0 28,-2-2 0,1 0 0,1 1 0,0 0 86,-1-3 1,0 0 0,-1 2 0,0 0-77,1 1 0,0 2 1,-1 0-1,1 1 50,2-2 0,0 0 0,-2 1 0,-1-1-49,1-3 0,0-1 1,0 0-1,0 0 0,1-1 1,1-1 0,0 4 0,0 1-27,-1-1 0,1 0 1,0 1-1,1 0 17,0-3 1,1 0 0,-2 2 0,1-1-25,0 3 1,1 1-1,-2 0 1,1 0 6,-2-1 1,1 1-1,0 1 1,-1 0-1,1-2 1,0 0-1,-1 0 1,0 1 11,-1 3 1,0 0-1,1 1 1,0 0-8,-1 1 0,-1 0 0,0-1 0,1 0-276,-1-2 1,1-2-1,0 0 1,0 0 289,1 1 1,1 0 0,0 0 0,0 0 12,-1-2 0,1 0 1,0-1-1,0-1-232,-1-6 1,1 1 0,1 0-1,1 0 227,0-2 0,-1-1 0,3 0 0,-1-1-28,-1-4 1,0-1 0,2 1 0,0-2 10,0-6 0,-1 0 0,0 1 1,0 0 385,10 26 0,0-3-639,4-8 0,-2-11-630,-2-12 1,3-5 1096,-3-2 1,-1-5-2544,1-8 2284,-5-2 0,-3 1 0,-6 0 0</inkml:trace>
  <inkml:trace contextRef="#ctx0" brushRef="#br0" timeOffset="15">19975 9525 8199,'-11'0'-82,"-1"0"0,1 0-123,-1 0 0,0 0 677,-4 0 0,3 6-61,-7 6 0,1 6-353,-3 8 0,-2 5-41,-3 7 1,0 4-125,-7 7 1,1 4-106,12-23 0,0 1 0,0 2 0,0 2 158,-1 0 1,-1 2 0,-2 1 0,-1 0-242,-1-2 0,0 0 1,-1 3-1,-1 1 254,-1 0 1,-1 0 0,-2 2 0,-1 0 31,-2 1 0,0 1 0,0 0 0,0-1 0,1-2 1,1 1 0,-1 1 0,0 1-31,-1 1 0,0 1 1,-2 0-1,-2-1 36,1 1 0,-1 0 1,-1-2-1,0-1-396,5 1 0,0 0 0,-3 0 0,1 1 407,0 2 0,-1 1 1,-3-2-1,-2 0-2,0 2 1,1 0 0,13-16 0,0 1-1,1-1 11,1 1 1,0 0-1,0 0 1,-1 2-1,1 0 1,-1 1 2,-1-1 1,-1 0 0,0 1-1,0 2 1,-1 0 0,0 0-14,0-1 1,1 0-1,-1 0 1,0 1-1,0 1 1,0-1-258,0-1 0,0 0 1,0 0-1,0 0 1,0 1-1,-1 0 253,-1 0 1,-1 0-1,1 0 1,-1 1 0,0 0-1,0 0 6,0-1 1,1 0 0,0 0 0,0 1 0,0 0 0,0 0-18,2-2 0,1-1 0,-1 1 0,-1 0 0,0-1 0,-1 0 30,0 1 0,-1 0 1,1 0-1,-1-1 0,0-1 1,1 1-91,2 0 0,0-1 1,1 1-1,-1 0 0,0-1 1,-1 1 99,2-3 1,-1 0 0,0 0 0,1 0 0,0 1 0,1 0 59,-2 0 0,0 0 0,0 1 0,1 0 0,0 0 0,1 0-61,-1 0 0,1-1 0,-1 0 0,2 1 0,0 0 0,0-1 15,-15 14 0,0-1 1,16-14-1,1 1 0,0-1 19,-1 1 1,0-2 0,0 1 0,0 1 0,0-1-1,0 1 1,-12 15 0,0 1 0,-1-2 1,1 0-29,3-2 1,2-1 0,-1 3-1,1 0 32,2-1 1,1 1-1,1-2 1,1 0 30,3-3 0,1-2 0,0-1 0,1-1 72,2-4 0,0-2 0,1 1 0,-1 0-97,0-2 1,0 0-1,3-1 1,1-2 715,-16 21 1,6-7-638,6-13 1,6-7 1866,1-8-1735,4-2 1402,0-7-1614,6-1 524,1-5-1049,5 0-513,5 0 240,1 0 1,2 0 254,-1 0 1,1-1-462,3-3 0,2-3 929,2-9 0,3-6 0,5-8 0</inkml:trace>
  <inkml:trace contextRef="#ctx0" brushRef="#br0" timeOffset="16">19621 9354 8148,'0'-23'190,"0"-4"86,0 1 0,0 3 53,0 4 1,0 5 500,0-2-642,0 9 1,-5 2-77,-3 5 1,-2 2-184,-1 6 0,-6 1 125,-2 10 0,-4 5-7,-3 6 0,-9 5-82,-6 3 1,16-16 0,0 0-316,-1 2 1,-1 2 0,-3 3-1,-1 1 269,-1 1 0,-1-1 0,-4 5 0,-2 0-13,-1 1 1,0 0 0,-3 3 0,-1 0-386,0-1 0,0 0-1,-4 3 1,0 2 475,14-14 0,-1 0 0,1 0 0,-2 1 0,1 0 1,-1 0 8,0 1 1,-1-1 0,0 1-1,0-2 1,1 1 0,0 0-7,0 0 1,1 0 0,-1 1 0,0-1-1,-1 0 1,1 0 19,-2 3 1,0 0-1,0 0 1,-2 0 0,0 0-1,0 0-17,0 1 0,-1 0 1,1 1-1,-1 0 1,0 1-1,1 1-331,-2-1 0,0 1 0,0 0 0,0 2 0,-1 1 1,0 0 359,-2 2 0,-1 0 0,0 0 0,-1 1 0,0 0 0,0 0 3,0 2 1,0-1-1,0 1 1,0-1-1,0 0 1,0 0-22,2-1 1,-1 0-1,0 0 1,-1 1-1,0 0 1,-1 0-2,12-10 1,0 0-1,0 1 1,0-1-1,-1 0 1,1 0 0,0-1-1,0 1-26,-11 9 0,0 0 0,0 0 0,0 1 0,-1-1 0,1 1 27,1-2 0,1-1 0,-1 1 1,-1 2-1,0-1 0,0 1 23,11-10 0,0 0 0,0 1 0,-1-1 1,0 0-1,-1 0 0,1 0 0,0 0-17,0-1 1,1 0 0,0 1 0,0-1 0,-1 1 0,1 0 0,-1 0 0,1 0 27,-11 10 1,0 0 0,0 1 0,12-10 0,-1 0 0,1 0 0,-1 0-11,0 0 1,0 0-1,-1 0 1,1 1 0,1-1-1,-1 1 1,0 0-1,1 0 55,-11 10 1,0-1-1,1 1 1,12-10-1,0 0 1,0 0-1,0 1-15,-10 10 0,0 0 1,0 0-1,-1-1 0,1 1 1,0 0-4,1 0 0,1 1 0,-1-2 0,0 0 0,-1-1 0,2 0-68,2-2 0,2 1 0,-1-2 0,0 1 0,1-1 0,0-1-156,2-1 0,1-1 0,0 0 0,1-1 0,1 0 0,0 0 195,0 0 0,0 1 0,0-1 0,2-2 0,0 0 0,0-1-60,2-1 1,0-1 0,1-1 0,-15 17 0,1-1 83,5-2 0,0-1 1,0 0-1,-1 0-2,3-1 0,0 0 0,3-2 0,0-2 104,2-3 1,1-1 0,2-1-1,1 1-121,4-5 1,0-1 0,1-3 0,1 0 888,-16 19 0,8-8-1034,4-11 0,1-2 998,7-10 1,5-3-1346,6-5 1389,-2-4-1533,4 2 0,-2-5 461,8 0 0,3-7-978,4-4 0,6-8 1103,2-11 0,7-11 0,3-11 0</inkml:trace>
  <inkml:trace contextRef="#ctx0" brushRef="#br0" timeOffset="17">19632 8943 8214,'-27'0'0,"2"-6"0,-8 5 416,3-3 1,-4 4 627,-4 4 1,2 9-507,-2 10 1,-3 5-214,0 6 1,-4 5-823,-1 3 1,23-19-1,0 0 519,-2 1 1,0 1 0,-3 3 0,-1 0-272,-3 2 0,-1 1 0,-3 3 0,-1-1 67,-3 2 1,0-1 0,-3 1-1,-1 0-291,-2 3 0,-3 0 0,14-12 0,0 0 0,-1 0 357,-2 1 1,0-1 0,-1 1 0,-1 2 0,-1 1 0,-1-1-330,1-1 0,-1 0 0,0 0 0,-3 1 0,0 1 1,-1 0 347,-2 0 0,0 0 1,-1 1-1,-3 2 1,-1 0-1,0 0 105,-1 0 1,1-1 0,0 2 0,11-8 0,-1 2 0,1-1 0,0 0 89,-11 7 0,0 0 0,-1 0 1,11-6-1,0 0 0,0-1 0,-1 1-240,1-1 1,-1 1 0,0-1 0,0 1 0,-1 2 0,-1 0 0,0 0 0,1 0 233,-1-1 0,0 0 1,1 1-1,-1 0 1,-1 1-1,1 0 1,-1 1-1,0-1-181,2-1 0,-1-1 0,1 1 0,-1-1 0,-2 2 0,0 0 0,0 0 0,0 1 120,-1 0 1,-1 0-1,1 1 1,-1-1-1,-1 1 1,0-1-1,0 1 1,0 0-25,1 0 1,1 0 0,0 1 0,-1-1 0,-2 0 0,1 0 0,-1 0 0,0 0-77,1-1 0,1 1 1,0-1-1,-1 0 0,0 1 1,-1 0-1,0 0 1,0 0 74,-2 1 1,0 1 0,0-1 0,-1 0 0,2 0 0,0 1-1,0-2 1,-1 1-91,0 0 0,0-1 0,-1 0 0,1 0 0,0 1 1,-1 0-1,1 0 0,0 0 63,1 0 1,0-1-1,-1 0 1,1 0 0,-2 1-1,0 0 1,0 0 0,0 0-12,11-6 1,0-1 0,0 1 0,0-1 0,0 0 0,-1 1 0,1-1 0,-1 0-1,1 0 1,0 0 153,-10 6 0,1 1 0,-1-1 0,1 0 0,0 1 0,-1 0 0,1 0 0,0 0-24,2-1 1,1 1 0,0-1 0,-1 0 0,0 0 0,0 0-1,0 0 1,0 0 4,0 1 0,-1-1 0,1 0 1,-1 1-1,1-1 0,1 2 0,-1-1 1,0 1-45,2-1 0,-1 2 0,1-1 1,-1 0-1,2 1 0,-1-1 1,1 1-1,1 0-19,0-1 0,2 0 0,-1 0 0,1 0 0,0 0 1,-1-1-1,1 0 0,1 1-3,0-1 1,0 0 0,0 0 0,1 1 0,-1-2 0,1 1 0,0-1 0,1 0 9,3-2 0,0-1 1,0 0-1,0 1 0,0-1 1,0 1-1,1-1 0,-1 0-28,-8 8 1,0-2 0,0 1 0,1 0-1,-1 0 1,1 1 24,1-2 0,0 1 1,2 0-1,1 0 1,1 0-1,1-1 66,2-1 0,2-1 1,-1 0-1,1-2 1,1 0-1,0-1-77,-14 12 0,2-2 1,3-1-1,1-1 245,4-3 0,2 0 0,3-2 0,2-2-262,6-5 1,2-1 0,-18 17 1513,16-12-2059,4-3 0,18-21 899,8 1 0,10-12-1862,17-7 1492,-1-11 0,9-2 0,-4-4 0</inkml:trace>
  <inkml:trace contextRef="#ctx0" brushRef="#br0" timeOffset="18">8840 12643 8092,'-23'-5'0,"5"4"1195,3-3 1,3 1-502,5-1 0,7 3 62,7-3 1,10-1-279,6 1 1,11-4 35,12 0 0,6-2-138,9-2 0,-29 7 0,2-1-284,3 0 1,2 1 0,-3 1 0,1 1 129,5 1 1,0 0 0,-2 0 0,0-1-65,4 1 1,0 0-1,-2 0 1,-1 1-70,3 0 1,0 2 0,-5-1 0,-1 0 28,1-1 0,-1 2 0,-5 0 0,0 1-420,27 2 1,-1 0 100,-2-4 0,-6 0-564,-6 0 0,-5 0 192,-10 0 0,-2 0-732,-5 0-873,0 0 912,-11 0 634,-1 0 1,-14 0 631,-5 0 0,-4 0 0,-11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1-03T14:09:46.630"/>
    </inkml:context>
    <inkml:brush xml:id="br0">
      <inkml:brushProperty name="height" value="0.053" units="cm"/>
      <inkml:brushProperty name="color" value="#FF0000"/>
    </inkml:brush>
  </inkml:definitions>
  <inkml:trace contextRef="#ctx0" brushRef="#br0">9413 3851 7853,'10'-51'231,"-3"5"1,-7 2 0,0 2 584,0 4 0,2 1-409,4 3 0,-4 7 781,4 4 1,-4 4-545,-2 2 0,1 7 336,5 5-616,-4 3 1,6 17-298,-8 8 0,-6 15 1,-2 10-24,-1 7 1,-1 14 230,-1 11-575,-5 12 0,7-2 240,0-41 0,1-1 1,-4 42-181,1 2 0,5-2 61,-5 1 0,7-10-165,-2-1 0,4-15 121,2-8 1,2-13-101,4-10 1,-2-15 62,7-13 0,-1-8-84,1-9 1,4-8-334,-3-16 0,1-9 216,-1-7 1,1-8-96,-7-10 1,5 2 185,-5 4 0,0 6 760,-6 11 0,0 9 412,0 9 1521,-8-1-1254,-1 10 1718,-9 4-694,9 15-1578,1 7 0,18 1 143,7 3 0,2-1-267,10-4 0,-1-4-334,7 3 0,5-3 66,0-2 1,6 0-372,-6 0 1,4 2 51,-9 4 1,1 4-162,-13 7 0,-8 9-350,-9 9 0,-8 3 321,-10 14 0,-7-3-208,-15 14 0,-14-2 145,-3 3 1,-3-5-662,8-8 1,-2-14 492,8-9 0,2-9-659,9-7 0,10-14 331,8-15 0,7-23 945,-2-18 0,4-14 0,2-7 0</inkml:trace>
  <inkml:trace contextRef="#ctx0" brushRef="#br0" timeOffset="1">10394 4384 7853,'0'-17'-413,"0"0"0,-6 0 0,1-1 0,1 1 1005,2 0 1,-4 0-82,0 0 0,-5 0-26,5-1 0,-7 7-125,1-1 1,-3 3-334,-2-3 1,-2 5 32,-4 7 1,-4 2 3,-7 3 0,5 7 8,0 11 1,0-2-183,-5 7 0,0 3 178,-1 9 0,3-4-68,3 5 0,4-5 396,8-2 0,6 1-116,-1-1 1,8-2 36,-2-3 0,6-4 14,6-8 0,4-2 25,7-3 1,6 1-107,0-7 0,7 0-25,-1-6 1,4 0-192,1 0 1,-5-2 113,-1-4 1,-7-2-380,2-3 1,2-4 151,-2 3 1,0 3-330,-6-3 1,1 1 199,-1-6 1,-6-6-274,1 0 1,-7-2 117,7 2 1,-8 4 77,2-4 1,-5 2 159,-1-2 0,0 10-229,0-5 626,-7 5 54,-3 4-154,-7 1 0,2 10-39,3 4 1,5 9 220,7 8 0,0 5 29,0-5 1,0 6-64,0-6 0,0 6-331,0-7 1,7 7 80,5-6 1,3-2-198,2-9 0,6 1 80,0-7 0,10-1-683,1-5 1,0-3 40,7-9 0,1-1-229,-2-16 0,0 6 274,-6-6 0,-1 1 209,-4-7 0,-5 7 414,-6-1 1,-3 8-77,-4-2 0,-3 4 321,-8 2 0,0 0-205,0-1 0,-6 7 163,1 0 1,-3 5 568,2-6 348,4 9-151,-5-5-556,7 8 1,-2 0 168,-4 0-349,4 8 1,-6 7 25,8 8 0,-7 7-49,-5-1 0,3-2-11,-3 1 0,1 1 28,-6 5 0,5 1-106,1-1 0,5-1-406,-6-5 0,9-3 224,-3-8 1,4 1-349,2-1 1,2-8 202,4-3 0,5-6 53,12-6 1,-2-11 68,8-12 1,-6-3 220,5-2 1,-5-7-82,6 1 1,-2 0 378,1 6 0,-3-1-69,-7 1 1,-1 5-102,0 1 0,0 5-34,0-6 0,-5 14-42,-1-2 0,-5 11-375,5 0 19,-7-3 0,10 9-125,-9 0 0,1 9-51,-6 14 0,0-2-232,0 8 0,0-1-604,0 7 1,0-1 512,0 1 0,2-3 114,4-3 1,3 1 572,9-7 0,1 0 0,4-6 0,3 1 0,9-1 0</inkml:trace>
  <inkml:trace contextRef="#ctx0" brushRef="#br0" timeOffset="2">11581 4247 7886,'-24'-25'0,"-1"6"76,-4-4 1,-2 9 160,9 3 1,-7 5 1158,6-5 0,-6 7-636,6-2 0,-5 12-217,5 5 0,0 5-175,5 1 1,3 8 57,4 3 1,-5 11 26,5 1 1,-2 6-108,1-6 1,4 2-454,8-2 1,0-4 133,0 4 1,10-11-508,7-6 1,8-6 343,9-5 1,-3-5-603,3-7 0,-9-7 321,10-5 1,-5-11-326,5-6 1,5-11 191,0-5 0,0-13-54,-5-5 0,-7-6-900,1-5 1,-8-14 1240,-9 37 0,-1-1 0,-1 0 1,-1 1 262,0-4 0,-1 1 0,-2 5 0,-2 0 0,2-42 0,-3 3 0,3 2 0,-4 23 0,4 11 0,-4 20 460,-2 9 1,-8 11 162,-3 7 0,-3 7 723,3 9 0,-10 16 696,4 19 0,-6 19-407,0 9 1,4 10-467,-4 8 0,5 3-794,12-43 1,1-1-1,0-2 1,2 0-269,3 48 1,2-7 12,4 2 0,11-14-1919,12-9 1,5-8-2229,6-9 1,-3-18 668,3-11 3358,-4-12 0,-1-11 0,-1 0 0,0 0 0</inkml:trace>
  <inkml:trace contextRef="#ctx0" brushRef="#br0" timeOffset="3">12184 4264 8001,'0'-17'-252,"-2"0"0,-2-1 1,-4 1 2836,-1 0 1,5 0-1291,-2 0 0,-1 5 336,1 1 0,-2 7 166,2-2-856,5 4-959,-7 2 1,8 8 0,0 5 55,0 8 1,6 0-264,-1 8 268,9 0 0,-10 5-105,7 0 1,-5-5 29,5 0 0,-1-3-117,1 3 0,5 3 237,-5-3 0,-1-4-62,1-2 1,1-4 101,5-2 1,0-5-32,0-1 1,0-1 192,1 1 1,-1-3-26,0-8 1,2-2-137,4-4 0,-8 2 23,8-7 0,-13 5-160,7-5 0,-4-3-185,5-9 1,-1 4 119,0-4 1,0 2-206,1-2 0,-1-1 81,0-5 1,-6-2 24,1 8 0,-8-5 125,1 5 1,-1-6-19,2 6 0,-4 0-228,4 6 0,-4 6-51,-2-1-1614,0 8 1391,0-3 0,1 7-280,5 0 0,2 7 324,3 5 1,5 3 426,-5 2 0,4 6-55,3 0 1,-7 8 122,1-3 0,-7 3 97,7-2 1,-6 1 197,5-7 1,-5 6 24,5-6 1,-1 0-130,1-6 1,5-2-59,-5-3 1,10-5-16,2-7 1,0 0-227,-6 0 0,6-7 84,0-5 1,-6-3 236,-5-2 1,-3-1-82,3 1 1,1 0 114,-7 0 1,2 0 197,-3-1 0,-3 1-151,4 0 1,-4-6-140,-2 0 0,2 0 283,3 6-707,5 0 1,1 2 118,1 3-310,-1 5 269,7 7 1,-1 1 77,0 5 0,-5 4 49,-1 7 0,-1-4-1,1 4 0,4-7-6,-3 13 1,1-8 31,-1 8 1,1-4 285,-7-2 0,5 1-75,-5-1 0,0 6 35,-6 0 1,5 0-208,1-6 1,0 0-704,-6 0-96,0 0 402,0 1-1432,0-9 1291,0-1 1,6-10-241,-1-4 0,1-5 280,-6-12 0,0 4-748,0-4 1274,8-4 0,-6-7 0,5-10 0</inkml:trace>
  <inkml:trace contextRef="#ctx0" brushRef="#br0" timeOffset="4">13320 3765 8001,'-23'0'-489,"0"0"2758,0-7 3091,5 5-1875,9-14-2698,1 15 1,10-7-1326,4 8 0,5 0 380,12 0 0,-2 2-1551,8 4 1709,0 3 0,5 8 0,1 0 0</inkml:trace>
  <inkml:trace contextRef="#ctx0" brushRef="#br0" timeOffset="5">13853 4247 7948,'-34'0'0,"1"-6"1619,4 0 0,-1-5-819,7 5 1,0 0 193,6 6 0,-1 0-441,1 0 1,0 2-425,0 4 1,5 4 8,1 7 0,5 2-67,-5 4 0,7 3 65,-2 9 0,4-6 95,2-1 0,2-1-146,4 2 1,-2 1 10,7-7 1,1 6-68,5-6 1,0-6-20,0-6 0,0-7-87,1 2 1,5-6-219,0-6 0,5-11 174,-5-12 0,6-11-262,-6-6 0,6-5 151,-7-7 0,7-3-765,-6-7 0,0-7 156,-6 1 0,-1-9 136,-5 3 0,2-2 256,-7 2 1,0 5 387,-6 12 0,0 8 246,0 15 1,0 1 932,0 17-126,-8 6 0,-1 18-441,-9 15 1,7 10 1675,-1 13 0,3 6-1136,-3 11 0,-1 5 93,7 6 0,-1 3-601,1 3 0,4 3-268,-4 3 1,6-9-624,6-8 0,-2-2-680,7 2 0,3-6-892,9-11 1,-4-11 903,4-12 0,2-6-841,-2-6 0,5-5 945,-5-12 0,6-5 76,-6-12 0,7-4 316,-1-7 0,-2-8-390,2-4 0,-8-4 870,1-1 0,5-9 0,0-1 0</inkml:trace>
  <inkml:trace contextRef="#ctx0" brushRef="#br0" timeOffset="6">14386 3903 7951,'0'-17'883,"0"-1"1,-1 1-339,-5 0 0,4 6 1248,-4-1 0,2 8-873,-1-1 1,3 10 180,-4 7 0,4 5-327,2 6 0,0 9-95,0 8 0,0 8-419,0-2 1,0 6-12,0 5 1,2 4-310,4 8 0,-4-4-15,3 4 1,-3-4 323,-2 9 1,6-5-29,0-6 1,5-12-1410,-5-10 1,2-15-269,-3-8 0,-1-9-398,8-9 1,-9-9 247,3-9 1,-2-8 814,2-15 1,-4-4-498,3-13 1,-10 5 1287,-7-4 0,1 1 0,-7-1 0,-3-4 0</inkml:trace>
  <inkml:trace contextRef="#ctx0" brushRef="#br0" timeOffset="7">14335 4315 7951,'-25'-15'1095,"-4"4"0,3-3 416,-3 9 358,8-1 431,-4 6 0,17 0-1151,8 0 0,10 0-72,13 0 0,5-2-516,13-4 1,-3-1-584,8-5 1,0-3 57,5 3 1,-1-1-793,-4 2 0,2-5 67,-8 5 0,0-4-432,-6-3 0,-5 1 21,0 0 0,-10 0-418,-2 0 803,0-8 1,-15 6-151,4-4-83,-4 4 1,-8 1 397,0 1 1,1 0-101,5 0 0,0-2 280,0-4 1,0 2 147,0-8 1,-2 6 835,-4-5 1,4-1-488,-4-5 0,4 5 564,2 0 0,-1 8 42,-5-2 1826,4 12 0,-13 3-611,3 8 0,3 15 115,-3 8 1,3 16-1266,-3 6 0,3 13-263,3 5 1,4 4-451,-4 1 1,4 1 106,2 0 1,0 0-964,0 0 1,2-8 559,4-4 0,-2-11-232,7-6 1,-5-11-40,5-6-2631,-7-12 2135,11-3 0,-7-10 401,4-4 0,3-5-220,-4-12 1,7 2 300,5-8 0,-4 2 64,4-1 1,-4 3 142,-2 7 1,-6 1 590,1 0 1,-3 6 248,3-1 248,3 8 768,-5-11 2207,7 13-2533,0-5 1,-2 8-637,-3 5 0,-2 4-677,-5 7 1,-3 2 106,4 4 0,-2 4-839,1 7 1,-3 2-215,4 4 1,-4-1-825,-2 7 0,0-6 642,0 5 1,0-14-1096,0-2 2295,8-8 0,9-4 0,10 0 0</inkml:trace>
  <inkml:trace contextRef="#ctx0" brushRef="#br0" timeOffset="8">15436 4419 7891,'-17'0'0,"5"0"5658,1 0-968,7 0-3084,-3 0 0,14 0 0,7 0 1,7-2-412,7-4 1,5 4-1451,1-4 1,1 4 229,-1 2 1,6 0-1816,0 0 0,6 0 549,-6 0 1291,8 0 0,-4 0 0,8 0 0</inkml:trace>
  <inkml:trace contextRef="#ctx0" brushRef="#br0" timeOffset="9">16624 4298 7963,'-16'-25'592,"5"6"0,-10-4 0,5 4 1321,5 2 0,7 0-1460,-2 0 0,-3 1 189,-3 5 0,-3 5-355,-2 12 1,-6 5-52,0 12 1,-2 10-103,2 7 1,2 8 88,-7-2 0,6 9 76,0 2 1,4 1-64,7-7 1,-3-5-62,9 0 0,-1-10 61,6-1 1,13-11-199,5-12 0,10-4-10,1-8 0,11-10 131,6-7 0,4-16-265,1-13 1,3-11 65,3-6 1,-1-11-564,-25 34 0,1-1 0,-3-5 1,-1-1 404,4-4 1,-1-1-1,-5-2 1,-2-1-366,3-2 1,-2-1 0,-8 3 0,-2 1 116,0 5 1,-1 1 0,-1-31 140,-7 16 0,-6 23 567,-6 12 0,-11 14-256,-12 9 0,-3 3 771,-3 2 1,7 13-469,-1 4 1,6 18 913,-6-1 1,6 19-442,-5 5 0,1 14 261,-2 9 0,-1 3-320,7 2 1,2 1-190,9 5 0,5-6-215,7 0 1,7-10-143,5-12 1,13-7 108,9-11 0,2-8-63,10-15 0,-6-2 186,6-15 0,6-1-115,5-5 1,2-15-74,-1-8 1,-3-15-499,8-8 1,-5-4 306,5-1 1,-13-1-274,1 1 1,-13 5-538,-3 0 1,-5 8 170,-12-2 1,-5 5 146,-13 7 0,-2 3-701,-4 8 0,-5-1 534,-12 1 0,-4 8-175,-7 3 1,-1 6 410,1 6 1,0 9 471,-1 8 1,3 7 947,3-1 1,4 4-733,8 1 1,0 0 413,-1 1 0,9 5-346,3 0 1,14-6 467,9-5 0,10-2-269,13 1 1,12-10-773,11-13 0,4-5 7,1-5 0,9-13-1359,3-10 1,-1-12-1102,1-6 1,-13-12 1351,2-5 0,-14-3-611,-3-3 1,-10-6 987,-13 1 0,-12-7 934,-12 7 0,-3-12 0,-2 6 0,0 0 0</inkml:trace>
  <inkml:trace contextRef="#ctx0" brushRef="#br0" timeOffset="10">18086 3507 7963,'-7'-11'0,"-5"-1"0,-3 7 1676,-2-7 1,5 8 127,1-1 472,7 3 0,-6 2-1176,5 0 1,3 9 121,-4 9 0,2 8-561,-2 14 0,5 12-290,-5 11 1,2 6-897,-2 5 1,4 12 334,-1-37 1,1 0-1,0 1 1,2 1-937,-1 1 0,2-1 0,6 43 505,5-8 1,11-10-2228,5-13 0,7-6 1444,5-11 0,-2-11-84,8-12 1,-8-12 1487,2-5 0,3-10 0,-3-2 0,0 1 0</inkml:trace>
  <inkml:trace contextRef="#ctx0" brushRef="#br0" timeOffset="11">18689 4230 7982,'-18'-12'1291,"1"1"1,0-1-548,0-5 0,0 0 786,-1 0 1,1-1-750,0 1 0,0 0 590,0 0 1,-8 7-623,-4 4 1,2 5-319,-1 1 0,5 13-184,-6 4 0,6 14-42,-6 3 1,8 6 136,-2 6 0,6 4-65,6-4 1,-3-2-119,9 1 0,-1-6 66,6 1 0,9-12-165,9-5 1,6-6 9,11-5 0,-1-4-2,1-8 1,-1-2-34,0-4 0,-5-4 69,0-7 1,-2-6-410,1 0 1,-3 0 171,-8 6 0,1 0-214,-1 0 1,-8 0 163,-3-1 1,-4 1-374,-2 0 0,0 6-328,0-1-103,0 1 675,-8 1 1,5 2-193,-9 8-1026,8 0 1021,-3 0 1,12 2 388,1 4 0,7 2-57,-1 3 0,3 5-71,2-5 0,1 4 206,-1 2 0,0 1 259,0-1 1,0-6 114,1 1 0,1-3 470,4 3 0,-4 1 211,4-7 1,-4 0-401,-2-6 1,0-2-591,1-4 1,-1-5 29,0-12 1,2-4-1554,4-8 0,-4 1 813,4 0 1,-6-1-625,-5 1 0,-5 7-331,-7 4 1,0 10 863,0 1 0,0 10 679,0 2 1,-7 8-93,-5 9 0,-1 8 776,1 4 0,5-4-445,7-2 0,2-4-255,3-2 1,5-2-102,7-3 1,8-5-236,4-7 0,-2-2 337,1-3 0,-7-5-185,2-7 0,-4 2 504,-1 3-363,-1-3 0,-6 7 1614,1-3-155,-9 3 609,5 8-1264,-8 0 1,2 0 819,4 0-611,-4 0 1,7 8-358,-3 3 0,-4 6 36,4 6 0,-4-2-129,-2 8 1,0 5-194,0 6 1,0 14 11,0-2 1,0 7-488,0 4 0,0 6-153,0 11 0,0 2-613,0-8 0,-2 7 397,-4-7 1,-2-1 245,-3-10 0,-6-4-26,-1-7 0,1-8-20,-6-4 1,-2-12 99,2-5 1,-1-11 106,1-7 0,2-5-163,-8-5 1,8-7 157,-2-11 0,0-11 123,6-12 0,-2-13 535,13-10 0,0-5-310,6-7 0,2-1 233,4 8 0,9 7-222,8 10 0,15-3-762,2 3 0,18 5 633,11 7 0,3 6 0,14-1 0,-39 22 0,0 0 0,3 1 0,-1 0 0</inkml:trace>
  <inkml:trace contextRef="#ctx0" brushRef="#br0" timeOffset="12">20650 4075 7928,'-17'-17'1539,"-6"1"116,0 5 1,6 3-409,6 8 1,5 15-1,-4 10-683,3 12 1,-5 10 0,5 16 851,-3 12 0,-1 17-1065,2-41 0,0 1 1,3 0-1,1 1-488,-1 4 0,0 0 0,2-3 0,-1-1 234,-1 2 0,0-1 0,-1-3 0,1 0-468,0 40 1,0-10 27,6-24 0,2-4-325,4-18 0,-2-7-1936,7-16 1805,1-5 1,5-10-57,0-9 1,1-7 368,-1-15 0,0-14-283,0-4 1,-2-13 273,-3-3 1,7-15-150,-7-8 1,-3 38 0,-1-1 331,-5 0 1,-1-1-1,4-3 1,0-1 31,-3-1 0,0 0 0,2-2 1,1 0 205,-3 1 1,0 1 0,0 9-1,0 1 253,-3-30 0,-2 25 2439,-4 14-1696,-4 13 3996,1 18-3181,1 3 0,14 9-343,0 3 0,7-3-359,-1 4 0,3 2-459,2-3 0,2 9-484,4-3 1,-4-1 62,4 1 1,-4 1-522,-2 5 1,1 8 278,-1 3 1,-2 5-610,-3 1 1,-5 6 215,-7 0 0,0 6-924,0-6 0,-7 6 159,-5-6 1,-5 0 649,-6-5 1,-4-1-6,-7 1 0,5-14 176,1-4 0,6-6-688,0 1 707,2-5 1,11-16-640,3-8 0,12-8 426,5-10 0,12-7 618,6-3 0,11-5 0,4-2 0</inkml:trace>
  <inkml:trace contextRef="#ctx0" brushRef="#br0" timeOffset="13">21029 4092 7928,'0'-17'2204,"0"7"-1744,0-5 0,2 11 221,4-7 1186,-4 7-758,5-4-106,1 8-773,-6 0 1,11 14-321,-7 3 1,2 11-343,-3 1 0,-3 4 351,4 1 0,-4 6-465,-2 0 1,6 6 105,-1-6 1,1 0 122,-6-5 0,0-1-122,0 0 0,0-7-605,0-4-93,0-11 295,0-5 162,0-30 0,0 2 237,0-19 0,6-2 256,0 2 0,5-2 187,-5 2 0,5 5 323,-5 1 1,2 2-20,-3 9 1,-3 0 1049,4 6 3791,4-1-3828,-1 1 1,8 6 363,1-1 1,4 8-867,1-1 1,8 1 15,-2-2 1,3 2-306,3-7 1,5 7-431,0-2 0,-2 4-155,-9 2 1,1 0-233,-7 0 1,-2 2 47,-9 4 0,1 4 241,-7 7 0,0 8-1040,-6 3 1,-6 5 446,0 1 0,-5 1-326,5-1 1,-5-5 353,5-1 0,-6-1 404,7 2 0,-1-5 36,6-6 0,2-3 159,4-4 0,3-3-80,8-8 0,1-2-132,-1-4 0,6-11 192,0-11 0,0-5 74,-6-1 0,-2-6-1024,-3-1 1,1-6 398,-7 1 1,-1-2-2413,-5 2 2951,-7-3 0,-10 12 0,-10-5 0</inkml:trace>
  <inkml:trace contextRef="#ctx0" brushRef="#br0" timeOffset="14">22182 4401 7870,'-11'-5'2086,"-1"-1"-1487,8-7 0,-3 3 139,7-7 0,0 0-48,0-1 0,0 1 103,0 0 0,0 0-82,0 0 0,0 0-254,0-1 0,-2-5-134,-4 0 1,2 6-111,-7 6 1,-1 7-310,-5-2 0,-2 4 141,-4 2 1,4 2-482,-4 4 1,4 9 140,1 8 1,1 8-92,0-3 1,2 5 27,3 1 1,5 1 51,7-1 0,0-1 13,0-5 0,2-1 53,3-4 1,7-10 216,11 4 0,-2-11 54,7 0 0,1-8 94,6-9 1,1-9-199,4-14 0,-4-8-23,4-4 0,-3-9-163,-3-3 1,-1-7 133,-5 2 1,-3-3-187,-8-3 0,-7 8 24,-4 3 0,-4 5 168,-2 1 0,0 8-85,0 4 1,0 12 563,0 5 0,-2 5 2250,-4 7-1993,4 3 1,-6 10 817,8 4 0,-5 7-685,-1 16 1,-5 7 19,5 16 0,-6 7-294,7 4 1,-3 6-113,2 5 1,4-1-332,-3 7 1,1-7-160,-2 1 1,4-9-121,-4-2 1,10-9-287,2-3 0,7-9 249,-1-13 0,3-10-401,2-7 1,2-10 475,4-2 1,-4-8-23,4-9 0,2-8 306,-2-4 0,8-3 106,-3-3 0,-1 1 3,2 0 1,-8-1-108,2 1 1,-4 1-44,-2 5-160,-7-5 1,3 14 73,-7-4 1,0 10 569,-6 1-271,0 9 11,0-5 0,-6 16-30,0 3 1,0 4-110,6 3 1,0-1-123,0 0 1,0 6-347,0 0 0,0 2-48,0-2 1,2-2 189,4 7 1,-4-7-33,4 2 1,-2 2 34,1-2 1,-1 0-101,8-6 1,-7-6 7,7 1 0,-6-8 62,5 1 0,2-3 8,10-2 0,-4-7-114,4-5 1,2-5-158,-2-6 0,2 2 121,-2-8 0,-4 7 180,4-7 0,-10 8-46,-1-2 1,-2 4 699,1 2 1,-1 5-233,-5 1 1406,-3 7 0,12-6 836,-9 5-77,9 3-1707,-5 2-762,8 9 1,1 8-3513,-1 1 3589,-8-1 0,7 0 0,-7 0 0</inkml:trace>
  <inkml:trace contextRef="#ctx0" brushRef="#br0" timeOffset="15">23782 4264 7944,'0'-29'254,"0"2"0,0 3 0,0 1 519,0-2 0,-2 12 1,-3-5 137,-7 3 0,1 7-44,-6 3 0,3 5-231,-9 5 1,-4 7-45,-1 11 0,-5 4-198,-1 7 0,5 6 2,1 0 0,6 8-311,0-2 0,4 2-63,7-3 0,-3-3-194,9-7 0,1-1 223,10 1 1,5-9-1247,12-3 0,10-6 515,7-5 0,8-6-825,-3-12 0,5-6 442,2-10 0,-6-1-665,0-12 1577,-1 5 1,15-28 0,1 5-1</inkml:trace>
  <inkml:trace contextRef="#ctx0" brushRef="#br0" timeOffset="16">24367 3748 7944,'-17'0'0,"6"0"579,-1 0 1,7-6 1411,-7 1 0,6 1-131,-5 10 0,5 5-773,-5 12 0,-1 6 240,-5 11 0,0 6-504,0 11-32,-1 12 0,-5 9-562,1 8 1,-1 4 431,5-4 1,3 2-224,4-14 1,3-3-643,8-14 1,2-7 31,4-16 0,3-7-48,8-4 1,1-4-1053,-1-2 0,0-7 583,0-5 1,2-3-1258,4-2 1,-2-2 1265,8-3 0,-6-5-1104,6-7 1,-6-2 287,5-4 1,-1-4 1495,2-7 0,3-1 0,-5 1 0</inkml:trace>
  <inkml:trace contextRef="#ctx0" brushRef="#br0" timeOffset="17">23937 4247 7957,'-23'0'7454,"0"0"-5777,8 0 1,9 0 1406,12 0 1,4 5-1646,7 1 0,8 0-1010,3-6 0,7 0-429,5 0 0,2 0 0,4 0 0,4 2-1137,-4 4 1,3-5 1136,3 5 0,7 4 0,2-1 0</inkml:trace>
  <inkml:trace contextRef="#ctx0" brushRef="#br0" timeOffset="18">15798 4986 8086,'1'-29'290,"3"3"1,2-1 0,0 2 0,0-2 3112,-1 1-977,1 5-1130,-6-4-977,-8 15 1,-3 3-187,-12 7 1,2 15-1,-8 10-209,-1 11 1,-9 10 33,-1 11 0,-6 6 1,6 12-637,2 5-1391,-6-4 1862,26-30 1,0 0 0,-23 27-951,13 7 1,9-8 472,7-3 0,8-13-200,-1-5 1,5-13 368,5-3 1,-1-10 8,8-14 1,-7-3-128,7-8 282,-8 0 0,3-2 634,-7-4 1,0-11 0,0-10-1</inkml:trace>
  <inkml:trace contextRef="#ctx0" brushRef="#br0" timeOffset="19">15178 5467 8086,'-8'-17'241,"-1"-6"61,-8 0 0,7 0 538,4 6 0,-1 0-289,1 0 1,-2 0 1812,3-1-1108,3 1-33,-6 8-782,8 1 0,0 10-600,0 4 1,0 11 97,0 12 1,0 5 147,0 6 1,0 0-50,0 12 0,0-4 108,0 9 0,0 2-177,0-2 0,0 1-30,0-7 1,6-1 602,-1-4 1,7 2-213,-6-8 0,7-2 401,-1-9 0,3-7-65,2-10 1,2 1-17,4-7 0,4-10-320,7-13 0,6-8-66,1-9 1,12-8-1399,-1-4 0,9-9 539,-4-3 0,6 3-2688,-5 9 1,-1-2 290,-5 8 2992,-8 8 0,2-3 0,-8 8 0,-4 3 0,-7-1 0</inkml:trace>
  <inkml:trace contextRef="#ctx0" brushRef="#br0" timeOffset="20">16348 1977 8050,'0'-34'491,"0"5"0,0 2 0,-2 3 1382,-3 3 1,3 7 374,-4 3-247,4 7-1603,2-4 1,-2 16-1,-2 5-221,-1 8 0,-3 16-7,2 14 1,2 8-129,-7 10 1,1 8-227,-1 3 0,-3 4-313,9 2 119,-1-8 0,6 4-519,0-7 1,0-3 148,0-9 1,8-5-356,3-12 1,4-6-1,3-12 0,-1-10 498,0-13 1,0-5 48,0-5 0,1-7 152,-1-11 1,-2-11-211,-3-12 0,1-6 614,-7-5 0,-1 4 0,-5-7 0</inkml:trace>
  <inkml:trace contextRef="#ctx0" brushRef="#br0" timeOffset="21">16417 1943 8050,'-17'-15'789,"0"3"0,5-1 122,1 7 0,7-2 1971,-2 3-1856,4 3 1,10-8 323,3 4 1,7 5-642,5-5 0,3-2-237,9 2 1,5-7-745,0 2 0,0 1 252,-5-1 0,5 1-592,0-1 0,-2 3 281,-9 8 0,-4 0-182,-8 0 0,0 0-733,0 0 0,-7 8 466,-4 3 1,-4 4 73,-2 2 1,-8 6 264,-4 0 1,-3 6 21,-2-6 0,0 2 123,-1-2 1,1-2 237,0 7 1,0-5 551,0 6 0,-1-6-397,1 5 1,-6-5 444,0 6 0,0-2-283,6 1 0,-2-1 1241,-4-4 0,4-2-578,-4 8 1,10-8 97,1 2 0,8-4-422,-1-2 0,3 0 7,2 0 0,0-5-218,0-1 1,13-7-155,4 2 0,4-2-173,-3 1 0,4-3 109,1 4 1,6-4-38,-6-2 1,0 0 284,-6 0-476,0 8 0,-1 1 41,-5 8 0,-3 6-553,-8 0 1,-8 8 7,-3-3 1,-6 5-246,-6 1 1,2 1-497,-8-1 0,2-7 609,-2-4 0,5-4-585,6-2 1,1-7 591,0-5 0,7-5-415,5-5 1,7-9 1102,9-14 0,0-9 0,14-14 0</inkml:trace>
  <inkml:trace contextRef="#ctx0" brushRef="#br0" timeOffset="22">17415 1960 8050,'0'-25'814,"0"6"102,0-4 1,0 10 2755,0 1-2751,-7 9 0,-3-3 172,-7 12 1,5 5-481,1 12 1,-1 11-152,-5 12 1,0 6-117,0 5 0,-2 6 165,-4 12 1,4 3-713,-4 8 1,11 6 373,6-1 1,4-5-953,2-6 0,2-9 543,4-2 0,4-23-1143,7-18 0,0-8 275,0-9 1,6-5 94,0-12 1,-2-7 485,-9-16 0,3-2-34,-4-14 0,9-3-576,-3-10 1,2 1 521,-13-12 1,5 1 610,-5-18 0,0 2 0,-6-14 0,0 49 0,0-1 0,0-1 0,0 1 0</inkml:trace>
  <inkml:trace contextRef="#ctx0" brushRef="#br0" timeOffset="23">17364 1771 8050,'-23'-12'2589,"0"1"372,0 7-1555,13-3 1239,3 7 1,14 1-1365,5 5 1,11 2 1016,5 3 1,7 5-1692,5-5 0,-2 4-607,8 2 0,-8 1 0,2-1 0,2 6 0,-1 0 0,-1 7 0,-6-1 0,-1 3 0,-5 3 0,-5 1 0,-11 4 0,1-2 0,-7 8 0,-10-6-360,-13 6 1,-10 0-848,-13 6 0,-4-1-700,-8 1 1,-7-1 771,-4 1 0,-4-8-1027,-2-4 0,8-7-3112,4-11 5274,11-6 0,4-11 0,7-3 0,1-9 0,-1-10 0</inkml:trace>
  <inkml:trace contextRef="#ctx0" brushRef="#br0" timeOffset="24">18396 1719 8050,'-8'-17'0,"1"0"0,-7 2 6129,3 3-4139,7 5 1,-4 8-423,8 5 0,0 11-794,0 12 0,-1 11-410,-5 6 0,4 11 1,-4 6 433,4 4-625,2 2 1,0 7-277,0 5 1,-2 5 59,-3 5 0,3-3-263,-4 4 0,4-12-151,2-5 1,0-7-589,0-5 0,0-13-1301,0-16 991,0-7 247,0-17 329,0-3 127,0-7 1,0-7-23,0-5 0,-6-11-3,1-5 1,-1-7-689,6-5 0,-6-17 668,0-12 1,1-11 696,5 0 0,-4 31 0,0-2 0,-1-1 0,0-1 0</inkml:trace>
  <inkml:trace contextRef="#ctx0" brushRef="#br0" timeOffset="25">18327 1737 8050,'10'-25'0,"-3"4"263,-7-8 1,6 8 1201,0-2 1,7 6 1329,-1 5 0,3 5-1474,2 7 1,6 0 307,0 0 0,8 7-822,-3 5 1,5 3-110,1 2 1,7 2-280,-1 4 0,0-2-102,-6 8 0,-1-6-109,-5 6 1,-3-1-135,-8 7 0,-1-3-174,-5-3 1,-3 3 160,-8-3 1,-2 1-825,-4-1 0,-5 4 365,-12-5 0,-4-3-1721,-7-2 1,-1 2 986,1-2 1,-6-6-3815,0-6 4946,-1-7 0,7 4 0,0-8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1-03T14:09:46.656"/>
    </inkml:context>
    <inkml:brush xml:id="br0">
      <inkml:brushProperty name="height" value="0.053" units="cm"/>
      <inkml:brushProperty name="color" value="#FF0000"/>
    </inkml:brush>
  </inkml:definitions>
  <inkml:trace contextRef="#ctx0" brushRef="#br0">21597 8236 8050,'0'-18'475,"0"1"1,2-4 0,2 2 2421,1 4-1461,1 9 1,-6 0-339,0 12 0,0 5-522,0 12 1,-6 4-353,1 8 0,-9 7-419,3 3 0,1 3 162,-1-2 0,1 9-64,-1-3 1,-5 3-124,5-3 0,1-2-1312,-1-5 702,7 5 0,-4-8-731,8 4 1,0-12 649,0-11 1,2-5-124,4-7 1,4-5 275,7-12 1,6-7 757,0-16 0,0 0 0,2-20 0,1 5 0</inkml:trace>
  <inkml:trace contextRef="#ctx0" brushRef="#br0" timeOffset="1">21958 8356 8050,'-17'0'506,"0"0"0,0 2 197,-1 4 0,3-3 525,4 9 0,1-1-62,4 6 0,4 3-214,-3 2 1,5-2-107,5 3 0,5 1-332,7-1 1,0 2 37,1-2 0,5-6-169,0 0 1,7-1-228,-1-11 1,3 1 89,3-6 0,-3-4-198,-3-7 0,2-3-144,-9-14 1,7-1-334,-6-5 0,-2 5-714,-9 0 1,-5 1 520,-7-7 1,0 3-773,0 3 1,-9 4 651,-9 8 1,-6 2-544,-11 4 0,1 3 122,-1 8 1163,1 0 0,0 0 0,-1 0 0</inkml:trace>
  <inkml:trace contextRef="#ctx0" brushRef="#br0" timeOffset="2">22423 8786 8050,'-8'9'606,"-1"-1"0,-3-8 2004,1 0-926,7 0-1188,-4 0 1,12-2-32,8-4 1,1-5-58,16-12 1,-1-4-61,7-7 0,-1-1-320,1 1 0,5-2 110,0-4 1,8-2-367,-2-4 0,-4-2 16,-2 8 1,-4-2-235,-1 2 1,-3 5 236,-3 1 1,-4 7-71,-8 10 1,-8 0-44,-3 0 104,4 7 727,-8 2 0,3 8-262,-10 0 1,1 2 97,-8 4 1,7 4-99,-7 7 0,1 8 90,-7 3 1,1 5-84,0 1 0,0 0-220,0 1 0,5-1 56,1 1 1,5 3 51,-6-4 0,9 4-29,-3-9 1,4 2-21,2-3 1,0 3 209,0-8 0,2-6-103,4-6 1,-3-5-187,9 6 0,-1-9 134,7 3 0,-1-6-199,0-6 0,0-3-21,0-8 1,1 0-179,-1-1 1,6-6-538,0-5 1,0-2 377,-6 3 1,2-5-54,4 5 1,-10 1 31,4-2 0,-3 8-565,3-2 711,0-4 1,-7 8 244,-4-4 1,-3 12 53,3 5 519,-4-3 172,6 7 1,-8-4-47,0 12-103,0-4 1,0 13-160,0-4 0,0 5 715,0 1 1,0 0-600,0 0 0,0 6-417,0 0 1,5 6-725,1-6 1,2 5 464,-2-5 1,-3 2-1470,9-2 0,-6-4 792,5 4 0,1-6-900,5-5 1,0 1 853,0-7 1,6 0 181,0-6 1,2-8 86,-2-4 1,-4-9 615,4-2 0,4-7 0,-1 3 0</inkml:trace>
  <inkml:trace contextRef="#ctx0" brushRef="#br0" timeOffset="3">23748 8236 8050,'0'-18'2267,"0"1"-1768,0 0-94,0 7-42,-8-5 29,6 6-329,-13-9 1,11 9-244,-7 3 0,5 4-10,-5 2 1,-1 0-269,-5 0 1,5 0 132,1 0 130,-8 8 0,0 3 309,-4 12 1,4-2-167,1 8 1,1-8 809,0 2 0,0 2-305,0-2 1,5 1 602,1-1 1,7-9-82,-2 3 1,4-4 150,2 4 1,0-5-338,0-1 0,2-7 263,4 2 1,-2 2-431,7-3 0,-5 7-229,5-7 1,1 7-218,5-6 0,0 5 84,0-5 1,1 7-374,-1-1 0,0-3 138,0 3 0,1-7-246,-1 7 422,0-1 0,-2 7-101,-3-1 145,-5 0 0,-7 0-78,0 0 0,-7 1-444,-5-1 1,-5 2 257,-6 4 1,2-4-2042,-8 4 1,3-10-132,-3-1 0,-2-9 2191,8 3 0,-15-4 0,2-2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1-03T14:09:46.660"/>
    </inkml:context>
    <inkml:brush xml:id="br0">
      <inkml:brushProperty name="height" value="0.053" units="cm"/>
      <inkml:brushProperty name="color" value="#FF0000"/>
    </inkml:brush>
  </inkml:definitions>
  <inkml:trace contextRef="#ctx0" brushRef="#br0">20771 7462 8050,'-10'-8'1495,"-3"-1"307,7-9 0,-5 7 702,5 0-2088,0 7 1,6 4-357,0 11 0,0 12-248,0 6 0,0 5 255,0 6-695,-7 4 1,3 15 361,-8 4 0,7 2-474,-7-2 0,6 4 141,-5-4 0,7-3-172,-2-3 0,4-7 195,2-10 1,0-2-65,0-15 0,2-2 40,4-10 0,4-7 231,7-15 0,2-10 369,4-20 0,4 5 0,-1-21 0,-1 3 0</inkml:trace>
  <inkml:trace contextRef="#ctx0" brushRef="#br0" timeOffset="1">21063 7617 8050,'-7'-10'3399,"5"2"-1882,-13 8 306,13 0-1225,-14 0 1,14 8-177,-3 3 0,-3 7 200,2 5 0,1 3-191,5 9 0,0-1-136,0 0 0,7 1-101,5-1 1,5-7-15,6-4 1,4-4 43,7-2 1,0-7 21,1-4 0,-1-6-214,1-6 1,-7-6 120,1-11 0,0-9-1207,5-8 0,-7-6 534,-4 6 1,-6-8-1189,-5 2 1,-5 4 746,-7 2 0,0 6-123,0 5 0,-2 6 398,-3 12 1,-5 3 100,-7 8 0,0 0 144,-1 0 1,3 2 194,4 4 0,1-3-140,4 9-77,4-1 487,-5 7 0,14-7 114,5 1 1,-3-9 176,3 3 0,-1 2-45,7-3 0,-1 1 283,0-6 0,0 0 345,0 0 1,1 0-369,-1 0 0,0 6 467,0 0 1,-1 1-407,-5-1 0,2-2-4,-7 7 0,6-5-188,-7 5 0,3-5 93,-2 6-653,-4-1 187,13 6 1,-11-1-30,7-5 1,-5 2 122,5-7 0,-5 6 470,6-7 0,-7 9 84,7-3 272,-8 4 0,11 3-310,-4-1 1,-1 0-105,2 0 1,-1-1-193,6-5 1,0 2-90,1-7 0,-1 0-439,0-6 0,6-4 239,0-7 0,6-3-929,-6-14 0,-1-3 482,-4-9 1,-7-2-1554,1-4 0,-9-4 224,3 4 1,-6 4-153,-6 2 0,-3 6 741,-8 5 1136,-8 4 0,-2 8 0,-7 0 0</inkml:trace>
  <inkml:trace contextRef="#ctx0" brushRef="#br0" timeOffset="2">22216 8029 8050,'-7'10'387,"3"5"1,-6-4 1954,3 5-1319,1-7 1,14-1-446,3-8 0,6-2-19,6-4 1,4-5-140,7-12 0,1-4-102,-1-7 1,6-2-154,1-5 1,1 3 13,-2-8 1,-4 0-183,4-5 0,-3 5 85,-3 0 1,-7 6-304,-4-6 0,-4 8 119,-2-2 0,-7 9-327,-5 3 1,3 7 187,-2-2 1,-1 4-148,-5 1 569,8 9 545,-6 1-366,6 8 1,-14 8-168,0 3 1,-5 12 504,5 6 1,-7 9-239,1 2 0,-3 8-183,-2-2 1,5-2-21,1 2 0,5-6-311,-5 6 1,7-8 11,-2 2 1,4-6 10,2-5 1,0 2 104,0-8 1,0-1-19,0-4 1,2-9 169,4-3 1,3-4-173,8-2 0,1-8 251,-1-3 1,0-5 6,0-1 0,4-6-386,-3 0 0,3 0-193,-10 6 1,4-6-246,3 0 0,-1-1-248,0 1 0,-6 4 358,1-4 1,-6 2-89,5-2 0,-1 4 88,1-4 1,3 2-180,-9-2 0,7 4-294,-7-4 804,9 4 172,-5 1 120,1 9 652,5 1 1,-13 10-473,4 4 0,-4 9 391,-2 8 1,0 8-313,0-3 0,0 5-63,0 1 0,2-1-424,3-5 0,-3 3-466,4-8 0,2 5-117,-2-5 1,5-5-636,-5-7 0,7-1-123,-1 1 0,-3-3-120,3-8 287,-1 0 1,6 0-61,0 0 1241,1 0 0,-1-8 0,0-2 0</inkml:trace>
  <inkml:trace contextRef="#ctx0" brushRef="#br0" timeOffset="3">23696 7393 8050,'0'-11'729,"0"-1"1,-5 6 2048,-1-5-1238,0 7-950,6-11-1123,0 5 0,0-1 428,0-1 0,0 7-973,0-7 664,0 8-703,-8-3 0,5 7 572,-9 0 1,6 0-49,-5 0 0,0 7 148,-7 5 0,1 5 797,0 6 1,-6-2 239,0 8 0,-6-1 610,6 7 0,0-7-185,6 1 0,0-6 695,0 6 0,0-8-528,-1 1 1,9-2-24,3-3 556,4 0-1184,2 0 0,8-5 28,3-1 1,5-7-43,1 2 1,2-3-1,4 3 1,-4-4-58,4 4 0,-2 1-157,2-1 0,-4 8-122,4-3 1,-4 4 48,-2 2 0,1 1-116,-1-1 0,0 2 87,0 4 0,-7-4-333,-5 4 0,-3-4-248,-2-2 0,0 0 263,0 1 0,-7-1-1611,-5 0 0,-11-6 812,-5 1 1,-5-6-2628,-1 5 1,-1-7 3540,1 2 0,-8-20 0,-2-5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1-17T04:11:16.107"/>
    </inkml:context>
    <inkml:brush xml:id="br0">
      <inkml:brushProperty name="width" value="0.09086" units="cm"/>
      <inkml:brushProperty name="height" value="0.09086" units="cm"/>
      <inkml:brushProperty name="color" value="#FF0000"/>
    </inkml:brush>
  </inkml:definitions>
  <inkml:trace contextRef="#ctx0" brushRef="#br0">12769 12472 8146,'-6'6'0,"0"4"0,-4-4 2237,2 6 1,2 1-904,2 2 0,3 8-506,-3 7 1,3 4-377,1 4 0,0 6-196,0 9 1,5 0-213,3 8 0,2-1 255,1 1 0,1 2-925,-7-29 0,1 1 1,5 28 95,1-2 1,-1-9-243,1-6 0,-1-10-131,0-5 1,-3-11-1960,0-1 944,-6-5 1388,8-7 1,-8-4-620,1-6 1149,-1-9 0,-2-11 0,0-6 0</inkml:trace>
  <inkml:trace contextRef="#ctx0" brushRef="#br0" timeOffset="1">12837 12609 7986,'0'-46'0,"0"4"0,0 0 0,-1 5 388,-3-1 0,1 7-32,-4 0 1,3 10 18,-4-2 0,1 5-45,-5 3 0,5 5 89,-1 10 0,1 5 115,-5 2 0,2 14-141,2 5 1,-2 10-122,3 2 1,-7 9-20,-2-2 1,0 7-799,1-2 1,2 3 82,-2-3 1,-2 3-476,2-3 1,0-2 468,3-6 468,1-8 0,1-2 0,2-8 0,4-6 0,3-7 0</inkml:trace>
  <inkml:trace contextRef="#ctx0" brushRef="#br0" timeOffset="2">12620 12506 7986,'0'-12'1328,"0"1"0,0 3 190,0 1 1,1 4-746,3-1 1,4 4 331,7 4 0,3 6-483,5 6 0,3 8 333,1-1 0,5 6-919,-2-3 0,-1 4-829,2-8 1,2 6-282,1-9 0,1 2-2920,-8-6 3904,0-2 1,1 3-1,1-4 1</inkml:trace>
  <inkml:trace contextRef="#ctx0" brushRef="#br0" timeOffset="3">12814 14550 7930,'0'-16'0,"0"3"367,0-2 0,0 2 1211,0 2-1191,0 4 1,-1-7-59,-3 3 1,2-2-111,-6 6 1,2-4-353,-2 4 0,-1-7 163,5-1 0,-5 3-446,2 5 0,-3 0 269,-2 0 1,1 2 31,-1 5 0,1 0 114,0 0 1,-5 5-44,1 2 1,-4 9 591,4 3 1,0 2-236,3 2 0,1 0 782,-1 0 0,-2-1-432,3 1 0,-3 0 396,6 0 1,3-4-257,2 0 1,1-1-38,2 1 0,0-3-336,0-4 1,5-1-156,3 1 1,6-1-259,1 0 0,5-3 135,-1 0 0,3-6-576,1 2 1,1 1 8,3-1 1,-3 0-298,2-4 1,-1 0 262,-3 0 0,5 1-160,0 3 0,-2-2 196,-6 6 0,-2 1-6,-6 6 0,-1-1 189,-2 5 0,-4 0-4,-8 4 1,-6 5 3,-6 2 1,-8 2 9,1-1 1,-3 2-521,-1-3 1,2-2-28,-6-1 1,10-8-198,-2-4 1,8-8 963,-1-3 0,4-13 0,0-3 0</inkml:trace>
  <inkml:trace contextRef="#ctx0" brushRef="#br0" timeOffset="4">13168 14504 7851,'-16'0'0,"3"-5"0,-3 4 2027,4-3 1,1 3-730,-1 1 0,1 0 616,-1 0-816,6 0 67,-4 0-1390,9 5 1,1 1 210,7 6 1,3-1-230,2 1 0,-1 3 244,1 0 0,-1 2 70,1-2 1,0 3 38,3 5 0,-3-2 201,-1-2 0,5 3-224,-5-3 0,3 1 92,-3-1 1,1-4-264,-1-7 0,4-3 250,1-5 0,4-1-750,-1-3 1,3-5 310,0-10 1,0 0-374,-3-8 1,1-1 86,-4 2 1,1 0-41,-5 7 1,0-1 293,-8 5 1,4 0 295,-4 3 35,-1 1-282,-3-1 512,-5 1 1,3 3-103,-6 1 0,6 3-25,-2-4 0,3 4-215,1-3-497,0 4 24,5-2 258,1 5 316,5 0 1,-3 5-116,0 3 0,-5 2 23,5 1 1,-4 1-56,4-1 1,-5 1-143,5-1 1,-4 1-5,3-1 0,1-3-141,3-1 0,-3-3 28,0 4 1,-1-6 128,5 2 1,-1-1 474,1 0 0,-1-1-233,0 1 1,1-1 184,-1-2 0,1-4-92,-1 0 1,0-4 381,1 5 1,-1-6-105,1 1 1,-5-6 27,1-1 1,-2-2 55,2 2 1,2 1 20,-2-5 0,-2 5 164,2-1 0,-5 2-195,5 2 0,-4-4-303,3 0 1,0 3 89,0 4 0,4 5-224,-4-5 0,3 6-197,2-2 1,0 2-236,4 2 0,-7 6 185,2 1 0,0 5-247,1 3 0,2-1-6,-7 5 0,-2-1 126,-1 1 1,1 1-987,-1-5 930,0 5 0,-3-8-1785,3-1 1595,-3-4 0,4-18 632,-5-4 0,0-15 0,0-6 0</inkml:trace>
  <inkml:trace contextRef="#ctx0" brushRef="#br0" timeOffset="5">13899 14002 7851,'-11'-11'470,"1"-1"966,2 1 1374,-2 4-2074,9 2 1,-4 7-335,5 1 0,5 4-1413,2 4 0,5 1 336,3-1 675,-2-5 0,3 10 0,-5-4 0</inkml:trace>
  <inkml:trace contextRef="#ctx0" brushRef="#br0" timeOffset="6">14504 13854 7851,'0'-23'0,"0"4"0,0 0 0,0 8 0,0 0 139,-5 7 0,0 0 2078,-2 8 0,-3 8-768,2 7 0,2 4-154,-2 3 0,5 3-803,0 6 1,1 4-143,2 3 0,0 2-578,0 2 1,0 0 205,0-1 1,5 5-1018,3-1 1,2-3 797,2-4 1,0-7-858,4 0 0,-4-7-139,3-9 0,-1-8-103,2-7 1,-5-4 629,1-4 1,-2-4-622,-7-7 1331,6-3 0,-7-10 0,3-1 0</inkml:trace>
  <inkml:trace contextRef="#ctx0" brushRef="#br0" timeOffset="7">14345 14173 7851,'-28'0'0,"2"2"1348,-4 1 1,10 2 146,1 3 568,5 2-1521,2-9 0,11 5-310,5-6 0,10-2 6,5-2 0,6-6-740,2-5 0,4-4-256,0 4 0,-2-4-592,2 4 1,2-1 159,1 5 0,3 0-298,-7-1 1488,-2 6 0,5-4 0,-4 3 0</inkml:trace>
  <inkml:trace contextRef="#ctx0" brushRef="#br0" timeOffset="8">14916 14048 7851,'-17'-7'416,"-1"-3"0,-1 8-357,0-6 1,2 4 938,-2-3 1,-2 4-346,6-1 0,-4-1-165,4 1 1,-2 1 45,2 3 1,4 5-169,-1 2 0,1 3 102,3 2 1,2 4-99,-2 3 1,6 2 17,-2-2 0,3 2-124,1-2 0,0 3-237,0 1 0,3-2-234,1-2 0,5-2 222,-1-6 1,3 1-871,4-1 1,-1-5 437,5-2 1,2-5-284,5-7 1,0-2 192,4-13 0,-3 2-507,3-10 1,-1-4 26,2-7 1,-2-4 38,-2-3 0,-4-5 444,-12 24 0,0 0 0,7-29 504,-6-2 0,-2 0 0,-3 2 0,-3-1 0,-3-1 0</inkml:trace>
  <inkml:trace contextRef="#ctx0" brushRef="#br0" timeOffset="9">15064 13408 7851,'-11'-18'0,"4"2"2320,-3 4-1645,4 1 0,0 6 765,2 5 1,2 6-705,2 9 0,0 8 584,0 8 0,0 7-660,0 4 1,4 6-429,0 1 1,5 6-305,-1-2 0,2 4 297,1 4 0,1-6-240,-1 2 0,0-9 103,1-2 1,-1-7-387,1-8 0,-5-8 90,1-8-637,-6-8 1,7-7 350,-5-7 1,5-8-411,-1-5 1,-2-6 246,2-5 0,-1-5 382,5-2 0,-1 1 187,0 6 0,-3 3-91,0 6 1,-5 1 825,5 6 1,-4 1-299,4 10 1034,-6 0 1,4 4-562,-2 0 1,-1 5 1293,4 3 0,-3 4-680,4 3 1,-1-3-217,5 4 1,-1-4-1221,1 0 0,-1 3 0,0 0 0,1 0 0,-1-3 0,1 1-28,-1 2 1,2-1-2315,2 5 0,-2-5 410,2 1 1932,-2 3 0,-2-6 0,1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9-02T02:02:49.657"/>
    </inkml:context>
    <inkml:brush xml:id="br0">
      <inkml:brushProperty name="height" value="0.053" units="cm"/>
      <inkml:brushProperty name="color" value="#FF0000"/>
    </inkml:brush>
  </inkml:definitions>
  <inkml:trace contextRef="#ctx0" brushRef="#br0">9788 5650 7853,'0'-23'-989,"0"0"1,0 0 2637,0 5 0,-2 1 0,-2 0 1493,-2 0-1143,-7 7-1310,11 3 1,-6 8-346,8 5 1,0 11-134,0 12 1,2 11-113,4 6 0,-2 6 66,7 5 1,-5 3 46,6 3 0,-9 4 26,3-4 0,-2 2-184,2-2 0,-4 2-47,3-7 0,3-7-53,-2-5 1,7-9-29,-1-3 1,-3-15 127,3-13 1,1-8-225,10-9 0,-2-12 75,8-23 1,-6-4-419,6-19 0,-3 2 60,3-13 0,2 3 138,-8 2 0,0 3 91,-6 14 0,-8 1 204,-3 5 0,-4 10 624,-2 8-407,0 7 1165,0 17-993,-8 3 1,7 9 206,-5 3 1,10 11 11,1 7 1,9 7-123,-3-1 1,5 5-39,1 7 0,0 3 10,0 7 0,1 1-98,-1 0 1,-6 5-116,1 0 1,-1 8 312,6-1 1,1-5-139,-1-2 1,0-11 2,0-5 1,3-7-120,2-5 1,5-12-240,8-11 0,-1-8-45,1-10 0,1-11 0,4-23 0,-1-2-428,7-15 0,-8-6-60,2-5 0,-4-10-2026,-1-3 1,-1 7 1203,1-6 1,-6 17-1031,-1 0 0,-5 12 1218,6-1 1,-14 20-2250,2 9 3371,-11 8 0,2 6 0,-8 4 0,0 3 0</inkml:trace>
  <inkml:trace contextRef="#ctx0" brushRef="#br0" timeOffset="1">11563 5615 7853,'-23'-11'1617,"0"-1"0,0 8 0,6-1 2088,-1 3-2653,9 2 991,1 0-1593,23 0 1,5 0-239,14 0 0,0 0-968,1 0 0,7 0 559,4 0 0,-2 0-1309,2 0 1,-8 0 794,2 0 1,3 5-1398,-3 1 1,-2 6 1104,-9-7 1,-6 9-464,-12-3 1466,-3-3 0,-8 15 0,0-4 0</inkml:trace>
  <inkml:trace contextRef="#ctx0" brushRef="#br0" timeOffset="2">11614 5822 7853,'-42'17'-1312,"8"-2"984,-1-3 1,9 1 5619,8-7-3468,9 0 1,3-6-300,12 0 0,5 0 285,12 0 1,0 2-938,12 3 0,-5-3-763,10 4 1,-1-4 10,1-2 0,-2 0-1462,8 0 0,-2 2-262,2 4 0,2-5-1128,-8 5 1,8-4 2730,-2-2 0,4 0 0,2 0 0</inkml:trace>
  <inkml:trace contextRef="#ctx0" brushRef="#br0" timeOffset="3">12717 5632 7853,'-7'-11'0,"-5"-1"2577,-3 1-1802,5-6 1,4 5 0,12 3 0,8-1 1029,7 0 1,7 7-1054,13-3 0,3-2 118,7 2 1,9-1-366,3 1 0,12 4-228,5-4 0,6 5 60,6 1 0,2 0-954,3 0 0,-3 0 585,-8 0 1,-5 5-624,-1 1 1,-15 5-1380,-1-5 1,-9 0 1013,-3-6 1,-6 0-478,0 0 0,-8 0 1497,2 0 0,-3-6 0,-3 0 0,1 1 0</inkml:trace>
  <inkml:trace contextRef="#ctx0" brushRef="#br0" timeOffset="4">13562 6028 7853,'0'-17'473,"-2"-4"1,-2 2-1,-4 4 1430,-1-1 0,3 7-270,-6-3 1045,9 1-1298,-13-6-1203,14 7-87,-13 2 1,11 16-274,-7 4 0,1 5 224,-1 6 1,-10 5-288,3 13 0,-5-3 130,0 8 0,-3 6-53,-9 5 1,1 8-286,-1-2 0,-5-2-55,0 3 0,0-3 183,5 2 0,3 0 165,3-11 1,4-6-1399,8-18 562,7-3-10,2-15 0,10-6 144,4-16 0,9-9-150,8-19 0,2-4 604,-2-8 0,-4 1 409,4-1 0,-2-4 0,2 5 0,4 3 0</inkml:trace>
  <inkml:trace contextRef="#ctx0" brushRef="#br0" timeOffset="5">13217 6218 7853,'17'-44'0,"0"-4"831,1 8-310,-9 7-246,7 8 0,-13 8 1855,9 0-1402,-1 0 0,1 7 1226,-1 4 1,1-1-1008,5 1 1,0 0-12,1 6 1,-1 8-417,0 3 0,0 7-46,0 5 0,-5 3-115,-1 9 0,-1 7-361,1 4 0,-3 9-135,-8 3 0,0 7-165,0-2 1,0-4-682,0-1 0,0 1 455,0-1 0,0-1-1108,0-5 1,0-8 781,0-4 0,0-9 26,0-3 0,6-7-154,0 2-1426,-1-11 1466,-5-5 0,0-14-660,0-5 1602,-7-3 0,-11-10 0,-8-2 0</inkml:trace>
  <inkml:trace contextRef="#ctx0" brushRef="#br0" timeOffset="6">13251 6373 7853,'-17'-25'0,"-4"6"0,4-4 4809,3 4-3213,7 2 0,5 5-76,-4 1 1275,4 7-1829,10-11 0,1 13-2,9-4-1442,7-4 447,1 8 1,9-5-1090,-1 7-1185,1 0 1161,7 7 1,-4-3-1178,8 8 2321,0-1 0,13 6 0,3 1 0</inkml:trace>
  <inkml:trace contextRef="#ctx0" brushRef="#br0" timeOffset="7">13562 4289 7853,'-2'-17'553,"-4"-1"1,2 7 2296,-7-1-1870,-1 9 1,-3-3-27,3 12 1,-1 3-587,7 8 0,-7 8-157,1 4 1,3 4-153,-3 1 1,6 2 66,-5 5 0,0-3-73,-7 8 1,1 0 118,0 5 1,0 1-54,-1 0 1,7-3-41,-1-3 1,7 2 63,-7-8 1,8-5 181,-1-6 0,3-8 224,2 2-12,0-12 1,7-1-137,5-5 0,3-3 361,2 4 0,1-6-281,-1-6 1,8 2 107,3-7 1,-1 5-191,2-5 1,0 1-248,5-1 1,3-3 22,3 9 1,-6-7-112,1 6 0,-1-1-287,-5 1 1,-2 4 225,1-4-1163,-7 4 0,4 2-80,-7 0-918,-9 0 1,-1 2 1081,-8 4 1,0-2-3397,0 7 4472,0 1 0,0 5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ternetlivestats.com/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68413" y="727075"/>
            <a:ext cx="4781550" cy="35861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7342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3648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Shape 40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3794" name="Shape 41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17728350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Shape 6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5842" name="Shape 62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41295619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Shape 102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7890" name="Shape 103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31775081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hape 146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9938" name="Shape 147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40985023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Shape 192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41986" name="Shape 193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9610750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Shape 24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44034" name="Shape 242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22911518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Shape 126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63" name="Shape 126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31257030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Shape 126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63" name="Shape 126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3158226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Shape 126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263" name="Shape 126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4155849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https://www.internetlivestats.com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6969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4581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5465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3750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7" name="Slide Image Placeholder 1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106498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/>
          <a:p>
            <a:r>
              <a:rPr lang="en-US">
                <a:ea typeface="ＭＳ Ｐゴシック" charset="0"/>
                <a:cs typeface="ＭＳ Ｐゴシック" charset="0"/>
              </a:rPr>
              <a:t>Row vs column</a:t>
            </a:r>
          </a:p>
        </p:txBody>
      </p:sp>
      <p:sp>
        <p:nvSpPr>
          <p:cNvPr id="106499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378560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811026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243491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675957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9896610A-824C-E640-895C-51CF8E6845E5}" type="slidenum">
              <a:rPr lang="en-US" sz="1200" b="0">
                <a:latin typeface="Times New Roman" charset="0"/>
              </a:rPr>
              <a:pPr eaLnBrk="1" hangingPunct="1"/>
              <a:t>76</a:t>
            </a:fld>
            <a:endParaRPr lang="en-US" sz="120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8957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2386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3802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Shape 97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977" name="Shape 97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3000" dirty="0"/>
          </a:p>
        </p:txBody>
      </p:sp>
    </p:spTree>
    <p:extLst>
      <p:ext uri="{BB962C8B-B14F-4D97-AF65-F5344CB8AC3E}">
        <p14:creationId xmlns:p14="http://schemas.microsoft.com/office/powerpoint/2010/main" val="34396653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6856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26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62" name="Shape 26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266769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416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D56800-6334-BE84-16B6-7402A699A2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93E6A-DFC3-F407-380A-65EE47A5BD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832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6FBCA-2034-049B-7243-88D60D4898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3DFD9-081B-E3C1-6BDB-F23B9D542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948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8B70F-5298-827C-1F78-46F1790437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621DC-16FE-7694-2F83-79847B007A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549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A258BA9-ABEF-2D2D-F1E7-F2356DD503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6F0A74-64F4-300F-53EB-BC2B1B6CDC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370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55C166-3163-C0BB-0B5E-A60433A07D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18343-21BC-17F6-D79A-F8EF5B15B4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080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37338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4739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2297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669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6785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C076283-46FE-75A6-72E4-8CE13BC3D9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6B11F8-0795-6902-0730-FC53F014C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940826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97EC8AD-C9B9-C2A9-BCD1-F1E8E706B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798365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057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iazza.com/cuhk.edu.hk/fall2025/csci4430estr4120" TargetMode="External"/><Relationship Id="rId2" Type="http://schemas.openxmlformats.org/officeDocument/2006/relationships/hyperlink" Target="https://github.com/henryhxu/CSCI4430-ESTR4120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blackboard.cuhk.edu.hk/ultra/courses/_221611_1/cl/outline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henryhxu.github.io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jpeg"/><Relationship Id="rId4" Type="http://schemas.openxmlformats.org/officeDocument/2006/relationships/image" Target="../media/image13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rg.cuhk.edu.hk/erg/sites/default/files/Disciplinary_Booklet_2024-25%20(final).pdf" TargetMode="External"/><Relationship Id="rId2" Type="http://schemas.openxmlformats.org/officeDocument/2006/relationships/hyperlink" Target="https://www.erg.cuhk.edu.hk/erg/AcademicHonesty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0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Akella,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Jamin,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Keith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Winstein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and many other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1: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Intro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and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Overview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Class policies, logistics, and roadmap</a:t>
            </a:r>
          </a:p>
          <a:p>
            <a:r>
              <a:rPr lang="en-US" dirty="0"/>
              <a:t>Overview of the basics</a:t>
            </a:r>
          </a:p>
          <a:p>
            <a:pPr lvl="1"/>
            <a:r>
              <a:rPr lang="en-US" dirty="0"/>
              <a:t>How is the network shared?</a:t>
            </a:r>
          </a:p>
          <a:p>
            <a:pPr lvl="1"/>
            <a:r>
              <a:rPr lang="en-US" dirty="0"/>
              <a:t>How do we evaluate a network?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CA7110-46C5-944A-8204-D403F69077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2A5DA-1712-7840-B48F-EF212B209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Course</a:t>
            </a:r>
            <a:r>
              <a:rPr lang="zh-CN" altLang="en-US" dirty="0"/>
              <a:t> </a:t>
            </a:r>
            <a:r>
              <a:rPr lang="en-US" altLang="zh-CN" dirty="0"/>
              <a:t>websites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B9F655-E4CF-9449-8B65-E20A86B2F9C0}"/>
              </a:ext>
            </a:extLst>
          </p:cNvPr>
          <p:cNvSpPr txBox="1"/>
          <p:nvPr/>
        </p:nvSpPr>
        <p:spPr>
          <a:xfrm>
            <a:off x="457200" y="2514600"/>
            <a:ext cx="8001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0" dirty="0">
                <a:solidFill>
                  <a:schemeClr val="tx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https://github.com/henryhxu/CSCI4430</a:t>
            </a:r>
            <a:endParaRPr lang="en-US" sz="2600" b="0" dirty="0">
              <a:solidFill>
                <a:schemeClr val="tx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8488F1-7F94-B542-ACC6-422228ECE5AD}"/>
              </a:ext>
            </a:extLst>
          </p:cNvPr>
          <p:cNvSpPr txBox="1"/>
          <p:nvPr/>
        </p:nvSpPr>
        <p:spPr>
          <a:xfrm>
            <a:off x="457200" y="3921442"/>
            <a:ext cx="8001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600" b="0" dirty="0">
                <a:solidFill>
                  <a:schemeClr val="tx2"/>
                </a:solidFill>
                <a:hlinkClick r:id="rId3"/>
              </a:rPr>
              <a:t>https://piazza.com/cuhk.edu.hk/fall2025/csci4430estr4120</a:t>
            </a:r>
            <a:r>
              <a:rPr lang="zh-CN" altLang="en-US" sz="2600" b="0" dirty="0">
                <a:solidFill>
                  <a:schemeClr val="tx2"/>
                </a:solidFill>
              </a:rPr>
              <a:t> </a:t>
            </a:r>
            <a:endParaRPr lang="en-HK" sz="2600" b="0" dirty="0">
              <a:solidFill>
                <a:schemeClr val="tx2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784656-DAD2-6B41-8418-CD29B252BEE2}"/>
              </a:ext>
            </a:extLst>
          </p:cNvPr>
          <p:cNvSpPr txBox="1"/>
          <p:nvPr/>
        </p:nvSpPr>
        <p:spPr>
          <a:xfrm>
            <a:off x="457200" y="1978457"/>
            <a:ext cx="3004349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600" dirty="0"/>
              <a:t>Course</a:t>
            </a:r>
            <a:r>
              <a:rPr lang="zh-CN" altLang="en-US" sz="2600" dirty="0"/>
              <a:t> </a:t>
            </a:r>
            <a:r>
              <a:rPr lang="en-US" altLang="zh-CN" sz="2600" dirty="0"/>
              <a:t>materials:</a:t>
            </a:r>
            <a:endParaRPr lang="en-US" sz="2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F484B0-6355-9B43-96F8-075E33FDA1E0}"/>
              </a:ext>
            </a:extLst>
          </p:cNvPr>
          <p:cNvSpPr txBox="1"/>
          <p:nvPr/>
        </p:nvSpPr>
        <p:spPr>
          <a:xfrm>
            <a:off x="457200" y="3352800"/>
            <a:ext cx="5933034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600" dirty="0"/>
              <a:t>Discussions,</a:t>
            </a:r>
            <a:r>
              <a:rPr lang="zh-CN" altLang="en-US" sz="2600" dirty="0"/>
              <a:t> </a:t>
            </a:r>
            <a:r>
              <a:rPr lang="en-US" altLang="zh-CN" sz="2600" dirty="0"/>
              <a:t>Q&amp;A,</a:t>
            </a:r>
            <a:r>
              <a:rPr lang="zh-CN" altLang="en-US" sz="2600" dirty="0"/>
              <a:t> </a:t>
            </a:r>
            <a:r>
              <a:rPr lang="en-US" altLang="zh-CN" sz="2600" dirty="0"/>
              <a:t>announcements:</a:t>
            </a:r>
            <a:endParaRPr lang="en-US" sz="2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F6479D-8AAE-F4D5-9C6D-0594E8EC59F4}"/>
              </a:ext>
            </a:extLst>
          </p:cNvPr>
          <p:cNvSpPr txBox="1"/>
          <p:nvPr/>
        </p:nvSpPr>
        <p:spPr>
          <a:xfrm>
            <a:off x="457200" y="5638800"/>
            <a:ext cx="8001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0" dirty="0">
                <a:solidFill>
                  <a:schemeClr val="tx2"/>
                </a:solidFill>
                <a:hlinkClick r:id="rId4"/>
              </a:rPr>
              <a:t>https://blackboard.cuhk.edu.hk/ultra/courses/_221611_1/cl/outline</a:t>
            </a:r>
            <a:r>
              <a:rPr lang="zh-CN" altLang="en-US" sz="2600" b="0" dirty="0">
                <a:solidFill>
                  <a:schemeClr val="tx2"/>
                </a:solidFill>
              </a:rPr>
              <a:t> </a:t>
            </a:r>
            <a:endParaRPr lang="en-US" sz="2600" b="0" dirty="0">
              <a:solidFill>
                <a:schemeClr val="tx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A337D5-70E1-1C79-EEE6-68A00FA67179}"/>
              </a:ext>
            </a:extLst>
          </p:cNvPr>
          <p:cNvSpPr txBox="1"/>
          <p:nvPr/>
        </p:nvSpPr>
        <p:spPr>
          <a:xfrm>
            <a:off x="457200" y="5102657"/>
            <a:ext cx="1260281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600" dirty="0"/>
              <a:t>Marks: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2592507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About</a:t>
            </a:r>
            <a:r>
              <a:rPr lang="zh-CN" altLang="en-US" dirty="0"/>
              <a:t> </a:t>
            </a:r>
            <a:r>
              <a:rPr lang="en-US" altLang="zh-CN" dirty="0"/>
              <a:t>me:</a:t>
            </a:r>
            <a:r>
              <a:rPr lang="zh-CN" altLang="en-US" dirty="0"/>
              <a:t> </a:t>
            </a:r>
            <a:r>
              <a:rPr lang="en-US" dirty="0"/>
              <a:t>H</a:t>
            </a:r>
            <a:r>
              <a:rPr lang="en-US" altLang="zh-CN" dirty="0"/>
              <a:t>ong</a:t>
            </a:r>
            <a:r>
              <a:rPr lang="zh-CN" altLang="en-US" dirty="0"/>
              <a:t> </a:t>
            </a:r>
            <a:r>
              <a:rPr lang="en-US" altLang="zh-CN" dirty="0"/>
              <a:t>Xu,</a:t>
            </a:r>
            <a:r>
              <a:rPr lang="zh-CN" altLang="en-US" dirty="0"/>
              <a:t> </a:t>
            </a:r>
            <a:r>
              <a:rPr lang="en-US" altLang="zh-CN" dirty="0"/>
              <a:t>Henry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HK" sz="2400" dirty="0"/>
              <a:t>P</a:t>
            </a:r>
            <a:r>
              <a:rPr lang="en-US" altLang="zh-CN" sz="2400" dirty="0" err="1"/>
              <a:t>h.D.</a:t>
            </a:r>
            <a:r>
              <a:rPr lang="zh-CN" altLang="en-US" sz="2400" dirty="0"/>
              <a:t> </a:t>
            </a:r>
            <a:r>
              <a:rPr lang="en-US" altLang="zh-CN" sz="2400" dirty="0"/>
              <a:t>from</a:t>
            </a:r>
            <a:r>
              <a:rPr lang="zh-CN" altLang="en-US" sz="2400" dirty="0"/>
              <a:t> </a:t>
            </a:r>
            <a:r>
              <a:rPr lang="en-US" altLang="zh-CN" sz="2400" dirty="0"/>
              <a:t>Toronto</a:t>
            </a:r>
            <a:endParaRPr lang="en-HK" sz="2400" dirty="0"/>
          </a:p>
          <a:p>
            <a:r>
              <a:rPr lang="en-US" altLang="zh-CN" sz="2400" dirty="0"/>
              <a:t>B.Eng.</a:t>
            </a:r>
            <a:r>
              <a:rPr lang="zh-CN" altLang="en-US" sz="2400" dirty="0"/>
              <a:t> </a:t>
            </a:r>
            <a:r>
              <a:rPr lang="en-US" altLang="zh-CN" sz="2400" dirty="0"/>
              <a:t>from</a:t>
            </a:r>
            <a:r>
              <a:rPr lang="zh-CN" altLang="en-US" sz="2400" dirty="0"/>
              <a:t> </a:t>
            </a:r>
            <a:r>
              <a:rPr lang="en-US" altLang="zh-CN" sz="2400" dirty="0"/>
              <a:t>IE@CUHK,</a:t>
            </a:r>
            <a:r>
              <a:rPr lang="zh-CN" altLang="en-US" sz="2400" dirty="0"/>
              <a:t> </a:t>
            </a:r>
            <a:r>
              <a:rPr lang="en-US" altLang="zh-CN" sz="2400" dirty="0"/>
              <a:t>2003–2007,</a:t>
            </a:r>
            <a:r>
              <a:rPr lang="zh-CN" altLang="en-US" sz="2400" dirty="0"/>
              <a:t> </a:t>
            </a:r>
            <a:r>
              <a:rPr lang="en-US" altLang="zh-CN" sz="2400" dirty="0"/>
              <a:t>NA</a:t>
            </a:r>
            <a:r>
              <a:rPr lang="zh-CN" altLang="en-US" sz="2400" dirty="0"/>
              <a:t> </a:t>
            </a:r>
            <a:r>
              <a:rPr lang="en-US" altLang="zh-CN" sz="2400" dirty="0"/>
              <a:t>College</a:t>
            </a:r>
            <a:endParaRPr lang="en-US" sz="2400" dirty="0"/>
          </a:p>
          <a:p>
            <a:r>
              <a:rPr lang="en-US" sz="2400" dirty="0"/>
              <a:t>Research</a:t>
            </a:r>
            <a:r>
              <a:rPr lang="zh-CN" altLang="en-US" sz="2400" dirty="0"/>
              <a:t> </a:t>
            </a:r>
            <a:r>
              <a:rPr lang="en-US" altLang="zh-CN" sz="2400" dirty="0"/>
              <a:t>areas</a:t>
            </a:r>
            <a:r>
              <a:rPr lang="en-US" sz="2400" dirty="0"/>
              <a:t>: </a:t>
            </a:r>
            <a:r>
              <a:rPr lang="en-US" altLang="zh-CN" sz="2400" dirty="0"/>
              <a:t>Computer</a:t>
            </a:r>
            <a:r>
              <a:rPr lang="zh-CN" altLang="en-US" sz="2400" dirty="0"/>
              <a:t> </a:t>
            </a:r>
            <a:r>
              <a:rPr lang="en-US" altLang="zh-CN" sz="2400" dirty="0"/>
              <a:t>networks,</a:t>
            </a:r>
            <a:r>
              <a:rPr lang="zh-CN" altLang="en-US" sz="2400" dirty="0"/>
              <a:t> </a:t>
            </a:r>
            <a:r>
              <a:rPr lang="en-US" altLang="zh-CN" sz="2400" dirty="0"/>
              <a:t>ML</a:t>
            </a:r>
            <a:r>
              <a:rPr lang="zh-CN" altLang="en-US" sz="2400" dirty="0"/>
              <a:t> </a:t>
            </a:r>
            <a:r>
              <a:rPr lang="en-US" altLang="zh-CN" sz="2400" dirty="0"/>
              <a:t>systems</a:t>
            </a:r>
            <a:endParaRPr lang="en-US" sz="2400" dirty="0"/>
          </a:p>
          <a:p>
            <a:pPr lvl="1"/>
            <a:r>
              <a:rPr lang="en-US" sz="2200" kern="1200" dirty="0">
                <a:solidFill>
                  <a:schemeClr val="tx2"/>
                </a:solidFill>
                <a:latin typeface="Arial" charset="0"/>
                <a:ea typeface="ＭＳ Ｐゴシック" charset="0"/>
                <a:cs typeface="ＭＳ Ｐゴシック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https://henryhxu.github.io/</a:t>
            </a:r>
            <a:endParaRPr lang="en-US" sz="2200" kern="1200" dirty="0">
              <a:solidFill>
                <a:schemeClr val="tx2"/>
              </a:solidFill>
              <a:latin typeface="Arial" charset="0"/>
              <a:ea typeface="ＭＳ Ｐゴシック" charset="0"/>
              <a:cs typeface="ＭＳ Ｐゴシック" charset="0"/>
            </a:endParaRPr>
          </a:p>
          <a:p>
            <a:r>
              <a:rPr lang="en-US" altLang="zh-CN" sz="2400" dirty="0"/>
              <a:t>Research</a:t>
            </a:r>
            <a:r>
              <a:rPr lang="zh-CN" altLang="en-US" sz="2400" dirty="0"/>
              <a:t> </a:t>
            </a:r>
            <a:r>
              <a:rPr lang="en-US" altLang="zh-CN" sz="2400" dirty="0"/>
              <a:t>opportunities</a:t>
            </a:r>
            <a:r>
              <a:rPr lang="zh-CN" altLang="en-US" sz="2400" dirty="0"/>
              <a:t> </a:t>
            </a:r>
            <a:r>
              <a:rPr lang="en-US" altLang="zh-CN" sz="2400" dirty="0">
                <a:solidFill>
                  <a:srgbClr val="00B050"/>
                </a:solidFill>
              </a:rPr>
              <a:t>available</a:t>
            </a:r>
          </a:p>
          <a:p>
            <a:endParaRPr lang="en-US" dirty="0"/>
          </a:p>
          <a:p>
            <a:r>
              <a:rPr lang="en-US" sz="2400" dirty="0">
                <a:solidFill>
                  <a:schemeClr val="accent6"/>
                </a:solidFill>
              </a:rPr>
              <a:t>Office hours: </a:t>
            </a:r>
            <a:r>
              <a:rPr lang="en-US" altLang="zh-CN" sz="2400" dirty="0">
                <a:solidFill>
                  <a:schemeClr val="accent6"/>
                </a:solidFill>
              </a:rPr>
              <a:t>Mon</a:t>
            </a:r>
            <a:r>
              <a:rPr 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9</a:t>
            </a:r>
            <a:r>
              <a:rPr lang="en-US" sz="2400" dirty="0">
                <a:solidFill>
                  <a:schemeClr val="accent6"/>
                </a:solidFill>
              </a:rPr>
              <a:t>–1</a:t>
            </a:r>
            <a:r>
              <a:rPr lang="en-US" altLang="zh-CN" sz="2400" dirty="0">
                <a:solidFill>
                  <a:schemeClr val="accent6"/>
                </a:solidFill>
              </a:rPr>
              <a:t>0a</a:t>
            </a:r>
            <a:r>
              <a:rPr lang="en-US" sz="2400" dirty="0">
                <a:solidFill>
                  <a:schemeClr val="accent6"/>
                </a:solidFill>
              </a:rPr>
              <a:t>m</a:t>
            </a:r>
            <a:r>
              <a:rPr lang="en-US" altLang="zh-CN" sz="2400" dirty="0">
                <a:solidFill>
                  <a:schemeClr val="accent6"/>
                </a:solidFill>
              </a:rPr>
              <a:t>,</a:t>
            </a:r>
            <a:r>
              <a:rPr lang="zh-CN" alt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Tue</a:t>
            </a:r>
            <a:r>
              <a:rPr lang="zh-CN" alt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1–2pm</a:t>
            </a:r>
            <a:endParaRPr lang="en-US" sz="2400" b="1" dirty="0">
              <a:solidFill>
                <a:schemeClr val="accent6"/>
              </a:solidFill>
            </a:endParaRPr>
          </a:p>
          <a:p>
            <a:pPr lvl="1"/>
            <a:r>
              <a:rPr lang="en-US" altLang="zh-CN" dirty="0"/>
              <a:t>B</a:t>
            </a:r>
            <a:r>
              <a:rPr lang="en-US" dirty="0"/>
              <a:t>y appointment (via </a:t>
            </a:r>
            <a:r>
              <a:rPr lang="en-US" altLang="zh-CN" dirty="0"/>
              <a:t>Piazza</a:t>
            </a:r>
            <a:r>
              <a:rPr lang="zh-CN" altLang="en-US" dirty="0"/>
              <a:t> </a:t>
            </a:r>
            <a:r>
              <a:rPr lang="en-US" altLang="zh-CN" dirty="0"/>
              <a:t>private</a:t>
            </a:r>
            <a:r>
              <a:rPr lang="zh-CN" altLang="en-US" dirty="0"/>
              <a:t> </a:t>
            </a:r>
            <a:r>
              <a:rPr lang="en-US" altLang="zh-CN" dirty="0"/>
              <a:t>messages</a:t>
            </a:r>
            <a:r>
              <a:rPr lang="en-US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E747FA-5D3F-484B-84FB-AD04074C08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324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TA</a:t>
            </a:r>
            <a:r>
              <a:rPr lang="zh-CN" altLang="en-US" dirty="0"/>
              <a:t> </a:t>
            </a:r>
            <a:r>
              <a:rPr lang="en-US" altLang="zh-CN" dirty="0"/>
              <a:t>team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2400" dirty="0"/>
              <a:t>Yicheng</a:t>
            </a:r>
            <a:r>
              <a:rPr lang="zh-CN" altLang="en-US" sz="2400" dirty="0"/>
              <a:t> </a:t>
            </a:r>
            <a:r>
              <a:rPr lang="en-US" altLang="zh-CN" sz="2400" dirty="0"/>
              <a:t>(head</a:t>
            </a:r>
            <a:r>
              <a:rPr lang="zh-CN" altLang="en-US" sz="2400" dirty="0"/>
              <a:t> </a:t>
            </a:r>
            <a:r>
              <a:rPr lang="en-US" altLang="zh-CN" sz="2400" dirty="0"/>
              <a:t>TA),</a:t>
            </a:r>
            <a:r>
              <a:rPr lang="zh-CN" altLang="en-US" sz="2400" dirty="0"/>
              <a:t> </a:t>
            </a:r>
            <a:r>
              <a:rPr lang="en-US" altLang="zh-CN" sz="2400" dirty="0" err="1"/>
              <a:t>Yangtao</a:t>
            </a:r>
            <a:r>
              <a:rPr lang="en-US" altLang="zh-CN" sz="2400" dirty="0"/>
              <a:t>,</a:t>
            </a:r>
            <a:r>
              <a:rPr lang="zh-CN" altLang="en-US" sz="2400" dirty="0"/>
              <a:t> </a:t>
            </a:r>
            <a:r>
              <a:rPr lang="en-US" altLang="zh-CN" sz="2400" dirty="0" err="1"/>
              <a:t>Shaofeng</a:t>
            </a:r>
            <a:endParaRPr lang="en-US" dirty="0"/>
          </a:p>
          <a:p>
            <a:r>
              <a:rPr lang="en-US" sz="2400" dirty="0">
                <a:solidFill>
                  <a:schemeClr val="accent6"/>
                </a:solidFill>
              </a:rPr>
              <a:t>Office hours: </a:t>
            </a:r>
            <a:r>
              <a:rPr lang="en-US" altLang="zh-CN" sz="2400" dirty="0">
                <a:solidFill>
                  <a:schemeClr val="accent6"/>
                </a:solidFill>
              </a:rPr>
              <a:t>check</a:t>
            </a:r>
            <a:r>
              <a:rPr lang="zh-CN" alt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course</a:t>
            </a:r>
            <a:r>
              <a:rPr lang="zh-CN" altLang="en-US" sz="2400" dirty="0">
                <a:solidFill>
                  <a:schemeClr val="accent6"/>
                </a:solidFill>
              </a:rPr>
              <a:t> </a:t>
            </a:r>
            <a:r>
              <a:rPr lang="en-US" altLang="zh-CN" sz="2400" dirty="0">
                <a:solidFill>
                  <a:schemeClr val="accent6"/>
                </a:solidFill>
              </a:rPr>
              <a:t>website</a:t>
            </a:r>
            <a:endParaRPr lang="en-US" sz="2400" b="1" dirty="0">
              <a:solidFill>
                <a:schemeClr val="accent6"/>
              </a:solidFill>
            </a:endParaRPr>
          </a:p>
          <a:p>
            <a:pPr lvl="1"/>
            <a:r>
              <a:rPr lang="en-US" dirty="0">
                <a:solidFill>
                  <a:srgbClr val="0000FF"/>
                </a:solidFill>
              </a:rPr>
              <a:t>No office hours this week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E747FA-5D3F-484B-84FB-AD04074C08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EC3C15D3-5739-E5E1-7201-F7795CCF6F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234" y="3396343"/>
            <a:ext cx="1946366" cy="2432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EF5D26-D891-11FE-3D21-D47D51C3F48F}"/>
              </a:ext>
            </a:extLst>
          </p:cNvPr>
          <p:cNvSpPr txBox="1"/>
          <p:nvPr/>
        </p:nvSpPr>
        <p:spPr>
          <a:xfrm>
            <a:off x="3730151" y="5850523"/>
            <a:ext cx="11847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 err="1"/>
              <a:t>Yangtao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6720B0-2BA2-52E8-D959-79F167130A9A}"/>
              </a:ext>
            </a:extLst>
          </p:cNvPr>
          <p:cNvSpPr txBox="1"/>
          <p:nvPr/>
        </p:nvSpPr>
        <p:spPr>
          <a:xfrm>
            <a:off x="1033094" y="5850523"/>
            <a:ext cx="11847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 err="1"/>
              <a:t>Yicheng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5BE9D94A-3EA8-1BB9-B7A6-63BCFCE7C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6436" y="3390900"/>
            <a:ext cx="1829364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977E1F-0DA7-BF99-719D-994853403018}"/>
              </a:ext>
            </a:extLst>
          </p:cNvPr>
          <p:cNvSpPr txBox="1"/>
          <p:nvPr/>
        </p:nvSpPr>
        <p:spPr>
          <a:xfrm>
            <a:off x="6857436" y="5850523"/>
            <a:ext cx="11847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 err="1"/>
              <a:t>Shaofeng</a:t>
            </a:r>
            <a:endParaRPr lang="en-US" dirty="0"/>
          </a:p>
        </p:txBody>
      </p:sp>
      <p:pic>
        <p:nvPicPr>
          <p:cNvPr id="11" name="Picture 10" descr="A person wearing glasses and a blue shirt&#10;&#10;AI-generated content may be incorrect.">
            <a:extLst>
              <a:ext uri="{FF2B5EF4-FFF2-40B4-BE49-F238E27FC236}">
                <a16:creationId xmlns:a16="http://schemas.microsoft.com/office/drawing/2014/main" id="{8049EC65-BDCC-03E7-6FEE-060D0B7295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617" y="3390900"/>
            <a:ext cx="1770363" cy="243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081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Prerequisites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CENG3150/CSCI3150, or equivalent</a:t>
            </a:r>
            <a:r>
              <a:rPr lang="zh-CN" altLang="en-US" dirty="0"/>
              <a:t> </a:t>
            </a:r>
            <a:r>
              <a:rPr lang="en-US" altLang="zh-CN" dirty="0"/>
              <a:t>OS</a:t>
            </a:r>
            <a:r>
              <a:rPr lang="zh-CN" altLang="en-US" dirty="0"/>
              <a:t> </a:t>
            </a:r>
            <a:r>
              <a:rPr lang="en-US" altLang="zh-CN" dirty="0"/>
              <a:t>courses</a:t>
            </a:r>
            <a:endParaRPr lang="en-US" altLang="en-US" dirty="0"/>
          </a:p>
          <a:p>
            <a:pPr lvl="1"/>
            <a:r>
              <a:rPr lang="en-US" altLang="en-US" dirty="0"/>
              <a:t>If you haven’t taken it or have failed it, you are advised NOT to take this course</a:t>
            </a:r>
          </a:p>
          <a:p>
            <a:pPr lvl="1"/>
            <a:r>
              <a:rPr lang="en-US" altLang="en-US" dirty="0"/>
              <a:t>Talk to me if you are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sure</a:t>
            </a:r>
            <a:endParaRPr lang="en-US" altLang="en-US" dirty="0"/>
          </a:p>
          <a:p>
            <a:r>
              <a:rPr lang="en-US" altLang="en-US" dirty="0"/>
              <a:t>Comfortable with C/C++ programming</a:t>
            </a:r>
          </a:p>
          <a:p>
            <a:r>
              <a:rPr lang="en-US" altLang="en-US" dirty="0"/>
              <a:t>Comfortable with Linux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620C18-FC6F-324E-9799-4F807EB644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5958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course</a:t>
            </a:r>
            <a:r>
              <a:rPr lang="zh-CN" altLang="en-US" dirty="0"/>
              <a:t> </a:t>
            </a:r>
            <a:r>
              <a:rPr lang="en-US" dirty="0"/>
              <a:t>about?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FF0000"/>
                </a:solidFill>
              </a:rPr>
              <a:t>The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question: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How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can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computers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communicate?</a:t>
            </a:r>
            <a:endParaRPr lang="en-US" b="1" i="1" dirty="0">
              <a:solidFill>
                <a:srgbClr val="FF0000"/>
              </a:solidFill>
            </a:endParaRPr>
          </a:p>
          <a:p>
            <a:pPr lvl="1"/>
            <a:r>
              <a:rPr lang="en-US" altLang="zh-CN" dirty="0"/>
              <a:t>Well,</a:t>
            </a:r>
            <a:r>
              <a:rPr lang="zh-CN" altLang="en-US" dirty="0"/>
              <a:t> </a:t>
            </a:r>
            <a:r>
              <a:rPr lang="en-US" altLang="zh-CN" dirty="0"/>
              <a:t>slightly</a:t>
            </a:r>
            <a:r>
              <a:rPr lang="zh-CN" altLang="en-US" dirty="0"/>
              <a:t> </a:t>
            </a:r>
            <a:r>
              <a:rPr lang="en-US" altLang="zh-CN" dirty="0"/>
              <a:t>simpler</a:t>
            </a:r>
            <a:r>
              <a:rPr lang="zh-CN" altLang="en-US" dirty="0"/>
              <a:t> </a:t>
            </a:r>
            <a:r>
              <a:rPr lang="en-US" altLang="zh-CN" dirty="0"/>
              <a:t>than</a:t>
            </a:r>
            <a:r>
              <a:rPr lang="zh-CN" altLang="en-US" dirty="0"/>
              <a:t> </a:t>
            </a:r>
            <a:r>
              <a:rPr lang="en-US" altLang="zh-CN" dirty="0"/>
              <a:t>communication</a:t>
            </a:r>
            <a:r>
              <a:rPr lang="zh-CN" altLang="en-US" dirty="0"/>
              <a:t> </a:t>
            </a:r>
            <a:r>
              <a:rPr lang="en-US" altLang="zh-CN" dirty="0"/>
              <a:t>among</a:t>
            </a:r>
            <a:r>
              <a:rPr lang="zh-CN" altLang="en-US" dirty="0"/>
              <a:t> </a:t>
            </a:r>
            <a:r>
              <a:rPr lang="en-US" altLang="zh-CN" dirty="0"/>
              <a:t>people…</a:t>
            </a:r>
          </a:p>
          <a:p>
            <a:pPr lvl="1"/>
            <a:r>
              <a:rPr lang="en-US" altLang="zh-CN" dirty="0"/>
              <a:t>Two</a:t>
            </a:r>
            <a:r>
              <a:rPr lang="zh-CN" altLang="en-US" dirty="0"/>
              <a:t> </a:t>
            </a:r>
            <a:r>
              <a:rPr lang="en-US" altLang="zh-CN" dirty="0"/>
              <a:t>machines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link</a:t>
            </a:r>
          </a:p>
          <a:p>
            <a:pPr lvl="1"/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machines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network</a:t>
            </a:r>
          </a:p>
          <a:p>
            <a:pPr lvl="1"/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networks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Inter-network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Internet!</a:t>
            </a:r>
            <a:endParaRPr lang="en-US" dirty="0"/>
          </a:p>
          <a:p>
            <a:r>
              <a:rPr lang="en-US" dirty="0"/>
              <a:t>What it’s </a:t>
            </a:r>
            <a:r>
              <a:rPr lang="en-US" altLang="zh-CN" dirty="0"/>
              <a:t>NOT</a:t>
            </a:r>
            <a:r>
              <a:rPr lang="en-US" dirty="0"/>
              <a:t> about</a:t>
            </a:r>
          </a:p>
          <a:p>
            <a:pPr lvl="1"/>
            <a:r>
              <a:rPr lang="en-US" dirty="0"/>
              <a:t>How to design web pages</a:t>
            </a:r>
          </a:p>
          <a:p>
            <a:pPr lvl="1"/>
            <a:r>
              <a:rPr lang="en-US" dirty="0"/>
              <a:t>How to write web services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B2248-7B06-EC43-9C9C-1B1029EEA6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440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What is a network?	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system of “links” that interconnect “nodes” in order to move “information” </a:t>
            </a:r>
            <a:r>
              <a:rPr lang="en-US" altLang="zh-CN" dirty="0"/>
              <a:t>across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We will focus primarily on the Internet</a:t>
            </a:r>
          </a:p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6632375-0665-694B-8D83-DFC566AA2E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4" name="Oval 3"/>
          <p:cNvSpPr/>
          <p:nvPr/>
        </p:nvSpPr>
        <p:spPr bwMode="auto">
          <a:xfrm>
            <a:off x="4038600" y="3124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Oval 4"/>
          <p:cNvSpPr/>
          <p:nvPr/>
        </p:nvSpPr>
        <p:spPr bwMode="auto">
          <a:xfrm>
            <a:off x="33528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6" name="Oval 5"/>
          <p:cNvSpPr/>
          <p:nvPr/>
        </p:nvSpPr>
        <p:spPr bwMode="auto">
          <a:xfrm>
            <a:off x="4038600" y="47244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40386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46482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9" name="Oval 8"/>
          <p:cNvSpPr/>
          <p:nvPr/>
        </p:nvSpPr>
        <p:spPr bwMode="auto">
          <a:xfrm>
            <a:off x="5257800" y="4267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5257800" y="3505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1" name="Oval 10"/>
          <p:cNvSpPr/>
          <p:nvPr/>
        </p:nvSpPr>
        <p:spPr bwMode="auto">
          <a:xfrm>
            <a:off x="2667000" y="32766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2" name="Oval 11"/>
          <p:cNvSpPr/>
          <p:nvPr/>
        </p:nvSpPr>
        <p:spPr bwMode="auto">
          <a:xfrm>
            <a:off x="2667000" y="38862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13" name="Oval 12"/>
          <p:cNvSpPr/>
          <p:nvPr/>
        </p:nvSpPr>
        <p:spPr bwMode="auto">
          <a:xfrm>
            <a:off x="2667000" y="4495800"/>
            <a:ext cx="304800" cy="3048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</p:txBody>
      </p:sp>
      <p:cxnSp>
        <p:nvCxnSpPr>
          <p:cNvPr id="35853" name="Straight Connector 14"/>
          <p:cNvCxnSpPr>
            <a:cxnSpLocks noChangeShapeType="1"/>
            <a:stCxn id="11" idx="5"/>
            <a:endCxn id="5" idx="1"/>
          </p:cNvCxnSpPr>
          <p:nvPr/>
        </p:nvCxnSpPr>
        <p:spPr bwMode="auto">
          <a:xfrm>
            <a:off x="2927350" y="3536950"/>
            <a:ext cx="469900" cy="393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4" name="Straight Connector 15"/>
          <p:cNvCxnSpPr>
            <a:cxnSpLocks noChangeShapeType="1"/>
            <a:stCxn id="12" idx="6"/>
            <a:endCxn id="5" idx="2"/>
          </p:cNvCxnSpPr>
          <p:nvPr/>
        </p:nvCxnSpPr>
        <p:spPr bwMode="auto">
          <a:xfrm>
            <a:off x="2971800" y="40386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5" name="Straight Connector 18"/>
          <p:cNvCxnSpPr>
            <a:cxnSpLocks noChangeShapeType="1"/>
            <a:stCxn id="13" idx="7"/>
            <a:endCxn id="5" idx="3"/>
          </p:cNvCxnSpPr>
          <p:nvPr/>
        </p:nvCxnSpPr>
        <p:spPr bwMode="auto">
          <a:xfrm flipV="1">
            <a:off x="2927350" y="4146550"/>
            <a:ext cx="469900" cy="393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6" name="Straight Connector 21"/>
          <p:cNvCxnSpPr>
            <a:cxnSpLocks noChangeShapeType="1"/>
            <a:stCxn id="6" idx="0"/>
            <a:endCxn id="7" idx="4"/>
          </p:cNvCxnSpPr>
          <p:nvPr/>
        </p:nvCxnSpPr>
        <p:spPr bwMode="auto">
          <a:xfrm flipV="1">
            <a:off x="4191000" y="41910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7" name="Straight Connector 24"/>
          <p:cNvCxnSpPr>
            <a:cxnSpLocks noChangeShapeType="1"/>
            <a:stCxn id="7" idx="0"/>
            <a:endCxn id="4" idx="4"/>
          </p:cNvCxnSpPr>
          <p:nvPr/>
        </p:nvCxnSpPr>
        <p:spPr bwMode="auto">
          <a:xfrm flipV="1">
            <a:off x="4191000" y="3429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8" name="Straight Connector 28"/>
          <p:cNvCxnSpPr>
            <a:cxnSpLocks noChangeShapeType="1"/>
            <a:stCxn id="5" idx="6"/>
            <a:endCxn id="7" idx="2"/>
          </p:cNvCxnSpPr>
          <p:nvPr/>
        </p:nvCxnSpPr>
        <p:spPr bwMode="auto">
          <a:xfrm>
            <a:off x="3657600" y="40386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59" name="Straight Connector 32"/>
          <p:cNvCxnSpPr>
            <a:cxnSpLocks noChangeShapeType="1"/>
            <a:stCxn id="8" idx="2"/>
            <a:endCxn id="7" idx="6"/>
          </p:cNvCxnSpPr>
          <p:nvPr/>
        </p:nvCxnSpPr>
        <p:spPr bwMode="auto">
          <a:xfrm flipH="1">
            <a:off x="4343400" y="4038600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0" name="Straight Connector 35"/>
          <p:cNvCxnSpPr>
            <a:cxnSpLocks noChangeShapeType="1"/>
            <a:stCxn id="8" idx="7"/>
            <a:endCxn id="10" idx="3"/>
          </p:cNvCxnSpPr>
          <p:nvPr/>
        </p:nvCxnSpPr>
        <p:spPr bwMode="auto">
          <a:xfrm flipV="1">
            <a:off x="4908550" y="3765550"/>
            <a:ext cx="393700" cy="165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1" name="Straight Connector 38"/>
          <p:cNvCxnSpPr>
            <a:cxnSpLocks noChangeShapeType="1"/>
            <a:stCxn id="8" idx="5"/>
            <a:endCxn id="9" idx="1"/>
          </p:cNvCxnSpPr>
          <p:nvPr/>
        </p:nvCxnSpPr>
        <p:spPr bwMode="auto">
          <a:xfrm>
            <a:off x="4908550" y="4146550"/>
            <a:ext cx="393700" cy="165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2" name="Straight Connector 47"/>
          <p:cNvCxnSpPr>
            <a:cxnSpLocks noChangeShapeType="1"/>
            <a:stCxn id="5" idx="7"/>
            <a:endCxn id="4" idx="3"/>
          </p:cNvCxnSpPr>
          <p:nvPr/>
        </p:nvCxnSpPr>
        <p:spPr bwMode="auto">
          <a:xfrm flipV="1">
            <a:off x="3613150" y="3384550"/>
            <a:ext cx="469900" cy="546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3" name="Straight Connector 50"/>
          <p:cNvCxnSpPr>
            <a:cxnSpLocks noChangeShapeType="1"/>
            <a:stCxn id="5" idx="5"/>
            <a:endCxn id="6" idx="1"/>
          </p:cNvCxnSpPr>
          <p:nvPr/>
        </p:nvCxnSpPr>
        <p:spPr bwMode="auto">
          <a:xfrm>
            <a:off x="3613150" y="4146550"/>
            <a:ext cx="469900" cy="622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5864" name="Straight Connector 52"/>
          <p:cNvCxnSpPr>
            <a:cxnSpLocks noChangeShapeType="1"/>
            <a:stCxn id="4" idx="5"/>
            <a:endCxn id="8" idx="1"/>
          </p:cNvCxnSpPr>
          <p:nvPr/>
        </p:nvCxnSpPr>
        <p:spPr bwMode="auto">
          <a:xfrm>
            <a:off x="4298950" y="3384550"/>
            <a:ext cx="393700" cy="546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709260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B2140-85CA-7AB1-C3EA-24A84EDF0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 descr="A diagram of a network connection&#10;&#10;AI-generated content may be incorrect.">
            <a:extLst>
              <a:ext uri="{FF2B5EF4-FFF2-40B4-BE49-F238E27FC236}">
                <a16:creationId xmlns:a16="http://schemas.microsoft.com/office/drawing/2014/main" id="{B94007AE-4618-E47C-6DE9-3F3F8498F8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485" y="1467678"/>
            <a:ext cx="8809029" cy="475615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DA67-ED6E-8864-5948-B83908FD274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120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CE9CB-976F-57B7-C183-4A639813F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1969</a:t>
            </a:r>
            <a:endParaRPr lang="en-US" dirty="0"/>
          </a:p>
        </p:txBody>
      </p:sp>
      <p:pic>
        <p:nvPicPr>
          <p:cNvPr id="6" name="Content Placeholder 5" descr="A diagram of a network&#10;&#10;AI-generated content may be incorrect.">
            <a:extLst>
              <a:ext uri="{FF2B5EF4-FFF2-40B4-BE49-F238E27FC236}">
                <a16:creationId xmlns:a16="http://schemas.microsoft.com/office/drawing/2014/main" id="{70E8B831-F36A-CDB7-1848-9CD210FAB9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057400"/>
            <a:ext cx="8536616" cy="35552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EC8E7A-0022-0D83-14B4-3BD6DD484D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499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1280F-D048-010E-5EE8-D4418C194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did</a:t>
            </a:r>
            <a:r>
              <a:rPr lang="zh-CN" altLang="en-US" dirty="0"/>
              <a:t> </a:t>
            </a:r>
            <a:r>
              <a:rPr lang="en-US" altLang="zh-CN" dirty="0"/>
              <a:t>they</a:t>
            </a:r>
            <a:r>
              <a:rPr lang="zh-CN" altLang="en-US" dirty="0"/>
              <a:t> </a:t>
            </a:r>
            <a:r>
              <a:rPr lang="en-US" altLang="zh-CN" dirty="0"/>
              <a:t>use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for?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42650-A000-6103-E0C4-4CEBE7877A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11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E84400B-93E7-69A3-1FCA-3355956BCF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4114800"/>
            <a:ext cx="7924800" cy="1905000"/>
          </a:xfrm>
        </p:spPr>
        <p:txBody>
          <a:bodyPr/>
          <a:lstStyle/>
          <a:p>
            <a:r>
              <a:rPr lang="en-US" altLang="zh-CN" dirty="0"/>
              <a:t>Sending</a:t>
            </a:r>
            <a:r>
              <a:rPr lang="zh-CN" altLang="en-US" dirty="0"/>
              <a:t> </a:t>
            </a:r>
            <a:r>
              <a:rPr lang="en-US" altLang="zh-CN" dirty="0"/>
              <a:t>files</a:t>
            </a:r>
            <a:r>
              <a:rPr lang="zh-CN" altLang="en-US" dirty="0"/>
              <a:t> </a:t>
            </a:r>
            <a:r>
              <a:rPr lang="en-US" altLang="zh-CN" dirty="0"/>
              <a:t>between</a:t>
            </a:r>
            <a:r>
              <a:rPr lang="zh-CN" altLang="en-US" dirty="0"/>
              <a:t> </a:t>
            </a:r>
            <a:r>
              <a:rPr lang="en-US" altLang="zh-CN" dirty="0"/>
              <a:t>scientists:</a:t>
            </a:r>
            <a:r>
              <a:rPr lang="zh-CN" altLang="en-US" dirty="0"/>
              <a:t> </a:t>
            </a:r>
            <a:r>
              <a:rPr lang="en-US" altLang="zh-CN" dirty="0"/>
              <a:t>“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Here’s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big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file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of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astronomy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data!</a:t>
            </a:r>
            <a:r>
              <a:rPr lang="en-US" altLang="zh-CN" dirty="0"/>
              <a:t>”</a:t>
            </a:r>
          </a:p>
          <a:p>
            <a:r>
              <a:rPr lang="en-US" altLang="zh-CN" dirty="0"/>
              <a:t>Email:</a:t>
            </a:r>
            <a:r>
              <a:rPr lang="zh-CN" altLang="en-US" dirty="0"/>
              <a:t> </a:t>
            </a:r>
            <a:r>
              <a:rPr lang="en-US" altLang="zh-CN" dirty="0"/>
              <a:t>“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Where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shall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we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have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lunch</a:t>
            </a:r>
            <a:r>
              <a:rPr lang="zh-CN" alt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CN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today?”</a:t>
            </a:r>
          </a:p>
          <a:p>
            <a:r>
              <a:rPr lang="en-US" altLang="zh-CN" dirty="0"/>
              <a:t>Remote</a:t>
            </a:r>
            <a:r>
              <a:rPr lang="zh-CN" altLang="en-US" dirty="0"/>
              <a:t> </a:t>
            </a:r>
            <a:r>
              <a:rPr lang="en-US" altLang="zh-CN" dirty="0"/>
              <a:t>login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another</a:t>
            </a:r>
            <a:r>
              <a:rPr lang="zh-CN" altLang="en-US" dirty="0"/>
              <a:t> </a:t>
            </a:r>
            <a:r>
              <a:rPr lang="en-US" altLang="zh-CN" dirty="0"/>
              <a:t>computer</a:t>
            </a:r>
            <a:endParaRPr lang="en-US" dirty="0"/>
          </a:p>
        </p:txBody>
      </p:sp>
      <p:pic>
        <p:nvPicPr>
          <p:cNvPr id="9" name="Content Placeholder 5" descr="A diagram of a network&#10;&#10;AI-generated content may be incorrect.">
            <a:extLst>
              <a:ext uri="{FF2B5EF4-FFF2-40B4-BE49-F238E27FC236}">
                <a16:creationId xmlns:a16="http://schemas.microsoft.com/office/drawing/2014/main" id="{42A461BD-506C-37D0-FAD1-4546202033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02211" y="1600200"/>
            <a:ext cx="4374789" cy="242508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0881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2D3F4-C1B9-ECD6-4626-B1658C606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 wrap="square" anchor="b">
            <a:normAutofit/>
          </a:bodyPr>
          <a:lstStyle/>
          <a:p>
            <a:r>
              <a:rPr lang="en-US" altLang="zh-CN" dirty="0"/>
              <a:t>1971</a:t>
            </a:r>
            <a:endParaRPr lang="en-US" dirty="0"/>
          </a:p>
        </p:txBody>
      </p:sp>
      <p:pic>
        <p:nvPicPr>
          <p:cNvPr id="6" name="Content Placeholder 5" descr="A computer room with a diagram&#10;&#10;AI-generated content may be incorrect.">
            <a:extLst>
              <a:ext uri="{FF2B5EF4-FFF2-40B4-BE49-F238E27FC236}">
                <a16:creationId xmlns:a16="http://schemas.microsoft.com/office/drawing/2014/main" id="{7CD50722-AB29-0843-0C43-110B63E934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773" y="1474788"/>
            <a:ext cx="7100454" cy="4881562"/>
          </a:xfr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72B6F-C27E-F0C4-D252-2C5095B5DFA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798365" y="6356350"/>
            <a:ext cx="2057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B9280C2-1938-4849-A597-1B25F1D806CC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4590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2447F-0BDD-48BA-D10F-A98C78E1B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TCP/IP,</a:t>
            </a:r>
            <a:r>
              <a:rPr lang="zh-CN" altLang="en-US" dirty="0"/>
              <a:t> </a:t>
            </a:r>
            <a:r>
              <a:rPr lang="en-US" altLang="zh-CN" dirty="0"/>
              <a:t>HTTP,</a:t>
            </a:r>
            <a:r>
              <a:rPr lang="zh-CN" altLang="en-US" dirty="0"/>
              <a:t> </a:t>
            </a:r>
            <a:r>
              <a:rPr lang="en-US" altLang="zh-CN" dirty="0"/>
              <a:t>Web</a:t>
            </a:r>
            <a:r>
              <a:rPr lang="zh-CN" altLang="en-US" dirty="0"/>
              <a:t> </a:t>
            </a:r>
            <a:r>
              <a:rPr lang="en-US" altLang="zh-CN" dirty="0"/>
              <a:t>browser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740ECF-5E79-DD0B-18B0-62E14F43E1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13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804DDCA-97FB-B8D4-555E-56C8E6C94F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9363" y="2895601"/>
            <a:ext cx="1656437" cy="2113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D2FB4C-F961-3A7F-8867-6A8726F5E3D1}"/>
              </a:ext>
            </a:extLst>
          </p:cNvPr>
          <p:cNvSpPr txBox="1"/>
          <p:nvPr/>
        </p:nvSpPr>
        <p:spPr>
          <a:xfrm>
            <a:off x="6188765" y="5221116"/>
            <a:ext cx="3276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Mosaic,</a:t>
            </a:r>
            <a:r>
              <a:rPr lang="zh-CN" altLang="en-US" sz="2400" dirty="0"/>
              <a:t> </a:t>
            </a:r>
            <a:r>
              <a:rPr lang="en-US" altLang="zh-CN" sz="2400" dirty="0"/>
              <a:t>1993,</a:t>
            </a:r>
            <a:r>
              <a:rPr lang="zh-CN" altLang="en-US" sz="2400" dirty="0"/>
              <a:t> </a:t>
            </a:r>
            <a:endParaRPr lang="en-HK" altLang="zh-CN" sz="2400" dirty="0"/>
          </a:p>
          <a:p>
            <a:r>
              <a:rPr lang="en-US" altLang="zh-CN" sz="2400" dirty="0"/>
              <a:t>Marc</a:t>
            </a:r>
            <a:r>
              <a:rPr lang="zh-CN" altLang="en-US" sz="2400" dirty="0"/>
              <a:t> </a:t>
            </a:r>
            <a:r>
              <a:rPr lang="en-US" altLang="zh-CN" sz="2400" dirty="0"/>
              <a:t>Andreessen</a:t>
            </a:r>
            <a:endParaRPr lang="en-US" sz="24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DCF2688-2F84-03D5-BFA5-CB536CA54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1474304"/>
            <a:ext cx="2183296" cy="2183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402C44-9F2C-F766-A385-6278A67D6621}"/>
              </a:ext>
            </a:extLst>
          </p:cNvPr>
          <p:cNvSpPr txBox="1"/>
          <p:nvPr/>
        </p:nvSpPr>
        <p:spPr>
          <a:xfrm>
            <a:off x="0" y="3657600"/>
            <a:ext cx="3124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TCP,</a:t>
            </a:r>
            <a:r>
              <a:rPr lang="zh-CN" altLang="en-US" sz="2400" dirty="0"/>
              <a:t> </a:t>
            </a:r>
            <a:r>
              <a:rPr lang="en-US" altLang="zh-CN" sz="2400" dirty="0"/>
              <a:t>1974,</a:t>
            </a:r>
            <a:r>
              <a:rPr lang="zh-CN" altLang="en-US" sz="2400" dirty="0"/>
              <a:t> </a:t>
            </a:r>
            <a:r>
              <a:rPr lang="en-US" altLang="zh-CN" sz="2400" dirty="0"/>
              <a:t>Vint</a:t>
            </a:r>
            <a:r>
              <a:rPr lang="zh-CN" altLang="en-US" sz="2400" dirty="0"/>
              <a:t> </a:t>
            </a:r>
            <a:r>
              <a:rPr lang="en-US" altLang="zh-CN" sz="2400" dirty="0"/>
              <a:t>Cerf</a:t>
            </a:r>
            <a:r>
              <a:rPr lang="zh-CN" altLang="en-US" sz="2400" dirty="0"/>
              <a:t> </a:t>
            </a:r>
            <a:r>
              <a:rPr lang="en-US" altLang="zh-CN" sz="2400" dirty="0"/>
              <a:t>&amp;</a:t>
            </a:r>
            <a:r>
              <a:rPr lang="zh-CN" altLang="en-US" sz="2400" dirty="0"/>
              <a:t> </a:t>
            </a:r>
            <a:r>
              <a:rPr lang="en-US" altLang="zh-CN" sz="2400" dirty="0"/>
              <a:t>Robert</a:t>
            </a:r>
            <a:r>
              <a:rPr lang="zh-CN" altLang="en-US" sz="2400" dirty="0"/>
              <a:t> </a:t>
            </a:r>
            <a:r>
              <a:rPr lang="en-US" altLang="zh-CN" sz="2400" dirty="0"/>
              <a:t>Kahn</a:t>
            </a:r>
            <a:endParaRPr lang="en-US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30D70688-915D-A27B-497B-00545DB9B6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136" y="4419600"/>
            <a:ext cx="1968500" cy="2283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Sir Tim Berners Lee arriving at the Guildhall to receive the Honorary Freedom of the City of London">
            <a:extLst>
              <a:ext uri="{FF2B5EF4-FFF2-40B4-BE49-F238E27FC236}">
                <a16:creationId xmlns:a16="http://schemas.microsoft.com/office/drawing/2014/main" id="{6A13DC78-D51C-DAC1-5167-0FB44F0F38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8508" y="2495653"/>
            <a:ext cx="1982304" cy="2513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6FD240-84A9-F9A7-6853-F67C8CDE969D}"/>
              </a:ext>
            </a:extLst>
          </p:cNvPr>
          <p:cNvSpPr txBox="1"/>
          <p:nvPr/>
        </p:nvSpPr>
        <p:spPr>
          <a:xfrm>
            <a:off x="2847560" y="5009214"/>
            <a:ext cx="3124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HTTP,</a:t>
            </a:r>
            <a:r>
              <a:rPr lang="zh-CN" altLang="en-US" sz="2400" dirty="0"/>
              <a:t> </a:t>
            </a:r>
            <a:r>
              <a:rPr lang="en-US" altLang="zh-CN" sz="2400" dirty="0"/>
              <a:t>1989,</a:t>
            </a:r>
            <a:r>
              <a:rPr lang="zh-CN" altLang="en-US" sz="2400" dirty="0"/>
              <a:t> </a:t>
            </a:r>
            <a:endParaRPr lang="en-HK" altLang="zh-CN" sz="2400" dirty="0"/>
          </a:p>
          <a:p>
            <a:r>
              <a:rPr lang="en-US" altLang="zh-CN" sz="2400" dirty="0"/>
              <a:t>Tim</a:t>
            </a:r>
            <a:r>
              <a:rPr lang="zh-CN" altLang="en-US" sz="2400" dirty="0"/>
              <a:t> </a:t>
            </a:r>
            <a:r>
              <a:rPr lang="en-US" altLang="zh-CN" sz="2400" dirty="0"/>
              <a:t>Berners-Lee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416876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D52D3-DB98-A541-A88E-20873E4D7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does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evolve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Now</a:t>
            </a:r>
            <a:endParaRPr lang="en-US" dirty="0"/>
          </a:p>
        </p:txBody>
      </p:sp>
      <p:pic>
        <p:nvPicPr>
          <p:cNvPr id="5" name="Picture 4" descr="A graph with numbers and a red circle&#10;&#10;AI-generated content may be incorrect.">
            <a:extLst>
              <a:ext uri="{FF2B5EF4-FFF2-40B4-BE49-F238E27FC236}">
                <a16:creationId xmlns:a16="http://schemas.microsoft.com/office/drawing/2014/main" id="{F71887C3-9CB4-4ADB-DE1F-204D8A5D6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1828800"/>
            <a:ext cx="7772400" cy="4101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3254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DF5ACC5D-B9FB-2AE0-31A4-EB269B894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2D148E2-45D7-1D54-8873-3FAF15079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4500" dirty="0"/>
              <a:t>How</a:t>
            </a:r>
            <a:r>
              <a:rPr lang="zh-CN" altLang="en-US" sz="4500" dirty="0"/>
              <a:t> </a:t>
            </a:r>
            <a:r>
              <a:rPr lang="en-US" altLang="zh-CN" sz="4500" dirty="0"/>
              <a:t>does</a:t>
            </a:r>
            <a:r>
              <a:rPr lang="zh-CN" altLang="en-US" sz="4500" dirty="0"/>
              <a:t> </a:t>
            </a:r>
            <a:r>
              <a:rPr lang="en-US" altLang="zh-CN" sz="4500" dirty="0"/>
              <a:t>it</a:t>
            </a:r>
            <a:r>
              <a:rPr lang="zh-CN" altLang="en-US" sz="4500" dirty="0"/>
              <a:t> </a:t>
            </a:r>
            <a:r>
              <a:rPr lang="en-US" altLang="zh-CN" sz="4500" dirty="0"/>
              <a:t>all</a:t>
            </a:r>
            <a:r>
              <a:rPr lang="zh-CN" altLang="en-US" sz="4500" dirty="0"/>
              <a:t> </a:t>
            </a:r>
            <a:r>
              <a:rPr lang="en-US" altLang="zh-CN" sz="4500" dirty="0"/>
              <a:t>work?</a:t>
            </a:r>
          </a:p>
          <a:p>
            <a:r>
              <a:rPr lang="en-US" altLang="zh-CN" sz="4500" dirty="0"/>
              <a:t>Why</a:t>
            </a:r>
            <a:r>
              <a:rPr lang="zh-CN" altLang="en-US" sz="4500" dirty="0"/>
              <a:t> </a:t>
            </a:r>
            <a:r>
              <a:rPr lang="en-US" altLang="zh-CN" sz="4500" dirty="0"/>
              <a:t>was</a:t>
            </a:r>
            <a:r>
              <a:rPr lang="zh-CN" altLang="en-US" sz="4500" dirty="0"/>
              <a:t> </a:t>
            </a:r>
            <a:r>
              <a:rPr lang="en-US" altLang="zh-CN" sz="4500" dirty="0"/>
              <a:t>it</a:t>
            </a:r>
            <a:r>
              <a:rPr lang="zh-CN" altLang="en-US" sz="4500" dirty="0"/>
              <a:t> </a:t>
            </a:r>
            <a:r>
              <a:rPr lang="en-US" altLang="zh-CN" sz="4500" dirty="0"/>
              <a:t>designed</a:t>
            </a:r>
            <a:r>
              <a:rPr lang="zh-CN" altLang="en-US" sz="4500" dirty="0"/>
              <a:t> </a:t>
            </a:r>
            <a:r>
              <a:rPr lang="en-US" altLang="zh-CN" sz="4500" dirty="0"/>
              <a:t>this</a:t>
            </a:r>
            <a:r>
              <a:rPr lang="zh-CN" altLang="en-US" sz="4500" dirty="0"/>
              <a:t> </a:t>
            </a:r>
            <a:r>
              <a:rPr lang="en-US" altLang="zh-CN" sz="4500" dirty="0"/>
              <a:t>way?</a:t>
            </a:r>
            <a:endParaRPr lang="en-US" sz="4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29D95-E997-A535-435A-18A024CED2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4218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E2FBC-90C7-99DC-2D1B-F6CC65C5E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4BA2A10-6283-EBFE-2AC2-FFBF67FF6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CN" i="1" cap="none" dirty="0"/>
              <a:t>Isn’t</a:t>
            </a:r>
            <a:r>
              <a:rPr lang="zh-CN" altLang="en-US" i="1" cap="none" dirty="0"/>
              <a:t> </a:t>
            </a:r>
            <a:r>
              <a:rPr lang="en-US" altLang="zh-CN" i="1" cap="none" dirty="0"/>
              <a:t>it</a:t>
            </a:r>
            <a:r>
              <a:rPr lang="zh-CN" altLang="en-US" i="1" cap="none" dirty="0"/>
              <a:t> </a:t>
            </a:r>
            <a:r>
              <a:rPr lang="en-US" altLang="zh-CN" i="1" cap="none" dirty="0"/>
              <a:t>really</a:t>
            </a:r>
            <a:r>
              <a:rPr lang="zh-CN" altLang="en-US" i="1" cap="none" dirty="0"/>
              <a:t> </a:t>
            </a:r>
            <a:r>
              <a:rPr lang="en-US" altLang="zh-CN" i="1" cap="none" dirty="0"/>
              <a:t>difficult…?</a:t>
            </a:r>
            <a:endParaRPr lang="en-US" i="1" cap="none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17A6D7A-4C78-65CE-B578-37B727122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altLang="zh-CN" sz="4500" dirty="0"/>
              <a:t>CSCI</a:t>
            </a:r>
            <a:r>
              <a:rPr lang="zh-CN" altLang="en-US" sz="4500" dirty="0"/>
              <a:t> </a:t>
            </a:r>
            <a:r>
              <a:rPr lang="en-US" altLang="zh-CN" sz="4500" dirty="0"/>
              <a:t>4430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BE8F92-781D-8CED-7A82-6FB30B2701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9996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809BB-7B58-E52B-D27B-6E59CAEB5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Our</a:t>
            </a:r>
            <a:r>
              <a:rPr lang="zh-CN" altLang="en-US" dirty="0"/>
              <a:t> </a:t>
            </a:r>
            <a:r>
              <a:rPr lang="en-US" altLang="zh-CN" dirty="0"/>
              <a:t>goals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EBE84D-54C5-ED60-1550-29A1A4035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u="sng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</a:t>
            </a:r>
            <a:r>
              <a:rPr lang="zh-CN" altLang="en-US" dirty="0"/>
              <a:t> </a:t>
            </a:r>
            <a:r>
              <a:rPr lang="en-US" altLang="zh-CN" dirty="0"/>
              <a:t>works.</a:t>
            </a:r>
          </a:p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u="sng" dirty="0"/>
              <a:t>why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</a:t>
            </a:r>
            <a:r>
              <a:rPr lang="zh-CN" altLang="en-US" dirty="0"/>
              <a:t> </a:t>
            </a:r>
            <a:r>
              <a:rPr lang="en-US" altLang="zh-CN" dirty="0"/>
              <a:t>was</a:t>
            </a:r>
            <a:r>
              <a:rPr lang="zh-CN" altLang="en-US" dirty="0"/>
              <a:t> </a:t>
            </a:r>
            <a:r>
              <a:rPr lang="en-US" altLang="zh-CN" dirty="0"/>
              <a:t>designed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way.</a:t>
            </a:r>
          </a:p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u="sng" dirty="0"/>
              <a:t>how</a:t>
            </a:r>
            <a:r>
              <a:rPr lang="zh-CN" altLang="en-US" u="sng" dirty="0"/>
              <a:t> </a:t>
            </a:r>
            <a:r>
              <a:rPr lang="en-US" altLang="zh-CN" u="sng" dirty="0"/>
              <a:t>to</a:t>
            </a:r>
            <a:r>
              <a:rPr lang="zh-CN" altLang="en-US" u="sng" dirty="0"/>
              <a:t> </a:t>
            </a:r>
            <a:r>
              <a:rPr lang="en-US" altLang="zh-CN" u="sng" dirty="0"/>
              <a:t>use</a:t>
            </a:r>
            <a:r>
              <a:rPr lang="zh-CN" altLang="en-US" u="sng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Internet.</a:t>
            </a:r>
          </a:p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u="sng" dirty="0"/>
              <a:t>build</a:t>
            </a:r>
            <a:r>
              <a:rPr lang="zh-CN" altLang="en-US" dirty="0"/>
              <a:t> </a:t>
            </a:r>
            <a:r>
              <a:rPr lang="en-US" altLang="zh-CN" dirty="0"/>
              <a:t>some</a:t>
            </a:r>
            <a:r>
              <a:rPr lang="zh-CN" altLang="en-US" dirty="0"/>
              <a:t> </a:t>
            </a:r>
            <a:r>
              <a:rPr lang="en-US" altLang="zh-CN" dirty="0"/>
              <a:t>significant</a:t>
            </a:r>
            <a:r>
              <a:rPr lang="zh-CN" altLang="en-US" dirty="0"/>
              <a:t> </a:t>
            </a:r>
            <a:r>
              <a:rPr lang="en-US" altLang="zh-CN" dirty="0"/>
              <a:t>pieces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Internet.</a:t>
            </a:r>
          </a:p>
          <a:p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u="sng" dirty="0"/>
              <a:t>learn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underlying</a:t>
            </a:r>
            <a:r>
              <a:rPr lang="zh-CN" altLang="en-US" dirty="0"/>
              <a:t> </a:t>
            </a:r>
            <a:r>
              <a:rPr lang="en-US" altLang="zh-CN" dirty="0"/>
              <a:t>principles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technologies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networking.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EB3ED2-4903-68E1-4658-B6614AF49E0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65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D52D3-DB98-A541-A88E-20873E4D7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E4891-C909-FB49-A3B1-F6FBDEABB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whole</a:t>
            </a:r>
            <a:r>
              <a:rPr lang="zh-CN" altLang="en-US" dirty="0"/>
              <a:t> </a:t>
            </a:r>
            <a:r>
              <a:rPr lang="en-US" altLang="zh-CN" dirty="0"/>
              <a:t>stack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layers;</a:t>
            </a:r>
            <a:r>
              <a:rPr lang="zh-CN" altLang="en-US" dirty="0"/>
              <a:t> </a:t>
            </a:r>
            <a:r>
              <a:rPr lang="en-US" altLang="zh-CN" dirty="0"/>
              <a:t>details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r>
              <a:rPr lang="zh-CN" altLang="en-US" dirty="0"/>
              <a:t> </a:t>
            </a:r>
            <a:r>
              <a:rPr lang="en-US" altLang="zh-CN" dirty="0"/>
              <a:t>layer</a:t>
            </a:r>
          </a:p>
          <a:p>
            <a:r>
              <a:rPr lang="en-US" altLang="zh-CN" dirty="0"/>
              <a:t>Computer</a:t>
            </a:r>
            <a:r>
              <a:rPr lang="zh-CN" altLang="en-US" dirty="0"/>
              <a:t> </a:t>
            </a:r>
            <a:r>
              <a:rPr lang="en-US" altLang="zh-CN" dirty="0"/>
              <a:t>network</a:t>
            </a:r>
            <a:r>
              <a:rPr lang="zh-CN" altLang="en-US" dirty="0"/>
              <a:t> </a:t>
            </a:r>
            <a:r>
              <a:rPr lang="en-US" altLang="zh-CN" dirty="0"/>
              <a:t>(or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Internet)</a:t>
            </a:r>
            <a:r>
              <a:rPr lang="zh-CN" altLang="en-US" dirty="0"/>
              <a:t> </a:t>
            </a:r>
            <a:r>
              <a:rPr lang="en-US" altLang="zh-CN" dirty="0"/>
              <a:t>evolution</a:t>
            </a:r>
            <a:r>
              <a:rPr lang="zh-CN" altLang="en-US" dirty="0"/>
              <a:t> </a:t>
            </a:r>
            <a:r>
              <a:rPr lang="en-US" altLang="zh-CN" dirty="0"/>
              <a:t>follows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0000FF"/>
                </a:solidFill>
              </a:rPr>
              <a:t>bottom-up</a:t>
            </a:r>
            <a:r>
              <a:rPr lang="zh-CN" altLang="en-US" dirty="0"/>
              <a:t> </a:t>
            </a:r>
            <a:r>
              <a:rPr lang="en-US" altLang="zh-CN" dirty="0"/>
              <a:t>pattern</a:t>
            </a:r>
            <a:r>
              <a:rPr lang="zh-CN" altLang="en-US" dirty="0"/>
              <a:t> </a:t>
            </a:r>
            <a:r>
              <a:rPr lang="en-US" altLang="zh-CN" dirty="0"/>
              <a:t>naturally</a:t>
            </a:r>
          </a:p>
          <a:p>
            <a:r>
              <a:rPr lang="en-US" altLang="zh-CN" dirty="0"/>
              <a:t>But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0000FF"/>
                </a:solidFill>
              </a:rPr>
              <a:t>top-down</a:t>
            </a:r>
            <a:r>
              <a:rPr lang="zh-CN" altLang="en-US" dirty="0"/>
              <a:t> </a:t>
            </a:r>
            <a:r>
              <a:rPr lang="en-US" altLang="zh-CN" dirty="0"/>
              <a:t>manner</a:t>
            </a:r>
          </a:p>
          <a:p>
            <a:r>
              <a:rPr lang="en-US" altLang="zh-CN" dirty="0"/>
              <a:t>It’s</a:t>
            </a:r>
            <a:r>
              <a:rPr lang="zh-CN" altLang="en-US" dirty="0"/>
              <a:t> </a:t>
            </a:r>
            <a:r>
              <a:rPr lang="en-US" altLang="zh-CN" dirty="0"/>
              <a:t>important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keep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difference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mind;</a:t>
            </a:r>
            <a:r>
              <a:rPr lang="zh-CN" altLang="en-US" dirty="0"/>
              <a:t> </a:t>
            </a:r>
            <a:r>
              <a:rPr lang="en-US" altLang="zh-CN" dirty="0"/>
              <a:t>many</a:t>
            </a:r>
            <a:r>
              <a:rPr lang="zh-CN" altLang="en-US" dirty="0"/>
              <a:t> </a:t>
            </a:r>
            <a:r>
              <a:rPr lang="en-US" altLang="zh-CN" dirty="0"/>
              <a:t>confusions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understood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remembering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discrepancy</a:t>
            </a:r>
          </a:p>
          <a:p>
            <a:r>
              <a:rPr lang="en-US" altLang="zh-CN" dirty="0"/>
              <a:t>Answer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question:</a:t>
            </a:r>
            <a:r>
              <a:rPr lang="zh-CN" altLang="en-US" dirty="0"/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what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happens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when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you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enter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 err="1">
                <a:solidFill>
                  <a:srgbClr val="0000FF"/>
                </a:solidFill>
              </a:rPr>
              <a:t>google.com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in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your</a:t>
            </a:r>
            <a:r>
              <a:rPr lang="zh-CN" altLang="en-US" i="1" dirty="0">
                <a:solidFill>
                  <a:srgbClr val="0000FF"/>
                </a:solidFill>
              </a:rPr>
              <a:t> </a:t>
            </a:r>
            <a:r>
              <a:rPr lang="en-US" altLang="zh-CN" i="1" dirty="0">
                <a:solidFill>
                  <a:srgbClr val="0000FF"/>
                </a:solidFill>
              </a:rPr>
              <a:t>browser</a:t>
            </a:r>
          </a:p>
        </p:txBody>
      </p:sp>
    </p:spTree>
    <p:extLst>
      <p:ext uri="{BB962C8B-B14F-4D97-AF65-F5344CB8AC3E}">
        <p14:creationId xmlns:p14="http://schemas.microsoft.com/office/powerpoint/2010/main" val="37659480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D52D3-DB98-A541-A88E-20873E4D7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little</a:t>
            </a:r>
            <a:r>
              <a:rPr lang="zh-CN" altLang="en-US" dirty="0"/>
              <a:t> </a:t>
            </a:r>
            <a:r>
              <a:rPr lang="en-US" altLang="zh-CN" dirty="0"/>
              <a:t>preview…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E4891-C909-FB49-A3B1-F6FBDEABB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Quite</a:t>
            </a:r>
            <a:r>
              <a:rPr lang="zh-CN" altLang="en-US" dirty="0"/>
              <a:t> </a:t>
            </a:r>
            <a:r>
              <a:rPr lang="en-US" altLang="zh-CN" dirty="0"/>
              <a:t>different</a:t>
            </a:r>
            <a:r>
              <a:rPr lang="zh-CN" altLang="en-US" dirty="0"/>
              <a:t> </a:t>
            </a:r>
            <a:r>
              <a:rPr lang="en-US" altLang="zh-CN" dirty="0"/>
              <a:t>from</a:t>
            </a:r>
            <a:r>
              <a:rPr lang="zh-CN" altLang="en-US" dirty="0"/>
              <a:t> </a:t>
            </a:r>
            <a:r>
              <a:rPr lang="en-US" altLang="zh-CN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CS</a:t>
            </a:r>
            <a:r>
              <a:rPr lang="zh-CN" altLang="en-US" dirty="0"/>
              <a:t> </a:t>
            </a:r>
            <a:r>
              <a:rPr lang="en-US" altLang="zh-CN" dirty="0"/>
              <a:t>fields</a:t>
            </a:r>
          </a:p>
          <a:p>
            <a:pPr lvl="1"/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unifying</a:t>
            </a:r>
            <a:r>
              <a:rPr lang="zh-CN" altLang="en-US" dirty="0"/>
              <a:t> </a:t>
            </a:r>
            <a:r>
              <a:rPr lang="en-US" altLang="zh-CN" dirty="0"/>
              <a:t>framework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theory</a:t>
            </a:r>
          </a:p>
          <a:p>
            <a:pPr lvl="1"/>
            <a:r>
              <a:rPr lang="en-US" altLang="zh-CN" dirty="0"/>
              <a:t>“just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bag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protocols”</a:t>
            </a:r>
            <a:r>
              <a:rPr lang="zh-CN" altLang="en-US" dirty="0"/>
              <a:t> </a:t>
            </a:r>
            <a:endParaRPr lang="en-US" altLang="zh-CN" dirty="0"/>
          </a:p>
          <a:p>
            <a:pPr lvl="2"/>
            <a:r>
              <a:rPr lang="en-US" altLang="zh-CN" dirty="0"/>
              <a:t>HTTP,</a:t>
            </a:r>
            <a:r>
              <a:rPr lang="zh-CN" altLang="en-US" dirty="0"/>
              <a:t> </a:t>
            </a:r>
            <a:r>
              <a:rPr lang="en-US" altLang="zh-CN" dirty="0"/>
              <a:t>IMAP,</a:t>
            </a:r>
            <a:r>
              <a:rPr lang="zh-CN" altLang="en-US" dirty="0"/>
              <a:t> </a:t>
            </a:r>
            <a:r>
              <a:rPr lang="en-US" altLang="zh-CN" dirty="0"/>
              <a:t>RTSP,</a:t>
            </a:r>
            <a:r>
              <a:rPr lang="zh-CN" altLang="en-US" dirty="0"/>
              <a:t> </a:t>
            </a:r>
            <a:r>
              <a:rPr lang="en-US" altLang="zh-CN" dirty="0"/>
              <a:t>DNS,</a:t>
            </a:r>
            <a:r>
              <a:rPr lang="zh-CN" altLang="en-US" dirty="0"/>
              <a:t> </a:t>
            </a:r>
            <a:r>
              <a:rPr lang="en-US" altLang="zh-CN" dirty="0"/>
              <a:t>TCP,</a:t>
            </a:r>
            <a:r>
              <a:rPr lang="zh-CN" altLang="en-US" dirty="0"/>
              <a:t> </a:t>
            </a:r>
            <a:r>
              <a:rPr lang="en-US" altLang="zh-CN" dirty="0"/>
              <a:t>UDP,</a:t>
            </a:r>
            <a:r>
              <a:rPr lang="zh-CN" altLang="en-US" dirty="0"/>
              <a:t> </a:t>
            </a:r>
            <a:r>
              <a:rPr lang="en-US" altLang="zh-CN" dirty="0"/>
              <a:t>IP,</a:t>
            </a:r>
            <a:r>
              <a:rPr lang="zh-CN" altLang="en-US" dirty="0"/>
              <a:t> </a:t>
            </a:r>
            <a:r>
              <a:rPr lang="en-US" altLang="zh-CN" dirty="0"/>
              <a:t>BGP,</a:t>
            </a:r>
            <a:r>
              <a:rPr lang="zh-CN" altLang="en-US" dirty="0"/>
              <a:t> </a:t>
            </a:r>
            <a:r>
              <a:rPr lang="en-US" altLang="zh-CN" dirty="0"/>
              <a:t>OSPF,</a:t>
            </a:r>
            <a:r>
              <a:rPr lang="zh-CN" altLang="en-US" dirty="0"/>
              <a:t> </a:t>
            </a:r>
            <a:r>
              <a:rPr lang="en-US" altLang="zh-CN" dirty="0"/>
              <a:t>ARP,</a:t>
            </a:r>
            <a:r>
              <a:rPr lang="zh-CN" altLang="en-US" dirty="0"/>
              <a:t> </a:t>
            </a:r>
            <a:r>
              <a:rPr lang="en-US" altLang="zh-CN" dirty="0"/>
              <a:t>DHCP,</a:t>
            </a:r>
            <a:r>
              <a:rPr lang="zh-CN" altLang="en-US" dirty="0"/>
              <a:t> </a:t>
            </a:r>
            <a:r>
              <a:rPr lang="en-US" altLang="zh-CN" dirty="0"/>
              <a:t>CSMA/CD,</a:t>
            </a:r>
            <a:r>
              <a:rPr lang="zh-CN" altLang="en-US" dirty="0"/>
              <a:t> </a:t>
            </a:r>
            <a:r>
              <a:rPr lang="en-US" altLang="zh-CN" dirty="0"/>
              <a:t>…</a:t>
            </a:r>
          </a:p>
          <a:p>
            <a:r>
              <a:rPr lang="en-US" altLang="zh-CN" b="1" i="1" dirty="0">
                <a:solidFill>
                  <a:srgbClr val="FF0000"/>
                </a:solidFill>
              </a:rPr>
              <a:t>There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is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no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right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or</a:t>
            </a:r>
            <a:r>
              <a:rPr lang="zh-CN" altLang="en-US" b="1" i="1" dirty="0">
                <a:solidFill>
                  <a:srgbClr val="FF0000"/>
                </a:solidFill>
              </a:rPr>
              <a:t> </a:t>
            </a:r>
            <a:r>
              <a:rPr lang="en-US" altLang="zh-CN" b="1" i="1" dirty="0">
                <a:solidFill>
                  <a:srgbClr val="FF0000"/>
                </a:solidFill>
              </a:rPr>
              <a:t>wrong!</a:t>
            </a:r>
            <a:endParaRPr lang="en-HK" altLang="zh-CN" b="1" i="1" dirty="0"/>
          </a:p>
          <a:p>
            <a:r>
              <a:rPr lang="en-US" altLang="zh-CN" dirty="0"/>
              <a:t>Learn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design</a:t>
            </a:r>
            <a:r>
              <a:rPr lang="zh-CN" altLang="en-US" b="1" dirty="0">
                <a:solidFill>
                  <a:srgbClr val="FF0000"/>
                </a:solidFill>
              </a:rPr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philosophy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b="1" dirty="0">
                <a:solidFill>
                  <a:srgbClr val="FF0000"/>
                </a:solidFill>
              </a:rPr>
              <a:t>tradeoffs</a:t>
            </a:r>
            <a:r>
              <a:rPr lang="en-US" altLang="zh-CN" dirty="0">
                <a:solidFill>
                  <a:schemeClr val="accent6"/>
                </a:solidFill>
              </a:rPr>
              <a:t>,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more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than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anything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else</a:t>
            </a:r>
          </a:p>
          <a:p>
            <a:pPr lvl="1"/>
            <a:r>
              <a:rPr lang="en-US" altLang="zh-CN" dirty="0">
                <a:solidFill>
                  <a:schemeClr val="accent6"/>
                </a:solidFill>
              </a:rPr>
              <a:t>There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is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good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and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bad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design!</a:t>
            </a:r>
          </a:p>
        </p:txBody>
      </p:sp>
    </p:spTree>
    <p:extLst>
      <p:ext uri="{BB962C8B-B14F-4D97-AF65-F5344CB8AC3E}">
        <p14:creationId xmlns:p14="http://schemas.microsoft.com/office/powerpoint/2010/main" val="1567778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A6082-7455-6931-008B-A14493A0C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Design</a:t>
            </a:r>
            <a:r>
              <a:rPr lang="zh-CN" altLang="en-US" dirty="0"/>
              <a:t> </a:t>
            </a:r>
            <a:r>
              <a:rPr lang="en-US" altLang="zh-CN" dirty="0"/>
              <a:t>matters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52C42F-E1FA-579D-D45B-FA8765822D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20</a:t>
            </a:fld>
            <a:endParaRPr lang="en-US"/>
          </a:p>
        </p:txBody>
      </p:sp>
      <p:pic>
        <p:nvPicPr>
          <p:cNvPr id="2052" name="Picture 4" descr="2017 BMW 7-Series Review, Pricing, and Specs">
            <a:extLst>
              <a:ext uri="{FF2B5EF4-FFF2-40B4-BE49-F238E27FC236}">
                <a16:creationId xmlns:a16="http://schemas.microsoft.com/office/drawing/2014/main" id="{8389EDB9-0F5C-F50D-6C76-4666AC59DC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-1" r="6780" b="6081"/>
          <a:stretch>
            <a:fillRect/>
          </a:stretch>
        </p:blipFill>
        <p:spPr bwMode="auto">
          <a:xfrm>
            <a:off x="533400" y="2253064"/>
            <a:ext cx="3888000" cy="22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8D3B47-7E55-AAB8-9B76-74DBE8E1D712}"/>
              </a:ext>
            </a:extLst>
          </p:cNvPr>
          <p:cNvSpPr txBox="1"/>
          <p:nvPr/>
        </p:nvSpPr>
        <p:spPr>
          <a:xfrm>
            <a:off x="1220100" y="4734580"/>
            <a:ext cx="2514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0000FF"/>
                </a:solidFill>
              </a:rPr>
              <a:t>Good</a:t>
            </a:r>
            <a:r>
              <a:rPr lang="zh-CN" altLang="en-US" sz="2800" dirty="0">
                <a:solidFill>
                  <a:srgbClr val="0000FF"/>
                </a:solidFill>
              </a:rPr>
              <a:t> </a:t>
            </a:r>
            <a:r>
              <a:rPr lang="en-US" altLang="zh-CN" sz="2800" dirty="0">
                <a:solidFill>
                  <a:srgbClr val="0000FF"/>
                </a:solidFill>
              </a:rPr>
              <a:t>design</a:t>
            </a:r>
            <a:endParaRPr lang="en-US" sz="28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9234C97-8165-4532-B95E-C9CC61D2ED98}"/>
              </a:ext>
            </a:extLst>
          </p:cNvPr>
          <p:cNvGrpSpPr/>
          <p:nvPr/>
        </p:nvGrpSpPr>
        <p:grpSpPr>
          <a:xfrm>
            <a:off x="4998365" y="2253064"/>
            <a:ext cx="3600000" cy="3004736"/>
            <a:chOff x="4998365" y="2253064"/>
            <a:chExt cx="3600000" cy="3004736"/>
          </a:xfrm>
        </p:grpSpPr>
        <p:pic>
          <p:nvPicPr>
            <p:cNvPr id="2050" name="Picture 2" descr="The BMW kidney grille: Landmark kidney grille designs | BMW.com">
              <a:extLst>
                <a:ext uri="{FF2B5EF4-FFF2-40B4-BE49-F238E27FC236}">
                  <a16:creationId xmlns:a16="http://schemas.microsoft.com/office/drawing/2014/main" id="{A07BEA59-5104-0704-22DC-57C5DDE8861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09" t="14413" r="5709" b="12359"/>
            <a:stretch>
              <a:fillRect/>
            </a:stretch>
          </p:blipFill>
          <p:spPr bwMode="auto">
            <a:xfrm>
              <a:off x="4998365" y="2253064"/>
              <a:ext cx="3600000" cy="2232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CF0226-BB99-6C83-53DD-4D16C4C86F76}"/>
                </a:ext>
              </a:extLst>
            </p:cNvPr>
            <p:cNvSpPr txBox="1"/>
            <p:nvPr/>
          </p:nvSpPr>
          <p:spPr>
            <a:xfrm>
              <a:off x="5638800" y="4734580"/>
              <a:ext cx="2514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800" dirty="0">
                  <a:solidFill>
                    <a:srgbClr val="0000FF"/>
                  </a:solidFill>
                </a:rPr>
                <a:t>Bad</a:t>
              </a:r>
              <a:r>
                <a:rPr lang="zh-CN" altLang="en-US" sz="2800" dirty="0">
                  <a:solidFill>
                    <a:srgbClr val="0000FF"/>
                  </a:solidFill>
                </a:rPr>
                <a:t> </a:t>
              </a:r>
              <a:r>
                <a:rPr lang="en-US" altLang="zh-CN" sz="2800" dirty="0">
                  <a:solidFill>
                    <a:srgbClr val="0000FF"/>
                  </a:solidFill>
                </a:rPr>
                <a:t>design</a:t>
              </a:r>
              <a:endParaRPr lang="en-US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92158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A8CE32-969D-A9FF-2AF1-9F6232A9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Internet</a:t>
            </a:r>
            <a:r>
              <a:rPr lang="zh-CN" altLang="en-US" dirty="0"/>
              <a:t> </a:t>
            </a:r>
            <a:r>
              <a:rPr lang="en-US" altLang="zh-CN" dirty="0"/>
              <a:t>evolution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E9AD9F-DC90-DE6A-91C0-1AAA73619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Insights</a:t>
            </a:r>
            <a:r>
              <a:rPr lang="zh-CN" altLang="en-US" dirty="0"/>
              <a:t> </a:t>
            </a:r>
            <a:r>
              <a:rPr lang="en-US" altLang="zh-CN" dirty="0"/>
              <a:t>shared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 err="1"/>
              <a:t>Dahming</a:t>
            </a:r>
            <a:r>
              <a:rPr lang="zh-CN" altLang="en-US" dirty="0"/>
              <a:t> </a:t>
            </a:r>
            <a:r>
              <a:rPr lang="en-US" altLang="zh-CN" dirty="0"/>
              <a:t>Chiu</a:t>
            </a:r>
            <a:r>
              <a:rPr lang="zh-CN" altLang="en-US" dirty="0"/>
              <a:t> </a:t>
            </a:r>
            <a:r>
              <a:rPr lang="en-US" altLang="zh-CN" dirty="0"/>
              <a:t>through</a:t>
            </a:r>
            <a:r>
              <a:rPr lang="zh-CN" altLang="en-US" dirty="0"/>
              <a:t> </a:t>
            </a:r>
            <a:r>
              <a:rPr lang="en-US" altLang="zh-CN" dirty="0"/>
              <a:t>our</a:t>
            </a:r>
            <a:r>
              <a:rPr lang="zh-CN" altLang="en-US" dirty="0"/>
              <a:t> </a:t>
            </a:r>
            <a:r>
              <a:rPr lang="en-US" altLang="zh-CN" dirty="0"/>
              <a:t>emails</a:t>
            </a:r>
          </a:p>
          <a:p>
            <a:r>
              <a:rPr lang="en-US" altLang="zh-CN" dirty="0"/>
              <a:t>Three</a:t>
            </a:r>
            <a:r>
              <a:rPr lang="zh-CN" altLang="en-US" dirty="0"/>
              <a:t> </a:t>
            </a:r>
            <a:r>
              <a:rPr lang="en-US" altLang="zh-CN" dirty="0"/>
              <a:t>phases:</a:t>
            </a:r>
          </a:p>
          <a:p>
            <a:pPr lvl="1"/>
            <a:r>
              <a:rPr lang="en-US" altLang="zh-CN" dirty="0"/>
              <a:t>First</a:t>
            </a:r>
            <a:r>
              <a:rPr lang="zh-CN" altLang="en-US" dirty="0"/>
              <a:t> </a:t>
            </a:r>
            <a:r>
              <a:rPr lang="en-US" altLang="zh-CN" dirty="0"/>
              <a:t>~20</a:t>
            </a:r>
            <a:r>
              <a:rPr lang="zh-CN" altLang="en-US" dirty="0"/>
              <a:t> </a:t>
            </a:r>
            <a:r>
              <a:rPr lang="en-US" altLang="zh-CN" dirty="0"/>
              <a:t>years</a:t>
            </a:r>
            <a:r>
              <a:rPr lang="zh-CN" altLang="en-US" dirty="0"/>
              <a:t> </a:t>
            </a:r>
            <a:r>
              <a:rPr lang="en-US" altLang="zh-CN" dirty="0"/>
              <a:t>(till</a:t>
            </a:r>
            <a:r>
              <a:rPr lang="zh-CN" altLang="en-US" dirty="0"/>
              <a:t> </a:t>
            </a:r>
            <a:r>
              <a:rPr lang="en-US" altLang="zh-CN" dirty="0"/>
              <a:t>1990s):</a:t>
            </a:r>
            <a:r>
              <a:rPr lang="zh-CN" altLang="en-US" dirty="0"/>
              <a:t> </a:t>
            </a:r>
            <a:r>
              <a:rPr lang="en-US" altLang="zh-CN" dirty="0"/>
              <a:t>need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global</a:t>
            </a:r>
            <a:r>
              <a:rPr lang="zh-CN" altLang="en-US" dirty="0"/>
              <a:t> </a:t>
            </a:r>
            <a:r>
              <a:rPr lang="en-US" altLang="zh-CN" dirty="0"/>
              <a:t>infrastructure,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decentralized</a:t>
            </a:r>
            <a:r>
              <a:rPr lang="zh-CN" altLang="en-US" dirty="0"/>
              <a:t> </a:t>
            </a:r>
            <a:r>
              <a:rPr lang="en-US" altLang="zh-CN" dirty="0"/>
              <a:t>management,</a:t>
            </a:r>
            <a:r>
              <a:rPr lang="zh-CN" altLang="en-US" dirty="0"/>
              <a:t> </a:t>
            </a:r>
            <a:r>
              <a:rPr lang="en-HK" dirty="0"/>
              <a:t>simple/robust but evolvable technology </a:t>
            </a:r>
            <a:r>
              <a:rPr lang="en-US" altLang="zh-CN" dirty="0"/>
              <a:t>-</a:t>
            </a:r>
            <a:r>
              <a:rPr lang="en-HK" dirty="0"/>
              <a:t>-&gt; layered architecture, decentralized routing, simple congestion control</a:t>
            </a:r>
            <a:r>
              <a:rPr lang="en-US" altLang="zh-CN" dirty="0"/>
              <a:t>,</a:t>
            </a:r>
            <a:r>
              <a:rPr lang="en-HK" dirty="0"/>
              <a:t> etc</a:t>
            </a:r>
          </a:p>
          <a:p>
            <a:pPr lvl="1"/>
            <a:r>
              <a:rPr lang="en-US" altLang="zh-CN" dirty="0"/>
              <a:t>Next</a:t>
            </a:r>
            <a:r>
              <a:rPr lang="zh-CN" altLang="en-US" dirty="0"/>
              <a:t> </a:t>
            </a:r>
            <a:r>
              <a:rPr lang="en-US" altLang="zh-CN" dirty="0"/>
              <a:t>~20</a:t>
            </a:r>
            <a:r>
              <a:rPr lang="zh-CN" altLang="en-US" dirty="0"/>
              <a:t> </a:t>
            </a:r>
            <a:r>
              <a:rPr lang="en-US" altLang="zh-CN" dirty="0"/>
              <a:t>years</a:t>
            </a:r>
            <a:r>
              <a:rPr lang="zh-CN" altLang="en-US" dirty="0"/>
              <a:t> </a:t>
            </a:r>
            <a:r>
              <a:rPr lang="en-US" altLang="zh-CN" dirty="0"/>
              <a:t>(till</a:t>
            </a:r>
            <a:r>
              <a:rPr lang="zh-CN" altLang="en-US" dirty="0"/>
              <a:t> </a:t>
            </a:r>
            <a:r>
              <a:rPr lang="en-US" altLang="zh-CN" dirty="0"/>
              <a:t>2010s):</a:t>
            </a:r>
            <a:r>
              <a:rPr lang="zh-CN" altLang="en-US" dirty="0"/>
              <a:t> </a:t>
            </a:r>
            <a:r>
              <a:rPr lang="en-HK" dirty="0"/>
              <a:t>different services: easy publishing/searching, social media, e-commerce, content distribution/streaming, management, expanding size -</a:t>
            </a:r>
            <a:r>
              <a:rPr lang="en-US" altLang="zh-CN" dirty="0"/>
              <a:t>-</a:t>
            </a:r>
            <a:r>
              <a:rPr lang="en-HK" dirty="0"/>
              <a:t>&gt; HTTP, CDN/p2p, SDN, IPv6, etc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044967-8A8D-88F9-CEFF-668C4DCD1D2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9497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60FB5-A934-303D-8D15-1CDAC231C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Internet</a:t>
            </a:r>
            <a:r>
              <a:rPr lang="zh-CN" altLang="en-US" dirty="0"/>
              <a:t> </a:t>
            </a:r>
            <a:r>
              <a:rPr lang="en-US" altLang="zh-CN" dirty="0"/>
              <a:t>evolution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A9B31-F4B3-8EA7-3D66-804DECA54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Three</a:t>
            </a:r>
            <a:r>
              <a:rPr lang="zh-CN" altLang="en-US" dirty="0"/>
              <a:t> </a:t>
            </a:r>
            <a:r>
              <a:rPr lang="en-US" altLang="zh-CN" dirty="0"/>
              <a:t>phases:</a:t>
            </a:r>
          </a:p>
          <a:p>
            <a:pPr lvl="1"/>
            <a:r>
              <a:rPr lang="en-US" altLang="zh-CN" dirty="0"/>
              <a:t>Next</a:t>
            </a:r>
            <a:r>
              <a:rPr lang="zh-CN" altLang="en-US" dirty="0"/>
              <a:t> </a:t>
            </a:r>
            <a:r>
              <a:rPr lang="en-US" altLang="zh-CN" dirty="0"/>
              <a:t>~20</a:t>
            </a:r>
            <a:r>
              <a:rPr lang="zh-CN" altLang="en-US" dirty="0"/>
              <a:t> </a:t>
            </a:r>
            <a:r>
              <a:rPr lang="en-US" altLang="zh-CN" dirty="0"/>
              <a:t>years</a:t>
            </a:r>
            <a:r>
              <a:rPr lang="zh-CN" altLang="en-US" dirty="0"/>
              <a:t> </a:t>
            </a:r>
            <a:r>
              <a:rPr lang="en-US" altLang="zh-CN" dirty="0"/>
              <a:t>(till</a:t>
            </a:r>
            <a:r>
              <a:rPr lang="zh-CN" altLang="en-US" dirty="0"/>
              <a:t> </a:t>
            </a:r>
            <a:r>
              <a:rPr lang="en-US" altLang="zh-CN" dirty="0"/>
              <a:t>2030s):</a:t>
            </a:r>
            <a:r>
              <a:rPr lang="zh-CN" altLang="en-US" dirty="0"/>
              <a:t> </a:t>
            </a:r>
            <a:r>
              <a:rPr lang="en-HK" dirty="0"/>
              <a:t>Big data, centralization of services, AI etc -&gt; IoT, cloud computing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AI</a:t>
            </a:r>
            <a:r>
              <a:rPr lang="zh-CN" altLang="en-US" dirty="0"/>
              <a:t> </a:t>
            </a:r>
            <a:r>
              <a:rPr lang="en-US" altLang="zh-CN" dirty="0"/>
              <a:t>fabrics,</a:t>
            </a:r>
            <a:r>
              <a:rPr lang="zh-CN" altLang="en-US" dirty="0"/>
              <a:t> </a:t>
            </a:r>
            <a:r>
              <a:rPr lang="en-US" altLang="zh-CN" dirty="0"/>
              <a:t>Interconnect,</a:t>
            </a:r>
            <a:r>
              <a:rPr lang="en-HK" dirty="0"/>
              <a:t> etc</a:t>
            </a:r>
            <a:r>
              <a:rPr lang="en-US" altLang="zh-CN" dirty="0"/>
              <a:t>.</a:t>
            </a:r>
          </a:p>
          <a:p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courses</a:t>
            </a:r>
            <a:r>
              <a:rPr lang="zh-CN" altLang="en-US" dirty="0"/>
              <a:t> </a:t>
            </a:r>
            <a:r>
              <a:rPr lang="en-US" altLang="zh-CN" dirty="0"/>
              <a:t>focuses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FF0000"/>
                </a:solidFill>
              </a:rPr>
              <a:t>first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phase</a:t>
            </a:r>
          </a:p>
          <a:p>
            <a:r>
              <a:rPr lang="en-US" altLang="zh-CN" dirty="0">
                <a:solidFill>
                  <a:srgbClr val="00B050"/>
                </a:solidFill>
              </a:rPr>
              <a:t>ESTR</a:t>
            </a:r>
            <a:r>
              <a:rPr lang="zh-CN" altLang="en-US" dirty="0">
                <a:solidFill>
                  <a:srgbClr val="00B050"/>
                </a:solidFill>
              </a:rPr>
              <a:t> </a:t>
            </a:r>
            <a:r>
              <a:rPr lang="en-US" altLang="zh-CN" dirty="0">
                <a:solidFill>
                  <a:srgbClr val="00B050"/>
                </a:solidFill>
              </a:rPr>
              <a:t>4120</a:t>
            </a:r>
            <a:r>
              <a:rPr lang="zh-CN" altLang="en-US" dirty="0">
                <a:solidFill>
                  <a:srgbClr val="00B050"/>
                </a:solidFill>
              </a:rPr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cover</a:t>
            </a:r>
            <a:r>
              <a:rPr lang="zh-CN" altLang="en-US" dirty="0"/>
              <a:t> </a:t>
            </a:r>
            <a:r>
              <a:rPr lang="en-US" altLang="zh-CN" dirty="0"/>
              <a:t>more</a:t>
            </a:r>
            <a:r>
              <a:rPr lang="zh-CN" altLang="en-US" dirty="0"/>
              <a:t> </a:t>
            </a:r>
            <a:r>
              <a:rPr lang="en-US" altLang="zh-CN" dirty="0"/>
              <a:t>about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2</a:t>
            </a:r>
            <a:r>
              <a:rPr lang="en-US" altLang="zh-CN" baseline="30000" dirty="0"/>
              <a:t>nd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3</a:t>
            </a:r>
            <a:r>
              <a:rPr lang="en-US" altLang="zh-CN" baseline="30000" dirty="0"/>
              <a:t>rd</a:t>
            </a:r>
            <a:r>
              <a:rPr lang="zh-CN" altLang="en-US" dirty="0"/>
              <a:t> </a:t>
            </a:r>
            <a:r>
              <a:rPr lang="en-US" altLang="zh-CN" dirty="0"/>
              <a:t>phases</a:t>
            </a:r>
            <a:endParaRPr lang="en-H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9AE7F-479B-3B66-7736-B077903549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0952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workload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Three</a:t>
            </a:r>
            <a:r>
              <a:rPr lang="zh-CN" altLang="en-US" dirty="0"/>
              <a:t> </a:t>
            </a:r>
            <a:r>
              <a:rPr lang="en-US" altLang="zh-CN" dirty="0"/>
              <a:t>programming</a:t>
            </a:r>
            <a:r>
              <a:rPr lang="en-US" dirty="0"/>
              <a:t> assignments</a:t>
            </a:r>
          </a:p>
          <a:p>
            <a:pPr lvl="1"/>
            <a:r>
              <a:rPr lang="en-US" dirty="0"/>
              <a:t>First one is an individual assignment</a:t>
            </a:r>
          </a:p>
          <a:p>
            <a:pPr lvl="1"/>
            <a:r>
              <a:rPr lang="en-US" dirty="0"/>
              <a:t>The rest are in groups of </a:t>
            </a:r>
            <a:r>
              <a:rPr lang="en-US" altLang="zh-CN" dirty="0"/>
              <a:t>2</a:t>
            </a:r>
          </a:p>
          <a:p>
            <a:pPr lvl="1"/>
            <a:r>
              <a:rPr lang="en-US" altLang="zh-CN" dirty="0"/>
              <a:t>May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dirty="0"/>
              <a:t>bonus</a:t>
            </a:r>
            <a:r>
              <a:rPr lang="zh-CN" altLang="en-US" dirty="0"/>
              <a:t> </a:t>
            </a:r>
            <a:r>
              <a:rPr lang="en-US" altLang="zh-CN" dirty="0"/>
              <a:t>parts</a:t>
            </a:r>
            <a:endParaRPr lang="en-US" dirty="0"/>
          </a:p>
          <a:p>
            <a:r>
              <a:rPr lang="en-US" altLang="zh-CN" dirty="0"/>
              <a:t>Quizzes</a:t>
            </a:r>
          </a:p>
          <a:p>
            <a:pPr lvl="1"/>
            <a:r>
              <a:rPr lang="en-US" altLang="zh-CN" dirty="0"/>
              <a:t>Randomly</a:t>
            </a:r>
            <a:r>
              <a:rPr lang="zh-CN" altLang="en-US" dirty="0"/>
              <a:t> </a:t>
            </a:r>
            <a:r>
              <a:rPr lang="en-US" altLang="zh-CN" dirty="0"/>
              <a:t>pick</a:t>
            </a:r>
            <a:r>
              <a:rPr lang="zh-CN" altLang="en-US" dirty="0"/>
              <a:t> </a:t>
            </a:r>
            <a:r>
              <a:rPr lang="en-US" altLang="zh-CN" dirty="0"/>
              <a:t>5</a:t>
            </a:r>
            <a:r>
              <a:rPr lang="zh-CN" altLang="en-US" dirty="0"/>
              <a:t> </a:t>
            </a:r>
            <a:r>
              <a:rPr lang="en-US" altLang="zh-CN" dirty="0"/>
              <a:t>tutorials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dirty="0"/>
              <a:t>quiz</a:t>
            </a:r>
          </a:p>
          <a:p>
            <a:pPr lvl="1"/>
            <a:r>
              <a:rPr lang="en-US" altLang="zh-CN" dirty="0"/>
              <a:t>MC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simple</a:t>
            </a:r>
            <a:r>
              <a:rPr lang="zh-CN" altLang="en-US" dirty="0"/>
              <a:t> </a:t>
            </a:r>
            <a:r>
              <a:rPr lang="en-US" altLang="zh-CN" dirty="0"/>
              <a:t>calculation,</a:t>
            </a:r>
            <a:r>
              <a:rPr lang="zh-CN" altLang="en-US" dirty="0"/>
              <a:t> </a:t>
            </a:r>
            <a:r>
              <a:rPr lang="en-US" altLang="zh-CN" dirty="0"/>
              <a:t>takes</a:t>
            </a:r>
            <a:r>
              <a:rPr lang="zh-CN" altLang="en-US" dirty="0"/>
              <a:t> </a:t>
            </a:r>
            <a:r>
              <a:rPr lang="en-US" altLang="zh-CN" dirty="0"/>
              <a:t>&lt;3min</a:t>
            </a:r>
          </a:p>
          <a:p>
            <a:r>
              <a:rPr lang="en-US" altLang="zh-CN" dirty="0"/>
              <a:t>Midterm</a:t>
            </a:r>
          </a:p>
          <a:p>
            <a:r>
              <a:rPr lang="en-US" altLang="zh-CN" dirty="0"/>
              <a:t>Final</a:t>
            </a:r>
            <a:r>
              <a:rPr lang="zh-CN" altLang="en-US" dirty="0"/>
              <a:t> </a:t>
            </a:r>
            <a:r>
              <a:rPr lang="en-US" altLang="zh-CN" dirty="0"/>
              <a:t>e</a:t>
            </a:r>
            <a:r>
              <a:rPr lang="en-US" dirty="0"/>
              <a:t>xam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ABD255-9484-A542-A6C3-F47B75424B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975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Assessment</a:t>
            </a:r>
            <a:endParaRPr lang="en-US" dirty="0"/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0470087"/>
              </p:ext>
            </p:extLst>
          </p:nvPr>
        </p:nvGraphicFramePr>
        <p:xfrm>
          <a:off x="685800" y="1600200"/>
          <a:ext cx="7924800" cy="4800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0075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800" dirty="0"/>
                        <a:t>Allocation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Assignment</a:t>
                      </a:r>
                      <a:r>
                        <a:rPr lang="en-US" sz="2800" baseline="0" dirty="0">
                          <a:solidFill>
                            <a:schemeClr val="accent2"/>
                          </a:solidFill>
                        </a:rPr>
                        <a:t> 1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10</a:t>
                      </a: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Assignment</a:t>
                      </a:r>
                      <a:r>
                        <a:rPr lang="en-US" sz="2800" baseline="0" dirty="0">
                          <a:solidFill>
                            <a:schemeClr val="accent2"/>
                          </a:solidFill>
                        </a:rPr>
                        <a:t> 2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15</a:t>
                      </a: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Assignment</a:t>
                      </a:r>
                      <a:r>
                        <a:rPr lang="en-US" sz="2800" baseline="0" dirty="0">
                          <a:solidFill>
                            <a:schemeClr val="accent2"/>
                          </a:solidFill>
                        </a:rPr>
                        <a:t> 3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20</a:t>
                      </a: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Quizzes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Midterm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10%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594627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Final</a:t>
                      </a:r>
                      <a:r>
                        <a:rPr lang="zh-CN" altLang="en-US" sz="2800" dirty="0">
                          <a:solidFill>
                            <a:schemeClr val="accent2"/>
                          </a:solidFill>
                        </a:rPr>
                        <a:t> </a:t>
                      </a:r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Exam</a:t>
                      </a:r>
                      <a:endParaRPr lang="en-US" sz="280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chemeClr val="accent2"/>
                          </a:solidFill>
                        </a:rPr>
                        <a:t>40</a:t>
                      </a:r>
                      <a:r>
                        <a:rPr lang="en-US" sz="2800" dirty="0">
                          <a:solidFill>
                            <a:schemeClr val="accent2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0075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srgbClr val="0000FF"/>
                          </a:solidFill>
                        </a:rPr>
                        <a:t>Bonus </a:t>
                      </a:r>
                      <a:r>
                        <a:rPr lang="en-US" altLang="zh-CN" sz="2800" dirty="0">
                          <a:solidFill>
                            <a:srgbClr val="0000FF"/>
                          </a:solidFill>
                        </a:rPr>
                        <a:t>in</a:t>
                      </a:r>
                      <a:r>
                        <a:rPr lang="zh-CN" altLang="en-US" sz="2800" dirty="0">
                          <a:solidFill>
                            <a:srgbClr val="0000FF"/>
                          </a:solidFill>
                        </a:rPr>
                        <a:t> </a:t>
                      </a:r>
                      <a:r>
                        <a:rPr lang="en-US" altLang="zh-CN" sz="2800" dirty="0">
                          <a:solidFill>
                            <a:srgbClr val="0000FF"/>
                          </a:solidFill>
                        </a:rPr>
                        <a:t>assignments</a:t>
                      </a:r>
                      <a:endParaRPr lang="en-US" sz="2800" dirty="0">
                        <a:solidFill>
                          <a:srgbClr val="0000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2800" dirty="0">
                          <a:solidFill>
                            <a:srgbClr val="0000FF"/>
                          </a:solidFill>
                        </a:rPr>
                        <a:t>X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</a:rPr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9061870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7A3049-0682-4544-BC5B-AAD77BDFB8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361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ssignments</a:t>
            </a:r>
            <a:r>
              <a:rPr lang="zh-CN" altLang="en-US" dirty="0"/>
              <a:t> </a:t>
            </a:r>
            <a:r>
              <a:rPr lang="en-US" altLang="zh-CN" dirty="0"/>
              <a:t>(tentative)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Assignment 1:</a:t>
            </a:r>
            <a:r>
              <a:rPr lang="en-US" dirty="0"/>
              <a:t> measure end-to-end throughput and delay of networks (i.e., simple speed test)</a:t>
            </a:r>
          </a:p>
          <a:p>
            <a:r>
              <a:rPr lang="en-US" dirty="0">
                <a:solidFill>
                  <a:srgbClr val="0000FF"/>
                </a:solidFill>
              </a:rPr>
              <a:t>Assignment 2:</a:t>
            </a:r>
            <a:r>
              <a:rPr lang="en-US" dirty="0"/>
              <a:t> video streaming from CDNs (i.e., simple Netflix)</a:t>
            </a:r>
          </a:p>
          <a:p>
            <a:r>
              <a:rPr lang="en-US" dirty="0">
                <a:solidFill>
                  <a:srgbClr val="0000FF"/>
                </a:solidFill>
              </a:rPr>
              <a:t>Assignment 3:</a:t>
            </a:r>
            <a:r>
              <a:rPr lang="en-US" dirty="0"/>
              <a:t> reliable transport (i.e., how to transfer data over an unreliable network)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6CB9BD-DAC7-2D44-BEEE-0AECB371EE3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90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Piazza</a:t>
            </a:r>
            <a:r>
              <a:rPr lang="en-US" dirty="0"/>
              <a:t> for all communication</a:t>
            </a:r>
          </a:p>
          <a:p>
            <a:pPr lvl="1"/>
            <a:r>
              <a:rPr lang="en-US" dirty="0"/>
              <a:t>Sign up </a:t>
            </a:r>
            <a:r>
              <a:rPr lang="en-US" altLang="zh-CN" dirty="0"/>
              <a:t>code</a:t>
            </a:r>
            <a:r>
              <a:rPr lang="zh-CN" altLang="en-US" dirty="0"/>
              <a:t> </a:t>
            </a:r>
            <a:r>
              <a:rPr lang="en-US" altLang="zh-CN" dirty="0"/>
              <a:t>“4430_rocks!”</a:t>
            </a:r>
            <a:endParaRPr lang="en-US" dirty="0"/>
          </a:p>
          <a:p>
            <a:pPr lvl="1"/>
            <a:r>
              <a:rPr lang="en-US" altLang="zh-CN" dirty="0">
                <a:solidFill>
                  <a:srgbClr val="0000FF"/>
                </a:solidFill>
              </a:rPr>
              <a:t>Do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NOT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email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me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or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the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TA!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We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may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not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respond</a:t>
            </a:r>
            <a:endParaRPr lang="en-HK" altLang="zh-CN" dirty="0">
              <a:solidFill>
                <a:srgbClr val="0000FF"/>
              </a:solidFill>
            </a:endParaRPr>
          </a:p>
          <a:p>
            <a:pPr lvl="2"/>
            <a:r>
              <a:rPr lang="en-US" altLang="zh-CN" dirty="0">
                <a:solidFill>
                  <a:srgbClr val="0000FF"/>
                </a:solidFill>
              </a:rPr>
              <a:t>Use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private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messages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for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private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matters</a:t>
            </a:r>
          </a:p>
          <a:p>
            <a:pPr lvl="2"/>
            <a:r>
              <a:rPr lang="en-US" altLang="zh-CN" dirty="0">
                <a:solidFill>
                  <a:srgbClr val="0000FF"/>
                </a:solidFill>
              </a:rPr>
              <a:t>Only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email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us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when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you’re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emailed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r>
              <a:rPr lang="en-US" altLang="zh-CN" dirty="0">
                <a:solidFill>
                  <a:srgbClr val="0000FF"/>
                </a:solidFill>
              </a:rPr>
              <a:t>to</a:t>
            </a:r>
            <a:endParaRPr lang="en-US" dirty="0"/>
          </a:p>
          <a:p>
            <a:r>
              <a:rPr lang="en-US" dirty="0"/>
              <a:t>Assignment submission via </a:t>
            </a:r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zh-CN" dirty="0" err="1"/>
              <a:t>autograder</a:t>
            </a:r>
            <a:endParaRPr lang="en-US" dirty="0"/>
          </a:p>
          <a:p>
            <a:pPr lvl="1"/>
            <a:r>
              <a:rPr lang="en-US" dirty="0"/>
              <a:t>Start forming groups</a:t>
            </a:r>
          </a:p>
          <a:p>
            <a:pPr lvl="1"/>
            <a:r>
              <a:rPr lang="en-US" dirty="0"/>
              <a:t>Details will be sent out soon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8F79F-0619-B043-ACC9-9CEC2050D05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846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p</a:t>
            </a:r>
            <a:r>
              <a:rPr lang="en-US" dirty="0"/>
              <a:t>olicie</a:t>
            </a:r>
            <a:r>
              <a:rPr lang="en-US" altLang="zh-CN" dirty="0"/>
              <a:t>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Detail</a:t>
            </a:r>
            <a:r>
              <a:rPr lang="en-US" altLang="zh-CN" dirty="0"/>
              <a:t>s</a:t>
            </a:r>
            <a:r>
              <a:rPr lang="en-US" dirty="0"/>
              <a:t> </a:t>
            </a:r>
            <a:r>
              <a:rPr lang="en-US" altLang="zh-CN" dirty="0"/>
              <a:t>o</a:t>
            </a:r>
            <a:r>
              <a:rPr lang="en-US" dirty="0"/>
              <a:t>n the course webpage</a:t>
            </a:r>
          </a:p>
          <a:p>
            <a:r>
              <a:rPr lang="en-US" altLang="x-none" dirty="0">
                <a:solidFill>
                  <a:srgbClr val="0000FF"/>
                </a:solidFill>
              </a:rPr>
              <a:t>Don’t cheat</a:t>
            </a:r>
          </a:p>
          <a:p>
            <a:r>
              <a:rPr lang="en-US" altLang="zh-CN" dirty="0">
                <a:solidFill>
                  <a:schemeClr val="accent6"/>
                </a:solidFill>
                <a:hlinkClick r:id="rId2"/>
              </a:rPr>
              <a:t>https://www.erg.cuhk.edu.hk/erg/AcademicHonesty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endParaRPr lang="en-US" altLang="zh-CN" dirty="0">
              <a:solidFill>
                <a:schemeClr val="accent6"/>
              </a:solidFill>
            </a:endParaRPr>
          </a:p>
          <a:p>
            <a:r>
              <a:rPr lang="en-US" altLang="zh-CN" dirty="0">
                <a:solidFill>
                  <a:schemeClr val="accent6"/>
                </a:solidFill>
              </a:rPr>
              <a:t>Consult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this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booklet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from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our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faculty</a:t>
            </a:r>
          </a:p>
          <a:p>
            <a:pPr lvl="1"/>
            <a:r>
              <a:rPr lang="en-US" altLang="x-none" dirty="0">
                <a:solidFill>
                  <a:srgbClr val="0000FF"/>
                </a:solidFill>
                <a:hlinkClick r:id="rId3"/>
              </a:rPr>
              <a:t>https://www.erg.cuhk.edu.hk/erg/sites/default/files/Disciplinary_Booklet_2024-25%20(final).pdf</a:t>
            </a:r>
            <a:r>
              <a:rPr lang="zh-CN" altLang="en-US" dirty="0">
                <a:solidFill>
                  <a:srgbClr val="0000FF"/>
                </a:solidFill>
              </a:rPr>
              <a:t> </a:t>
            </a:r>
            <a:endParaRPr lang="en-US" altLang="x-none" dirty="0">
              <a:solidFill>
                <a:srgbClr val="0000FF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7B26BA-B3EC-8F45-97DD-C377E5E69BF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87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Talk Internet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E1E91D-47BF-674E-A595-2F109B03937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1F2EB77-FB6C-2244-A076-ADF097535D48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2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0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2781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32" name="Shape 32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chemeClr val="accent2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3" name="Shape 33"/>
          <p:cNvSpPr>
            <a:spLocks noChangeArrowheads="1"/>
          </p:cNvSpPr>
          <p:nvPr/>
        </p:nvSpPr>
        <p:spPr bwMode="auto">
          <a:xfrm>
            <a:off x="1803400" y="6126162"/>
            <a:ext cx="292100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Windows PC</a:t>
            </a:r>
          </a:p>
        </p:txBody>
      </p:sp>
      <p:sp>
        <p:nvSpPr>
          <p:cNvPr id="34" name="Shape 34"/>
          <p:cNvSpPr>
            <a:spLocks noChangeArrowheads="1"/>
          </p:cNvSpPr>
          <p:nvPr/>
        </p:nvSpPr>
        <p:spPr bwMode="auto">
          <a:xfrm>
            <a:off x="1416050" y="5156200"/>
            <a:ext cx="208915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Linux server</a:t>
            </a:r>
          </a:p>
        </p:txBody>
      </p:sp>
      <p:sp>
        <p:nvSpPr>
          <p:cNvPr id="35" name="Shape 35"/>
          <p:cNvSpPr>
            <a:spLocks noChangeArrowheads="1"/>
          </p:cNvSpPr>
          <p:nvPr/>
        </p:nvSpPr>
        <p:spPr bwMode="auto">
          <a:xfrm>
            <a:off x="4819650" y="5164138"/>
            <a:ext cx="2089150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MAC laptop</a:t>
            </a:r>
          </a:p>
        </p:txBody>
      </p:sp>
      <p:sp>
        <p:nvSpPr>
          <p:cNvPr id="36" name="Shape 36"/>
          <p:cNvSpPr>
            <a:spLocks noChangeArrowheads="1"/>
          </p:cNvSpPr>
          <p:nvPr/>
        </p:nvSpPr>
        <p:spPr bwMode="auto">
          <a:xfrm>
            <a:off x="4156075" y="1584325"/>
            <a:ext cx="2320925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car navigator</a:t>
            </a:r>
          </a:p>
        </p:txBody>
      </p:sp>
      <p:sp>
        <p:nvSpPr>
          <p:cNvPr id="37" name="Shape 37"/>
          <p:cNvSpPr>
            <a:spLocks noChangeArrowheads="1"/>
          </p:cNvSpPr>
          <p:nvPr/>
        </p:nvSpPr>
        <p:spPr bwMode="auto">
          <a:xfrm>
            <a:off x="2328862" y="2414588"/>
            <a:ext cx="2928938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sensor</a:t>
            </a:r>
            <a:endParaRPr lang="en-US" altLang="x-none" sz="2800" b="0" dirty="0">
              <a:solidFill>
                <a:schemeClr val="accent2"/>
              </a:solidFill>
              <a:latin typeface="Arial" charset="0"/>
              <a:sym typeface="Calibri" charset="0"/>
            </a:endParaRPr>
          </a:p>
        </p:txBody>
      </p:sp>
      <p:sp>
        <p:nvSpPr>
          <p:cNvPr id="38" name="Shape 38"/>
          <p:cNvSpPr>
            <a:spLocks noChangeArrowheads="1"/>
          </p:cNvSpPr>
          <p:nvPr/>
        </p:nvSpPr>
        <p:spPr bwMode="auto">
          <a:xfrm>
            <a:off x="5738813" y="3316288"/>
            <a:ext cx="2090737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smartphone</a:t>
            </a:r>
          </a:p>
        </p:txBody>
      </p:sp>
      <p:sp>
        <p:nvSpPr>
          <p:cNvPr id="39" name="Shape 39"/>
          <p:cNvSpPr>
            <a:spLocks noChangeArrowheads="1"/>
          </p:cNvSpPr>
          <p:nvPr/>
        </p:nvSpPr>
        <p:spPr bwMode="auto">
          <a:xfrm>
            <a:off x="6477000" y="4521200"/>
            <a:ext cx="1285875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tablet</a:t>
            </a:r>
            <a:endParaRPr lang="en-US" altLang="x-none" sz="2800" b="0" dirty="0">
              <a:solidFill>
                <a:schemeClr val="accent2"/>
              </a:solidFill>
              <a:latin typeface="Arial" charset="0"/>
              <a:sym typeface="Calibri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Internet consists of many end-systems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FCD0AB-F0B0-8C44-A110-2412E69632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74886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2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dvAuto="0"/>
      <p:bldP spid="34" grpId="0" advAuto="0"/>
      <p:bldP spid="35" grpId="0" advAuto="0"/>
      <p:bldP spid="36" grpId="0" advAuto="0"/>
      <p:bldP spid="37" grpId="0" advAuto="0"/>
      <p:bldP spid="38" grpId="0" advAuto="0"/>
      <p:bldP spid="39" grpId="0" advAuto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44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5" name="Shape 45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6" name="Shape 46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7" name="Shape 47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8" name="Shape 48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9" name="Shape 49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0" name="Shape 50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1" name="Shape 51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2" name="Shape 52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3" name="Shape 53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4" name="Shape 54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4830" name="Shape 56"/>
          <p:cNvSpPr>
            <a:spLocks noChangeArrowheads="1"/>
          </p:cNvSpPr>
          <p:nvPr/>
        </p:nvSpPr>
        <p:spPr bwMode="auto">
          <a:xfrm>
            <a:off x="5683250" y="3639940"/>
            <a:ext cx="1139732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00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57" name="Shape 57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8" name="Shape 58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59" name="Shape 59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60" name="Shape 60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0433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433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0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Connected by </a:t>
            </a:r>
            <a:r>
              <a:rPr lang="en-US" altLang="zh-CN" dirty="0"/>
              <a:t>switches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B10F43-5EF9-3B4E-8C66-06B7D09060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1026" name="Picture 2" descr="DGS-108/B | D-Link 8-Port Gigabit Unmanaged Desktop Switch DGS-105 ...">
            <a:extLst>
              <a:ext uri="{FF2B5EF4-FFF2-40B4-BE49-F238E27FC236}">
                <a16:creationId xmlns:a16="http://schemas.microsoft.com/office/drawing/2014/main" id="{CBC6B5F1-0952-4196-9E68-E361BD1755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2411034"/>
            <a:ext cx="1946276" cy="1096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ampus Switches | Huawei Enterprise">
            <a:extLst>
              <a:ext uri="{FF2B5EF4-FFF2-40B4-BE49-F238E27FC236}">
                <a16:creationId xmlns:a16="http://schemas.microsoft.com/office/drawing/2014/main" id="{CD97BF3D-0191-EC6C-7A08-B4B6E4B1A0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0604" y="1179880"/>
            <a:ext cx="3430588" cy="2575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ata Center Switches – Cisco Nexus - Cisco">
            <a:extLst>
              <a:ext uri="{FF2B5EF4-FFF2-40B4-BE49-F238E27FC236}">
                <a16:creationId xmlns:a16="http://schemas.microsoft.com/office/drawing/2014/main" id="{288630DC-1B0A-1196-0F5B-928B211499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1776" y="5293897"/>
            <a:ext cx="4061973" cy="1162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23270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64"/>
          <p:cNvSpPr>
            <a:spLocks noChangeArrowheads="1"/>
          </p:cNvSpPr>
          <p:nvPr/>
        </p:nvSpPr>
        <p:spPr bwMode="auto">
          <a:xfrm>
            <a:off x="1970088" y="2343150"/>
            <a:ext cx="1839912" cy="93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phone lines</a:t>
            </a:r>
          </a:p>
        </p:txBody>
      </p:sp>
      <p:sp>
        <p:nvSpPr>
          <p:cNvPr id="36866" name="Shape 65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67" name="Shape 66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68" name="Shape 67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0" name="Shape 69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1" name="Shape 70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2" name="Shape 71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72" name="Shape 72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73" name="Shape 73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74" name="Shape 74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76" name="Shape 75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77" name="Shape 76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77" name="Shape 77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78" name="Shape 78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80" name="Shape 79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80" name="Shape 80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82" name="Shape 81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83" name="Shape 82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83" name="Shape 83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4" name="Shape 84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6886" name="Shape 85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86" name="Shape 86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7" name="Shape 87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8" name="Shape 88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9" name="Shape 89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90" name="Shape 90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91" name="Shape 91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895" name="Shape 94"/>
          <p:cNvSpPr>
            <a:spLocks noChangeArrowheads="1"/>
          </p:cNvSpPr>
          <p:nvPr/>
        </p:nvSpPr>
        <p:spPr bwMode="auto">
          <a:xfrm>
            <a:off x="4057650" y="2155825"/>
            <a:ext cx="60960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link</a:t>
            </a:r>
          </a:p>
        </p:txBody>
      </p:sp>
      <p:sp>
        <p:nvSpPr>
          <p:cNvPr id="95" name="Shape 95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6" name="Shape 96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7" name="Shape 97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8" name="Shape 98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9" name="Shape 99"/>
          <p:cNvSpPr>
            <a:spLocks noChangeArrowheads="1"/>
          </p:cNvSpPr>
          <p:nvPr/>
        </p:nvSpPr>
        <p:spPr bwMode="auto">
          <a:xfrm>
            <a:off x="4030663" y="3860800"/>
            <a:ext cx="949325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fibers</a:t>
            </a:r>
          </a:p>
        </p:txBody>
      </p:sp>
      <p:sp>
        <p:nvSpPr>
          <p:cNvPr id="100" name="Shape 100"/>
          <p:cNvSpPr>
            <a:spLocks noChangeArrowheads="1"/>
          </p:cNvSpPr>
          <p:nvPr/>
        </p:nvSpPr>
        <p:spPr bwMode="auto">
          <a:xfrm>
            <a:off x="685800" y="4648200"/>
            <a:ext cx="1901825" cy="93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cable TV lines</a:t>
            </a:r>
          </a:p>
        </p:txBody>
      </p:sp>
      <p:sp>
        <p:nvSpPr>
          <p:cNvPr id="101" name="Shape 101"/>
          <p:cNvSpPr>
            <a:spLocks noChangeArrowheads="1"/>
          </p:cNvSpPr>
          <p:nvPr/>
        </p:nvSpPr>
        <p:spPr bwMode="auto">
          <a:xfrm>
            <a:off x="6403975" y="4095750"/>
            <a:ext cx="1901825" cy="93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wireless links</a:t>
            </a:r>
          </a:p>
        </p:txBody>
      </p:sp>
      <p:sp>
        <p:nvSpPr>
          <p:cNvPr id="40" name="Shape 56"/>
          <p:cNvSpPr>
            <a:spLocks noChangeArrowheads="1"/>
          </p:cNvSpPr>
          <p:nvPr/>
        </p:nvSpPr>
        <p:spPr bwMode="auto">
          <a:xfrm>
            <a:off x="5683250" y="3640138"/>
            <a:ext cx="1141413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000000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41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links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0D50BF-8369-CB44-A246-26312CAC035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296808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dvAuto="0"/>
      <p:bldP spid="89" grpId="0" animBg="1"/>
      <p:bldP spid="90" grpId="0" animBg="1"/>
      <p:bldP spid="91" grpId="0" animBg="1"/>
      <p:bldP spid="99" grpId="0" advAuto="0"/>
      <p:bldP spid="100" grpId="0" advAuto="0"/>
      <p:bldP spid="101" grpId="0" advAuto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7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16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7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8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0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1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2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5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6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26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7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0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1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0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3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2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33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6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7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6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9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0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1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40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1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2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8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0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1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2" name="Shape 142"/>
          <p:cNvSpPr>
            <a:spLocks noChangeArrowheads="1"/>
          </p:cNvSpPr>
          <p:nvPr/>
        </p:nvSpPr>
        <p:spPr bwMode="auto">
          <a:xfrm>
            <a:off x="2509838" y="5810250"/>
            <a:ext cx="440213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333399"/>
                </a:solidFill>
                <a:latin typeface="Arial" charset="0"/>
                <a:sym typeface="Calibri" charset="0"/>
              </a:rPr>
              <a:t>Internet Service Provider</a:t>
            </a:r>
          </a:p>
        </p:txBody>
      </p:sp>
      <p:sp>
        <p:nvSpPr>
          <p:cNvPr id="143" name="Shape 143"/>
          <p:cNvSpPr>
            <a:spLocks noChangeArrowheads="1"/>
          </p:cNvSpPr>
          <p:nvPr/>
        </p:nvSpPr>
        <p:spPr bwMode="auto">
          <a:xfrm>
            <a:off x="1931988" y="3243263"/>
            <a:ext cx="4003675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phone company</a:t>
            </a:r>
          </a:p>
        </p:txBody>
      </p:sp>
      <p:sp>
        <p:nvSpPr>
          <p:cNvPr id="144" name="Shape 144"/>
          <p:cNvSpPr>
            <a:spLocks noChangeArrowheads="1"/>
          </p:cNvSpPr>
          <p:nvPr/>
        </p:nvSpPr>
        <p:spPr bwMode="auto">
          <a:xfrm>
            <a:off x="1103313" y="5135563"/>
            <a:ext cx="3341687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>
                <a:solidFill>
                  <a:srgbClr val="0000FF"/>
                </a:solidFill>
                <a:latin typeface="Arial" charset="0"/>
                <a:sym typeface="Calibri" charset="0"/>
              </a:rPr>
              <a:t>cable company</a:t>
            </a:r>
          </a:p>
        </p:txBody>
      </p:sp>
      <p:sp>
        <p:nvSpPr>
          <p:cNvPr id="145" name="Shape 145"/>
          <p:cNvSpPr>
            <a:spLocks noChangeArrowheads="1"/>
          </p:cNvSpPr>
          <p:nvPr/>
        </p:nvSpPr>
        <p:spPr bwMode="auto">
          <a:xfrm>
            <a:off x="4371975" y="4618038"/>
            <a:ext cx="4162425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x-none" sz="28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university net</a:t>
            </a:r>
          </a:p>
        </p:txBody>
      </p:sp>
      <p:sp>
        <p:nvSpPr>
          <p:cNvPr id="43" name="Shape 94"/>
          <p:cNvSpPr>
            <a:spLocks noChangeArrowheads="1"/>
          </p:cNvSpPr>
          <p:nvPr/>
        </p:nvSpPr>
        <p:spPr bwMode="auto">
          <a:xfrm>
            <a:off x="4057650" y="2155825"/>
            <a:ext cx="60960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link</a:t>
            </a:r>
          </a:p>
        </p:txBody>
      </p:sp>
      <p:sp>
        <p:nvSpPr>
          <p:cNvPr id="44" name="Shape 56"/>
          <p:cNvSpPr>
            <a:spLocks noChangeArrowheads="1"/>
          </p:cNvSpPr>
          <p:nvPr/>
        </p:nvSpPr>
        <p:spPr bwMode="auto">
          <a:xfrm>
            <a:off x="5683250" y="3640138"/>
            <a:ext cx="1141413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000000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45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by many parties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7CAE9-4B3F-AE41-A5F3-10A869A369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934243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" grpId="0" advAuto="0"/>
      <p:bldP spid="143" grpId="0" advAuto="0"/>
      <p:bldP spid="144" grpId="0" advAuto="0"/>
      <p:bldP spid="145" grpId="0" advAuto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149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50" name="Shape 150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51" name="Shape 151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64" name="Shape 152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65" name="Shape 153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66" name="Shape 154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68" name="Shape 156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69" name="Shape 157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70" name="Shape 158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59" name="Shape 159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60" name="Shape 160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61" name="Shape 161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74" name="Shape 162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75" name="Shape 163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64" name="Shape 164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65" name="Shape 165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78" name="Shape 166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67" name="Shape 167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80" name="Shape 168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81" name="Shape 169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70" name="Shape 170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1" name="Shape 171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84" name="Shape 172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73" name="Shape 173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4" name="Shape 174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5" name="Shape 175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0988" name="Shape 176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89" name="Shape 177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90" name="Shape 178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0992" name="Shape 180"/>
          <p:cNvSpPr>
            <a:spLocks noChangeArrowheads="1"/>
          </p:cNvSpPr>
          <p:nvPr/>
        </p:nvSpPr>
        <p:spPr bwMode="auto">
          <a:xfrm>
            <a:off x="5683250" y="3640138"/>
            <a:ext cx="1141413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chemeClr val="accent2"/>
                </a:solidFill>
                <a:latin typeface="Arial" charset="0"/>
                <a:sym typeface="Calibri" charset="0"/>
              </a:rPr>
              <a:t>switch</a:t>
            </a:r>
          </a:p>
        </p:txBody>
      </p:sp>
      <p:sp>
        <p:nvSpPr>
          <p:cNvPr id="182" name="Shape 182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3" name="Shape 183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4" name="Shape 184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5" name="Shape 185"/>
          <p:cNvSpPr>
            <a:spLocks noChangeAspect="1"/>
          </p:cNvSpPr>
          <p:nvPr/>
        </p:nvSpPr>
        <p:spPr>
          <a:xfrm>
            <a:off x="914400" y="4175760"/>
            <a:ext cx="251927" cy="548640"/>
          </a:xfrm>
          <a:prstGeom prst="rect">
            <a:avLst/>
          </a:pr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6" name="Shape 186"/>
          <p:cNvSpPr>
            <a:spLocks noChangeArrowheads="1"/>
          </p:cNvSpPr>
          <p:nvPr/>
        </p:nvSpPr>
        <p:spPr bwMode="auto">
          <a:xfrm>
            <a:off x="171469" y="4648002"/>
            <a:ext cx="819131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0000FF"/>
                </a:solidFill>
                <a:latin typeface="Arial" charset="0"/>
                <a:sym typeface="Calibri" charset="0"/>
              </a:rPr>
              <a:t>data</a:t>
            </a:r>
            <a:endParaRPr lang="en-US" altLang="x-none" sz="3000" b="0" dirty="0">
              <a:solidFill>
                <a:srgbClr val="0000FF"/>
              </a:solidFill>
              <a:latin typeface="Arial" charset="0"/>
              <a:sym typeface="Calibri" charset="0"/>
            </a:endParaRPr>
          </a:p>
        </p:txBody>
      </p:sp>
      <p:sp>
        <p:nvSpPr>
          <p:cNvPr id="187" name="Shape 187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pic>
        <p:nvPicPr>
          <p:cNvPr id="188" name="Picture 187"/>
          <p:cNvPicPr>
            <a:picLocks noChangeAspect="1" noChangeArrowheads="1"/>
          </p:cNvPicPr>
          <p:nvPr/>
        </p:nvPicPr>
        <p:blipFill>
          <a:blip r:embed="rId3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70050" y="3552825"/>
            <a:ext cx="6135688" cy="1201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0" name="Shape 190"/>
          <p:cNvSpPr>
            <a:spLocks noChangeArrowheads="1"/>
          </p:cNvSpPr>
          <p:nvPr/>
        </p:nvSpPr>
        <p:spPr bwMode="auto">
          <a:xfrm>
            <a:off x="4149725" y="3960813"/>
            <a:ext cx="820738" cy="534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0000FF"/>
                </a:solidFill>
                <a:latin typeface="Arial" charset="0"/>
                <a:sym typeface="Calibri" charset="0"/>
              </a:rPr>
              <a:t>path</a:t>
            </a:r>
          </a:p>
        </p:txBody>
      </p:sp>
      <p:sp>
        <p:nvSpPr>
          <p:cNvPr id="41002" name="Shape 191"/>
          <p:cNvSpPr>
            <a:spLocks noChangeArrowheads="1"/>
          </p:cNvSpPr>
          <p:nvPr/>
        </p:nvSpPr>
        <p:spPr bwMode="auto">
          <a:xfrm>
            <a:off x="2509838" y="5810250"/>
            <a:ext cx="4402137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>
                <a:solidFill>
                  <a:srgbClr val="333399"/>
                </a:solidFill>
                <a:latin typeface="Arial" charset="0"/>
                <a:sym typeface="Calibri" charset="0"/>
              </a:rPr>
              <a:t>Internet Service Provider</a:t>
            </a:r>
          </a:p>
        </p:txBody>
      </p:sp>
      <p:sp>
        <p:nvSpPr>
          <p:cNvPr id="44" name="Shape 94"/>
          <p:cNvSpPr>
            <a:spLocks noChangeArrowheads="1"/>
          </p:cNvSpPr>
          <p:nvPr/>
        </p:nvSpPr>
        <p:spPr bwMode="auto">
          <a:xfrm>
            <a:off x="4057650" y="2155825"/>
            <a:ext cx="60960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>
                <a:solidFill>
                  <a:schemeClr val="accent2"/>
                </a:solidFill>
                <a:latin typeface="Arial" charset="0"/>
                <a:sym typeface="Calibri" charset="0"/>
              </a:rPr>
              <a:t>link</a:t>
            </a:r>
          </a:p>
        </p:txBody>
      </p:sp>
      <p:sp>
        <p:nvSpPr>
          <p:cNvPr id="45" name="Shape 31"/>
          <p:cNvSpPr>
            <a:spLocks noChangeArrowheads="1"/>
          </p:cNvSpPr>
          <p:nvPr/>
        </p:nvSpPr>
        <p:spPr bwMode="auto">
          <a:xfrm>
            <a:off x="228600" y="3708400"/>
            <a:ext cx="2089150" cy="503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0" dirty="0">
                <a:solidFill>
                  <a:schemeClr val="accent2"/>
                </a:solidFill>
                <a:latin typeface="Arial" charset="0"/>
                <a:sym typeface="Calibri" charset="0"/>
              </a:rPr>
              <a:t>end-system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Transfers data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C0209D-A93C-B840-A05B-A38FAA4AA9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29629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3.7037E-7 C 0.07691 0.02199 0.15399 0.04421 0.2493 0.03796 C 0.34461 0.03194 0.48628 -0.00417 0.57135 -0.03796 C 0.65625 -0.07153 0.70729 -0.11806 0.75833 -0.16435 " pathEditMode="relative" rAng="0" ptsTypes="AAAA">
                                      <p:cBhvr>
                                        <p:cTn id="12" dur="20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917" y="-627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 animBg="1" advAuto="0"/>
      <p:bldP spid="185" grpId="1" animBg="1"/>
      <p:bldP spid="186" grpId="0" advAuto="0"/>
      <p:bldP spid="188" grpId="0" advAuto="0"/>
      <p:bldP spid="190" grpId="0" advAuto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federated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00200"/>
            <a:ext cx="7924800" cy="1702006"/>
          </a:xfrm>
        </p:spPr>
        <p:txBody>
          <a:bodyPr/>
          <a:lstStyle/>
          <a:p>
            <a:r>
              <a:rPr lang="en-US" dirty="0"/>
              <a:t>The Internet ties together different networks </a:t>
            </a:r>
            <a:r>
              <a:rPr lang="en-US" dirty="0">
                <a:solidFill>
                  <a:srgbClr val="0000FF"/>
                </a:solidFill>
              </a:rPr>
              <a:t>by the </a:t>
            </a:r>
            <a:r>
              <a:rPr lang="en-US" b="1" dirty="0">
                <a:solidFill>
                  <a:srgbClr val="0000FF"/>
                </a:solidFill>
              </a:rPr>
              <a:t>IP protocol</a:t>
            </a:r>
            <a:endParaRPr lang="en-US" dirty="0"/>
          </a:p>
          <a:p>
            <a:pPr lvl="1"/>
            <a:r>
              <a:rPr lang="en-US" i="1" dirty="0"/>
              <a:t>A common interface binds them all together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067C9A-0666-D249-883B-6F4CEA6618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34</a:t>
            </a:fld>
            <a:endParaRPr lang="en-US"/>
          </a:p>
        </p:txBody>
      </p:sp>
      <p:grpSp>
        <p:nvGrpSpPr>
          <p:cNvPr id="34" name="Group 33"/>
          <p:cNvGrpSpPr>
            <a:grpSpLocks noChangeAspect="1"/>
          </p:cNvGrpSpPr>
          <p:nvPr/>
        </p:nvGrpSpPr>
        <p:grpSpPr>
          <a:xfrm>
            <a:off x="2255458" y="3505200"/>
            <a:ext cx="4633085" cy="2743200"/>
            <a:chOff x="554038" y="1527175"/>
            <a:chExt cx="7947025" cy="4705350"/>
          </a:xfrm>
        </p:grpSpPr>
        <p:sp>
          <p:nvSpPr>
            <p:cNvPr id="35" name="Shape 105"/>
            <p:cNvSpPr/>
            <p:nvPr/>
          </p:nvSpPr>
          <p:spPr>
            <a:xfrm>
              <a:off x="5106988" y="3697288"/>
              <a:ext cx="2751137" cy="160655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7"/>
                  </a:cubicBezTo>
                  <a:cubicBezTo>
                    <a:pt x="12954" y="20639"/>
                    <a:pt x="6724" y="20639"/>
                    <a:pt x="2882" y="16797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6" name="Shape 106"/>
            <p:cNvSpPr/>
            <p:nvPr/>
          </p:nvSpPr>
          <p:spPr>
            <a:xfrm>
              <a:off x="2071688" y="1946275"/>
              <a:ext cx="3643312" cy="1901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7" name="Shape 107"/>
            <p:cNvSpPr/>
            <p:nvPr/>
          </p:nvSpPr>
          <p:spPr>
            <a:xfrm>
              <a:off x="1098550" y="4241800"/>
              <a:ext cx="2820988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8" name="Shape 108"/>
            <p:cNvSpPr>
              <a:spLocks noChangeShapeType="1"/>
            </p:cNvSpPr>
            <p:nvPr/>
          </p:nvSpPr>
          <p:spPr bwMode="auto">
            <a:xfrm>
              <a:off x="3827463" y="1935163"/>
              <a:ext cx="315912" cy="1201737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9" name="Shape 109"/>
            <p:cNvSpPr>
              <a:spLocks noChangeShapeType="1"/>
            </p:cNvSpPr>
            <p:nvPr/>
          </p:nvSpPr>
          <p:spPr bwMode="auto">
            <a:xfrm flipH="1" flipV="1">
              <a:off x="6262688" y="4391025"/>
              <a:ext cx="2073275" cy="8620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0" name="Shape 110"/>
            <p:cNvSpPr>
              <a:spLocks noChangeShapeType="1"/>
            </p:cNvSpPr>
            <p:nvPr/>
          </p:nvSpPr>
          <p:spPr bwMode="auto">
            <a:xfrm flipH="1">
              <a:off x="701675" y="4911725"/>
              <a:ext cx="2286000" cy="11699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1" name="Shape 112"/>
            <p:cNvSpPr>
              <a:spLocks noChangeShapeType="1"/>
            </p:cNvSpPr>
            <p:nvPr/>
          </p:nvSpPr>
          <p:spPr bwMode="auto">
            <a:xfrm>
              <a:off x="2041525" y="2679700"/>
              <a:ext cx="20097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2" name="Shape 113"/>
            <p:cNvSpPr>
              <a:spLocks noChangeShapeType="1"/>
            </p:cNvSpPr>
            <p:nvPr/>
          </p:nvSpPr>
          <p:spPr bwMode="auto">
            <a:xfrm>
              <a:off x="1163638" y="4445000"/>
              <a:ext cx="18446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3" name="Shape 114"/>
            <p:cNvSpPr>
              <a:spLocks noChangeShapeType="1"/>
            </p:cNvSpPr>
            <p:nvPr/>
          </p:nvSpPr>
          <p:spPr bwMode="auto">
            <a:xfrm flipH="1">
              <a:off x="2403475" y="4911725"/>
              <a:ext cx="638175" cy="9794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4" name="Shape 115"/>
            <p:cNvSpPr/>
            <p:nvPr/>
          </p:nvSpPr>
          <p:spPr>
            <a:xfrm>
              <a:off x="1857375" y="2490788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5" name="Shape 116"/>
            <p:cNvSpPr/>
            <p:nvPr/>
          </p:nvSpPr>
          <p:spPr>
            <a:xfrm>
              <a:off x="1009650" y="4259263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6" name="Shape 117"/>
            <p:cNvSpPr/>
            <p:nvPr/>
          </p:nvSpPr>
          <p:spPr>
            <a:xfrm>
              <a:off x="2197100" y="5749925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7" name="Shape 118"/>
            <p:cNvSpPr>
              <a:spLocks noChangeShapeType="1"/>
            </p:cNvSpPr>
            <p:nvPr/>
          </p:nvSpPr>
          <p:spPr bwMode="auto">
            <a:xfrm>
              <a:off x="2136775" y="1754188"/>
              <a:ext cx="1882775" cy="13081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8" name="Shape 119"/>
            <p:cNvSpPr>
              <a:spLocks noChangeShapeType="1"/>
            </p:cNvSpPr>
            <p:nvPr/>
          </p:nvSpPr>
          <p:spPr bwMode="auto">
            <a:xfrm>
              <a:off x="2795588" y="1860550"/>
              <a:ext cx="1255712" cy="11906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49" name="Shape 120"/>
            <p:cNvSpPr/>
            <p:nvPr/>
          </p:nvSpPr>
          <p:spPr>
            <a:xfrm>
              <a:off x="1955800" y="152717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0" name="Shape 121"/>
            <p:cNvSpPr/>
            <p:nvPr/>
          </p:nvSpPr>
          <p:spPr>
            <a:xfrm>
              <a:off x="2616200" y="166052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1" name="Shape 122"/>
            <p:cNvSpPr>
              <a:spLocks noChangeShapeType="1"/>
            </p:cNvSpPr>
            <p:nvPr/>
          </p:nvSpPr>
          <p:spPr bwMode="auto">
            <a:xfrm flipV="1">
              <a:off x="1063625" y="4859338"/>
              <a:ext cx="1944688" cy="563562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2" name="Shape 123"/>
            <p:cNvSpPr/>
            <p:nvPr/>
          </p:nvSpPr>
          <p:spPr>
            <a:xfrm>
              <a:off x="90170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3" name="Shape 124"/>
            <p:cNvSpPr>
              <a:spLocks noChangeShapeType="1"/>
            </p:cNvSpPr>
            <p:nvPr/>
          </p:nvSpPr>
          <p:spPr bwMode="auto">
            <a:xfrm flipH="1">
              <a:off x="6242050" y="3646488"/>
              <a:ext cx="1743075" cy="7334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4" name="Shape 125"/>
            <p:cNvSpPr>
              <a:spLocks noChangeShapeType="1"/>
            </p:cNvSpPr>
            <p:nvPr/>
          </p:nvSpPr>
          <p:spPr bwMode="auto">
            <a:xfrm>
              <a:off x="6305550" y="4433888"/>
              <a:ext cx="765175" cy="9779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5" name="Shape 126"/>
            <p:cNvSpPr/>
            <p:nvPr/>
          </p:nvSpPr>
          <p:spPr>
            <a:xfrm>
              <a:off x="7821613" y="3455988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6" name="Shape 127"/>
            <p:cNvSpPr/>
            <p:nvPr/>
          </p:nvSpPr>
          <p:spPr>
            <a:xfrm>
              <a:off x="690245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7" name="Shape 128"/>
            <p:cNvSpPr>
              <a:spLocks noChangeShapeType="1"/>
            </p:cNvSpPr>
            <p:nvPr/>
          </p:nvSpPr>
          <p:spPr bwMode="auto">
            <a:xfrm flipH="1" flipV="1">
              <a:off x="6305550" y="4359275"/>
              <a:ext cx="1668463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58" name="Shape 129"/>
            <p:cNvSpPr/>
            <p:nvPr/>
          </p:nvSpPr>
          <p:spPr>
            <a:xfrm>
              <a:off x="7821613" y="4633913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59" name="Shape 130"/>
            <p:cNvSpPr/>
            <p:nvPr/>
          </p:nvSpPr>
          <p:spPr>
            <a:xfrm>
              <a:off x="554038" y="58753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0" name="Shape 131"/>
            <p:cNvSpPr/>
            <p:nvPr/>
          </p:nvSpPr>
          <p:spPr>
            <a:xfrm>
              <a:off x="8143875" y="5054600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1" name="Shape 132"/>
            <p:cNvSpPr>
              <a:spLocks noChangeShapeType="1"/>
            </p:cNvSpPr>
            <p:nvPr/>
          </p:nvSpPr>
          <p:spPr bwMode="auto">
            <a:xfrm>
              <a:off x="4040188" y="3114675"/>
              <a:ext cx="2254250" cy="12763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62" name="Shape 133"/>
            <p:cNvSpPr>
              <a:spLocks noChangeShapeType="1"/>
            </p:cNvSpPr>
            <p:nvPr/>
          </p:nvSpPr>
          <p:spPr bwMode="auto">
            <a:xfrm flipH="1">
              <a:off x="3051175" y="3114675"/>
              <a:ext cx="1052513" cy="17129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63" name="Shape 134"/>
            <p:cNvSpPr>
              <a:spLocks noChangeShapeType="1"/>
            </p:cNvSpPr>
            <p:nvPr/>
          </p:nvSpPr>
          <p:spPr bwMode="auto">
            <a:xfrm flipH="1">
              <a:off x="3062288" y="4391025"/>
              <a:ext cx="3243262" cy="50006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64" name="Shape 138"/>
            <p:cNvSpPr/>
            <p:nvPr/>
          </p:nvSpPr>
          <p:spPr>
            <a:xfrm>
              <a:off x="3875088" y="2867025"/>
              <a:ext cx="447675" cy="446088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5" name="Shape 139"/>
            <p:cNvSpPr/>
            <p:nvPr/>
          </p:nvSpPr>
          <p:spPr>
            <a:xfrm>
              <a:off x="2830513" y="4652963"/>
              <a:ext cx="446087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6" name="Shape 140"/>
            <p:cNvSpPr/>
            <p:nvPr/>
          </p:nvSpPr>
          <p:spPr>
            <a:xfrm>
              <a:off x="6062663" y="4170363"/>
              <a:ext cx="447675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7" name="Shape 141"/>
            <p:cNvSpPr/>
            <p:nvPr/>
          </p:nvSpPr>
          <p:spPr>
            <a:xfrm>
              <a:off x="3643313" y="16970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68" name="Shape 143"/>
            <p:cNvSpPr>
              <a:spLocks noChangeArrowheads="1"/>
            </p:cNvSpPr>
            <p:nvPr/>
          </p:nvSpPr>
          <p:spPr bwMode="auto">
            <a:xfrm>
              <a:off x="4352132" y="2478478"/>
              <a:ext cx="1376361" cy="5460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zh-CN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HKBN</a:t>
              </a:r>
              <a:endParaRPr lang="en-US" altLang="x-none" sz="1600" b="0" dirty="0">
                <a:solidFill>
                  <a:srgbClr val="0000FF"/>
                </a:solidFill>
                <a:latin typeface="Arial" charset="0"/>
                <a:sym typeface="Calibri" charset="0"/>
              </a:endParaRPr>
            </a:p>
          </p:txBody>
        </p:sp>
        <p:sp>
          <p:nvSpPr>
            <p:cNvPr id="69" name="Shape 144"/>
            <p:cNvSpPr>
              <a:spLocks noChangeArrowheads="1"/>
            </p:cNvSpPr>
            <p:nvPr/>
          </p:nvSpPr>
          <p:spPr bwMode="auto">
            <a:xfrm>
              <a:off x="2717798" y="4902982"/>
              <a:ext cx="1347788" cy="9684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zh-CN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China</a:t>
              </a:r>
              <a:r>
                <a:rPr lang="zh-CN" altLang="en-US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 </a:t>
              </a:r>
              <a:r>
                <a:rPr lang="en-US" altLang="zh-CN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Mobile</a:t>
              </a:r>
              <a:endParaRPr lang="en-US" altLang="x-none" sz="1600" b="0" dirty="0">
                <a:solidFill>
                  <a:srgbClr val="0000FF"/>
                </a:solidFill>
                <a:latin typeface="Arial" charset="0"/>
                <a:sym typeface="Calibri" charset="0"/>
              </a:endParaRPr>
            </a:p>
          </p:txBody>
        </p:sp>
        <p:sp>
          <p:nvSpPr>
            <p:cNvPr id="70" name="Shape 145"/>
            <p:cNvSpPr>
              <a:spLocks noChangeArrowheads="1"/>
            </p:cNvSpPr>
            <p:nvPr/>
          </p:nvSpPr>
          <p:spPr bwMode="auto">
            <a:xfrm>
              <a:off x="4852987" y="4606944"/>
              <a:ext cx="1870076" cy="5460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400000"/>
                  <a:headEnd/>
                  <a:tailEnd/>
                </a14:hiddenLine>
              </a:ex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-128"/>
                </a:defRPr>
              </a:lvl9pPr>
            </a:lstStyle>
            <a:p>
              <a:pPr algn="ctr" eaLnBrk="1" hangingPunct="1"/>
              <a:r>
                <a:rPr lang="en-US" altLang="zh-CN" sz="1600" b="0" dirty="0">
                  <a:solidFill>
                    <a:srgbClr val="0000FF"/>
                  </a:solidFill>
                  <a:latin typeface="Arial" charset="0"/>
                  <a:sym typeface="Calibri" charset="0"/>
                </a:rPr>
                <a:t>PCCW</a:t>
              </a:r>
              <a:endParaRPr lang="en-US" altLang="x-none" sz="1600" b="0" dirty="0">
                <a:solidFill>
                  <a:srgbClr val="0000FF"/>
                </a:solidFill>
                <a:latin typeface="Arial" charset="0"/>
                <a:sym typeface="Calibri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65017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7E7B4-3DD7-DB44-B01A-6A5F41719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</a:t>
            </a:r>
            <a:r>
              <a:rPr lang="en-US" altLang="zh-CN" dirty="0"/>
              <a:t>necting</a:t>
            </a:r>
            <a:r>
              <a:rPr lang="zh-CN" altLang="en-US" dirty="0"/>
              <a:t> </a:t>
            </a:r>
            <a:r>
              <a:rPr lang="en-US" altLang="zh-CN" dirty="0"/>
              <a:t>everyone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4A1DD-9EA6-DF4E-AA76-3E224C9AF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Any</a:t>
            </a:r>
            <a:r>
              <a:rPr lang="zh-CN" altLang="en-US" dirty="0"/>
              <a:t> </a:t>
            </a:r>
            <a:r>
              <a:rPr lang="en-US" altLang="zh-CN" dirty="0"/>
              <a:t>two</a:t>
            </a:r>
            <a:r>
              <a:rPr lang="zh-CN" altLang="en-US" dirty="0"/>
              <a:t> </a:t>
            </a:r>
            <a:r>
              <a:rPr lang="en-US" altLang="zh-CN" dirty="0"/>
              <a:t>end-hosts</a:t>
            </a:r>
            <a:r>
              <a:rPr lang="zh-CN" altLang="en-US" dirty="0"/>
              <a:t> </a:t>
            </a:r>
            <a:r>
              <a:rPr lang="en-US" altLang="zh-CN" dirty="0"/>
              <a:t>(anywhere!)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talk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r>
              <a:rPr lang="zh-CN" altLang="en-US" dirty="0"/>
              <a:t> </a:t>
            </a:r>
            <a:r>
              <a:rPr lang="en-US" altLang="zh-CN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via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Internet</a:t>
            </a:r>
          </a:p>
          <a:p>
            <a:r>
              <a:rPr lang="en-US" altLang="zh-CN" dirty="0"/>
              <a:t>Q:</a:t>
            </a:r>
            <a:r>
              <a:rPr lang="zh-CN" altLang="en-US" dirty="0"/>
              <a:t> </a:t>
            </a:r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connect</a:t>
            </a:r>
            <a:r>
              <a:rPr lang="zh-CN" altLang="en-US" dirty="0"/>
              <a:t> </a:t>
            </a:r>
            <a:r>
              <a:rPr lang="en-US" altLang="zh-CN" dirty="0"/>
              <a:t>millions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millions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nets?</a:t>
            </a:r>
            <a:endParaRPr lang="en-US" dirty="0"/>
          </a:p>
        </p:txBody>
      </p:sp>
      <p:grpSp>
        <p:nvGrpSpPr>
          <p:cNvPr id="4" name="Group 5">
            <a:extLst>
              <a:ext uri="{FF2B5EF4-FFF2-40B4-BE49-F238E27FC236}">
                <a16:creationId xmlns:a16="http://schemas.microsoft.com/office/drawing/2014/main" id="{CE03B819-C99B-944D-987F-570DC62B44CB}"/>
              </a:ext>
            </a:extLst>
          </p:cNvPr>
          <p:cNvGrpSpPr>
            <a:grpSpLocks/>
          </p:cNvGrpSpPr>
          <p:nvPr/>
        </p:nvGrpSpPr>
        <p:grpSpPr bwMode="auto">
          <a:xfrm>
            <a:off x="1219200" y="3048000"/>
            <a:ext cx="6685906" cy="3506014"/>
            <a:chOff x="154891" y="1905681"/>
            <a:chExt cx="8436427" cy="4559651"/>
          </a:xfrm>
        </p:grpSpPr>
        <p:grpSp>
          <p:nvGrpSpPr>
            <p:cNvPr id="5" name="Group 2">
              <a:extLst>
                <a:ext uri="{FF2B5EF4-FFF2-40B4-BE49-F238E27FC236}">
                  <a16:creationId xmlns:a16="http://schemas.microsoft.com/office/drawing/2014/main" id="{775AD8F9-DA32-0D4E-AE63-CA04F309D6A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AE163579-C33B-C64F-B837-928DFCF7EE4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">
                <a:extLst>
                  <a:ext uri="{FF2B5EF4-FFF2-40B4-BE49-F238E27FC236}">
                    <a16:creationId xmlns:a16="http://schemas.microsoft.com/office/drawing/2014/main" id="{E55F77B9-E1E9-B64D-8C05-C0B34B79EE7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6" name="Group 131">
              <a:extLst>
                <a:ext uri="{FF2B5EF4-FFF2-40B4-BE49-F238E27FC236}">
                  <a16:creationId xmlns:a16="http://schemas.microsoft.com/office/drawing/2014/main" id="{6D6C9943-4CE4-F740-8FCB-54CE16E3145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E193DDC8-2B8D-904D-A7C4-0FDD2FE05B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33">
                <a:extLst>
                  <a:ext uri="{FF2B5EF4-FFF2-40B4-BE49-F238E27FC236}">
                    <a16:creationId xmlns:a16="http://schemas.microsoft.com/office/drawing/2014/main" id="{A64D3707-0BCB-3742-BF9D-A8C7D50CB9D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7" name="Group 135">
              <a:extLst>
                <a:ext uri="{FF2B5EF4-FFF2-40B4-BE49-F238E27FC236}">
                  <a16:creationId xmlns:a16="http://schemas.microsoft.com/office/drawing/2014/main" id="{C3FD11BE-E59B-0944-AADA-1A6968887F2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5809094D-A22A-484B-AA7B-A4FEBC01C0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37">
                <a:extLst>
                  <a:ext uri="{FF2B5EF4-FFF2-40B4-BE49-F238E27FC236}">
                    <a16:creationId xmlns:a16="http://schemas.microsoft.com/office/drawing/2014/main" id="{55DD12AC-FBE7-974A-9F32-A021CD22441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8" name="Group 138">
              <a:extLst>
                <a:ext uri="{FF2B5EF4-FFF2-40B4-BE49-F238E27FC236}">
                  <a16:creationId xmlns:a16="http://schemas.microsoft.com/office/drawing/2014/main" id="{E5A8D4F8-D7B8-8E43-B26A-F080A51E91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F183FE38-659D-1F4E-94E4-8B0F7A2F61E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0">
                <a:extLst>
                  <a:ext uri="{FF2B5EF4-FFF2-40B4-BE49-F238E27FC236}">
                    <a16:creationId xmlns:a16="http://schemas.microsoft.com/office/drawing/2014/main" id="{6A5359BA-B9BA-484B-85FD-6A3B4EB79D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9" name="Group 141">
              <a:extLst>
                <a:ext uri="{FF2B5EF4-FFF2-40B4-BE49-F238E27FC236}">
                  <a16:creationId xmlns:a16="http://schemas.microsoft.com/office/drawing/2014/main" id="{076A4608-5356-854E-B303-E7631A42B1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03A44E03-A6F8-5A44-9C88-6EE784ECA2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3">
                <a:extLst>
                  <a:ext uri="{FF2B5EF4-FFF2-40B4-BE49-F238E27FC236}">
                    <a16:creationId xmlns:a16="http://schemas.microsoft.com/office/drawing/2014/main" id="{5A54D705-EEC7-A74E-9AE9-D668EBD0472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44">
              <a:extLst>
                <a:ext uri="{FF2B5EF4-FFF2-40B4-BE49-F238E27FC236}">
                  <a16:creationId xmlns:a16="http://schemas.microsoft.com/office/drawing/2014/main" id="{3A97DC09-345F-2F4E-838E-52A3A795D6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B36BAAF1-1D37-2E41-8766-571ACC3E0B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46">
                <a:extLst>
                  <a:ext uri="{FF2B5EF4-FFF2-40B4-BE49-F238E27FC236}">
                    <a16:creationId xmlns:a16="http://schemas.microsoft.com/office/drawing/2014/main" id="{CF1A9668-9C9B-894E-9845-91BCB0E99DC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47">
              <a:extLst>
                <a:ext uri="{FF2B5EF4-FFF2-40B4-BE49-F238E27FC236}">
                  <a16:creationId xmlns:a16="http://schemas.microsoft.com/office/drawing/2014/main" id="{766E450F-B0C7-7940-B285-22C816AD34E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CDECE502-03C3-334E-9061-0953928D9F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49">
                <a:extLst>
                  <a:ext uri="{FF2B5EF4-FFF2-40B4-BE49-F238E27FC236}">
                    <a16:creationId xmlns:a16="http://schemas.microsoft.com/office/drawing/2014/main" id="{7B86EB0B-099B-CD43-AC8D-35F1843FF41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50">
              <a:extLst>
                <a:ext uri="{FF2B5EF4-FFF2-40B4-BE49-F238E27FC236}">
                  <a16:creationId xmlns:a16="http://schemas.microsoft.com/office/drawing/2014/main" id="{1ECA7F11-81FE-684A-9581-AAB0813A3C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74640D60-CCA5-E246-8301-FBA72212EA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2">
                <a:extLst>
                  <a:ext uri="{FF2B5EF4-FFF2-40B4-BE49-F238E27FC236}">
                    <a16:creationId xmlns:a16="http://schemas.microsoft.com/office/drawing/2014/main" id="{8FCA071B-90AC-DC4E-B42A-64CDC899D76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53">
              <a:extLst>
                <a:ext uri="{FF2B5EF4-FFF2-40B4-BE49-F238E27FC236}">
                  <a16:creationId xmlns:a16="http://schemas.microsoft.com/office/drawing/2014/main" id="{DD2ECB2C-F5E7-C643-8341-761F711B6A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8AC89483-8BB1-2B46-9D74-2F13B9F000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55">
                <a:extLst>
                  <a:ext uri="{FF2B5EF4-FFF2-40B4-BE49-F238E27FC236}">
                    <a16:creationId xmlns:a16="http://schemas.microsoft.com/office/drawing/2014/main" id="{4CFAEC23-47CB-1F41-AE0E-58C6342F887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56">
              <a:extLst>
                <a:ext uri="{FF2B5EF4-FFF2-40B4-BE49-F238E27FC236}">
                  <a16:creationId xmlns:a16="http://schemas.microsoft.com/office/drawing/2014/main" id="{9F1F35E9-1AAD-3447-B25E-15B0171F1D5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DCBE692D-3CF6-4240-A02F-ED7840CC4E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58">
                <a:extLst>
                  <a:ext uri="{FF2B5EF4-FFF2-40B4-BE49-F238E27FC236}">
                    <a16:creationId xmlns:a16="http://schemas.microsoft.com/office/drawing/2014/main" id="{78940F80-4546-3F4C-B902-B3A4079D88F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60">
              <a:extLst>
                <a:ext uri="{FF2B5EF4-FFF2-40B4-BE49-F238E27FC236}">
                  <a16:creationId xmlns:a16="http://schemas.microsoft.com/office/drawing/2014/main" id="{4CEB8734-4C0E-8440-B488-78D91BD8B77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84BBA7EF-11BA-1A41-8384-0C3D7F2405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2">
                <a:extLst>
                  <a:ext uri="{FF2B5EF4-FFF2-40B4-BE49-F238E27FC236}">
                    <a16:creationId xmlns:a16="http://schemas.microsoft.com/office/drawing/2014/main" id="{D4A56146-16E8-6D4F-AB9B-04B43A7B756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63">
              <a:extLst>
                <a:ext uri="{FF2B5EF4-FFF2-40B4-BE49-F238E27FC236}">
                  <a16:creationId xmlns:a16="http://schemas.microsoft.com/office/drawing/2014/main" id="{8510F631-F05D-5743-B65A-0F68CA8A395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740A3B21-51DA-F54E-81F6-175344E7481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65">
                <a:extLst>
                  <a:ext uri="{FF2B5EF4-FFF2-40B4-BE49-F238E27FC236}">
                    <a16:creationId xmlns:a16="http://schemas.microsoft.com/office/drawing/2014/main" id="{679BD3E2-D5BD-C843-8B04-94EDA37C696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66">
              <a:extLst>
                <a:ext uri="{FF2B5EF4-FFF2-40B4-BE49-F238E27FC236}">
                  <a16:creationId xmlns:a16="http://schemas.microsoft.com/office/drawing/2014/main" id="{D4F16B07-39CD-3B4B-963D-5ECA4B0E0F4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5351652D-5C9A-694A-9BA7-F404C0341E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68">
                <a:extLst>
                  <a:ext uri="{FF2B5EF4-FFF2-40B4-BE49-F238E27FC236}">
                    <a16:creationId xmlns:a16="http://schemas.microsoft.com/office/drawing/2014/main" id="{9202EDF7-A3CF-724B-9E9E-19D97FF1023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69">
              <a:extLst>
                <a:ext uri="{FF2B5EF4-FFF2-40B4-BE49-F238E27FC236}">
                  <a16:creationId xmlns:a16="http://schemas.microsoft.com/office/drawing/2014/main" id="{686A1736-B522-0340-8C33-778B7C0BD8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638D047A-F7E4-B544-8B8C-104AE49409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1">
                <a:extLst>
                  <a:ext uri="{FF2B5EF4-FFF2-40B4-BE49-F238E27FC236}">
                    <a16:creationId xmlns:a16="http://schemas.microsoft.com/office/drawing/2014/main" id="{D31C199E-B8F8-514E-B8D1-603FF6528A5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72">
              <a:extLst>
                <a:ext uri="{FF2B5EF4-FFF2-40B4-BE49-F238E27FC236}">
                  <a16:creationId xmlns:a16="http://schemas.microsoft.com/office/drawing/2014/main" id="{294029E1-FA1A-B247-A5FB-A5A1249B1F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29" name="Freeform 84">
                <a:extLst>
                  <a:ext uri="{FF2B5EF4-FFF2-40B4-BE49-F238E27FC236}">
                    <a16:creationId xmlns:a16="http://schemas.microsoft.com/office/drawing/2014/main" id="{8B10A319-BE3A-BD4E-AAF2-E2BC90D20D2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" name="TextBox 174">
                <a:extLst>
                  <a:ext uri="{FF2B5EF4-FFF2-40B4-BE49-F238E27FC236}">
                    <a16:creationId xmlns:a16="http://schemas.microsoft.com/office/drawing/2014/main" id="{E3001C5D-B67E-D541-9BBC-252B4CA3C4F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75">
              <a:extLst>
                <a:ext uri="{FF2B5EF4-FFF2-40B4-BE49-F238E27FC236}">
                  <a16:creationId xmlns:a16="http://schemas.microsoft.com/office/drawing/2014/main" id="{C92F1D48-619C-5240-A15C-21352570FF2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27" name="Freeform 84">
                <a:extLst>
                  <a:ext uri="{FF2B5EF4-FFF2-40B4-BE49-F238E27FC236}">
                    <a16:creationId xmlns:a16="http://schemas.microsoft.com/office/drawing/2014/main" id="{4B17ABFB-F661-EE45-A41D-631046D9DA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TextBox 177">
                <a:extLst>
                  <a:ext uri="{FF2B5EF4-FFF2-40B4-BE49-F238E27FC236}">
                    <a16:creationId xmlns:a16="http://schemas.microsoft.com/office/drawing/2014/main" id="{289A3EBC-6C3B-C841-A768-F75ABAFABD0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1" name="TextBox 4">
              <a:extLst>
                <a:ext uri="{FF2B5EF4-FFF2-40B4-BE49-F238E27FC236}">
                  <a16:creationId xmlns:a16="http://schemas.microsoft.com/office/drawing/2014/main" id="{CBEB32D3-81C6-3F44-9A8F-08D1AA8D21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2" name="TextBox 179">
              <a:extLst>
                <a:ext uri="{FF2B5EF4-FFF2-40B4-BE49-F238E27FC236}">
                  <a16:creationId xmlns:a16="http://schemas.microsoft.com/office/drawing/2014/main" id="{D2D3338E-3DA2-8D48-9D5C-447A7E5FD5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3" name="TextBox 180">
              <a:extLst>
                <a:ext uri="{FF2B5EF4-FFF2-40B4-BE49-F238E27FC236}">
                  <a16:creationId xmlns:a16="http://schemas.microsoft.com/office/drawing/2014/main" id="{8215F56B-E17E-B149-974D-7A07D5DFE4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4" name="TextBox 181">
              <a:extLst>
                <a:ext uri="{FF2B5EF4-FFF2-40B4-BE49-F238E27FC236}">
                  <a16:creationId xmlns:a16="http://schemas.microsoft.com/office/drawing/2014/main" id="{FD03DF14-CAD3-8246-9CC6-241F5B97A6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5" name="TextBox 182">
              <a:extLst>
                <a:ext uri="{FF2B5EF4-FFF2-40B4-BE49-F238E27FC236}">
                  <a16:creationId xmlns:a16="http://schemas.microsoft.com/office/drawing/2014/main" id="{D7F7F70B-F433-CB49-B32C-F046F034FA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83">
              <a:extLst>
                <a:ext uri="{FF2B5EF4-FFF2-40B4-BE49-F238E27FC236}">
                  <a16:creationId xmlns:a16="http://schemas.microsoft.com/office/drawing/2014/main" id="{89D7457C-B340-D443-A055-E4DD37E0D1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805086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CF3D1-7081-6443-A774-86E7B2288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Connecting</a:t>
            </a:r>
            <a:r>
              <a:rPr lang="zh-CN" altLang="en-US" dirty="0"/>
              <a:t> </a:t>
            </a:r>
            <a:r>
              <a:rPr lang="en-US" altLang="zh-CN" dirty="0"/>
              <a:t>everyone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21900-0996-BA4C-92A3-93A9ACA0B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4" name="Group 5">
            <a:extLst>
              <a:ext uri="{FF2B5EF4-FFF2-40B4-BE49-F238E27FC236}">
                <a16:creationId xmlns:a16="http://schemas.microsoft.com/office/drawing/2014/main" id="{508C7917-D403-7848-96DB-7437C288B9B3}"/>
              </a:ext>
            </a:extLst>
          </p:cNvPr>
          <p:cNvGrpSpPr>
            <a:grpSpLocks/>
          </p:cNvGrpSpPr>
          <p:nvPr/>
        </p:nvGrpSpPr>
        <p:grpSpPr bwMode="auto">
          <a:xfrm>
            <a:off x="249237" y="1918514"/>
            <a:ext cx="8437563" cy="4559300"/>
            <a:chOff x="154891" y="1905681"/>
            <a:chExt cx="8436427" cy="4559651"/>
          </a:xfrm>
        </p:grpSpPr>
        <p:grpSp>
          <p:nvGrpSpPr>
            <p:cNvPr id="5" name="Group 2">
              <a:extLst>
                <a:ext uri="{FF2B5EF4-FFF2-40B4-BE49-F238E27FC236}">
                  <a16:creationId xmlns:a16="http://schemas.microsoft.com/office/drawing/2014/main" id="{3BD6655D-7771-9D4D-A4B2-34B2205338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29396" y="2297655"/>
              <a:ext cx="648422" cy="418253"/>
              <a:chOff x="3053396" y="4304255"/>
              <a:chExt cx="648422" cy="418253"/>
            </a:xfrm>
          </p:grpSpPr>
          <p:sp>
            <p:nvSpPr>
              <p:cNvPr id="57" name="Freeform 84">
                <a:extLst>
                  <a:ext uri="{FF2B5EF4-FFF2-40B4-BE49-F238E27FC236}">
                    <a16:creationId xmlns:a16="http://schemas.microsoft.com/office/drawing/2014/main" id="{84499374-F31C-9E41-844F-E658993B08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TextBox 1">
                <a:extLst>
                  <a:ext uri="{FF2B5EF4-FFF2-40B4-BE49-F238E27FC236}">
                    <a16:creationId xmlns:a16="http://schemas.microsoft.com/office/drawing/2014/main" id="{77D9F28D-4D3A-1740-858A-032AAD0FB4B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6" name="Group 131">
              <a:extLst>
                <a:ext uri="{FF2B5EF4-FFF2-40B4-BE49-F238E27FC236}">
                  <a16:creationId xmlns:a16="http://schemas.microsoft.com/office/drawing/2014/main" id="{BA7B2D6A-1EF2-744D-B2A2-9CDDEFB340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96" y="3097755"/>
              <a:ext cx="648422" cy="418253"/>
              <a:chOff x="3053396" y="4304255"/>
              <a:chExt cx="648422" cy="418253"/>
            </a:xfrm>
          </p:grpSpPr>
          <p:sp>
            <p:nvSpPr>
              <p:cNvPr id="55" name="Freeform 84">
                <a:extLst>
                  <a:ext uri="{FF2B5EF4-FFF2-40B4-BE49-F238E27FC236}">
                    <a16:creationId xmlns:a16="http://schemas.microsoft.com/office/drawing/2014/main" id="{29479AC8-1481-A041-9159-50288864A1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TextBox 133">
                <a:extLst>
                  <a:ext uri="{FF2B5EF4-FFF2-40B4-BE49-F238E27FC236}">
                    <a16:creationId xmlns:a16="http://schemas.microsoft.com/office/drawing/2014/main" id="{04A142BA-406F-1A4A-B61B-8540D6CDD09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7" name="Group 135">
              <a:extLst>
                <a:ext uri="{FF2B5EF4-FFF2-40B4-BE49-F238E27FC236}">
                  <a16:creationId xmlns:a16="http://schemas.microsoft.com/office/drawing/2014/main" id="{951E1D39-8BB6-E149-A6F2-A3E2912BE6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37896" y="2551655"/>
              <a:ext cx="648422" cy="418253"/>
              <a:chOff x="3053396" y="4304255"/>
              <a:chExt cx="648422" cy="418253"/>
            </a:xfrm>
          </p:grpSpPr>
          <p:sp>
            <p:nvSpPr>
              <p:cNvPr id="53" name="Freeform 84">
                <a:extLst>
                  <a:ext uri="{FF2B5EF4-FFF2-40B4-BE49-F238E27FC236}">
                    <a16:creationId xmlns:a16="http://schemas.microsoft.com/office/drawing/2014/main" id="{AC9E4634-17F2-014B-96EB-1BBDBBD444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TextBox 137">
                <a:extLst>
                  <a:ext uri="{FF2B5EF4-FFF2-40B4-BE49-F238E27FC236}">
                    <a16:creationId xmlns:a16="http://schemas.microsoft.com/office/drawing/2014/main" id="{CF807BA0-236C-ED40-BDD6-A30EB3F8121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8" name="Group 138">
              <a:extLst>
                <a:ext uri="{FF2B5EF4-FFF2-40B4-BE49-F238E27FC236}">
                  <a16:creationId xmlns:a16="http://schemas.microsoft.com/office/drawing/2014/main" id="{B3381363-773B-C642-A5A1-DC133C0EB3E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45196" y="5409155"/>
              <a:ext cx="648422" cy="418253"/>
              <a:chOff x="3053396" y="4304255"/>
              <a:chExt cx="648422" cy="418253"/>
            </a:xfrm>
          </p:grpSpPr>
          <p:sp>
            <p:nvSpPr>
              <p:cNvPr id="51" name="Freeform 84">
                <a:extLst>
                  <a:ext uri="{FF2B5EF4-FFF2-40B4-BE49-F238E27FC236}">
                    <a16:creationId xmlns:a16="http://schemas.microsoft.com/office/drawing/2014/main" id="{CBCD95D9-7771-7C47-ABCD-F498FFF0DE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TextBox 140">
                <a:extLst>
                  <a:ext uri="{FF2B5EF4-FFF2-40B4-BE49-F238E27FC236}">
                    <a16:creationId xmlns:a16="http://schemas.microsoft.com/office/drawing/2014/main" id="{39C8DED9-6FB8-354C-8EA9-E9BEBEF31FC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9" name="Group 141">
              <a:extLst>
                <a:ext uri="{FF2B5EF4-FFF2-40B4-BE49-F238E27FC236}">
                  <a16:creationId xmlns:a16="http://schemas.microsoft.com/office/drawing/2014/main" id="{D369DAA5-0581-8D47-A0C7-9B9DF9A052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6096" y="4786855"/>
              <a:ext cx="648422" cy="418253"/>
              <a:chOff x="3053396" y="4304255"/>
              <a:chExt cx="648422" cy="418253"/>
            </a:xfrm>
          </p:grpSpPr>
          <p:sp>
            <p:nvSpPr>
              <p:cNvPr id="49" name="Freeform 84">
                <a:extLst>
                  <a:ext uri="{FF2B5EF4-FFF2-40B4-BE49-F238E27FC236}">
                    <a16:creationId xmlns:a16="http://schemas.microsoft.com/office/drawing/2014/main" id="{4420A0F2-9B9F-1D49-B7D3-EA84B8C420A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Box 143">
                <a:extLst>
                  <a:ext uri="{FF2B5EF4-FFF2-40B4-BE49-F238E27FC236}">
                    <a16:creationId xmlns:a16="http://schemas.microsoft.com/office/drawing/2014/main" id="{6330633C-8730-DD46-9BCB-8CD647F173D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0" name="Group 144">
              <a:extLst>
                <a:ext uri="{FF2B5EF4-FFF2-40B4-BE49-F238E27FC236}">
                  <a16:creationId xmlns:a16="http://schemas.microsoft.com/office/drawing/2014/main" id="{F55079D1-2D6E-B649-AFE5-6FAF9B5585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7496" y="4126455"/>
              <a:ext cx="648422" cy="418253"/>
              <a:chOff x="3053396" y="4304255"/>
              <a:chExt cx="648422" cy="418253"/>
            </a:xfrm>
          </p:grpSpPr>
          <p:sp>
            <p:nvSpPr>
              <p:cNvPr id="47" name="Freeform 84">
                <a:extLst>
                  <a:ext uri="{FF2B5EF4-FFF2-40B4-BE49-F238E27FC236}">
                    <a16:creationId xmlns:a16="http://schemas.microsoft.com/office/drawing/2014/main" id="{515AF0C9-8482-1944-BA53-64174768E8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Box 146">
                <a:extLst>
                  <a:ext uri="{FF2B5EF4-FFF2-40B4-BE49-F238E27FC236}">
                    <a16:creationId xmlns:a16="http://schemas.microsoft.com/office/drawing/2014/main" id="{E2B7AA68-9C37-2547-90CA-ABEB3183FE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1" name="Group 147">
              <a:extLst>
                <a:ext uri="{FF2B5EF4-FFF2-40B4-BE49-F238E27FC236}">
                  <a16:creationId xmlns:a16="http://schemas.microsoft.com/office/drawing/2014/main" id="{51A220A4-57F3-1E42-802B-D885504FA8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787196" y="2983455"/>
              <a:ext cx="648422" cy="418253"/>
              <a:chOff x="3053396" y="4304255"/>
              <a:chExt cx="648422" cy="418253"/>
            </a:xfrm>
          </p:grpSpPr>
          <p:sp>
            <p:nvSpPr>
              <p:cNvPr id="45" name="Freeform 84">
                <a:extLst>
                  <a:ext uri="{FF2B5EF4-FFF2-40B4-BE49-F238E27FC236}">
                    <a16:creationId xmlns:a16="http://schemas.microsoft.com/office/drawing/2014/main" id="{D1FFAE05-2445-9547-A356-DBA245BFCD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TextBox 149">
                <a:extLst>
                  <a:ext uri="{FF2B5EF4-FFF2-40B4-BE49-F238E27FC236}">
                    <a16:creationId xmlns:a16="http://schemas.microsoft.com/office/drawing/2014/main" id="{6E11DCF0-A820-E444-9380-5F23F61A840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2" name="Group 150">
              <a:extLst>
                <a:ext uri="{FF2B5EF4-FFF2-40B4-BE49-F238E27FC236}">
                  <a16:creationId xmlns:a16="http://schemas.microsoft.com/office/drawing/2014/main" id="{BD48600B-647D-1744-B8C5-9B55D1AD83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9596" y="2056355"/>
              <a:ext cx="648422" cy="418253"/>
              <a:chOff x="3053396" y="4304255"/>
              <a:chExt cx="648422" cy="418253"/>
            </a:xfrm>
          </p:grpSpPr>
          <p:sp>
            <p:nvSpPr>
              <p:cNvPr id="43" name="Freeform 84">
                <a:extLst>
                  <a:ext uri="{FF2B5EF4-FFF2-40B4-BE49-F238E27FC236}">
                    <a16:creationId xmlns:a16="http://schemas.microsoft.com/office/drawing/2014/main" id="{D7E80319-A1AA-4144-864E-DB69D0FA2A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TextBox 152">
                <a:extLst>
                  <a:ext uri="{FF2B5EF4-FFF2-40B4-BE49-F238E27FC236}">
                    <a16:creationId xmlns:a16="http://schemas.microsoft.com/office/drawing/2014/main" id="{A7E999D9-61ED-E94B-BEE5-2EF2DD0B5F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3" name="Group 153">
              <a:extLst>
                <a:ext uri="{FF2B5EF4-FFF2-40B4-BE49-F238E27FC236}">
                  <a16:creationId xmlns:a16="http://schemas.microsoft.com/office/drawing/2014/main" id="{A776E1B9-482C-AC40-BE11-267E0D7C556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54696" y="2704055"/>
              <a:ext cx="648422" cy="418253"/>
              <a:chOff x="3053396" y="4304255"/>
              <a:chExt cx="648422" cy="418253"/>
            </a:xfrm>
          </p:grpSpPr>
          <p:sp>
            <p:nvSpPr>
              <p:cNvPr id="41" name="Freeform 84">
                <a:extLst>
                  <a:ext uri="{FF2B5EF4-FFF2-40B4-BE49-F238E27FC236}">
                    <a16:creationId xmlns:a16="http://schemas.microsoft.com/office/drawing/2014/main" id="{82BDC288-94C6-6A48-9918-474A4C679D3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TextBox 155">
                <a:extLst>
                  <a:ext uri="{FF2B5EF4-FFF2-40B4-BE49-F238E27FC236}">
                    <a16:creationId xmlns:a16="http://schemas.microsoft.com/office/drawing/2014/main" id="{6B144F1D-64AC-4B42-B7A5-D494C004282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4" name="Group 156">
              <a:extLst>
                <a:ext uri="{FF2B5EF4-FFF2-40B4-BE49-F238E27FC236}">
                  <a16:creationId xmlns:a16="http://schemas.microsoft.com/office/drawing/2014/main" id="{AC2C4550-C222-F54A-85D0-EE70B66CC2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43996" y="2030955"/>
              <a:ext cx="648422" cy="418253"/>
              <a:chOff x="3053396" y="4304255"/>
              <a:chExt cx="648422" cy="418253"/>
            </a:xfrm>
          </p:grpSpPr>
          <p:sp>
            <p:nvSpPr>
              <p:cNvPr id="39" name="Freeform 84">
                <a:extLst>
                  <a:ext uri="{FF2B5EF4-FFF2-40B4-BE49-F238E27FC236}">
                    <a16:creationId xmlns:a16="http://schemas.microsoft.com/office/drawing/2014/main" id="{D5F6AE51-F10D-BF4D-A855-030325C6A9A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TextBox 158">
                <a:extLst>
                  <a:ext uri="{FF2B5EF4-FFF2-40B4-BE49-F238E27FC236}">
                    <a16:creationId xmlns:a16="http://schemas.microsoft.com/office/drawing/2014/main" id="{661DF19A-CA3A-1C4F-A344-2038FF8369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5" name="Group 160">
              <a:extLst>
                <a:ext uri="{FF2B5EF4-FFF2-40B4-BE49-F238E27FC236}">
                  <a16:creationId xmlns:a16="http://schemas.microsoft.com/office/drawing/2014/main" id="{37675D74-BD2E-974B-9B60-C125A296A4E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04696" y="5663155"/>
              <a:ext cx="648422" cy="418253"/>
              <a:chOff x="3053396" y="4304255"/>
              <a:chExt cx="648422" cy="418253"/>
            </a:xfrm>
          </p:grpSpPr>
          <p:sp>
            <p:nvSpPr>
              <p:cNvPr id="37" name="Freeform 84">
                <a:extLst>
                  <a:ext uri="{FF2B5EF4-FFF2-40B4-BE49-F238E27FC236}">
                    <a16:creationId xmlns:a16="http://schemas.microsoft.com/office/drawing/2014/main" id="{7BA94929-136C-D440-BBBA-E636CE4ED4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TextBox 162">
                <a:extLst>
                  <a:ext uri="{FF2B5EF4-FFF2-40B4-BE49-F238E27FC236}">
                    <a16:creationId xmlns:a16="http://schemas.microsoft.com/office/drawing/2014/main" id="{0B2E6796-BAFB-B14C-AEFF-E495CA31EA8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6" name="Group 163">
              <a:extLst>
                <a:ext uri="{FF2B5EF4-FFF2-40B4-BE49-F238E27FC236}">
                  <a16:creationId xmlns:a16="http://schemas.microsoft.com/office/drawing/2014/main" id="{D0F542D5-B5C8-5C4B-BCF2-C17558FA31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942896" y="5015455"/>
              <a:ext cx="648422" cy="418253"/>
              <a:chOff x="3053396" y="4304255"/>
              <a:chExt cx="648422" cy="418253"/>
            </a:xfrm>
          </p:grpSpPr>
          <p:sp>
            <p:nvSpPr>
              <p:cNvPr id="35" name="Freeform 84">
                <a:extLst>
                  <a:ext uri="{FF2B5EF4-FFF2-40B4-BE49-F238E27FC236}">
                    <a16:creationId xmlns:a16="http://schemas.microsoft.com/office/drawing/2014/main" id="{87F95FAF-3875-0744-A1B8-9110050DCC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TextBox 165">
                <a:extLst>
                  <a:ext uri="{FF2B5EF4-FFF2-40B4-BE49-F238E27FC236}">
                    <a16:creationId xmlns:a16="http://schemas.microsoft.com/office/drawing/2014/main" id="{2352D061-9C31-A94D-889A-B67D86E6CC6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7" name="Group 166">
              <a:extLst>
                <a:ext uri="{FF2B5EF4-FFF2-40B4-BE49-F238E27FC236}">
                  <a16:creationId xmlns:a16="http://schemas.microsoft.com/office/drawing/2014/main" id="{B0292711-4910-9B4C-B668-E84D475E1E6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14296" y="4101055"/>
              <a:ext cx="648422" cy="418253"/>
              <a:chOff x="3053396" y="4304255"/>
              <a:chExt cx="648422" cy="418253"/>
            </a:xfrm>
          </p:grpSpPr>
          <p:sp>
            <p:nvSpPr>
              <p:cNvPr id="33" name="Freeform 84">
                <a:extLst>
                  <a:ext uri="{FF2B5EF4-FFF2-40B4-BE49-F238E27FC236}">
                    <a16:creationId xmlns:a16="http://schemas.microsoft.com/office/drawing/2014/main" id="{1A3DDC60-B637-D846-B538-1C2672F635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TextBox 168">
                <a:extLst>
                  <a:ext uri="{FF2B5EF4-FFF2-40B4-BE49-F238E27FC236}">
                    <a16:creationId xmlns:a16="http://schemas.microsoft.com/office/drawing/2014/main" id="{2343E0B5-5E0D-3D46-B05F-0D20839BCA8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8" name="Group 169">
              <a:extLst>
                <a:ext uri="{FF2B5EF4-FFF2-40B4-BE49-F238E27FC236}">
                  <a16:creationId xmlns:a16="http://schemas.microsoft.com/office/drawing/2014/main" id="{54F70776-E91F-A14C-A043-97EF774222C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9496" y="5904455"/>
              <a:ext cx="648422" cy="418253"/>
              <a:chOff x="3053396" y="4304255"/>
              <a:chExt cx="648422" cy="418253"/>
            </a:xfrm>
          </p:grpSpPr>
          <p:sp>
            <p:nvSpPr>
              <p:cNvPr id="31" name="Freeform 84">
                <a:extLst>
                  <a:ext uri="{FF2B5EF4-FFF2-40B4-BE49-F238E27FC236}">
                    <a16:creationId xmlns:a16="http://schemas.microsoft.com/office/drawing/2014/main" id="{CDDD1562-AE9B-2749-A82C-40575FD999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TextBox 171">
                <a:extLst>
                  <a:ext uri="{FF2B5EF4-FFF2-40B4-BE49-F238E27FC236}">
                    <a16:creationId xmlns:a16="http://schemas.microsoft.com/office/drawing/2014/main" id="{E055BE67-BE2F-CC49-86F5-16EAB732EA6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19" name="Group 172">
              <a:extLst>
                <a:ext uri="{FF2B5EF4-FFF2-40B4-BE49-F238E27FC236}">
                  <a16:creationId xmlns:a16="http://schemas.microsoft.com/office/drawing/2014/main" id="{85D506BC-8661-AA4A-A115-564CE90AF1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55096" y="6044155"/>
              <a:ext cx="648422" cy="418253"/>
              <a:chOff x="3053396" y="4304255"/>
              <a:chExt cx="648422" cy="418253"/>
            </a:xfrm>
          </p:grpSpPr>
          <p:sp>
            <p:nvSpPr>
              <p:cNvPr id="29" name="Freeform 84">
                <a:extLst>
                  <a:ext uri="{FF2B5EF4-FFF2-40B4-BE49-F238E27FC236}">
                    <a16:creationId xmlns:a16="http://schemas.microsoft.com/office/drawing/2014/main" id="{5B65CD38-1951-E34F-9E90-3EBDCD704C3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" name="TextBox 174">
                <a:extLst>
                  <a:ext uri="{FF2B5EF4-FFF2-40B4-BE49-F238E27FC236}">
                    <a16:creationId xmlns:a16="http://schemas.microsoft.com/office/drawing/2014/main" id="{ADFEFAE0-C37B-7A47-B2CC-831FD2B7A5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grpSp>
          <p:nvGrpSpPr>
            <p:cNvPr id="20" name="Group 175">
              <a:extLst>
                <a:ext uri="{FF2B5EF4-FFF2-40B4-BE49-F238E27FC236}">
                  <a16:creationId xmlns:a16="http://schemas.microsoft.com/office/drawing/2014/main" id="{A7E99DCC-8812-6349-837E-8BDB39660B2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35896" y="5891755"/>
              <a:ext cx="648422" cy="418253"/>
              <a:chOff x="3053396" y="4304255"/>
              <a:chExt cx="648422" cy="418253"/>
            </a:xfrm>
          </p:grpSpPr>
          <p:sp>
            <p:nvSpPr>
              <p:cNvPr id="27" name="Freeform 84">
                <a:extLst>
                  <a:ext uri="{FF2B5EF4-FFF2-40B4-BE49-F238E27FC236}">
                    <a16:creationId xmlns:a16="http://schemas.microsoft.com/office/drawing/2014/main" id="{5139AF96-E6E2-1D41-A6EF-31CFA913B71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3396" y="4304255"/>
                <a:ext cx="596988" cy="418253"/>
              </a:xfrm>
              <a:custGeom>
                <a:avLst/>
                <a:gdLst>
                  <a:gd name="T0" fmla="*/ 2147483647 w 1036"/>
                  <a:gd name="T1" fmla="*/ 2147483647 h 675"/>
                  <a:gd name="T2" fmla="*/ 2147483647 w 1036"/>
                  <a:gd name="T3" fmla="*/ 2147483647 h 675"/>
                  <a:gd name="T4" fmla="*/ 2147483647 w 1036"/>
                  <a:gd name="T5" fmla="*/ 2147483647 h 675"/>
                  <a:gd name="T6" fmla="*/ 2147483647 w 1036"/>
                  <a:gd name="T7" fmla="*/ 2147483647 h 675"/>
                  <a:gd name="T8" fmla="*/ 2147483647 w 1036"/>
                  <a:gd name="T9" fmla="*/ 2147483647 h 675"/>
                  <a:gd name="T10" fmla="*/ 2147483647 w 1036"/>
                  <a:gd name="T11" fmla="*/ 2147483647 h 675"/>
                  <a:gd name="T12" fmla="*/ 2147483647 w 1036"/>
                  <a:gd name="T13" fmla="*/ 2147483647 h 675"/>
                  <a:gd name="T14" fmla="*/ 2147483647 w 1036"/>
                  <a:gd name="T15" fmla="*/ 2147483647 h 675"/>
                  <a:gd name="T16" fmla="*/ 2147483647 w 1036"/>
                  <a:gd name="T17" fmla="*/ 2147483647 h 675"/>
                  <a:gd name="T18" fmla="*/ 2147483647 w 1036"/>
                  <a:gd name="T19" fmla="*/ 2147483647 h 675"/>
                  <a:gd name="T20" fmla="*/ 2147483647 w 1036"/>
                  <a:gd name="T21" fmla="*/ 2147483647 h 675"/>
                  <a:gd name="T22" fmla="*/ 2147483647 w 1036"/>
                  <a:gd name="T23" fmla="*/ 2147483647 h 675"/>
                  <a:gd name="T24" fmla="*/ 2147483647 w 1036"/>
                  <a:gd name="T25" fmla="*/ 2147483647 h 675"/>
                  <a:gd name="T26" fmla="*/ 2147483647 w 1036"/>
                  <a:gd name="T27" fmla="*/ 2147483647 h 675"/>
                  <a:gd name="T28" fmla="*/ 2147483647 w 1036"/>
                  <a:gd name="T29" fmla="*/ 2147483647 h 675"/>
                  <a:gd name="T30" fmla="*/ 2147483647 w 1036"/>
                  <a:gd name="T31" fmla="*/ 2147483647 h 675"/>
                  <a:gd name="T32" fmla="*/ 2147483647 w 1036"/>
                  <a:gd name="T33" fmla="*/ 2147483647 h 675"/>
                  <a:gd name="T34" fmla="*/ 2147483647 w 1036"/>
                  <a:gd name="T35" fmla="*/ 2147483647 h 675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1036"/>
                  <a:gd name="T55" fmla="*/ 0 h 675"/>
                  <a:gd name="T56" fmla="*/ 1036 w 1036"/>
                  <a:gd name="T57" fmla="*/ 675 h 675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1036" h="675">
                    <a:moveTo>
                      <a:pt x="648" y="11"/>
                    </a:moveTo>
                    <a:cubicBezTo>
                      <a:pt x="584" y="19"/>
                      <a:pt x="464" y="33"/>
                      <a:pt x="390" y="53"/>
                    </a:cubicBezTo>
                    <a:cubicBezTo>
                      <a:pt x="316" y="73"/>
                      <a:pt x="246" y="100"/>
                      <a:pt x="206" y="129"/>
                    </a:cubicBezTo>
                    <a:cubicBezTo>
                      <a:pt x="166" y="158"/>
                      <a:pt x="183" y="201"/>
                      <a:pt x="152" y="229"/>
                    </a:cubicBezTo>
                    <a:cubicBezTo>
                      <a:pt x="121" y="257"/>
                      <a:pt x="44" y="259"/>
                      <a:pt x="22" y="297"/>
                    </a:cubicBezTo>
                    <a:cubicBezTo>
                      <a:pt x="0" y="335"/>
                      <a:pt x="0" y="427"/>
                      <a:pt x="18" y="459"/>
                    </a:cubicBezTo>
                    <a:cubicBezTo>
                      <a:pt x="36" y="491"/>
                      <a:pt x="59" y="484"/>
                      <a:pt x="132" y="489"/>
                    </a:cubicBezTo>
                    <a:cubicBezTo>
                      <a:pt x="205" y="494"/>
                      <a:pt x="380" y="478"/>
                      <a:pt x="458" y="489"/>
                    </a:cubicBezTo>
                    <a:cubicBezTo>
                      <a:pt x="536" y="500"/>
                      <a:pt x="549" y="527"/>
                      <a:pt x="598" y="555"/>
                    </a:cubicBezTo>
                    <a:cubicBezTo>
                      <a:pt x="647" y="583"/>
                      <a:pt x="707" y="639"/>
                      <a:pt x="752" y="657"/>
                    </a:cubicBezTo>
                    <a:cubicBezTo>
                      <a:pt x="797" y="675"/>
                      <a:pt x="837" y="670"/>
                      <a:pt x="870" y="661"/>
                    </a:cubicBezTo>
                    <a:cubicBezTo>
                      <a:pt x="903" y="652"/>
                      <a:pt x="932" y="639"/>
                      <a:pt x="952" y="603"/>
                    </a:cubicBezTo>
                    <a:cubicBezTo>
                      <a:pt x="972" y="567"/>
                      <a:pt x="981" y="497"/>
                      <a:pt x="992" y="445"/>
                    </a:cubicBezTo>
                    <a:cubicBezTo>
                      <a:pt x="1003" y="393"/>
                      <a:pt x="1013" y="347"/>
                      <a:pt x="1018" y="291"/>
                    </a:cubicBezTo>
                    <a:cubicBezTo>
                      <a:pt x="1023" y="235"/>
                      <a:pt x="1036" y="153"/>
                      <a:pt x="1022" y="107"/>
                    </a:cubicBezTo>
                    <a:cubicBezTo>
                      <a:pt x="1008" y="61"/>
                      <a:pt x="975" y="34"/>
                      <a:pt x="934" y="17"/>
                    </a:cubicBezTo>
                    <a:cubicBezTo>
                      <a:pt x="893" y="0"/>
                      <a:pt x="824" y="4"/>
                      <a:pt x="776" y="3"/>
                    </a:cubicBezTo>
                    <a:cubicBezTo>
                      <a:pt x="728" y="2"/>
                      <a:pt x="712" y="3"/>
                      <a:pt x="648" y="11"/>
                    </a:cubicBezTo>
                    <a:close/>
                  </a:path>
                </a:pathLst>
              </a:custGeom>
              <a:solidFill>
                <a:srgbClr val="00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TextBox 177">
                <a:extLst>
                  <a:ext uri="{FF2B5EF4-FFF2-40B4-BE49-F238E27FC236}">
                    <a16:creationId xmlns:a16="http://schemas.microsoft.com/office/drawing/2014/main" id="{90C01982-586B-D042-AD40-8CA51CB648F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118029" y="4323258"/>
                <a:ext cx="583789" cy="3530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access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ts val="1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net</a:t>
                </a:r>
              </a:p>
            </p:txBody>
          </p:sp>
        </p:grpSp>
        <p:sp>
          <p:nvSpPr>
            <p:cNvPr id="21" name="TextBox 4">
              <a:extLst>
                <a:ext uri="{FF2B5EF4-FFF2-40B4-BE49-F238E27FC236}">
                  <a16:creationId xmlns:a16="http://schemas.microsoft.com/office/drawing/2014/main" id="{7E811ADD-0A04-B049-B29E-D8C38A0F44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53502">
              <a:off x="5143500" y="19558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2" name="TextBox 179">
              <a:extLst>
                <a:ext uri="{FF2B5EF4-FFF2-40B4-BE49-F238E27FC236}">
                  <a16:creationId xmlns:a16="http://schemas.microsoft.com/office/drawing/2014/main" id="{33408803-F934-C34E-A2DB-F01AB4D335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2829263">
              <a:off x="7429500" y="3429000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3" name="TextBox 180">
              <a:extLst>
                <a:ext uri="{FF2B5EF4-FFF2-40B4-BE49-F238E27FC236}">
                  <a16:creationId xmlns:a16="http://schemas.microsoft.com/office/drawing/2014/main" id="{2A5FEF01-F1B7-3A4B-BCCD-C8D911CEF5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9845918">
              <a:off x="6098241" y="5942112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4" name="TextBox 181">
              <a:extLst>
                <a:ext uri="{FF2B5EF4-FFF2-40B4-BE49-F238E27FC236}">
                  <a16:creationId xmlns:a16="http://schemas.microsoft.com/office/drawing/2014/main" id="{F58E7FA3-BBB8-BF45-AFAC-1C0B89D8ED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9948738">
              <a:off x="1730786" y="5845469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5" name="TextBox 182">
              <a:extLst>
                <a:ext uri="{FF2B5EF4-FFF2-40B4-BE49-F238E27FC236}">
                  <a16:creationId xmlns:a16="http://schemas.microsoft.com/office/drawing/2014/main" id="{F1908B9D-0C8E-D446-A9EA-E299F9A09F3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4992697">
              <a:off x="144631" y="3539025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  <p:sp>
          <p:nvSpPr>
            <p:cNvPr id="26" name="TextBox 183">
              <a:extLst>
                <a:ext uri="{FF2B5EF4-FFF2-40B4-BE49-F238E27FC236}">
                  <a16:creationId xmlns:a16="http://schemas.microsoft.com/office/drawing/2014/main" id="{D1954AFE-B8A9-7941-AFDA-B34298DDFA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017263">
              <a:off x="2330376" y="1905681"/>
              <a:ext cx="54373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…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B7CD75E0-1BE5-B04B-BDCF-E932972603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54218" y="3367370"/>
            <a:ext cx="4268787" cy="12001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connecting each </a:t>
            </a:r>
            <a:r>
              <a:rPr lang="en-US" altLang="zh-CN" b="0" dirty="0">
                <a:solidFill>
                  <a:prstClr val="black"/>
                </a:solidFill>
                <a:latin typeface="Calibri" panose="020F0502020204030204"/>
                <a:cs typeface="+mn-cs"/>
              </a:rPr>
              <a:t>network</a:t>
            </a:r>
            <a:r>
              <a:rPr lang="zh-CN" altLang="en-US" b="0" dirty="0">
                <a:solidFill>
                  <a:prstClr val="black"/>
                </a:solidFill>
                <a:latin typeface="Calibri" panose="020F0502020204030204"/>
                <a:cs typeface="+mn-cs"/>
              </a:rPr>
              <a:t>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to each other directly 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doesn’t scale: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O(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N</a:t>
            </a:r>
            <a:r>
              <a:rPr kumimoji="0" lang="en-US" altLang="en-US" sz="24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2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) connections.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7FF07383-980C-4F43-8C1F-AD8F06553683}"/>
                  </a:ext>
                </a:extLst>
              </p14:cNvPr>
              <p14:cNvContentPartPr/>
              <p14:nvPr/>
            </p14:nvContentPartPr>
            <p14:xfrm>
              <a:off x="929160" y="2360160"/>
              <a:ext cx="7310520" cy="351972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7FF07383-980C-4F43-8C1F-AD8F0655368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2960" y="2343960"/>
                <a:ext cx="7342920" cy="3552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1156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Solution:</a:t>
            </a:r>
            <a:r>
              <a:rPr lang="zh-CN" altLang="en-US" dirty="0"/>
              <a:t> </a:t>
            </a:r>
            <a:r>
              <a:rPr lang="en-US" dirty="0"/>
              <a:t>Switched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End-systems and networks connected by switches instead of directly connecting them</a:t>
            </a:r>
          </a:p>
          <a:p>
            <a:pPr lvl="1"/>
            <a:r>
              <a:rPr lang="en-US" dirty="0"/>
              <a:t>Why?</a:t>
            </a:r>
          </a:p>
          <a:p>
            <a:r>
              <a:rPr lang="en-US" dirty="0"/>
              <a:t>Allows us to </a:t>
            </a:r>
            <a:r>
              <a:rPr lang="en-US" dirty="0">
                <a:solidFill>
                  <a:srgbClr val="0000FF"/>
                </a:solidFill>
              </a:rPr>
              <a:t>scale</a:t>
            </a:r>
            <a:r>
              <a:rPr lang="en-US" altLang="zh-CN" dirty="0">
                <a:solidFill>
                  <a:srgbClr val="0000FF"/>
                </a:solidFill>
              </a:rPr>
              <a:t>!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131A16-D3B4-7446-AE34-256C00356A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37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CB2CAE6-40A2-E447-BDDC-1A912188D096}"/>
              </a:ext>
            </a:extLst>
          </p:cNvPr>
          <p:cNvGrpSpPr/>
          <p:nvPr/>
        </p:nvGrpSpPr>
        <p:grpSpPr>
          <a:xfrm>
            <a:off x="1419547" y="3505200"/>
            <a:ext cx="5743253" cy="3048000"/>
            <a:chOff x="1619894" y="1918514"/>
            <a:chExt cx="8437563" cy="45593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2AE83D8-8B50-1B4B-BB40-1724EE83C202}"/>
                </a:ext>
              </a:extLst>
            </p:cNvPr>
            <p:cNvGrpSpPr/>
            <p:nvPr/>
          </p:nvGrpSpPr>
          <p:grpSpPr>
            <a:xfrm>
              <a:off x="2298266" y="2316723"/>
              <a:ext cx="7177087" cy="3750366"/>
              <a:chOff x="2298266" y="2316723"/>
              <a:chExt cx="7177087" cy="3750366"/>
            </a:xfrm>
          </p:grpSpPr>
          <p:sp>
            <p:nvSpPr>
              <p:cNvPr id="6" name="Oval 3">
                <a:extLst>
                  <a:ext uri="{FF2B5EF4-FFF2-40B4-BE49-F238E27FC236}">
                    <a16:creationId xmlns:a16="http://schemas.microsoft.com/office/drawing/2014/main" id="{DB30875A-29AF-094D-AEC8-E8A5C9DB04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74557" y="3143854"/>
                <a:ext cx="3864121" cy="1970736"/>
              </a:xfrm>
              <a:prstGeom prst="ellipse">
                <a:avLst/>
              </a:prstGeom>
              <a:solidFill>
                <a:srgbClr val="3C6CDF"/>
              </a:solidFill>
              <a:ln w="9525">
                <a:noFill/>
                <a:round/>
                <a:headEnd/>
                <a:tailEnd/>
              </a:ln>
            </p:spPr>
            <p:txBody>
              <a:bodyPr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cxnSp>
            <p:nvCxnSpPr>
              <p:cNvPr id="8" name="Straight Connector 10">
                <a:extLst>
                  <a:ext uri="{FF2B5EF4-FFF2-40B4-BE49-F238E27FC236}">
                    <a16:creationId xmlns:a16="http://schemas.microsoft.com/office/drawing/2014/main" id="{2110B354-F5AA-6245-9E97-8675BE82AF2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5154178" y="3581064"/>
                <a:ext cx="1223963" cy="96838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" name="Straight Connector 297">
                <a:extLst>
                  <a:ext uri="{FF2B5EF4-FFF2-40B4-BE49-F238E27FC236}">
                    <a16:creationId xmlns:a16="http://schemas.microsoft.com/office/drawing/2014/main" id="{E1350A85-FC63-C941-95EB-5CDBC29B751A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5787591" y="3984289"/>
                <a:ext cx="139700" cy="112713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0" name="Straight Connector 298">
                <a:extLst>
                  <a:ext uri="{FF2B5EF4-FFF2-40B4-BE49-F238E27FC236}">
                    <a16:creationId xmlns:a16="http://schemas.microsoft.com/office/drawing/2014/main" id="{756EF771-E7E6-194D-99B2-70B20987C84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5557403" y="4260514"/>
                <a:ext cx="280988" cy="61913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1" name="Straight Connector 299">
                <a:extLst>
                  <a:ext uri="{FF2B5EF4-FFF2-40B4-BE49-F238E27FC236}">
                    <a16:creationId xmlns:a16="http://schemas.microsoft.com/office/drawing/2014/main" id="{1A1AB31B-D176-DA49-B506-82A773FAB2C9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5214503" y="4022389"/>
                <a:ext cx="223838" cy="14922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2" name="Straight Connector 300">
                <a:extLst>
                  <a:ext uri="{FF2B5EF4-FFF2-40B4-BE49-F238E27FC236}">
                    <a16:creationId xmlns:a16="http://schemas.microsoft.com/office/drawing/2014/main" id="{13DB3235-EB70-B749-A3FD-F8FDE9A96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4854141" y="4427202"/>
                <a:ext cx="238125" cy="13335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3" name="Straight Connector 301">
                <a:extLst>
                  <a:ext uri="{FF2B5EF4-FFF2-40B4-BE49-F238E27FC236}">
                    <a16:creationId xmlns:a16="http://schemas.microsoft.com/office/drawing/2014/main" id="{4BCFDF0B-1A26-5C40-A6B8-8BE86F00A79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5806641" y="4327189"/>
                <a:ext cx="292100" cy="34290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" name="Straight Connector 302">
                <a:extLst>
                  <a:ext uri="{FF2B5EF4-FFF2-40B4-BE49-F238E27FC236}">
                    <a16:creationId xmlns:a16="http://schemas.microsoft.com/office/drawing/2014/main" id="{3BA36980-E29E-934A-9A9A-4063BDF5FD5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6374966" y="4308139"/>
                <a:ext cx="412750" cy="16827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5" name="Straight Connector 303">
                <a:extLst>
                  <a:ext uri="{FF2B5EF4-FFF2-40B4-BE49-F238E27FC236}">
                    <a16:creationId xmlns:a16="http://schemas.microsoft.com/office/drawing/2014/main" id="{5AB659F0-2BF4-3B40-BF9D-2AB4B8E0D6E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6359091" y="3836652"/>
                <a:ext cx="328612" cy="26670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" name="Straight Connector 304">
                <a:extLst>
                  <a:ext uri="{FF2B5EF4-FFF2-40B4-BE49-F238E27FC236}">
                    <a16:creationId xmlns:a16="http://schemas.microsoft.com/office/drawing/2014/main" id="{899DADB3-CC66-B14B-8887-18BF30AFCA09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5155766" y="3660439"/>
                <a:ext cx="261937" cy="119063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7" name="TextBox 39958">
                <a:extLst>
                  <a:ext uri="{FF2B5EF4-FFF2-40B4-BE49-F238E27FC236}">
                    <a16:creationId xmlns:a16="http://schemas.microsoft.com/office/drawing/2014/main" id="{ADF5E6A8-A895-DB40-83ED-FF41E351207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63675" y="3644564"/>
                <a:ext cx="271393" cy="6905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ＭＳ Ｐゴシック" panose="020B0600070205080204" pitchFamily="34" charset="-128"/>
                  <a:cs typeface="+mn-cs"/>
                </a:endParaRPr>
              </a:p>
            </p:txBody>
          </p:sp>
          <p:cxnSp>
            <p:nvCxnSpPr>
              <p:cNvPr id="18" name="Straight Connector 307">
                <a:extLst>
                  <a:ext uri="{FF2B5EF4-FFF2-40B4-BE49-F238E27FC236}">
                    <a16:creationId xmlns:a16="http://schemas.microsoft.com/office/drawing/2014/main" id="{4AE757D3-3235-2541-917E-D07952C39FE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298266" y="4320839"/>
                <a:ext cx="1971675" cy="21113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9" name="Straight Connector 308">
                <a:extLst>
                  <a:ext uri="{FF2B5EF4-FFF2-40B4-BE49-F238E27FC236}">
                    <a16:creationId xmlns:a16="http://schemas.microsoft.com/office/drawing/2014/main" id="{8C20AE89-EC0A-A441-AC3F-3D0990BB3078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2525278" y="4633577"/>
                <a:ext cx="1744663" cy="4111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0" name="Straight Connector 309">
                <a:extLst>
                  <a:ext uri="{FF2B5EF4-FFF2-40B4-BE49-F238E27FC236}">
                    <a16:creationId xmlns:a16="http://schemas.microsoft.com/office/drawing/2014/main" id="{B2646D1B-7C9E-3E4C-97FE-9A8B2AAE6E7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2928503" y="4682789"/>
                <a:ext cx="1431925" cy="7556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1" name="Straight Connector 310">
                <a:extLst>
                  <a:ext uri="{FF2B5EF4-FFF2-40B4-BE49-F238E27FC236}">
                    <a16:creationId xmlns:a16="http://schemas.microsoft.com/office/drawing/2014/main" id="{A0A7AE40-6F24-4349-9B02-58353D71F46B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4520766" y="4703427"/>
                <a:ext cx="57150" cy="12112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2" name="Straight Connector 311">
                <a:extLst>
                  <a:ext uri="{FF2B5EF4-FFF2-40B4-BE49-F238E27FC236}">
                    <a16:creationId xmlns:a16="http://schemas.microsoft.com/office/drawing/2014/main" id="{93827E4E-0FAB-9A4D-B274-DB52DC1BB30C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5747903" y="4932027"/>
                <a:ext cx="6350" cy="11350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" name="Straight Connector 312">
                <a:extLst>
                  <a:ext uri="{FF2B5EF4-FFF2-40B4-BE49-F238E27FC236}">
                    <a16:creationId xmlns:a16="http://schemas.microsoft.com/office/drawing/2014/main" id="{0EED59E0-1A0F-734B-850F-6DAD5A16975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6055878" y="4881227"/>
                <a:ext cx="506413" cy="10588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4" name="Straight Connector 313">
                <a:extLst>
                  <a:ext uri="{FF2B5EF4-FFF2-40B4-BE49-F238E27FC236}">
                    <a16:creationId xmlns:a16="http://schemas.microsoft.com/office/drawing/2014/main" id="{4066AE7E-7625-814E-8004-34709BC9AEB8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7173478" y="4646277"/>
                <a:ext cx="1512888" cy="10826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5" name="Straight Connector 314">
                <a:extLst>
                  <a:ext uri="{FF2B5EF4-FFF2-40B4-BE49-F238E27FC236}">
                    <a16:creationId xmlns:a16="http://schemas.microsoft.com/office/drawing/2014/main" id="{F35913B6-2706-C441-810D-A2268658F57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7230628" y="4524039"/>
                <a:ext cx="2244725" cy="609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6" name="Straight Connector 315">
                <a:extLst>
                  <a:ext uri="{FF2B5EF4-FFF2-40B4-BE49-F238E27FC236}">
                    <a16:creationId xmlns:a16="http://schemas.microsoft.com/office/drawing/2014/main" id="{9667FD86-E9D5-AB42-B890-23995EECEC68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7171891" y="4219239"/>
                <a:ext cx="2076450" cy="1936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7" name="Straight Connector 316">
                <a:extLst>
                  <a:ext uri="{FF2B5EF4-FFF2-40B4-BE49-F238E27FC236}">
                    <a16:creationId xmlns:a16="http://schemas.microsoft.com/office/drawing/2014/main" id="{B5285595-1A6E-984D-8E8D-79BF4AF9291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6992503" y="3287377"/>
                <a:ext cx="1422400" cy="45402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8" name="Straight Connector 317">
                <a:extLst>
                  <a:ext uri="{FF2B5EF4-FFF2-40B4-BE49-F238E27FC236}">
                    <a16:creationId xmlns:a16="http://schemas.microsoft.com/office/drawing/2014/main" id="{501C8028-849B-3146-AFE6-A2AC38C84DD4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6816291" y="2863514"/>
                <a:ext cx="898525" cy="72866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9" name="Straight Connector 318">
                <a:extLst>
                  <a:ext uri="{FF2B5EF4-FFF2-40B4-BE49-F238E27FC236}">
                    <a16:creationId xmlns:a16="http://schemas.microsoft.com/office/drawing/2014/main" id="{BB38D03B-7620-6740-B921-C25D71D5436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5981266" y="2441239"/>
                <a:ext cx="555625" cy="112553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0" name="Straight Connector 22">
                <a:extLst>
                  <a:ext uri="{FF2B5EF4-FFF2-40B4-BE49-F238E27FC236}">
                    <a16:creationId xmlns:a16="http://schemas.microsoft.com/office/drawing/2014/main" id="{85DFB60D-5DE2-1E41-98A1-1E9E6ED4913D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493653" y="2638089"/>
                <a:ext cx="1230313" cy="79692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1" name="Straight Connector 305">
                <a:extLst>
                  <a:ext uri="{FF2B5EF4-FFF2-40B4-BE49-F238E27FC236}">
                    <a16:creationId xmlns:a16="http://schemas.microsoft.com/office/drawing/2014/main" id="{C68AE8D2-AFE5-2E49-B425-C80A605C283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749116" y="2969877"/>
                <a:ext cx="1885950" cy="51911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" name="Straight Connector 306">
                <a:extLst>
                  <a:ext uri="{FF2B5EF4-FFF2-40B4-BE49-F238E27FC236}">
                    <a16:creationId xmlns:a16="http://schemas.microsoft.com/office/drawing/2014/main" id="{E8874001-8FED-F642-A437-975FC3F235E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361766" y="3338177"/>
                <a:ext cx="2273300" cy="2603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E15F98D2-82AA-EB45-9712-58E988C2E751}"/>
                  </a:ext>
                </a:extLst>
              </p:cNvPr>
              <p:cNvGrpSpPr/>
              <p:nvPr/>
            </p:nvGrpSpPr>
            <p:grpSpPr>
              <a:xfrm>
                <a:off x="4279891" y="4448623"/>
                <a:ext cx="626338" cy="344849"/>
                <a:chOff x="7493876" y="2774731"/>
                <a:chExt cx="1481958" cy="894622"/>
              </a:xfrm>
            </p:grpSpPr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0685551A-F73E-824A-A53D-79519BD7B2BF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92" name="Oval 91">
                  <a:extLst>
                    <a:ext uri="{FF2B5EF4-FFF2-40B4-BE49-F238E27FC236}">
                      <a16:creationId xmlns:a16="http://schemas.microsoft.com/office/drawing/2014/main" id="{C40BA560-CB13-2E48-BB52-75B48CD5B241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93" name="Group 92">
                  <a:extLst>
                    <a:ext uri="{FF2B5EF4-FFF2-40B4-BE49-F238E27FC236}">
                      <a16:creationId xmlns:a16="http://schemas.microsoft.com/office/drawing/2014/main" id="{0AC6B310-A6B5-D449-BBFB-05CFA59AD099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94" name="Freeform 93">
                    <a:extLst>
                      <a:ext uri="{FF2B5EF4-FFF2-40B4-BE49-F238E27FC236}">
                        <a16:creationId xmlns:a16="http://schemas.microsoft.com/office/drawing/2014/main" id="{696374A9-D571-A44D-9957-8DC9CCFAF810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5" name="Freeform 94">
                    <a:extLst>
                      <a:ext uri="{FF2B5EF4-FFF2-40B4-BE49-F238E27FC236}">
                        <a16:creationId xmlns:a16="http://schemas.microsoft.com/office/drawing/2014/main" id="{DC0156E3-663A-8D44-8362-24AAC0644272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6" name="Freeform 95">
                    <a:extLst>
                      <a:ext uri="{FF2B5EF4-FFF2-40B4-BE49-F238E27FC236}">
                        <a16:creationId xmlns:a16="http://schemas.microsoft.com/office/drawing/2014/main" id="{BE896FB9-C7EA-4F47-AF73-0EBC5F9A8C2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7" name="Freeform 96">
                    <a:extLst>
                      <a:ext uri="{FF2B5EF4-FFF2-40B4-BE49-F238E27FC236}">
                        <a16:creationId xmlns:a16="http://schemas.microsoft.com/office/drawing/2014/main" id="{E12A7333-364F-5144-89A7-EEFA1E6D662D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F77DBE10-9731-1849-81E4-8C3CFA815563}"/>
                  </a:ext>
                </a:extLst>
              </p:cNvPr>
              <p:cNvGrpSpPr/>
              <p:nvPr/>
            </p:nvGrpSpPr>
            <p:grpSpPr>
              <a:xfrm>
                <a:off x="6344372" y="3546134"/>
                <a:ext cx="626338" cy="344849"/>
                <a:chOff x="7493876" y="2774731"/>
                <a:chExt cx="1481958" cy="894622"/>
              </a:xfrm>
            </p:grpSpPr>
            <p:sp>
              <p:nvSpPr>
                <p:cNvPr id="84" name="Freeform 83">
                  <a:extLst>
                    <a:ext uri="{FF2B5EF4-FFF2-40B4-BE49-F238E27FC236}">
                      <a16:creationId xmlns:a16="http://schemas.microsoft.com/office/drawing/2014/main" id="{BB888D7E-AB56-D247-9786-C004136F2457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85" name="Oval 84">
                  <a:extLst>
                    <a:ext uri="{FF2B5EF4-FFF2-40B4-BE49-F238E27FC236}">
                      <a16:creationId xmlns:a16="http://schemas.microsoft.com/office/drawing/2014/main" id="{8FE785B4-7872-F44A-B177-79F910F44F41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86" name="Group 85">
                  <a:extLst>
                    <a:ext uri="{FF2B5EF4-FFF2-40B4-BE49-F238E27FC236}">
                      <a16:creationId xmlns:a16="http://schemas.microsoft.com/office/drawing/2014/main" id="{0CD695B0-EE9E-4146-9EAF-17162643212A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87" name="Freeform 86">
                    <a:extLst>
                      <a:ext uri="{FF2B5EF4-FFF2-40B4-BE49-F238E27FC236}">
                        <a16:creationId xmlns:a16="http://schemas.microsoft.com/office/drawing/2014/main" id="{BD042423-55F9-5841-9281-86D65CABC3B7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8" name="Freeform 87">
                    <a:extLst>
                      <a:ext uri="{FF2B5EF4-FFF2-40B4-BE49-F238E27FC236}">
                        <a16:creationId xmlns:a16="http://schemas.microsoft.com/office/drawing/2014/main" id="{6E0263B6-673B-9749-B745-5B5786871178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9" name="Freeform 88">
                    <a:extLst>
                      <a:ext uri="{FF2B5EF4-FFF2-40B4-BE49-F238E27FC236}">
                        <a16:creationId xmlns:a16="http://schemas.microsoft.com/office/drawing/2014/main" id="{45774F02-3A3F-E04A-B642-6F5529D4A7E4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0" name="Freeform 89">
                    <a:extLst>
                      <a:ext uri="{FF2B5EF4-FFF2-40B4-BE49-F238E27FC236}">
                        <a16:creationId xmlns:a16="http://schemas.microsoft.com/office/drawing/2014/main" id="{D479ADFD-A2FA-CD4A-94EB-EEB8527223C8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D8A88C08-A038-5F45-A264-D6EC5075E370}"/>
                  </a:ext>
                </a:extLst>
              </p:cNvPr>
              <p:cNvGrpSpPr/>
              <p:nvPr/>
            </p:nvGrpSpPr>
            <p:grpSpPr>
              <a:xfrm>
                <a:off x="6727154" y="4298718"/>
                <a:ext cx="626338" cy="344849"/>
                <a:chOff x="7493876" y="2774731"/>
                <a:chExt cx="1481958" cy="894622"/>
              </a:xfrm>
            </p:grpSpPr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F654D9A2-24AB-5B4A-9028-2C20D4B25BA0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904A83A4-61A2-BB41-9969-898B7F18328C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9" name="Group 78">
                  <a:extLst>
                    <a:ext uri="{FF2B5EF4-FFF2-40B4-BE49-F238E27FC236}">
                      <a16:creationId xmlns:a16="http://schemas.microsoft.com/office/drawing/2014/main" id="{2C5BA380-C5CB-674B-B177-5AACD4CF50D1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80" name="Freeform 79">
                    <a:extLst>
                      <a:ext uri="{FF2B5EF4-FFF2-40B4-BE49-F238E27FC236}">
                        <a16:creationId xmlns:a16="http://schemas.microsoft.com/office/drawing/2014/main" id="{B4BB6B33-EE15-224D-A8EE-13C9FC1E86E4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1" name="Freeform 80">
                    <a:extLst>
                      <a:ext uri="{FF2B5EF4-FFF2-40B4-BE49-F238E27FC236}">
                        <a16:creationId xmlns:a16="http://schemas.microsoft.com/office/drawing/2014/main" id="{43A6A6A3-4778-2445-A7D4-0DCC8F4CED18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2" name="Freeform 81">
                    <a:extLst>
                      <a:ext uri="{FF2B5EF4-FFF2-40B4-BE49-F238E27FC236}">
                        <a16:creationId xmlns:a16="http://schemas.microsoft.com/office/drawing/2014/main" id="{883DB14C-B7B8-964E-A291-0D4A8399D018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83" name="Freeform 82">
                    <a:extLst>
                      <a:ext uri="{FF2B5EF4-FFF2-40B4-BE49-F238E27FC236}">
                        <a16:creationId xmlns:a16="http://schemas.microsoft.com/office/drawing/2014/main" id="{DDD1D2CB-82B6-5541-8651-6502AF1CC62C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EC4D4BCF-B6FA-6140-B5A9-5BEB8FB65AFD}"/>
                  </a:ext>
                </a:extLst>
              </p:cNvPr>
              <p:cNvGrpSpPr/>
              <p:nvPr/>
            </p:nvGrpSpPr>
            <p:grpSpPr>
              <a:xfrm>
                <a:off x="5837682" y="4055837"/>
                <a:ext cx="626338" cy="344849"/>
                <a:chOff x="7493876" y="2774731"/>
                <a:chExt cx="1481958" cy="894622"/>
              </a:xfrm>
            </p:grpSpPr>
            <p:sp>
              <p:nvSpPr>
                <p:cNvPr id="70" name="Freeform 69">
                  <a:extLst>
                    <a:ext uri="{FF2B5EF4-FFF2-40B4-BE49-F238E27FC236}">
                      <a16:creationId xmlns:a16="http://schemas.microsoft.com/office/drawing/2014/main" id="{0F34B91B-D857-2742-92A2-47A259DA12EE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19E15E61-D44A-104B-B222-2BDEE9E8C1F4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72" name="Group 71">
                  <a:extLst>
                    <a:ext uri="{FF2B5EF4-FFF2-40B4-BE49-F238E27FC236}">
                      <a16:creationId xmlns:a16="http://schemas.microsoft.com/office/drawing/2014/main" id="{9EB5AD5D-E45F-DA41-9877-8828E6D1ECA1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73" name="Freeform 72">
                    <a:extLst>
                      <a:ext uri="{FF2B5EF4-FFF2-40B4-BE49-F238E27FC236}">
                        <a16:creationId xmlns:a16="http://schemas.microsoft.com/office/drawing/2014/main" id="{69E280F1-1B45-7744-99D0-37C847A7D8D2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4" name="Freeform 73">
                    <a:extLst>
                      <a:ext uri="{FF2B5EF4-FFF2-40B4-BE49-F238E27FC236}">
                        <a16:creationId xmlns:a16="http://schemas.microsoft.com/office/drawing/2014/main" id="{06498030-9E2D-AE4F-A1BF-4407259DF887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5" name="Freeform 74">
                    <a:extLst>
                      <a:ext uri="{FF2B5EF4-FFF2-40B4-BE49-F238E27FC236}">
                        <a16:creationId xmlns:a16="http://schemas.microsoft.com/office/drawing/2014/main" id="{E3AEB8B8-CF7A-4947-B9BF-60596A1F557B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6" name="Freeform 75">
                    <a:extLst>
                      <a:ext uri="{FF2B5EF4-FFF2-40B4-BE49-F238E27FC236}">
                        <a16:creationId xmlns:a16="http://schemas.microsoft.com/office/drawing/2014/main" id="{FA26063F-4F81-1F41-91B5-18150493D827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63C47996-A668-5047-B109-32B17A9131F5}"/>
                  </a:ext>
                </a:extLst>
              </p:cNvPr>
              <p:cNvGrpSpPr/>
              <p:nvPr/>
            </p:nvGrpSpPr>
            <p:grpSpPr>
              <a:xfrm>
                <a:off x="5550814" y="4588885"/>
                <a:ext cx="626338" cy="344849"/>
                <a:chOff x="7493876" y="2774731"/>
                <a:chExt cx="1481958" cy="894622"/>
              </a:xfrm>
            </p:grpSpPr>
            <p:sp>
              <p:nvSpPr>
                <p:cNvPr id="63" name="Freeform 62">
                  <a:extLst>
                    <a:ext uri="{FF2B5EF4-FFF2-40B4-BE49-F238E27FC236}">
                      <a16:creationId xmlns:a16="http://schemas.microsoft.com/office/drawing/2014/main" id="{468DC21F-ED12-5048-98C8-D48726A09F11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63983F70-95E2-554B-94F9-CC24322CE9A8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65" name="Group 64">
                  <a:extLst>
                    <a:ext uri="{FF2B5EF4-FFF2-40B4-BE49-F238E27FC236}">
                      <a16:creationId xmlns:a16="http://schemas.microsoft.com/office/drawing/2014/main" id="{F0AFE301-BC8F-C344-AACE-5CE62F09D675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66" name="Freeform 65">
                    <a:extLst>
                      <a:ext uri="{FF2B5EF4-FFF2-40B4-BE49-F238E27FC236}">
                        <a16:creationId xmlns:a16="http://schemas.microsoft.com/office/drawing/2014/main" id="{59636EC6-893B-0745-A8AA-9BCB2373F2B7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7" name="Freeform 66">
                    <a:extLst>
                      <a:ext uri="{FF2B5EF4-FFF2-40B4-BE49-F238E27FC236}">
                        <a16:creationId xmlns:a16="http://schemas.microsoft.com/office/drawing/2014/main" id="{0EC66FD9-C523-4E43-A7A5-274D3BD5FAAE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8" name="Freeform 67">
                    <a:extLst>
                      <a:ext uri="{FF2B5EF4-FFF2-40B4-BE49-F238E27FC236}">
                        <a16:creationId xmlns:a16="http://schemas.microsoft.com/office/drawing/2014/main" id="{FBD9627F-DD67-3049-BC18-9E1D9312B46C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9" name="Freeform 68">
                    <a:extLst>
                      <a:ext uri="{FF2B5EF4-FFF2-40B4-BE49-F238E27FC236}">
                        <a16:creationId xmlns:a16="http://schemas.microsoft.com/office/drawing/2014/main" id="{7191E077-E7CE-BD4E-BBEE-27D39DCE56AB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CB3EC1FB-792C-E74C-9F62-38ACDF212BE6}"/>
                  </a:ext>
                </a:extLst>
              </p:cNvPr>
              <p:cNvGrpSpPr/>
              <p:nvPr/>
            </p:nvGrpSpPr>
            <p:grpSpPr>
              <a:xfrm>
                <a:off x="4962853" y="4139117"/>
                <a:ext cx="626338" cy="344849"/>
                <a:chOff x="7493876" y="2774731"/>
                <a:chExt cx="1481958" cy="894622"/>
              </a:xfrm>
            </p:grpSpPr>
            <p:sp>
              <p:nvSpPr>
                <p:cNvPr id="56" name="Freeform 55">
                  <a:extLst>
                    <a:ext uri="{FF2B5EF4-FFF2-40B4-BE49-F238E27FC236}">
                      <a16:creationId xmlns:a16="http://schemas.microsoft.com/office/drawing/2014/main" id="{2BCF96EB-F91A-AB42-A814-408F7B98A634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A57650A4-6976-4F44-96F3-E35C0A05FDDA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BF5F4D45-3E5B-624F-AC87-CC27FE8321CA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59" name="Freeform 58">
                    <a:extLst>
                      <a:ext uri="{FF2B5EF4-FFF2-40B4-BE49-F238E27FC236}">
                        <a16:creationId xmlns:a16="http://schemas.microsoft.com/office/drawing/2014/main" id="{08CC9252-5946-8942-AB5A-87646237A564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0" name="Freeform 59">
                    <a:extLst>
                      <a:ext uri="{FF2B5EF4-FFF2-40B4-BE49-F238E27FC236}">
                        <a16:creationId xmlns:a16="http://schemas.microsoft.com/office/drawing/2014/main" id="{B4ADECBC-2872-C640-A0C4-7F6879221FCE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1" name="Freeform 60">
                    <a:extLst>
                      <a:ext uri="{FF2B5EF4-FFF2-40B4-BE49-F238E27FC236}">
                        <a16:creationId xmlns:a16="http://schemas.microsoft.com/office/drawing/2014/main" id="{032C91A5-6CA1-4046-A683-4E70616D43E3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2" name="Freeform 61">
                    <a:extLst>
                      <a:ext uri="{FF2B5EF4-FFF2-40B4-BE49-F238E27FC236}">
                        <a16:creationId xmlns:a16="http://schemas.microsoft.com/office/drawing/2014/main" id="{197B313F-EDCD-EA43-8CA5-766CF56C9BC4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99D0B222-D745-F84D-BB2E-1EC1DEB2803E}"/>
                  </a:ext>
                </a:extLst>
              </p:cNvPr>
              <p:cNvGrpSpPr/>
              <p:nvPr/>
            </p:nvGrpSpPr>
            <p:grpSpPr>
              <a:xfrm>
                <a:off x="5243803" y="3734721"/>
                <a:ext cx="626338" cy="344849"/>
                <a:chOff x="7493876" y="2774731"/>
                <a:chExt cx="1481958" cy="894622"/>
              </a:xfrm>
            </p:grpSpPr>
            <p:sp>
              <p:nvSpPr>
                <p:cNvPr id="49" name="Freeform 48">
                  <a:extLst>
                    <a:ext uri="{FF2B5EF4-FFF2-40B4-BE49-F238E27FC236}">
                      <a16:creationId xmlns:a16="http://schemas.microsoft.com/office/drawing/2014/main" id="{602406A3-353F-2B47-94E8-B0AA9ACCE11D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6E686D88-AD9A-7047-A243-ED2776D18CAE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51" name="Group 50">
                  <a:extLst>
                    <a:ext uri="{FF2B5EF4-FFF2-40B4-BE49-F238E27FC236}">
                      <a16:creationId xmlns:a16="http://schemas.microsoft.com/office/drawing/2014/main" id="{DDD219E0-5547-2B41-9FC9-5881ED5DBD47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52" name="Freeform 51">
                    <a:extLst>
                      <a:ext uri="{FF2B5EF4-FFF2-40B4-BE49-F238E27FC236}">
                        <a16:creationId xmlns:a16="http://schemas.microsoft.com/office/drawing/2014/main" id="{13BFFA56-4F81-4146-9574-39CBBA314B73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" name="Freeform 52">
                    <a:extLst>
                      <a:ext uri="{FF2B5EF4-FFF2-40B4-BE49-F238E27FC236}">
                        <a16:creationId xmlns:a16="http://schemas.microsoft.com/office/drawing/2014/main" id="{8C5F7B6C-E8E9-644B-9E77-14C31E4F7A00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4" name="Freeform 53">
                    <a:extLst>
                      <a:ext uri="{FF2B5EF4-FFF2-40B4-BE49-F238E27FC236}">
                        <a16:creationId xmlns:a16="http://schemas.microsoft.com/office/drawing/2014/main" id="{10C24DF1-A680-E541-A120-4C8697F08871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5" name="Freeform 54">
                    <a:extLst>
                      <a:ext uri="{FF2B5EF4-FFF2-40B4-BE49-F238E27FC236}">
                        <a16:creationId xmlns:a16="http://schemas.microsoft.com/office/drawing/2014/main" id="{5C6BEC2E-42B1-A74D-9D2C-81225D55B71A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  <p:cxnSp>
            <p:nvCxnSpPr>
              <p:cNvPr id="40" name="Straight Connector 318">
                <a:extLst>
                  <a:ext uri="{FF2B5EF4-FFF2-40B4-BE49-F238E27FC236}">
                    <a16:creationId xmlns:a16="http://schemas.microsoft.com/office/drawing/2014/main" id="{9F4AA95A-A811-F644-AA49-BEA85A511FE9}"/>
                  </a:ext>
                </a:extLst>
              </p:cNvPr>
              <p:cNvCxnSpPr>
                <a:cxnSpLocks noChangeShapeType="1"/>
                <a:endCxn id="45" idx="9"/>
              </p:cNvCxnSpPr>
              <p:nvPr/>
            </p:nvCxnSpPr>
            <p:spPr bwMode="auto">
              <a:xfrm flipH="1">
                <a:off x="4883204" y="2316723"/>
                <a:ext cx="105898" cy="112660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03C7C3F7-7F4D-944B-B807-1261E7189600}"/>
                  </a:ext>
                </a:extLst>
              </p:cNvPr>
              <p:cNvGrpSpPr/>
              <p:nvPr/>
            </p:nvGrpSpPr>
            <p:grpSpPr>
              <a:xfrm>
                <a:off x="4570926" y="3361080"/>
                <a:ext cx="626338" cy="344849"/>
                <a:chOff x="7493876" y="2774731"/>
                <a:chExt cx="1481958" cy="894622"/>
              </a:xfrm>
            </p:grpSpPr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B158D425-D39F-0644-8BBF-BBC2107194A4}"/>
                    </a:ext>
                  </a:extLst>
                </p:cNvPr>
                <p:cNvSpPr/>
                <p:nvPr/>
              </p:nvSpPr>
              <p:spPr>
                <a:xfrm>
                  <a:off x="7493876" y="3084399"/>
                  <a:ext cx="1481958" cy="584954"/>
                </a:xfrm>
                <a:custGeom>
                  <a:avLst/>
                  <a:gdLst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17076"/>
                    <a:gd name="connsiteX1" fmla="*/ 8187558 w 8187558"/>
                    <a:gd name="connsiteY1" fmla="*/ 1271752 h 2617076"/>
                    <a:gd name="connsiteX2" fmla="*/ 4025462 w 8187558"/>
                    <a:gd name="connsiteY2" fmla="*/ 2617076 h 2617076"/>
                    <a:gd name="connsiteX3" fmla="*/ 0 w 8187558"/>
                    <a:gd name="connsiteY3" fmla="*/ 1229711 h 2617076"/>
                    <a:gd name="connsiteX4" fmla="*/ 31531 w 8187558"/>
                    <a:gd name="connsiteY4" fmla="*/ 147145 h 2617076"/>
                    <a:gd name="connsiteX5" fmla="*/ 4046482 w 8187558"/>
                    <a:gd name="connsiteY5" fmla="*/ 1576552 h 2617076"/>
                    <a:gd name="connsiteX6" fmla="*/ 8187558 w 8187558"/>
                    <a:gd name="connsiteY6" fmla="*/ 0 h 2617076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46482 w 8187558"/>
                    <a:gd name="connsiteY5" fmla="*/ 157655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88524 w 8187558"/>
                    <a:gd name="connsiteY5" fmla="*/ 1597573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87558 w 8187558"/>
                    <a:gd name="connsiteY0" fmla="*/ 0 h 2638097"/>
                    <a:gd name="connsiteX1" fmla="*/ 8187558 w 8187558"/>
                    <a:gd name="connsiteY1" fmla="*/ 1271752 h 2638097"/>
                    <a:gd name="connsiteX2" fmla="*/ 4099035 w 8187558"/>
                    <a:gd name="connsiteY2" fmla="*/ 2638097 h 2638097"/>
                    <a:gd name="connsiteX3" fmla="*/ 0 w 8187558"/>
                    <a:gd name="connsiteY3" fmla="*/ 1229711 h 2638097"/>
                    <a:gd name="connsiteX4" fmla="*/ 31531 w 8187558"/>
                    <a:gd name="connsiteY4" fmla="*/ 147145 h 2638097"/>
                    <a:gd name="connsiteX5" fmla="*/ 4099035 w 8187558"/>
                    <a:gd name="connsiteY5" fmla="*/ 1566042 h 2638097"/>
                    <a:gd name="connsiteX6" fmla="*/ 8187558 w 8187558"/>
                    <a:gd name="connsiteY6" fmla="*/ 0 h 2638097"/>
                    <a:gd name="connsiteX0" fmla="*/ 8176538 w 8176538"/>
                    <a:gd name="connsiteY0" fmla="*/ 0 h 2638097"/>
                    <a:gd name="connsiteX1" fmla="*/ 8176538 w 8176538"/>
                    <a:gd name="connsiteY1" fmla="*/ 1271752 h 2638097"/>
                    <a:gd name="connsiteX2" fmla="*/ 4088015 w 8176538"/>
                    <a:gd name="connsiteY2" fmla="*/ 2638097 h 2638097"/>
                    <a:gd name="connsiteX3" fmla="*/ 0 w 8176538"/>
                    <a:gd name="connsiteY3" fmla="*/ 1269888 h 2638097"/>
                    <a:gd name="connsiteX4" fmla="*/ 20511 w 8176538"/>
                    <a:gd name="connsiteY4" fmla="*/ 147145 h 2638097"/>
                    <a:gd name="connsiteX5" fmla="*/ 4088015 w 8176538"/>
                    <a:gd name="connsiteY5" fmla="*/ 1566042 h 2638097"/>
                    <a:gd name="connsiteX6" fmla="*/ 8176538 w 8176538"/>
                    <a:gd name="connsiteY6" fmla="*/ 0 h 2638097"/>
                    <a:gd name="connsiteX0" fmla="*/ 8176538 w 8176538"/>
                    <a:gd name="connsiteY0" fmla="*/ 0 h 2772020"/>
                    <a:gd name="connsiteX1" fmla="*/ 8176538 w 8176538"/>
                    <a:gd name="connsiteY1" fmla="*/ 1271752 h 2772020"/>
                    <a:gd name="connsiteX2" fmla="*/ 4099034 w 8176538"/>
                    <a:gd name="connsiteY2" fmla="*/ 2772020 h 2772020"/>
                    <a:gd name="connsiteX3" fmla="*/ 0 w 8176538"/>
                    <a:gd name="connsiteY3" fmla="*/ 1269888 h 2772020"/>
                    <a:gd name="connsiteX4" fmla="*/ 20511 w 8176538"/>
                    <a:gd name="connsiteY4" fmla="*/ 147145 h 2772020"/>
                    <a:gd name="connsiteX5" fmla="*/ 4088015 w 8176538"/>
                    <a:gd name="connsiteY5" fmla="*/ 1566042 h 2772020"/>
                    <a:gd name="connsiteX6" fmla="*/ 8176538 w 8176538"/>
                    <a:gd name="connsiteY6" fmla="*/ 0 h 2772020"/>
                    <a:gd name="connsiteX0" fmla="*/ 8176538 w 8176538"/>
                    <a:gd name="connsiteY0" fmla="*/ 0 h 2772339"/>
                    <a:gd name="connsiteX1" fmla="*/ 8176538 w 8176538"/>
                    <a:gd name="connsiteY1" fmla="*/ 1378890 h 2772339"/>
                    <a:gd name="connsiteX2" fmla="*/ 4099034 w 8176538"/>
                    <a:gd name="connsiteY2" fmla="*/ 2772020 h 2772339"/>
                    <a:gd name="connsiteX3" fmla="*/ 0 w 8176538"/>
                    <a:gd name="connsiteY3" fmla="*/ 1269888 h 2772339"/>
                    <a:gd name="connsiteX4" fmla="*/ 20511 w 8176538"/>
                    <a:gd name="connsiteY4" fmla="*/ 147145 h 2772339"/>
                    <a:gd name="connsiteX5" fmla="*/ 4088015 w 8176538"/>
                    <a:gd name="connsiteY5" fmla="*/ 1566042 h 2772339"/>
                    <a:gd name="connsiteX6" fmla="*/ 8176538 w 8176538"/>
                    <a:gd name="connsiteY6" fmla="*/ 0 h 2772339"/>
                    <a:gd name="connsiteX0" fmla="*/ 8176538 w 8176538"/>
                    <a:gd name="connsiteY0" fmla="*/ 0 h 2825888"/>
                    <a:gd name="connsiteX1" fmla="*/ 8176538 w 8176538"/>
                    <a:gd name="connsiteY1" fmla="*/ 1378890 h 2825888"/>
                    <a:gd name="connsiteX2" fmla="*/ 4099034 w 8176538"/>
                    <a:gd name="connsiteY2" fmla="*/ 2825590 h 2825888"/>
                    <a:gd name="connsiteX3" fmla="*/ 0 w 8176538"/>
                    <a:gd name="connsiteY3" fmla="*/ 1269888 h 2825888"/>
                    <a:gd name="connsiteX4" fmla="*/ 20511 w 8176538"/>
                    <a:gd name="connsiteY4" fmla="*/ 147145 h 2825888"/>
                    <a:gd name="connsiteX5" fmla="*/ 4088015 w 8176538"/>
                    <a:gd name="connsiteY5" fmla="*/ 1566042 h 2825888"/>
                    <a:gd name="connsiteX6" fmla="*/ 8176538 w 8176538"/>
                    <a:gd name="connsiteY6" fmla="*/ 0 h 2825888"/>
                    <a:gd name="connsiteX0" fmla="*/ 8165518 w 8165518"/>
                    <a:gd name="connsiteY0" fmla="*/ 0 h 2825606"/>
                    <a:gd name="connsiteX1" fmla="*/ 8165518 w 8165518"/>
                    <a:gd name="connsiteY1" fmla="*/ 1378890 h 2825606"/>
                    <a:gd name="connsiteX2" fmla="*/ 4088014 w 8165518"/>
                    <a:gd name="connsiteY2" fmla="*/ 2825590 h 2825606"/>
                    <a:gd name="connsiteX3" fmla="*/ 0 w 8165518"/>
                    <a:gd name="connsiteY3" fmla="*/ 1403811 h 2825606"/>
                    <a:gd name="connsiteX4" fmla="*/ 9491 w 8165518"/>
                    <a:gd name="connsiteY4" fmla="*/ 147145 h 2825606"/>
                    <a:gd name="connsiteX5" fmla="*/ 4076995 w 8165518"/>
                    <a:gd name="connsiteY5" fmla="*/ 1566042 h 2825606"/>
                    <a:gd name="connsiteX6" fmla="*/ 8165518 w 8165518"/>
                    <a:gd name="connsiteY6" fmla="*/ 0 h 2825606"/>
                    <a:gd name="connsiteX0" fmla="*/ 8165518 w 8165518"/>
                    <a:gd name="connsiteY0" fmla="*/ 0 h 2879174"/>
                    <a:gd name="connsiteX1" fmla="*/ 8165518 w 8165518"/>
                    <a:gd name="connsiteY1" fmla="*/ 1378890 h 2879174"/>
                    <a:gd name="connsiteX2" fmla="*/ 4132092 w 8165518"/>
                    <a:gd name="connsiteY2" fmla="*/ 2879159 h 2879174"/>
                    <a:gd name="connsiteX3" fmla="*/ 0 w 8165518"/>
                    <a:gd name="connsiteY3" fmla="*/ 1403811 h 2879174"/>
                    <a:gd name="connsiteX4" fmla="*/ 9491 w 8165518"/>
                    <a:gd name="connsiteY4" fmla="*/ 147145 h 2879174"/>
                    <a:gd name="connsiteX5" fmla="*/ 4076995 w 8165518"/>
                    <a:gd name="connsiteY5" fmla="*/ 1566042 h 2879174"/>
                    <a:gd name="connsiteX6" fmla="*/ 8165518 w 8165518"/>
                    <a:gd name="connsiteY6" fmla="*/ 0 h 2879174"/>
                    <a:gd name="connsiteX0" fmla="*/ 8165518 w 8176537"/>
                    <a:gd name="connsiteY0" fmla="*/ 0 h 2879410"/>
                    <a:gd name="connsiteX1" fmla="*/ 8176537 w 8176537"/>
                    <a:gd name="connsiteY1" fmla="*/ 1499420 h 2879410"/>
                    <a:gd name="connsiteX2" fmla="*/ 4132092 w 8176537"/>
                    <a:gd name="connsiteY2" fmla="*/ 2879159 h 2879410"/>
                    <a:gd name="connsiteX3" fmla="*/ 0 w 8176537"/>
                    <a:gd name="connsiteY3" fmla="*/ 1403811 h 2879410"/>
                    <a:gd name="connsiteX4" fmla="*/ 9491 w 8176537"/>
                    <a:gd name="connsiteY4" fmla="*/ 147145 h 2879410"/>
                    <a:gd name="connsiteX5" fmla="*/ 4076995 w 8176537"/>
                    <a:gd name="connsiteY5" fmla="*/ 1566042 h 2879410"/>
                    <a:gd name="connsiteX6" fmla="*/ 8165518 w 8176537"/>
                    <a:gd name="connsiteY6" fmla="*/ 0 h 2879410"/>
                    <a:gd name="connsiteX0" fmla="*/ 8165518 w 8176537"/>
                    <a:gd name="connsiteY0" fmla="*/ 0 h 2879262"/>
                    <a:gd name="connsiteX1" fmla="*/ 8176537 w 8176537"/>
                    <a:gd name="connsiteY1" fmla="*/ 1499420 h 2879262"/>
                    <a:gd name="connsiteX2" fmla="*/ 4132092 w 8176537"/>
                    <a:gd name="connsiteY2" fmla="*/ 2879159 h 2879262"/>
                    <a:gd name="connsiteX3" fmla="*/ 0 w 8176537"/>
                    <a:gd name="connsiteY3" fmla="*/ 1403811 h 2879262"/>
                    <a:gd name="connsiteX4" fmla="*/ 9491 w 8176537"/>
                    <a:gd name="connsiteY4" fmla="*/ 147145 h 2879262"/>
                    <a:gd name="connsiteX5" fmla="*/ 4076995 w 8176537"/>
                    <a:gd name="connsiteY5" fmla="*/ 1566042 h 2879262"/>
                    <a:gd name="connsiteX6" fmla="*/ 8165518 w 8176537"/>
                    <a:gd name="connsiteY6" fmla="*/ 0 h 2879262"/>
                    <a:gd name="connsiteX0" fmla="*/ 8165518 w 8176537"/>
                    <a:gd name="connsiteY0" fmla="*/ 0 h 2879163"/>
                    <a:gd name="connsiteX1" fmla="*/ 8176537 w 8176537"/>
                    <a:gd name="connsiteY1" fmla="*/ 1499420 h 2879163"/>
                    <a:gd name="connsiteX2" fmla="*/ 4132092 w 8176537"/>
                    <a:gd name="connsiteY2" fmla="*/ 2879159 h 2879163"/>
                    <a:gd name="connsiteX3" fmla="*/ 0 w 8176537"/>
                    <a:gd name="connsiteY3" fmla="*/ 1510948 h 2879163"/>
                    <a:gd name="connsiteX4" fmla="*/ 9491 w 8176537"/>
                    <a:gd name="connsiteY4" fmla="*/ 147145 h 2879163"/>
                    <a:gd name="connsiteX5" fmla="*/ 4076995 w 8176537"/>
                    <a:gd name="connsiteY5" fmla="*/ 1566042 h 2879163"/>
                    <a:gd name="connsiteX6" fmla="*/ 8165518 w 8176537"/>
                    <a:gd name="connsiteY6" fmla="*/ 0 h 2879163"/>
                    <a:gd name="connsiteX0" fmla="*/ 8165518 w 8198577"/>
                    <a:gd name="connsiteY0" fmla="*/ 0 h 2879451"/>
                    <a:gd name="connsiteX1" fmla="*/ 8198577 w 8198577"/>
                    <a:gd name="connsiteY1" fmla="*/ 1606558 h 2879451"/>
                    <a:gd name="connsiteX2" fmla="*/ 4132092 w 8198577"/>
                    <a:gd name="connsiteY2" fmla="*/ 2879159 h 2879451"/>
                    <a:gd name="connsiteX3" fmla="*/ 0 w 8198577"/>
                    <a:gd name="connsiteY3" fmla="*/ 1510948 h 2879451"/>
                    <a:gd name="connsiteX4" fmla="*/ 9491 w 8198577"/>
                    <a:gd name="connsiteY4" fmla="*/ 147145 h 2879451"/>
                    <a:gd name="connsiteX5" fmla="*/ 4076995 w 8198577"/>
                    <a:gd name="connsiteY5" fmla="*/ 1566042 h 2879451"/>
                    <a:gd name="connsiteX6" fmla="*/ 8165518 w 8198577"/>
                    <a:gd name="connsiteY6" fmla="*/ 0 h 2879451"/>
                    <a:gd name="connsiteX0" fmla="*/ 8165518 w 8165518"/>
                    <a:gd name="connsiteY0" fmla="*/ 0 h 2880066"/>
                    <a:gd name="connsiteX1" fmla="*/ 8165518 w 8165518"/>
                    <a:gd name="connsiteY1" fmla="*/ 1673520 h 2880066"/>
                    <a:gd name="connsiteX2" fmla="*/ 4132092 w 8165518"/>
                    <a:gd name="connsiteY2" fmla="*/ 2879159 h 2880066"/>
                    <a:gd name="connsiteX3" fmla="*/ 0 w 8165518"/>
                    <a:gd name="connsiteY3" fmla="*/ 1510948 h 2880066"/>
                    <a:gd name="connsiteX4" fmla="*/ 9491 w 8165518"/>
                    <a:gd name="connsiteY4" fmla="*/ 147145 h 2880066"/>
                    <a:gd name="connsiteX5" fmla="*/ 4076995 w 8165518"/>
                    <a:gd name="connsiteY5" fmla="*/ 1566042 h 2880066"/>
                    <a:gd name="connsiteX6" fmla="*/ 8165518 w 8165518"/>
                    <a:gd name="connsiteY6" fmla="*/ 0 h 2880066"/>
                    <a:gd name="connsiteX0" fmla="*/ 8156794 w 8156794"/>
                    <a:gd name="connsiteY0" fmla="*/ 0 h 2879270"/>
                    <a:gd name="connsiteX1" fmla="*/ 8156794 w 8156794"/>
                    <a:gd name="connsiteY1" fmla="*/ 1673520 h 2879270"/>
                    <a:gd name="connsiteX2" fmla="*/ 4123368 w 8156794"/>
                    <a:gd name="connsiteY2" fmla="*/ 2879159 h 2879270"/>
                    <a:gd name="connsiteX3" fmla="*/ 2295 w 8156794"/>
                    <a:gd name="connsiteY3" fmla="*/ 1618086 h 2879270"/>
                    <a:gd name="connsiteX4" fmla="*/ 767 w 8156794"/>
                    <a:gd name="connsiteY4" fmla="*/ 147145 h 2879270"/>
                    <a:gd name="connsiteX5" fmla="*/ 4068271 w 8156794"/>
                    <a:gd name="connsiteY5" fmla="*/ 1566042 h 2879270"/>
                    <a:gd name="connsiteX6" fmla="*/ 8156794 w 8156794"/>
                    <a:gd name="connsiteY6" fmla="*/ 0 h 287927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00"/>
                    <a:gd name="connsiteX1" fmla="*/ 8156794 w 8156794"/>
                    <a:gd name="connsiteY1" fmla="*/ 1673520 h 2973000"/>
                    <a:gd name="connsiteX2" fmla="*/ 4134388 w 8156794"/>
                    <a:gd name="connsiteY2" fmla="*/ 2972904 h 2973000"/>
                    <a:gd name="connsiteX3" fmla="*/ 2295 w 8156794"/>
                    <a:gd name="connsiteY3" fmla="*/ 1618086 h 2973000"/>
                    <a:gd name="connsiteX4" fmla="*/ 767 w 8156794"/>
                    <a:gd name="connsiteY4" fmla="*/ 147145 h 2973000"/>
                    <a:gd name="connsiteX5" fmla="*/ 4068271 w 8156794"/>
                    <a:gd name="connsiteY5" fmla="*/ 1566042 h 2973000"/>
                    <a:gd name="connsiteX6" fmla="*/ 8156794 w 8156794"/>
                    <a:gd name="connsiteY6" fmla="*/ 0 h 2973000"/>
                    <a:gd name="connsiteX0" fmla="*/ 8156794 w 8156794"/>
                    <a:gd name="connsiteY0" fmla="*/ 0 h 2973020"/>
                    <a:gd name="connsiteX1" fmla="*/ 8156794 w 8156794"/>
                    <a:gd name="connsiteY1" fmla="*/ 1673520 h 2973020"/>
                    <a:gd name="connsiteX2" fmla="*/ 4134388 w 8156794"/>
                    <a:gd name="connsiteY2" fmla="*/ 2972904 h 2973020"/>
                    <a:gd name="connsiteX3" fmla="*/ 2295 w 8156794"/>
                    <a:gd name="connsiteY3" fmla="*/ 1618086 h 2973020"/>
                    <a:gd name="connsiteX4" fmla="*/ 767 w 8156794"/>
                    <a:gd name="connsiteY4" fmla="*/ 147145 h 2973020"/>
                    <a:gd name="connsiteX5" fmla="*/ 4068271 w 8156794"/>
                    <a:gd name="connsiteY5" fmla="*/ 1566042 h 2973020"/>
                    <a:gd name="connsiteX6" fmla="*/ 8156794 w 8156794"/>
                    <a:gd name="connsiteY6" fmla="*/ 0 h 2973020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021"/>
                    <a:gd name="connsiteX1" fmla="*/ 8156794 w 8156794"/>
                    <a:gd name="connsiteY1" fmla="*/ 1673520 h 2973021"/>
                    <a:gd name="connsiteX2" fmla="*/ 4134388 w 8156794"/>
                    <a:gd name="connsiteY2" fmla="*/ 2972904 h 2973021"/>
                    <a:gd name="connsiteX3" fmla="*/ 2295 w 8156794"/>
                    <a:gd name="connsiteY3" fmla="*/ 1618086 h 2973021"/>
                    <a:gd name="connsiteX4" fmla="*/ 767 w 8156794"/>
                    <a:gd name="connsiteY4" fmla="*/ 147145 h 2973021"/>
                    <a:gd name="connsiteX5" fmla="*/ 4068271 w 8156794"/>
                    <a:gd name="connsiteY5" fmla="*/ 1566042 h 2973021"/>
                    <a:gd name="connsiteX6" fmla="*/ 8156794 w 8156794"/>
                    <a:gd name="connsiteY6" fmla="*/ 0 h 2973021"/>
                    <a:gd name="connsiteX0" fmla="*/ 8156794 w 8156794"/>
                    <a:gd name="connsiteY0" fmla="*/ 0 h 2973141"/>
                    <a:gd name="connsiteX1" fmla="*/ 8156794 w 8156794"/>
                    <a:gd name="connsiteY1" fmla="*/ 1673520 h 2973141"/>
                    <a:gd name="connsiteX2" fmla="*/ 4134388 w 8156794"/>
                    <a:gd name="connsiteY2" fmla="*/ 2972904 h 2973141"/>
                    <a:gd name="connsiteX3" fmla="*/ 2295 w 8156794"/>
                    <a:gd name="connsiteY3" fmla="*/ 1618086 h 2973141"/>
                    <a:gd name="connsiteX4" fmla="*/ 767 w 8156794"/>
                    <a:gd name="connsiteY4" fmla="*/ 147145 h 2973141"/>
                    <a:gd name="connsiteX5" fmla="*/ 4068271 w 8156794"/>
                    <a:gd name="connsiteY5" fmla="*/ 1566042 h 2973141"/>
                    <a:gd name="connsiteX6" fmla="*/ 8156794 w 8156794"/>
                    <a:gd name="connsiteY6" fmla="*/ 0 h 2973141"/>
                    <a:gd name="connsiteX0" fmla="*/ 8156794 w 8156794"/>
                    <a:gd name="connsiteY0" fmla="*/ 0 h 3066827"/>
                    <a:gd name="connsiteX1" fmla="*/ 8156794 w 8156794"/>
                    <a:gd name="connsiteY1" fmla="*/ 1673520 h 3066827"/>
                    <a:gd name="connsiteX2" fmla="*/ 4123353 w 8156794"/>
                    <a:gd name="connsiteY2" fmla="*/ 3066650 h 3066827"/>
                    <a:gd name="connsiteX3" fmla="*/ 2295 w 8156794"/>
                    <a:gd name="connsiteY3" fmla="*/ 1618086 h 3066827"/>
                    <a:gd name="connsiteX4" fmla="*/ 767 w 8156794"/>
                    <a:gd name="connsiteY4" fmla="*/ 147145 h 3066827"/>
                    <a:gd name="connsiteX5" fmla="*/ 4068271 w 8156794"/>
                    <a:gd name="connsiteY5" fmla="*/ 1566042 h 3066827"/>
                    <a:gd name="connsiteX6" fmla="*/ 8156794 w 8156794"/>
                    <a:gd name="connsiteY6" fmla="*/ 0 h 3066827"/>
                    <a:gd name="connsiteX0" fmla="*/ 8123689 w 8156794"/>
                    <a:gd name="connsiteY0" fmla="*/ 0 h 2999866"/>
                    <a:gd name="connsiteX1" fmla="*/ 8156794 w 8156794"/>
                    <a:gd name="connsiteY1" fmla="*/ 1606559 h 2999866"/>
                    <a:gd name="connsiteX2" fmla="*/ 4123353 w 8156794"/>
                    <a:gd name="connsiteY2" fmla="*/ 2999689 h 2999866"/>
                    <a:gd name="connsiteX3" fmla="*/ 2295 w 8156794"/>
                    <a:gd name="connsiteY3" fmla="*/ 1551125 h 2999866"/>
                    <a:gd name="connsiteX4" fmla="*/ 767 w 8156794"/>
                    <a:gd name="connsiteY4" fmla="*/ 80184 h 2999866"/>
                    <a:gd name="connsiteX5" fmla="*/ 4068271 w 8156794"/>
                    <a:gd name="connsiteY5" fmla="*/ 1499081 h 2999866"/>
                    <a:gd name="connsiteX6" fmla="*/ 8123689 w 8156794"/>
                    <a:gd name="connsiteY6" fmla="*/ 0 h 2999866"/>
                    <a:gd name="connsiteX0" fmla="*/ 8167828 w 8167828"/>
                    <a:gd name="connsiteY0" fmla="*/ 0 h 3026651"/>
                    <a:gd name="connsiteX1" fmla="*/ 8156794 w 8167828"/>
                    <a:gd name="connsiteY1" fmla="*/ 1633344 h 3026651"/>
                    <a:gd name="connsiteX2" fmla="*/ 4123353 w 8167828"/>
                    <a:gd name="connsiteY2" fmla="*/ 3026474 h 3026651"/>
                    <a:gd name="connsiteX3" fmla="*/ 2295 w 8167828"/>
                    <a:gd name="connsiteY3" fmla="*/ 1577910 h 3026651"/>
                    <a:gd name="connsiteX4" fmla="*/ 767 w 8167828"/>
                    <a:gd name="connsiteY4" fmla="*/ 106969 h 3026651"/>
                    <a:gd name="connsiteX5" fmla="*/ 4068271 w 8167828"/>
                    <a:gd name="connsiteY5" fmla="*/ 1525866 h 3026651"/>
                    <a:gd name="connsiteX6" fmla="*/ 8167828 w 8167828"/>
                    <a:gd name="connsiteY6" fmla="*/ 0 h 3026651"/>
                    <a:gd name="connsiteX0" fmla="*/ 8167828 w 8167828"/>
                    <a:gd name="connsiteY0" fmla="*/ 0 h 3027228"/>
                    <a:gd name="connsiteX1" fmla="*/ 8145760 w 8167828"/>
                    <a:gd name="connsiteY1" fmla="*/ 1686913 h 3027228"/>
                    <a:gd name="connsiteX2" fmla="*/ 4123353 w 8167828"/>
                    <a:gd name="connsiteY2" fmla="*/ 3026474 h 3027228"/>
                    <a:gd name="connsiteX3" fmla="*/ 2295 w 8167828"/>
                    <a:gd name="connsiteY3" fmla="*/ 1577910 h 3027228"/>
                    <a:gd name="connsiteX4" fmla="*/ 767 w 8167828"/>
                    <a:gd name="connsiteY4" fmla="*/ 106969 h 3027228"/>
                    <a:gd name="connsiteX5" fmla="*/ 4068271 w 8167828"/>
                    <a:gd name="connsiteY5" fmla="*/ 1525866 h 3027228"/>
                    <a:gd name="connsiteX6" fmla="*/ 8167828 w 8167828"/>
                    <a:gd name="connsiteY6" fmla="*/ 0 h 3027228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56794 w 8156794"/>
                    <a:gd name="connsiteY0" fmla="*/ 0 h 2933483"/>
                    <a:gd name="connsiteX1" fmla="*/ 8145760 w 8156794"/>
                    <a:gd name="connsiteY1" fmla="*/ 1593168 h 2933483"/>
                    <a:gd name="connsiteX2" fmla="*/ 4123353 w 8156794"/>
                    <a:gd name="connsiteY2" fmla="*/ 2932729 h 2933483"/>
                    <a:gd name="connsiteX3" fmla="*/ 2295 w 8156794"/>
                    <a:gd name="connsiteY3" fmla="*/ 1484165 h 2933483"/>
                    <a:gd name="connsiteX4" fmla="*/ 767 w 8156794"/>
                    <a:gd name="connsiteY4" fmla="*/ 13224 h 2933483"/>
                    <a:gd name="connsiteX5" fmla="*/ 4068271 w 8156794"/>
                    <a:gd name="connsiteY5" fmla="*/ 1432121 h 2933483"/>
                    <a:gd name="connsiteX6" fmla="*/ 8156794 w 8156794"/>
                    <a:gd name="connsiteY6" fmla="*/ 0 h 2933483"/>
                    <a:gd name="connsiteX0" fmla="*/ 8123689 w 8145760"/>
                    <a:gd name="connsiteY0" fmla="*/ 13560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9 w 8145760"/>
                    <a:gd name="connsiteY6" fmla="*/ 13560 h 2920259"/>
                    <a:gd name="connsiteX0" fmla="*/ 8178863 w 8178863"/>
                    <a:gd name="connsiteY0" fmla="*/ 26952 h 2920259"/>
                    <a:gd name="connsiteX1" fmla="*/ 8145760 w 8178863"/>
                    <a:gd name="connsiteY1" fmla="*/ 1579944 h 2920259"/>
                    <a:gd name="connsiteX2" fmla="*/ 4123353 w 8178863"/>
                    <a:gd name="connsiteY2" fmla="*/ 2919505 h 2920259"/>
                    <a:gd name="connsiteX3" fmla="*/ 2295 w 8178863"/>
                    <a:gd name="connsiteY3" fmla="*/ 1470941 h 2920259"/>
                    <a:gd name="connsiteX4" fmla="*/ 767 w 8178863"/>
                    <a:gd name="connsiteY4" fmla="*/ 0 h 2920259"/>
                    <a:gd name="connsiteX5" fmla="*/ 4068271 w 8178863"/>
                    <a:gd name="connsiteY5" fmla="*/ 1418897 h 2920259"/>
                    <a:gd name="connsiteX6" fmla="*/ 8178863 w 8178863"/>
                    <a:gd name="connsiteY6" fmla="*/ 26952 h 2920259"/>
                    <a:gd name="connsiteX0" fmla="*/ 8167827 w 8167827"/>
                    <a:gd name="connsiteY0" fmla="*/ 40343 h 2920259"/>
                    <a:gd name="connsiteX1" fmla="*/ 8145760 w 8167827"/>
                    <a:gd name="connsiteY1" fmla="*/ 1579944 h 2920259"/>
                    <a:gd name="connsiteX2" fmla="*/ 4123353 w 8167827"/>
                    <a:gd name="connsiteY2" fmla="*/ 2919505 h 2920259"/>
                    <a:gd name="connsiteX3" fmla="*/ 2295 w 8167827"/>
                    <a:gd name="connsiteY3" fmla="*/ 1470941 h 2920259"/>
                    <a:gd name="connsiteX4" fmla="*/ 767 w 8167827"/>
                    <a:gd name="connsiteY4" fmla="*/ 0 h 2920259"/>
                    <a:gd name="connsiteX5" fmla="*/ 4068271 w 8167827"/>
                    <a:gd name="connsiteY5" fmla="*/ 1418897 h 2920259"/>
                    <a:gd name="connsiteX6" fmla="*/ 8167827 w 8167827"/>
                    <a:gd name="connsiteY6" fmla="*/ 40343 h 2920259"/>
                    <a:gd name="connsiteX0" fmla="*/ 8123687 w 8145760"/>
                    <a:gd name="connsiteY0" fmla="*/ 53735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23687 w 8145760"/>
                    <a:gd name="connsiteY6" fmla="*/ 53735 h 2920259"/>
                    <a:gd name="connsiteX0" fmla="*/ 8161918 w 8161918"/>
                    <a:gd name="connsiteY0" fmla="*/ 0 h 2943855"/>
                    <a:gd name="connsiteX1" fmla="*/ 8145760 w 8161918"/>
                    <a:gd name="connsiteY1" fmla="*/ 1603540 h 2943855"/>
                    <a:gd name="connsiteX2" fmla="*/ 4123353 w 8161918"/>
                    <a:gd name="connsiteY2" fmla="*/ 2943101 h 2943855"/>
                    <a:gd name="connsiteX3" fmla="*/ 2295 w 8161918"/>
                    <a:gd name="connsiteY3" fmla="*/ 1494537 h 2943855"/>
                    <a:gd name="connsiteX4" fmla="*/ 767 w 8161918"/>
                    <a:gd name="connsiteY4" fmla="*/ 23596 h 2943855"/>
                    <a:gd name="connsiteX5" fmla="*/ 4068271 w 8161918"/>
                    <a:gd name="connsiteY5" fmla="*/ 1442493 h 2943855"/>
                    <a:gd name="connsiteX6" fmla="*/ 8161918 w 8161918"/>
                    <a:gd name="connsiteY6" fmla="*/ 0 h 2943855"/>
                    <a:gd name="connsiteX0" fmla="*/ 8144926 w 8145760"/>
                    <a:gd name="connsiteY0" fmla="*/ 43424 h 2920259"/>
                    <a:gd name="connsiteX1" fmla="*/ 8145760 w 8145760"/>
                    <a:gd name="connsiteY1" fmla="*/ 1579944 h 2920259"/>
                    <a:gd name="connsiteX2" fmla="*/ 4123353 w 8145760"/>
                    <a:gd name="connsiteY2" fmla="*/ 2919505 h 2920259"/>
                    <a:gd name="connsiteX3" fmla="*/ 2295 w 8145760"/>
                    <a:gd name="connsiteY3" fmla="*/ 1470941 h 2920259"/>
                    <a:gd name="connsiteX4" fmla="*/ 767 w 8145760"/>
                    <a:gd name="connsiteY4" fmla="*/ 0 h 2920259"/>
                    <a:gd name="connsiteX5" fmla="*/ 4068271 w 8145760"/>
                    <a:gd name="connsiteY5" fmla="*/ 1418897 h 2920259"/>
                    <a:gd name="connsiteX6" fmla="*/ 8144926 w 8145760"/>
                    <a:gd name="connsiteY6" fmla="*/ 43424 h 2920259"/>
                    <a:gd name="connsiteX0" fmla="*/ 8161918 w 8161918"/>
                    <a:gd name="connsiteY0" fmla="*/ 0 h 2959321"/>
                    <a:gd name="connsiteX1" fmla="*/ 8145760 w 8161918"/>
                    <a:gd name="connsiteY1" fmla="*/ 1619006 h 2959321"/>
                    <a:gd name="connsiteX2" fmla="*/ 4123353 w 8161918"/>
                    <a:gd name="connsiteY2" fmla="*/ 2958567 h 2959321"/>
                    <a:gd name="connsiteX3" fmla="*/ 2295 w 8161918"/>
                    <a:gd name="connsiteY3" fmla="*/ 1510003 h 2959321"/>
                    <a:gd name="connsiteX4" fmla="*/ 767 w 8161918"/>
                    <a:gd name="connsiteY4" fmla="*/ 39062 h 2959321"/>
                    <a:gd name="connsiteX5" fmla="*/ 4068271 w 8161918"/>
                    <a:gd name="connsiteY5" fmla="*/ 1457959 h 2959321"/>
                    <a:gd name="connsiteX6" fmla="*/ 8161918 w 8161918"/>
                    <a:gd name="connsiteY6" fmla="*/ 0 h 2959321"/>
                    <a:gd name="connsiteX0" fmla="*/ 8161918 w 8162752"/>
                    <a:gd name="connsiteY0" fmla="*/ 0 h 2959488"/>
                    <a:gd name="connsiteX1" fmla="*/ 8162752 w 8162752"/>
                    <a:gd name="connsiteY1" fmla="*/ 1629317 h 2959488"/>
                    <a:gd name="connsiteX2" fmla="*/ 4123353 w 8162752"/>
                    <a:gd name="connsiteY2" fmla="*/ 2958567 h 2959488"/>
                    <a:gd name="connsiteX3" fmla="*/ 2295 w 8162752"/>
                    <a:gd name="connsiteY3" fmla="*/ 1510003 h 2959488"/>
                    <a:gd name="connsiteX4" fmla="*/ 767 w 8162752"/>
                    <a:gd name="connsiteY4" fmla="*/ 39062 h 2959488"/>
                    <a:gd name="connsiteX5" fmla="*/ 4068271 w 8162752"/>
                    <a:gd name="connsiteY5" fmla="*/ 1457959 h 2959488"/>
                    <a:gd name="connsiteX6" fmla="*/ 8161918 w 8162752"/>
                    <a:gd name="connsiteY6" fmla="*/ 0 h 2959488"/>
                    <a:gd name="connsiteX0" fmla="*/ 8165930 w 8166764"/>
                    <a:gd name="connsiteY0" fmla="*/ 7337 h 2966825"/>
                    <a:gd name="connsiteX1" fmla="*/ 8166764 w 8166764"/>
                    <a:gd name="connsiteY1" fmla="*/ 1636654 h 2966825"/>
                    <a:gd name="connsiteX2" fmla="*/ 4127365 w 8166764"/>
                    <a:gd name="connsiteY2" fmla="*/ 2965904 h 2966825"/>
                    <a:gd name="connsiteX3" fmla="*/ 6307 w 8166764"/>
                    <a:gd name="connsiteY3" fmla="*/ 1517340 h 2966825"/>
                    <a:gd name="connsiteX4" fmla="*/ 532 w 8166764"/>
                    <a:gd name="connsiteY4" fmla="*/ 0 h 2966825"/>
                    <a:gd name="connsiteX5" fmla="*/ 4072283 w 8166764"/>
                    <a:gd name="connsiteY5" fmla="*/ 1465296 h 2966825"/>
                    <a:gd name="connsiteX6" fmla="*/ 8165930 w 8166764"/>
                    <a:gd name="connsiteY6" fmla="*/ 7337 h 2966825"/>
                    <a:gd name="connsiteX0" fmla="*/ 8168119 w 8168953"/>
                    <a:gd name="connsiteY0" fmla="*/ 7337 h 2966682"/>
                    <a:gd name="connsiteX1" fmla="*/ 8168953 w 8168953"/>
                    <a:gd name="connsiteY1" fmla="*/ 1636654 h 2966682"/>
                    <a:gd name="connsiteX2" fmla="*/ 4129554 w 8168953"/>
                    <a:gd name="connsiteY2" fmla="*/ 2965904 h 2966682"/>
                    <a:gd name="connsiteX3" fmla="*/ 0 w 8168953"/>
                    <a:gd name="connsiteY3" fmla="*/ 1527651 h 2966682"/>
                    <a:gd name="connsiteX4" fmla="*/ 2721 w 8168953"/>
                    <a:gd name="connsiteY4" fmla="*/ 0 h 2966682"/>
                    <a:gd name="connsiteX5" fmla="*/ 4074472 w 8168953"/>
                    <a:gd name="connsiteY5" fmla="*/ 1465296 h 2966682"/>
                    <a:gd name="connsiteX6" fmla="*/ 8168119 w 8168953"/>
                    <a:gd name="connsiteY6" fmla="*/ 7337 h 2966682"/>
                    <a:gd name="connsiteX0" fmla="*/ 8168119 w 8168953"/>
                    <a:gd name="connsiteY0" fmla="*/ 7337 h 3100377"/>
                    <a:gd name="connsiteX1" fmla="*/ 8168953 w 8168953"/>
                    <a:gd name="connsiteY1" fmla="*/ 1636654 h 3100377"/>
                    <a:gd name="connsiteX2" fmla="*/ 4118520 w 8168953"/>
                    <a:gd name="connsiteY2" fmla="*/ 3099826 h 3100377"/>
                    <a:gd name="connsiteX3" fmla="*/ 0 w 8168953"/>
                    <a:gd name="connsiteY3" fmla="*/ 1527651 h 3100377"/>
                    <a:gd name="connsiteX4" fmla="*/ 2721 w 8168953"/>
                    <a:gd name="connsiteY4" fmla="*/ 0 h 3100377"/>
                    <a:gd name="connsiteX5" fmla="*/ 4074472 w 8168953"/>
                    <a:gd name="connsiteY5" fmla="*/ 1465296 h 3100377"/>
                    <a:gd name="connsiteX6" fmla="*/ 8168119 w 8168953"/>
                    <a:gd name="connsiteY6" fmla="*/ 7337 h 3100377"/>
                    <a:gd name="connsiteX0" fmla="*/ 8168119 w 8168953"/>
                    <a:gd name="connsiteY0" fmla="*/ 7337 h 3100429"/>
                    <a:gd name="connsiteX1" fmla="*/ 8168953 w 8168953"/>
                    <a:gd name="connsiteY1" fmla="*/ 1636654 h 3100429"/>
                    <a:gd name="connsiteX2" fmla="*/ 4118520 w 8168953"/>
                    <a:gd name="connsiteY2" fmla="*/ 3099826 h 3100429"/>
                    <a:gd name="connsiteX3" fmla="*/ 0 w 8168953"/>
                    <a:gd name="connsiteY3" fmla="*/ 1527651 h 3100429"/>
                    <a:gd name="connsiteX4" fmla="*/ 2721 w 8168953"/>
                    <a:gd name="connsiteY4" fmla="*/ 0 h 3100429"/>
                    <a:gd name="connsiteX5" fmla="*/ 4074472 w 8168953"/>
                    <a:gd name="connsiteY5" fmla="*/ 1465296 h 3100429"/>
                    <a:gd name="connsiteX6" fmla="*/ 8168119 w 8168953"/>
                    <a:gd name="connsiteY6" fmla="*/ 7337 h 3100429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72202 w 8166683"/>
                    <a:gd name="connsiteY5" fmla="*/ 1465296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  <a:gd name="connsiteX0" fmla="*/ 8165849 w 8166683"/>
                    <a:gd name="connsiteY0" fmla="*/ 7337 h 3099826"/>
                    <a:gd name="connsiteX1" fmla="*/ 8166683 w 8166683"/>
                    <a:gd name="connsiteY1" fmla="*/ 1636654 h 3099826"/>
                    <a:gd name="connsiteX2" fmla="*/ 4116250 w 8166683"/>
                    <a:gd name="connsiteY2" fmla="*/ 3099826 h 3099826"/>
                    <a:gd name="connsiteX3" fmla="*/ 8764 w 8166683"/>
                    <a:gd name="connsiteY3" fmla="*/ 1634789 h 3099826"/>
                    <a:gd name="connsiteX4" fmla="*/ 451 w 8166683"/>
                    <a:gd name="connsiteY4" fmla="*/ 0 h 3099826"/>
                    <a:gd name="connsiteX5" fmla="*/ 4061168 w 8166683"/>
                    <a:gd name="connsiteY5" fmla="*/ 1438511 h 3099826"/>
                    <a:gd name="connsiteX6" fmla="*/ 8165849 w 8166683"/>
                    <a:gd name="connsiteY6" fmla="*/ 7337 h 30998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166683" h="3099826">
                      <a:moveTo>
                        <a:pt x="8165849" y="7337"/>
                      </a:moveTo>
                      <a:lnTo>
                        <a:pt x="8166683" y="1636654"/>
                      </a:lnTo>
                      <a:cubicBezTo>
                        <a:pt x="7917761" y="2728489"/>
                        <a:pt x="5475903" y="3100137"/>
                        <a:pt x="4116250" y="3099826"/>
                      </a:cubicBezTo>
                      <a:cubicBezTo>
                        <a:pt x="2756597" y="3099515"/>
                        <a:pt x="245424" y="2744647"/>
                        <a:pt x="8764" y="1634789"/>
                      </a:cubicBezTo>
                      <a:cubicBezTo>
                        <a:pt x="11928" y="1215900"/>
                        <a:pt x="-2713" y="418889"/>
                        <a:pt x="451" y="0"/>
                      </a:cubicBezTo>
                      <a:cubicBezTo>
                        <a:pt x="385485" y="953840"/>
                        <a:pt x="2700268" y="1437288"/>
                        <a:pt x="4061168" y="1438511"/>
                      </a:cubicBezTo>
                      <a:cubicBezTo>
                        <a:pt x="5422068" y="1439734"/>
                        <a:pt x="7793228" y="1089449"/>
                        <a:pt x="8165849" y="7337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B8C2C9"/>
                    </a:gs>
                    <a:gs pos="21000">
                      <a:schemeClr val="bg1"/>
                    </a:gs>
                    <a:gs pos="60000">
                      <a:srgbClr val="D6DCE0"/>
                    </a:gs>
                    <a:gs pos="100000">
                      <a:srgbClr val="B8C2C9"/>
                    </a:gs>
                  </a:gsLst>
                  <a:lin ang="0" scaled="0"/>
                </a:gra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     </a:t>
                  </a:r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AA133430-09FB-B14F-AE7A-AD26D93F242D}"/>
                    </a:ext>
                  </a:extLst>
                </p:cNvPr>
                <p:cNvSpPr/>
                <p:nvPr/>
              </p:nvSpPr>
              <p:spPr>
                <a:xfrm>
                  <a:off x="7494729" y="2774731"/>
                  <a:ext cx="1480163" cy="579140"/>
                </a:xfrm>
                <a:prstGeom prst="ellipse">
                  <a:avLst/>
                </a:prstGeom>
                <a:solidFill>
                  <a:srgbClr val="B8C2C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             </a:t>
                  </a:r>
                </a:p>
              </p:txBody>
            </p: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F653CF4F-C260-EE42-B3C2-B04FAD0FBE12}"/>
                    </a:ext>
                  </a:extLst>
                </p:cNvPr>
                <p:cNvGrpSpPr/>
                <p:nvPr/>
              </p:nvGrpSpPr>
              <p:grpSpPr>
                <a:xfrm>
                  <a:off x="7713663" y="2848339"/>
                  <a:ext cx="1042107" cy="425543"/>
                  <a:chOff x="7786941" y="2884917"/>
                  <a:chExt cx="897649" cy="353919"/>
                </a:xfrm>
              </p:grpSpPr>
              <p:sp>
                <p:nvSpPr>
                  <p:cNvPr id="45" name="Freeform 44">
                    <a:extLst>
                      <a:ext uri="{FF2B5EF4-FFF2-40B4-BE49-F238E27FC236}">
                        <a16:creationId xmlns:a16="http://schemas.microsoft.com/office/drawing/2014/main" id="{28DD0421-5A17-874C-96B6-1F1AE6DF594D}"/>
                      </a:ext>
                    </a:extLst>
                  </p:cNvPr>
                  <p:cNvSpPr/>
                  <p:nvPr/>
                </p:nvSpPr>
                <p:spPr>
                  <a:xfrm>
                    <a:off x="7811770" y="2884917"/>
                    <a:ext cx="849158" cy="198115"/>
                  </a:xfrm>
                  <a:custGeom>
                    <a:avLst/>
                    <a:gdLst>
                      <a:gd name="connsiteX0" fmla="*/ 3725333 w 4588933"/>
                      <a:gd name="connsiteY0" fmla="*/ 0 h 1049866"/>
                      <a:gd name="connsiteX1" fmla="*/ 4588933 w 4588933"/>
                      <a:gd name="connsiteY1" fmla="*/ 270933 h 1049866"/>
                      <a:gd name="connsiteX2" fmla="*/ 3962400 w 4588933"/>
                      <a:gd name="connsiteY2" fmla="*/ 541866 h 1049866"/>
                      <a:gd name="connsiteX3" fmla="*/ 3742267 w 4588933"/>
                      <a:gd name="connsiteY3" fmla="*/ 457200 h 1049866"/>
                      <a:gd name="connsiteX4" fmla="*/ 2269067 w 4588933"/>
                      <a:gd name="connsiteY4" fmla="*/ 1049866 h 1049866"/>
                      <a:gd name="connsiteX5" fmla="*/ 880533 w 4588933"/>
                      <a:gd name="connsiteY5" fmla="*/ 457200 h 1049866"/>
                      <a:gd name="connsiteX6" fmla="*/ 592667 w 4588933"/>
                      <a:gd name="connsiteY6" fmla="*/ 541866 h 1049866"/>
                      <a:gd name="connsiteX7" fmla="*/ 0 w 4588933"/>
                      <a:gd name="connsiteY7" fmla="*/ 254000 h 1049866"/>
                      <a:gd name="connsiteX8" fmla="*/ 880533 w 4588933"/>
                      <a:gd name="connsiteY8" fmla="*/ 16933 h 1049866"/>
                      <a:gd name="connsiteX9" fmla="*/ 2302933 w 4588933"/>
                      <a:gd name="connsiteY9" fmla="*/ 626533 h 1049866"/>
                      <a:gd name="connsiteX10" fmla="*/ 3725333 w 4588933"/>
                      <a:gd name="connsiteY10" fmla="*/ 0 h 1049866"/>
                      <a:gd name="connsiteX0" fmla="*/ 3725333 w 4641485"/>
                      <a:gd name="connsiteY0" fmla="*/ 0 h 1049866"/>
                      <a:gd name="connsiteX1" fmla="*/ 4641485 w 4641485"/>
                      <a:gd name="connsiteY1" fmla="*/ 239402 h 1049866"/>
                      <a:gd name="connsiteX2" fmla="*/ 3962400 w 4641485"/>
                      <a:gd name="connsiteY2" fmla="*/ 541866 h 1049866"/>
                      <a:gd name="connsiteX3" fmla="*/ 3742267 w 4641485"/>
                      <a:gd name="connsiteY3" fmla="*/ 457200 h 1049866"/>
                      <a:gd name="connsiteX4" fmla="*/ 2269067 w 4641485"/>
                      <a:gd name="connsiteY4" fmla="*/ 1049866 h 1049866"/>
                      <a:gd name="connsiteX5" fmla="*/ 880533 w 4641485"/>
                      <a:gd name="connsiteY5" fmla="*/ 457200 h 1049866"/>
                      <a:gd name="connsiteX6" fmla="*/ 592667 w 4641485"/>
                      <a:gd name="connsiteY6" fmla="*/ 541866 h 1049866"/>
                      <a:gd name="connsiteX7" fmla="*/ 0 w 4641485"/>
                      <a:gd name="connsiteY7" fmla="*/ 254000 h 1049866"/>
                      <a:gd name="connsiteX8" fmla="*/ 880533 w 4641485"/>
                      <a:gd name="connsiteY8" fmla="*/ 16933 h 1049866"/>
                      <a:gd name="connsiteX9" fmla="*/ 2302933 w 4641485"/>
                      <a:gd name="connsiteY9" fmla="*/ 626533 h 1049866"/>
                      <a:gd name="connsiteX10" fmla="*/ 3725333 w 4641485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73798 w 4673016"/>
                      <a:gd name="connsiteY3" fmla="*/ 45720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84308 w 4673016"/>
                      <a:gd name="connsiteY3" fmla="*/ 404648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34464 w 4673016"/>
                      <a:gd name="connsiteY9" fmla="*/ 62653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32979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794818 w 4673016"/>
                      <a:gd name="connsiteY3" fmla="*/ 436179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  <a:gd name="connsiteX0" fmla="*/ 3756864 w 4673016"/>
                      <a:gd name="connsiteY0" fmla="*/ 0 h 1049866"/>
                      <a:gd name="connsiteX1" fmla="*/ 4673016 w 4673016"/>
                      <a:gd name="connsiteY1" fmla="*/ 239402 h 1049866"/>
                      <a:gd name="connsiteX2" fmla="*/ 3993931 w 4673016"/>
                      <a:gd name="connsiteY2" fmla="*/ 541866 h 1049866"/>
                      <a:gd name="connsiteX3" fmla="*/ 3815839 w 4673016"/>
                      <a:gd name="connsiteY3" fmla="*/ 467710 h 1049866"/>
                      <a:gd name="connsiteX4" fmla="*/ 2300598 w 4673016"/>
                      <a:gd name="connsiteY4" fmla="*/ 1049866 h 1049866"/>
                      <a:gd name="connsiteX5" fmla="*/ 912064 w 4673016"/>
                      <a:gd name="connsiteY5" fmla="*/ 457200 h 1049866"/>
                      <a:gd name="connsiteX6" fmla="*/ 624198 w 4673016"/>
                      <a:gd name="connsiteY6" fmla="*/ 541866 h 1049866"/>
                      <a:gd name="connsiteX7" fmla="*/ 0 w 4673016"/>
                      <a:gd name="connsiteY7" fmla="*/ 275021 h 1049866"/>
                      <a:gd name="connsiteX8" fmla="*/ 912064 w 4673016"/>
                      <a:gd name="connsiteY8" fmla="*/ 16933 h 1049866"/>
                      <a:gd name="connsiteX9" fmla="*/ 2323954 w 4673016"/>
                      <a:gd name="connsiteY9" fmla="*/ 616023 h 1049866"/>
                      <a:gd name="connsiteX10" fmla="*/ 3756864 w 4673016"/>
                      <a:gd name="connsiteY10" fmla="*/ 0 h 10498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4673016" h="1049866">
                        <a:moveTo>
                          <a:pt x="3756864" y="0"/>
                        </a:moveTo>
                        <a:lnTo>
                          <a:pt x="4673016" y="239402"/>
                        </a:lnTo>
                        <a:lnTo>
                          <a:pt x="3993931" y="541866"/>
                        </a:lnTo>
                        <a:lnTo>
                          <a:pt x="3815839" y="467710"/>
                        </a:lnTo>
                        <a:lnTo>
                          <a:pt x="2300598" y="1049866"/>
                        </a:lnTo>
                        <a:lnTo>
                          <a:pt x="912064" y="457200"/>
                        </a:lnTo>
                        <a:lnTo>
                          <a:pt x="624198" y="541866"/>
                        </a:lnTo>
                        <a:lnTo>
                          <a:pt x="0" y="275021"/>
                        </a:lnTo>
                        <a:lnTo>
                          <a:pt x="912064" y="16933"/>
                        </a:lnTo>
                        <a:lnTo>
                          <a:pt x="2323954" y="616023"/>
                        </a:lnTo>
                        <a:lnTo>
                          <a:pt x="3756864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6" name="Freeform 45">
                    <a:extLst>
                      <a:ext uri="{FF2B5EF4-FFF2-40B4-BE49-F238E27FC236}">
                        <a16:creationId xmlns:a16="http://schemas.microsoft.com/office/drawing/2014/main" id="{E38E721F-4D31-B94A-89B7-560B159E7549}"/>
                      </a:ext>
                    </a:extLst>
                  </p:cNvPr>
                  <p:cNvSpPr/>
                  <p:nvPr/>
                </p:nvSpPr>
                <p:spPr>
                  <a:xfrm>
                    <a:off x="8367548" y="3054383"/>
                    <a:ext cx="317042" cy="170569"/>
                  </a:xfrm>
                  <a:custGeom>
                    <a:avLst/>
                    <a:gdLst>
                      <a:gd name="connsiteX0" fmla="*/ 21021 w 1744718"/>
                      <a:gd name="connsiteY0" fmla="*/ 0 h 903890"/>
                      <a:gd name="connsiteX1" fmla="*/ 1744718 w 1744718"/>
                      <a:gd name="connsiteY1" fmla="*/ 693683 h 903890"/>
                      <a:gd name="connsiteX2" fmla="*/ 1145628 w 1744718"/>
                      <a:gd name="connsiteY2" fmla="*/ 903890 h 903890"/>
                      <a:gd name="connsiteX3" fmla="*/ 0 w 1744718"/>
                      <a:gd name="connsiteY3" fmla="*/ 451945 h 903890"/>
                      <a:gd name="connsiteX4" fmla="*/ 21021 w 1744718"/>
                      <a:gd name="connsiteY4" fmla="*/ 0 h 9038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44718" h="903890">
                        <a:moveTo>
                          <a:pt x="21021" y="0"/>
                        </a:moveTo>
                        <a:lnTo>
                          <a:pt x="1744718" y="693683"/>
                        </a:lnTo>
                        <a:lnTo>
                          <a:pt x="1145628" y="903890"/>
                        </a:lnTo>
                        <a:lnTo>
                          <a:pt x="0" y="451945"/>
                        </a:lnTo>
                        <a:lnTo>
                          <a:pt x="21021" y="0"/>
                        </a:lnTo>
                        <a:close/>
                      </a:path>
                    </a:pathLst>
                  </a:custGeom>
                  <a:solidFill>
                    <a:srgbClr val="0000A3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7" name="Freeform 46">
                    <a:extLst>
                      <a:ext uri="{FF2B5EF4-FFF2-40B4-BE49-F238E27FC236}">
                        <a16:creationId xmlns:a16="http://schemas.microsoft.com/office/drawing/2014/main" id="{6A5F164A-10A7-E742-B7E6-80D5450D3439}"/>
                      </a:ext>
                    </a:extLst>
                  </p:cNvPr>
                  <p:cNvSpPr/>
                  <p:nvPr/>
                </p:nvSpPr>
                <p:spPr>
                  <a:xfrm>
                    <a:off x="7786941" y="3054383"/>
                    <a:ext cx="311312" cy="168585"/>
                  </a:xfrm>
                  <a:custGeom>
                    <a:avLst/>
                    <a:gdLst>
                      <a:gd name="connsiteX0" fmla="*/ 1702676 w 1713187"/>
                      <a:gd name="connsiteY0" fmla="*/ 0 h 893380"/>
                      <a:gd name="connsiteX1" fmla="*/ 1713187 w 1713187"/>
                      <a:gd name="connsiteY1" fmla="*/ 472966 h 893380"/>
                      <a:gd name="connsiteX2" fmla="*/ 578069 w 1713187"/>
                      <a:gd name="connsiteY2" fmla="*/ 893380 h 893380"/>
                      <a:gd name="connsiteX3" fmla="*/ 0 w 1713187"/>
                      <a:gd name="connsiteY3" fmla="*/ 693683 h 893380"/>
                      <a:gd name="connsiteX4" fmla="*/ 1702676 w 1713187"/>
                      <a:gd name="connsiteY4" fmla="*/ 0 h 8933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713187" h="893380">
                        <a:moveTo>
                          <a:pt x="1702676" y="0"/>
                        </a:moveTo>
                        <a:lnTo>
                          <a:pt x="1713187" y="472966"/>
                        </a:lnTo>
                        <a:lnTo>
                          <a:pt x="578069" y="893380"/>
                        </a:lnTo>
                        <a:lnTo>
                          <a:pt x="0" y="693683"/>
                        </a:lnTo>
                        <a:lnTo>
                          <a:pt x="1702676" y="0"/>
                        </a:lnTo>
                        <a:close/>
                      </a:path>
                    </a:pathLst>
                  </a:custGeom>
                  <a:solidFill>
                    <a:srgbClr val="0000A8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8" name="Freeform 47">
                    <a:extLst>
                      <a:ext uri="{FF2B5EF4-FFF2-40B4-BE49-F238E27FC236}">
                        <a16:creationId xmlns:a16="http://schemas.microsoft.com/office/drawing/2014/main" id="{079C9BD1-FE6E-0C48-8BDD-0E2D9D5978D1}"/>
                      </a:ext>
                    </a:extLst>
                  </p:cNvPr>
                  <p:cNvSpPr/>
                  <p:nvPr/>
                </p:nvSpPr>
                <p:spPr>
                  <a:xfrm>
                    <a:off x="7895013" y="2971083"/>
                    <a:ext cx="676892" cy="267753"/>
                  </a:xfrm>
                  <a:custGeom>
                    <a:avLst/>
                    <a:gdLst>
                      <a:gd name="connsiteX0" fmla="*/ 599089 w 4162096"/>
                      <a:gd name="connsiteY0" fmla="*/ 273269 h 1618593"/>
                      <a:gd name="connsiteX1" fmla="*/ 882869 w 4162096"/>
                      <a:gd name="connsiteY1" fmla="*/ 199697 h 1618593"/>
                      <a:gd name="connsiteX2" fmla="*/ 2312276 w 4162096"/>
                      <a:gd name="connsiteY2" fmla="*/ 798786 h 1618593"/>
                      <a:gd name="connsiteX3" fmla="*/ 3794234 w 4162096"/>
                      <a:gd name="connsiteY3" fmla="*/ 199697 h 1618593"/>
                      <a:gd name="connsiteX4" fmla="*/ 4014951 w 4162096"/>
                      <a:gd name="connsiteY4" fmla="*/ 273269 h 1618593"/>
                      <a:gd name="connsiteX5" fmla="*/ 3058510 w 4162096"/>
                      <a:gd name="connsiteY5" fmla="*/ 641131 h 1618593"/>
                      <a:gd name="connsiteX6" fmla="*/ 3026979 w 4162096"/>
                      <a:gd name="connsiteY6" fmla="*/ 1114097 h 1618593"/>
                      <a:gd name="connsiteX7" fmla="*/ 4162096 w 4162096"/>
                      <a:gd name="connsiteY7" fmla="*/ 1545021 h 1618593"/>
                      <a:gd name="connsiteX8" fmla="*/ 3878317 w 4162096"/>
                      <a:gd name="connsiteY8" fmla="*/ 1608083 h 1618593"/>
                      <a:gd name="connsiteX9" fmla="*/ 2301765 w 4162096"/>
                      <a:gd name="connsiteY9" fmla="*/ 945931 h 1618593"/>
                      <a:gd name="connsiteX10" fmla="*/ 693682 w 4162096"/>
                      <a:gd name="connsiteY10" fmla="*/ 1618593 h 1618593"/>
                      <a:gd name="connsiteX11" fmla="*/ 430924 w 4162096"/>
                      <a:gd name="connsiteY11" fmla="*/ 1524000 h 1618593"/>
                      <a:gd name="connsiteX12" fmla="*/ 1576551 w 4162096"/>
                      <a:gd name="connsiteY12" fmla="*/ 1082566 h 1618593"/>
                      <a:gd name="connsiteX13" fmla="*/ 1545020 w 4162096"/>
                      <a:gd name="connsiteY13" fmla="*/ 609600 h 1618593"/>
                      <a:gd name="connsiteX14" fmla="*/ 0 w 4162096"/>
                      <a:gd name="connsiteY14" fmla="*/ 0 h 1618593"/>
                      <a:gd name="connsiteX15" fmla="*/ 872358 w 4162096"/>
                      <a:gd name="connsiteY15" fmla="*/ 210207 h 1618593"/>
                      <a:gd name="connsiteX16" fmla="*/ 872358 w 4162096"/>
                      <a:gd name="connsiteY16" fmla="*/ 210207 h 1618593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15" fmla="*/ 441434 w 3731172"/>
                      <a:gd name="connsiteY15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441434 w 3731172"/>
                      <a:gd name="connsiteY14" fmla="*/ 10510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357351 w 3731172"/>
                      <a:gd name="connsiteY14" fmla="*/ 115613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0990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47144 w 3731172"/>
                      <a:gd name="connsiteY14" fmla="*/ 6306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14096 w 3731172"/>
                      <a:gd name="connsiteY13" fmla="*/ 420413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56137 w 3731172"/>
                      <a:gd name="connsiteY13" fmla="*/ 441434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882869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68165 w 3731172"/>
                      <a:gd name="connsiteY0" fmla="*/ 73572 h 1418896"/>
                      <a:gd name="connsiteX1" fmla="*/ 451945 w 3731172"/>
                      <a:gd name="connsiteY1" fmla="*/ 0 h 1418896"/>
                      <a:gd name="connsiteX2" fmla="*/ 1881352 w 3731172"/>
                      <a:gd name="connsiteY2" fmla="*/ 599089 h 1418896"/>
                      <a:gd name="connsiteX3" fmla="*/ 3363310 w 3731172"/>
                      <a:gd name="connsiteY3" fmla="*/ 0 h 1418896"/>
                      <a:gd name="connsiteX4" fmla="*/ 3584027 w 3731172"/>
                      <a:gd name="connsiteY4" fmla="*/ 73572 h 1418896"/>
                      <a:gd name="connsiteX5" fmla="*/ 2627586 w 3731172"/>
                      <a:gd name="connsiteY5" fmla="*/ 441434 h 1418896"/>
                      <a:gd name="connsiteX6" fmla="*/ 2596055 w 3731172"/>
                      <a:gd name="connsiteY6" fmla="*/ 914400 h 1418896"/>
                      <a:gd name="connsiteX7" fmla="*/ 3731172 w 3731172"/>
                      <a:gd name="connsiteY7" fmla="*/ 1345324 h 1418896"/>
                      <a:gd name="connsiteX8" fmla="*/ 3447393 w 3731172"/>
                      <a:gd name="connsiteY8" fmla="*/ 1408386 h 1418896"/>
                      <a:gd name="connsiteX9" fmla="*/ 1870841 w 3731172"/>
                      <a:gd name="connsiteY9" fmla="*/ 746234 h 1418896"/>
                      <a:gd name="connsiteX10" fmla="*/ 262758 w 3731172"/>
                      <a:gd name="connsiteY10" fmla="*/ 1418896 h 1418896"/>
                      <a:gd name="connsiteX11" fmla="*/ 0 w 3731172"/>
                      <a:gd name="connsiteY11" fmla="*/ 1324303 h 1418896"/>
                      <a:gd name="connsiteX12" fmla="*/ 1145627 w 3731172"/>
                      <a:gd name="connsiteY12" fmla="*/ 903890 h 1418896"/>
                      <a:gd name="connsiteX13" fmla="*/ 1145626 w 3731172"/>
                      <a:gd name="connsiteY13" fmla="*/ 451945 h 1418896"/>
                      <a:gd name="connsiteX14" fmla="*/ 189185 w 3731172"/>
                      <a:gd name="connsiteY14" fmla="*/ 84081 h 1418896"/>
                      <a:gd name="connsiteX15" fmla="*/ 168165 w 3731172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575034 w 3710151"/>
                      <a:gd name="connsiteY6" fmla="*/ 91440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06565 w 3710151"/>
                      <a:gd name="connsiteY6" fmla="*/ 924910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06565 w 3710151"/>
                      <a:gd name="connsiteY5" fmla="*/ 441434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5151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60331 w 3710151"/>
                      <a:gd name="connsiteY2" fmla="*/ 599089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124605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12460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47144 w 3710151"/>
                      <a:gd name="connsiteY0" fmla="*/ 73572 h 1418896"/>
                      <a:gd name="connsiteX1" fmla="*/ 430924 w 3710151"/>
                      <a:gd name="connsiteY1" fmla="*/ 0 h 1418896"/>
                      <a:gd name="connsiteX2" fmla="*/ 1838028 w 3710151"/>
                      <a:gd name="connsiteY2" fmla="*/ 591655 h 1418896"/>
                      <a:gd name="connsiteX3" fmla="*/ 3342289 w 3710151"/>
                      <a:gd name="connsiteY3" fmla="*/ 0 h 1418896"/>
                      <a:gd name="connsiteX4" fmla="*/ 3563006 w 3710151"/>
                      <a:gd name="connsiteY4" fmla="*/ 73572 h 1418896"/>
                      <a:gd name="connsiteX5" fmla="*/ 2617717 w 3710151"/>
                      <a:gd name="connsiteY5" fmla="*/ 448868 h 1418896"/>
                      <a:gd name="connsiteX6" fmla="*/ 2610282 w 3710151"/>
                      <a:gd name="connsiteY6" fmla="*/ 902607 h 1418896"/>
                      <a:gd name="connsiteX7" fmla="*/ 3710151 w 3710151"/>
                      <a:gd name="connsiteY7" fmla="*/ 1345324 h 1418896"/>
                      <a:gd name="connsiteX8" fmla="*/ 3426372 w 3710151"/>
                      <a:gd name="connsiteY8" fmla="*/ 1408386 h 1418896"/>
                      <a:gd name="connsiteX9" fmla="*/ 1849820 w 3710151"/>
                      <a:gd name="connsiteY9" fmla="*/ 746234 h 1418896"/>
                      <a:gd name="connsiteX10" fmla="*/ 241737 w 3710151"/>
                      <a:gd name="connsiteY10" fmla="*/ 1418896 h 1418896"/>
                      <a:gd name="connsiteX11" fmla="*/ 0 w 3710151"/>
                      <a:gd name="connsiteY11" fmla="*/ 1334814 h 1418896"/>
                      <a:gd name="connsiteX12" fmla="*/ 1098586 w 3710151"/>
                      <a:gd name="connsiteY12" fmla="*/ 903890 h 1418896"/>
                      <a:gd name="connsiteX13" fmla="*/ 1087434 w 3710151"/>
                      <a:gd name="connsiteY13" fmla="*/ 451945 h 1418896"/>
                      <a:gd name="connsiteX14" fmla="*/ 168164 w 3710151"/>
                      <a:gd name="connsiteY14" fmla="*/ 84081 h 1418896"/>
                      <a:gd name="connsiteX15" fmla="*/ 147144 w 3710151"/>
                      <a:gd name="connsiteY15" fmla="*/ 73572 h 1418896"/>
                      <a:gd name="connsiteX0" fmla="*/ 162012 w 3725019"/>
                      <a:gd name="connsiteY0" fmla="*/ 73572 h 1418896"/>
                      <a:gd name="connsiteX1" fmla="*/ 445792 w 3725019"/>
                      <a:gd name="connsiteY1" fmla="*/ 0 h 1418896"/>
                      <a:gd name="connsiteX2" fmla="*/ 1852896 w 3725019"/>
                      <a:gd name="connsiteY2" fmla="*/ 591655 h 1418896"/>
                      <a:gd name="connsiteX3" fmla="*/ 3357157 w 3725019"/>
                      <a:gd name="connsiteY3" fmla="*/ 0 h 1418896"/>
                      <a:gd name="connsiteX4" fmla="*/ 3577874 w 3725019"/>
                      <a:gd name="connsiteY4" fmla="*/ 73572 h 1418896"/>
                      <a:gd name="connsiteX5" fmla="*/ 2632585 w 3725019"/>
                      <a:gd name="connsiteY5" fmla="*/ 448868 h 1418896"/>
                      <a:gd name="connsiteX6" fmla="*/ 2625150 w 3725019"/>
                      <a:gd name="connsiteY6" fmla="*/ 902607 h 1418896"/>
                      <a:gd name="connsiteX7" fmla="*/ 3725019 w 3725019"/>
                      <a:gd name="connsiteY7" fmla="*/ 1345324 h 1418896"/>
                      <a:gd name="connsiteX8" fmla="*/ 3441240 w 3725019"/>
                      <a:gd name="connsiteY8" fmla="*/ 1408386 h 1418896"/>
                      <a:gd name="connsiteX9" fmla="*/ 1864688 w 3725019"/>
                      <a:gd name="connsiteY9" fmla="*/ 746234 h 1418896"/>
                      <a:gd name="connsiteX10" fmla="*/ 256605 w 3725019"/>
                      <a:gd name="connsiteY10" fmla="*/ 1418896 h 1418896"/>
                      <a:gd name="connsiteX11" fmla="*/ 0 w 3725019"/>
                      <a:gd name="connsiteY11" fmla="*/ 1331097 h 1418896"/>
                      <a:gd name="connsiteX12" fmla="*/ 1113454 w 3725019"/>
                      <a:gd name="connsiteY12" fmla="*/ 903890 h 1418896"/>
                      <a:gd name="connsiteX13" fmla="*/ 1102302 w 3725019"/>
                      <a:gd name="connsiteY13" fmla="*/ 451945 h 1418896"/>
                      <a:gd name="connsiteX14" fmla="*/ 183032 w 3725019"/>
                      <a:gd name="connsiteY14" fmla="*/ 84081 h 1418896"/>
                      <a:gd name="connsiteX15" fmla="*/ 162012 w 3725019"/>
                      <a:gd name="connsiteY15" fmla="*/ 73572 h 14188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3725019" h="1418896">
                        <a:moveTo>
                          <a:pt x="162012" y="73572"/>
                        </a:moveTo>
                        <a:lnTo>
                          <a:pt x="445792" y="0"/>
                        </a:lnTo>
                        <a:lnTo>
                          <a:pt x="1852896" y="591655"/>
                        </a:lnTo>
                        <a:lnTo>
                          <a:pt x="3357157" y="0"/>
                        </a:lnTo>
                        <a:lnTo>
                          <a:pt x="3577874" y="73572"/>
                        </a:lnTo>
                        <a:lnTo>
                          <a:pt x="2632585" y="448868"/>
                        </a:lnTo>
                        <a:lnTo>
                          <a:pt x="2625150" y="902607"/>
                        </a:lnTo>
                        <a:lnTo>
                          <a:pt x="3725019" y="1345324"/>
                        </a:lnTo>
                        <a:lnTo>
                          <a:pt x="3441240" y="1408386"/>
                        </a:lnTo>
                        <a:lnTo>
                          <a:pt x="1864688" y="746234"/>
                        </a:lnTo>
                        <a:lnTo>
                          <a:pt x="256605" y="1418896"/>
                        </a:lnTo>
                        <a:lnTo>
                          <a:pt x="0" y="1331097"/>
                        </a:lnTo>
                        <a:lnTo>
                          <a:pt x="1113454" y="903890"/>
                        </a:lnTo>
                        <a:cubicBezTo>
                          <a:pt x="1113454" y="760249"/>
                          <a:pt x="1102302" y="595586"/>
                          <a:pt x="1102302" y="451945"/>
                        </a:cubicBezTo>
                        <a:lnTo>
                          <a:pt x="183032" y="84081"/>
                        </a:lnTo>
                        <a:cubicBezTo>
                          <a:pt x="26317" y="21019"/>
                          <a:pt x="169019" y="77075"/>
                          <a:pt x="162012" y="73572"/>
                        </a:cubicBezTo>
                        <a:close/>
                      </a:path>
                    </a:pathLst>
                  </a:custGeom>
                  <a:solidFill>
                    <a:schemeClr val="accent1">
                      <a:lumMod val="60000"/>
                      <a:lumOff val="40000"/>
                    </a:schemeClr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  <p:grpSp>
          <p:nvGrpSpPr>
            <p:cNvPr id="98" name="Group 5">
              <a:extLst>
                <a:ext uri="{FF2B5EF4-FFF2-40B4-BE49-F238E27FC236}">
                  <a16:creationId xmlns:a16="http://schemas.microsoft.com/office/drawing/2014/main" id="{0926F69E-751B-504E-933F-A6D6FAFB2B5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19894" y="1918514"/>
              <a:ext cx="8437563" cy="4559300"/>
              <a:chOff x="154891" y="1905681"/>
              <a:chExt cx="8436427" cy="4559651"/>
            </a:xfrm>
          </p:grpSpPr>
          <p:grpSp>
            <p:nvGrpSpPr>
              <p:cNvPr id="99" name="Group 2">
                <a:extLst>
                  <a:ext uri="{FF2B5EF4-FFF2-40B4-BE49-F238E27FC236}">
                    <a16:creationId xmlns:a16="http://schemas.microsoft.com/office/drawing/2014/main" id="{557823A9-9A4F-534E-9F1C-9E0F24F911C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29396" y="22976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51" name="Freeform 84">
                  <a:extLst>
                    <a:ext uri="{FF2B5EF4-FFF2-40B4-BE49-F238E27FC236}">
                      <a16:creationId xmlns:a16="http://schemas.microsoft.com/office/drawing/2014/main" id="{227C6C43-D95C-5D45-B706-2B08CE3A4F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TextBox 1">
                  <a:extLst>
                    <a:ext uri="{FF2B5EF4-FFF2-40B4-BE49-F238E27FC236}">
                      <a16:creationId xmlns:a16="http://schemas.microsoft.com/office/drawing/2014/main" id="{9406CA66-1F4C-CC40-88F7-0A18FEBE6AE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0" name="Group 131">
                <a:extLst>
                  <a:ext uri="{FF2B5EF4-FFF2-40B4-BE49-F238E27FC236}">
                    <a16:creationId xmlns:a16="http://schemas.microsoft.com/office/drawing/2014/main" id="{AB0FBC77-CE32-3B4E-9DB5-C6A6B9744B8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73696" y="30977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9" name="Freeform 84">
                  <a:extLst>
                    <a:ext uri="{FF2B5EF4-FFF2-40B4-BE49-F238E27FC236}">
                      <a16:creationId xmlns:a16="http://schemas.microsoft.com/office/drawing/2014/main" id="{A3E84A99-8835-5149-94A6-81D8B708EA3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TextBox 133">
                  <a:extLst>
                    <a:ext uri="{FF2B5EF4-FFF2-40B4-BE49-F238E27FC236}">
                      <a16:creationId xmlns:a16="http://schemas.microsoft.com/office/drawing/2014/main" id="{2B64D5BF-FF88-0047-836D-90C47B08F1F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1" name="Group 135">
                <a:extLst>
                  <a:ext uri="{FF2B5EF4-FFF2-40B4-BE49-F238E27FC236}">
                    <a16:creationId xmlns:a16="http://schemas.microsoft.com/office/drawing/2014/main" id="{09EA05FE-96DA-0E4D-9167-56ACFFADB11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037896" y="25516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7" name="Freeform 84">
                  <a:extLst>
                    <a:ext uri="{FF2B5EF4-FFF2-40B4-BE49-F238E27FC236}">
                      <a16:creationId xmlns:a16="http://schemas.microsoft.com/office/drawing/2014/main" id="{91F4780E-F75A-734A-AF00-CB7BC69F480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8" name="TextBox 137">
                  <a:extLst>
                    <a:ext uri="{FF2B5EF4-FFF2-40B4-BE49-F238E27FC236}">
                      <a16:creationId xmlns:a16="http://schemas.microsoft.com/office/drawing/2014/main" id="{CC41B9BC-DEB1-E744-A781-F6408B169D0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2" name="Group 138">
                <a:extLst>
                  <a:ext uri="{FF2B5EF4-FFF2-40B4-BE49-F238E27FC236}">
                    <a16:creationId xmlns:a16="http://schemas.microsoft.com/office/drawing/2014/main" id="{BCF80285-7E24-3845-B99C-9B5FF4A59FC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45196" y="54091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5" name="Freeform 84">
                  <a:extLst>
                    <a:ext uri="{FF2B5EF4-FFF2-40B4-BE49-F238E27FC236}">
                      <a16:creationId xmlns:a16="http://schemas.microsoft.com/office/drawing/2014/main" id="{9652A08E-1612-9044-9272-890398F2B36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6" name="TextBox 140">
                  <a:extLst>
                    <a:ext uri="{FF2B5EF4-FFF2-40B4-BE49-F238E27FC236}">
                      <a16:creationId xmlns:a16="http://schemas.microsoft.com/office/drawing/2014/main" id="{6E7B6ADD-59D7-BB43-B55B-9026572037B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3" name="Group 141">
                <a:extLst>
                  <a:ext uri="{FF2B5EF4-FFF2-40B4-BE49-F238E27FC236}">
                    <a16:creationId xmlns:a16="http://schemas.microsoft.com/office/drawing/2014/main" id="{856156B4-B45D-2846-B05E-38CC1BEDCB4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26096" y="47868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3" name="Freeform 84">
                  <a:extLst>
                    <a:ext uri="{FF2B5EF4-FFF2-40B4-BE49-F238E27FC236}">
                      <a16:creationId xmlns:a16="http://schemas.microsoft.com/office/drawing/2014/main" id="{7BE3A966-CBF5-C543-A21C-214A701191B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7AA314EF-E95C-5D41-947C-0F757AC01B6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4" name="Group 144">
                <a:extLst>
                  <a:ext uri="{FF2B5EF4-FFF2-40B4-BE49-F238E27FC236}">
                    <a16:creationId xmlns:a16="http://schemas.microsoft.com/office/drawing/2014/main" id="{58EEA429-9DBC-9544-826C-1159AF6363F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97496" y="41264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41" name="Freeform 84">
                  <a:extLst>
                    <a:ext uri="{FF2B5EF4-FFF2-40B4-BE49-F238E27FC236}">
                      <a16:creationId xmlns:a16="http://schemas.microsoft.com/office/drawing/2014/main" id="{6C7C13EC-49F3-294B-9F97-A23848ED32B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2" name="TextBox 146">
                  <a:extLst>
                    <a:ext uri="{FF2B5EF4-FFF2-40B4-BE49-F238E27FC236}">
                      <a16:creationId xmlns:a16="http://schemas.microsoft.com/office/drawing/2014/main" id="{D430AF8C-275A-394E-B196-FA6509FEA1E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5" name="Group 147">
                <a:extLst>
                  <a:ext uri="{FF2B5EF4-FFF2-40B4-BE49-F238E27FC236}">
                    <a16:creationId xmlns:a16="http://schemas.microsoft.com/office/drawing/2014/main" id="{F0F08615-72A1-EF45-B829-1885D889B15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787196" y="29834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9" name="Freeform 84">
                  <a:extLst>
                    <a:ext uri="{FF2B5EF4-FFF2-40B4-BE49-F238E27FC236}">
                      <a16:creationId xmlns:a16="http://schemas.microsoft.com/office/drawing/2014/main" id="{5E93BFA1-7FC0-5444-9964-F6F3581E807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40" name="TextBox 149">
                  <a:extLst>
                    <a:ext uri="{FF2B5EF4-FFF2-40B4-BE49-F238E27FC236}">
                      <a16:creationId xmlns:a16="http://schemas.microsoft.com/office/drawing/2014/main" id="{66F154BE-31B5-474E-95A4-11209230862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6" name="Group 150">
                <a:extLst>
                  <a:ext uri="{FF2B5EF4-FFF2-40B4-BE49-F238E27FC236}">
                    <a16:creationId xmlns:a16="http://schemas.microsoft.com/office/drawing/2014/main" id="{FF32745B-61EE-3547-BFF5-B279E92ABD8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29596" y="20563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7" name="Freeform 84">
                  <a:extLst>
                    <a:ext uri="{FF2B5EF4-FFF2-40B4-BE49-F238E27FC236}">
                      <a16:creationId xmlns:a16="http://schemas.microsoft.com/office/drawing/2014/main" id="{D06A6547-772C-584E-BD0A-97538D8B011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8" name="TextBox 152">
                  <a:extLst>
                    <a:ext uri="{FF2B5EF4-FFF2-40B4-BE49-F238E27FC236}">
                      <a16:creationId xmlns:a16="http://schemas.microsoft.com/office/drawing/2014/main" id="{614D0D5E-CE1C-1344-B0C0-1708B27D362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7" name="Group 153">
                <a:extLst>
                  <a:ext uri="{FF2B5EF4-FFF2-40B4-BE49-F238E27FC236}">
                    <a16:creationId xmlns:a16="http://schemas.microsoft.com/office/drawing/2014/main" id="{39FBD568-DC83-324F-8914-35000D17A3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54696" y="27040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5" name="Freeform 84">
                  <a:extLst>
                    <a:ext uri="{FF2B5EF4-FFF2-40B4-BE49-F238E27FC236}">
                      <a16:creationId xmlns:a16="http://schemas.microsoft.com/office/drawing/2014/main" id="{C7BD5191-23AB-4C4A-96D8-1D0637B9C3B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6" name="TextBox 155">
                  <a:extLst>
                    <a:ext uri="{FF2B5EF4-FFF2-40B4-BE49-F238E27FC236}">
                      <a16:creationId xmlns:a16="http://schemas.microsoft.com/office/drawing/2014/main" id="{42FC8676-A451-0F4D-AD96-46AF8DBE6FE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8" name="Group 156">
                <a:extLst>
                  <a:ext uri="{FF2B5EF4-FFF2-40B4-BE49-F238E27FC236}">
                    <a16:creationId xmlns:a16="http://schemas.microsoft.com/office/drawing/2014/main" id="{3B5FA1EB-5A9F-E244-B4E9-E1CEC6B8AB4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043996" y="20309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3" name="Freeform 84">
                  <a:extLst>
                    <a:ext uri="{FF2B5EF4-FFF2-40B4-BE49-F238E27FC236}">
                      <a16:creationId xmlns:a16="http://schemas.microsoft.com/office/drawing/2014/main" id="{26A7A724-BBF3-304F-92A3-804E09ACDC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4" name="TextBox 158">
                  <a:extLst>
                    <a:ext uri="{FF2B5EF4-FFF2-40B4-BE49-F238E27FC236}">
                      <a16:creationId xmlns:a16="http://schemas.microsoft.com/office/drawing/2014/main" id="{93DC627C-0E5E-7744-93FF-4716F935D6E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09" name="Group 160">
                <a:extLst>
                  <a:ext uri="{FF2B5EF4-FFF2-40B4-BE49-F238E27FC236}">
                    <a16:creationId xmlns:a16="http://schemas.microsoft.com/office/drawing/2014/main" id="{ECA299FE-12B4-9542-8661-D284C194AEF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104696" y="56631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31" name="Freeform 84">
                  <a:extLst>
                    <a:ext uri="{FF2B5EF4-FFF2-40B4-BE49-F238E27FC236}">
                      <a16:creationId xmlns:a16="http://schemas.microsoft.com/office/drawing/2014/main" id="{06F781A9-5A58-EE46-9D11-988AC9403EC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2" name="TextBox 162">
                  <a:extLst>
                    <a:ext uri="{FF2B5EF4-FFF2-40B4-BE49-F238E27FC236}">
                      <a16:creationId xmlns:a16="http://schemas.microsoft.com/office/drawing/2014/main" id="{AEBA667C-BC21-214F-8D26-F7C93F1DB3D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0" name="Group 163">
                <a:extLst>
                  <a:ext uri="{FF2B5EF4-FFF2-40B4-BE49-F238E27FC236}">
                    <a16:creationId xmlns:a16="http://schemas.microsoft.com/office/drawing/2014/main" id="{FE6652CC-D905-A641-83BC-568B1271003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942896" y="50154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9" name="Freeform 84">
                  <a:extLst>
                    <a:ext uri="{FF2B5EF4-FFF2-40B4-BE49-F238E27FC236}">
                      <a16:creationId xmlns:a16="http://schemas.microsoft.com/office/drawing/2014/main" id="{D43FBC30-DE9A-694F-B382-96E1E984786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30" name="TextBox 165">
                  <a:extLst>
                    <a:ext uri="{FF2B5EF4-FFF2-40B4-BE49-F238E27FC236}">
                      <a16:creationId xmlns:a16="http://schemas.microsoft.com/office/drawing/2014/main" id="{B365529F-09F7-EA49-A3A2-0DDC24D9547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1" name="Group 166">
                <a:extLst>
                  <a:ext uri="{FF2B5EF4-FFF2-40B4-BE49-F238E27FC236}">
                    <a16:creationId xmlns:a16="http://schemas.microsoft.com/office/drawing/2014/main" id="{77B48137-A415-3E47-B640-31635546B09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714296" y="41010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7" name="Freeform 84">
                  <a:extLst>
                    <a:ext uri="{FF2B5EF4-FFF2-40B4-BE49-F238E27FC236}">
                      <a16:creationId xmlns:a16="http://schemas.microsoft.com/office/drawing/2014/main" id="{CA2F4383-7019-7E48-9807-3428AE0A43D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8" name="TextBox 168">
                  <a:extLst>
                    <a:ext uri="{FF2B5EF4-FFF2-40B4-BE49-F238E27FC236}">
                      <a16:creationId xmlns:a16="http://schemas.microsoft.com/office/drawing/2014/main" id="{4BC213D0-1082-3E40-9F23-9CCE98FF627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2" name="Group 169">
                <a:extLst>
                  <a:ext uri="{FF2B5EF4-FFF2-40B4-BE49-F238E27FC236}">
                    <a16:creationId xmlns:a16="http://schemas.microsoft.com/office/drawing/2014/main" id="{07F14C20-AB63-6B46-8F91-113C68C2770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869496" y="59044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5" name="Freeform 84">
                  <a:extLst>
                    <a:ext uri="{FF2B5EF4-FFF2-40B4-BE49-F238E27FC236}">
                      <a16:creationId xmlns:a16="http://schemas.microsoft.com/office/drawing/2014/main" id="{5F80E2FF-DBF0-6C43-88D6-13E74CE8B9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6" name="TextBox 171">
                  <a:extLst>
                    <a:ext uri="{FF2B5EF4-FFF2-40B4-BE49-F238E27FC236}">
                      <a16:creationId xmlns:a16="http://schemas.microsoft.com/office/drawing/2014/main" id="{EC7003BC-0ABB-E14B-AE8F-6D12F82015B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3" name="Group 172">
                <a:extLst>
                  <a:ext uri="{FF2B5EF4-FFF2-40B4-BE49-F238E27FC236}">
                    <a16:creationId xmlns:a16="http://schemas.microsoft.com/office/drawing/2014/main" id="{DFBA0BE3-219E-2C4D-8FA0-ED4B2751A0F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55096" y="60441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3" name="Freeform 84">
                  <a:extLst>
                    <a:ext uri="{FF2B5EF4-FFF2-40B4-BE49-F238E27FC236}">
                      <a16:creationId xmlns:a16="http://schemas.microsoft.com/office/drawing/2014/main" id="{4EA526B2-7B7F-2842-B458-C7CE8A837F4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4" name="TextBox 174">
                  <a:extLst>
                    <a:ext uri="{FF2B5EF4-FFF2-40B4-BE49-F238E27FC236}">
                      <a16:creationId xmlns:a16="http://schemas.microsoft.com/office/drawing/2014/main" id="{65D3D8A0-7A16-1D4C-AC42-59EC2EE4194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grpSp>
            <p:nvGrpSpPr>
              <p:cNvPr id="114" name="Group 175">
                <a:extLst>
                  <a:ext uri="{FF2B5EF4-FFF2-40B4-BE49-F238E27FC236}">
                    <a16:creationId xmlns:a16="http://schemas.microsoft.com/office/drawing/2014/main" id="{7A86EE27-7C20-3D49-B47A-FCE29E16692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35896" y="5891755"/>
                <a:ext cx="648422" cy="418253"/>
                <a:chOff x="3053396" y="4304255"/>
                <a:chExt cx="648422" cy="418253"/>
              </a:xfrm>
            </p:grpSpPr>
            <p:sp>
              <p:nvSpPr>
                <p:cNvPr id="121" name="Freeform 84">
                  <a:extLst>
                    <a:ext uri="{FF2B5EF4-FFF2-40B4-BE49-F238E27FC236}">
                      <a16:creationId xmlns:a16="http://schemas.microsoft.com/office/drawing/2014/main" id="{D358F6B5-FACE-8745-8F19-B70DB2D28B6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053396" y="4304255"/>
                  <a:ext cx="596988" cy="418253"/>
                </a:xfrm>
                <a:custGeom>
                  <a:avLst/>
                  <a:gdLst>
                    <a:gd name="T0" fmla="*/ 2147483647 w 1036"/>
                    <a:gd name="T1" fmla="*/ 2147483647 h 675"/>
                    <a:gd name="T2" fmla="*/ 2147483647 w 1036"/>
                    <a:gd name="T3" fmla="*/ 2147483647 h 675"/>
                    <a:gd name="T4" fmla="*/ 2147483647 w 1036"/>
                    <a:gd name="T5" fmla="*/ 2147483647 h 675"/>
                    <a:gd name="T6" fmla="*/ 2147483647 w 1036"/>
                    <a:gd name="T7" fmla="*/ 2147483647 h 675"/>
                    <a:gd name="T8" fmla="*/ 2147483647 w 1036"/>
                    <a:gd name="T9" fmla="*/ 2147483647 h 675"/>
                    <a:gd name="T10" fmla="*/ 2147483647 w 1036"/>
                    <a:gd name="T11" fmla="*/ 2147483647 h 675"/>
                    <a:gd name="T12" fmla="*/ 2147483647 w 1036"/>
                    <a:gd name="T13" fmla="*/ 2147483647 h 675"/>
                    <a:gd name="T14" fmla="*/ 2147483647 w 1036"/>
                    <a:gd name="T15" fmla="*/ 2147483647 h 675"/>
                    <a:gd name="T16" fmla="*/ 2147483647 w 1036"/>
                    <a:gd name="T17" fmla="*/ 2147483647 h 675"/>
                    <a:gd name="T18" fmla="*/ 2147483647 w 1036"/>
                    <a:gd name="T19" fmla="*/ 2147483647 h 675"/>
                    <a:gd name="T20" fmla="*/ 2147483647 w 1036"/>
                    <a:gd name="T21" fmla="*/ 2147483647 h 675"/>
                    <a:gd name="T22" fmla="*/ 2147483647 w 1036"/>
                    <a:gd name="T23" fmla="*/ 2147483647 h 675"/>
                    <a:gd name="T24" fmla="*/ 2147483647 w 1036"/>
                    <a:gd name="T25" fmla="*/ 2147483647 h 675"/>
                    <a:gd name="T26" fmla="*/ 2147483647 w 1036"/>
                    <a:gd name="T27" fmla="*/ 2147483647 h 675"/>
                    <a:gd name="T28" fmla="*/ 2147483647 w 1036"/>
                    <a:gd name="T29" fmla="*/ 2147483647 h 675"/>
                    <a:gd name="T30" fmla="*/ 2147483647 w 1036"/>
                    <a:gd name="T31" fmla="*/ 2147483647 h 675"/>
                    <a:gd name="T32" fmla="*/ 2147483647 w 1036"/>
                    <a:gd name="T33" fmla="*/ 2147483647 h 675"/>
                    <a:gd name="T34" fmla="*/ 2147483647 w 1036"/>
                    <a:gd name="T35" fmla="*/ 2147483647 h 675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  <a:gd name="T48" fmla="*/ 0 60000 65536"/>
                    <a:gd name="T49" fmla="*/ 0 60000 65536"/>
                    <a:gd name="T50" fmla="*/ 0 60000 65536"/>
                    <a:gd name="T51" fmla="*/ 0 60000 65536"/>
                    <a:gd name="T52" fmla="*/ 0 60000 65536"/>
                    <a:gd name="T53" fmla="*/ 0 60000 65536"/>
                    <a:gd name="T54" fmla="*/ 0 w 1036"/>
                    <a:gd name="T55" fmla="*/ 0 h 675"/>
                    <a:gd name="T56" fmla="*/ 1036 w 1036"/>
                    <a:gd name="T57" fmla="*/ 675 h 675"/>
                  </a:gdLst>
                  <a:ahLst/>
                  <a:cxnLst>
                    <a:cxn ang="T36">
                      <a:pos x="T0" y="T1"/>
                    </a:cxn>
                    <a:cxn ang="T37">
                      <a:pos x="T2" y="T3"/>
                    </a:cxn>
                    <a:cxn ang="T38">
                      <a:pos x="T4" y="T5"/>
                    </a:cxn>
                    <a:cxn ang="T39">
                      <a:pos x="T6" y="T7"/>
                    </a:cxn>
                    <a:cxn ang="T40">
                      <a:pos x="T8" y="T9"/>
                    </a:cxn>
                    <a:cxn ang="T41">
                      <a:pos x="T10" y="T11"/>
                    </a:cxn>
                    <a:cxn ang="T42">
                      <a:pos x="T12" y="T13"/>
                    </a:cxn>
                    <a:cxn ang="T43">
                      <a:pos x="T14" y="T15"/>
                    </a:cxn>
                    <a:cxn ang="T44">
                      <a:pos x="T16" y="T17"/>
                    </a:cxn>
                    <a:cxn ang="T45">
                      <a:pos x="T18" y="T19"/>
                    </a:cxn>
                    <a:cxn ang="T46">
                      <a:pos x="T20" y="T21"/>
                    </a:cxn>
                    <a:cxn ang="T47">
                      <a:pos x="T22" y="T23"/>
                    </a:cxn>
                    <a:cxn ang="T48">
                      <a:pos x="T24" y="T25"/>
                    </a:cxn>
                    <a:cxn ang="T49">
                      <a:pos x="T26" y="T27"/>
                    </a:cxn>
                    <a:cxn ang="T50">
                      <a:pos x="T28" y="T29"/>
                    </a:cxn>
                    <a:cxn ang="T51">
                      <a:pos x="T30" y="T31"/>
                    </a:cxn>
                    <a:cxn ang="T52">
                      <a:pos x="T32" y="T33"/>
                    </a:cxn>
                    <a:cxn ang="T53">
                      <a:pos x="T34" y="T35"/>
                    </a:cxn>
                  </a:cxnLst>
                  <a:rect l="T54" t="T55" r="T56" b="T57"/>
                  <a:pathLst>
                    <a:path w="1036" h="675">
                      <a:moveTo>
                        <a:pt x="648" y="11"/>
                      </a:moveTo>
                      <a:cubicBezTo>
                        <a:pt x="584" y="19"/>
                        <a:pt x="464" y="33"/>
                        <a:pt x="390" y="53"/>
                      </a:cubicBezTo>
                      <a:cubicBezTo>
                        <a:pt x="316" y="73"/>
                        <a:pt x="246" y="100"/>
                        <a:pt x="206" y="129"/>
                      </a:cubicBezTo>
                      <a:cubicBezTo>
                        <a:pt x="166" y="158"/>
                        <a:pt x="183" y="201"/>
                        <a:pt x="152" y="229"/>
                      </a:cubicBezTo>
                      <a:cubicBezTo>
                        <a:pt x="121" y="257"/>
                        <a:pt x="44" y="259"/>
                        <a:pt x="22" y="297"/>
                      </a:cubicBezTo>
                      <a:cubicBezTo>
                        <a:pt x="0" y="335"/>
                        <a:pt x="0" y="427"/>
                        <a:pt x="18" y="459"/>
                      </a:cubicBezTo>
                      <a:cubicBezTo>
                        <a:pt x="36" y="491"/>
                        <a:pt x="59" y="484"/>
                        <a:pt x="132" y="489"/>
                      </a:cubicBezTo>
                      <a:cubicBezTo>
                        <a:pt x="205" y="494"/>
                        <a:pt x="380" y="478"/>
                        <a:pt x="458" y="489"/>
                      </a:cubicBezTo>
                      <a:cubicBezTo>
                        <a:pt x="536" y="500"/>
                        <a:pt x="549" y="527"/>
                        <a:pt x="598" y="555"/>
                      </a:cubicBezTo>
                      <a:cubicBezTo>
                        <a:pt x="647" y="583"/>
                        <a:pt x="707" y="639"/>
                        <a:pt x="752" y="657"/>
                      </a:cubicBezTo>
                      <a:cubicBezTo>
                        <a:pt x="797" y="675"/>
                        <a:pt x="837" y="670"/>
                        <a:pt x="870" y="661"/>
                      </a:cubicBezTo>
                      <a:cubicBezTo>
                        <a:pt x="903" y="652"/>
                        <a:pt x="932" y="639"/>
                        <a:pt x="952" y="603"/>
                      </a:cubicBezTo>
                      <a:cubicBezTo>
                        <a:pt x="972" y="567"/>
                        <a:pt x="981" y="497"/>
                        <a:pt x="992" y="445"/>
                      </a:cubicBezTo>
                      <a:cubicBezTo>
                        <a:pt x="1003" y="393"/>
                        <a:pt x="1013" y="347"/>
                        <a:pt x="1018" y="291"/>
                      </a:cubicBezTo>
                      <a:cubicBezTo>
                        <a:pt x="1023" y="235"/>
                        <a:pt x="1036" y="153"/>
                        <a:pt x="1022" y="107"/>
                      </a:cubicBezTo>
                      <a:cubicBezTo>
                        <a:pt x="1008" y="61"/>
                        <a:pt x="975" y="34"/>
                        <a:pt x="934" y="17"/>
                      </a:cubicBezTo>
                      <a:cubicBezTo>
                        <a:pt x="893" y="0"/>
                        <a:pt x="824" y="4"/>
                        <a:pt x="776" y="3"/>
                      </a:cubicBezTo>
                      <a:cubicBezTo>
                        <a:pt x="728" y="2"/>
                        <a:pt x="712" y="3"/>
                        <a:pt x="648" y="11"/>
                      </a:cubicBezTo>
                      <a:close/>
                    </a:path>
                  </a:pathLst>
                </a:custGeom>
                <a:solidFill>
                  <a:srgbClr val="00CC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22" name="TextBox 177">
                  <a:extLst>
                    <a:ext uri="{FF2B5EF4-FFF2-40B4-BE49-F238E27FC236}">
                      <a16:creationId xmlns:a16="http://schemas.microsoft.com/office/drawing/2014/main" id="{B1AB4783-F539-B945-9A64-F1D56FF53E7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118029" y="4323258"/>
                  <a:ext cx="583789" cy="35308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access</a:t>
                  </a:r>
                </a:p>
                <a:p>
                  <a:pPr marL="0" marR="0" lvl="0" indent="0" algn="ctr" defTabSz="914400" rtl="0" eaLnBrk="1" fontAlgn="auto" latinLnBrk="0" hangingPunct="1">
                    <a:lnSpc>
                      <a:spcPts val="1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net</a:t>
                  </a:r>
                </a:p>
              </p:txBody>
            </p:sp>
          </p:grpSp>
          <p:sp>
            <p:nvSpPr>
              <p:cNvPr id="115" name="TextBox 4">
                <a:extLst>
                  <a:ext uri="{FF2B5EF4-FFF2-40B4-BE49-F238E27FC236}">
                    <a16:creationId xmlns:a16="http://schemas.microsoft.com/office/drawing/2014/main" id="{AD113CB3-D1DA-D14C-BCF8-507FA9B07B3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053502">
                <a:off x="5143500" y="1955800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16" name="TextBox 179">
                <a:extLst>
                  <a:ext uri="{FF2B5EF4-FFF2-40B4-BE49-F238E27FC236}">
                    <a16:creationId xmlns:a16="http://schemas.microsoft.com/office/drawing/2014/main" id="{07681ACD-1B8E-2040-A8F9-DA0A9F0D0A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2829263">
                <a:off x="7429500" y="3429000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17" name="TextBox 180">
                <a:extLst>
                  <a:ext uri="{FF2B5EF4-FFF2-40B4-BE49-F238E27FC236}">
                    <a16:creationId xmlns:a16="http://schemas.microsoft.com/office/drawing/2014/main" id="{9E585693-3F37-D446-8EB0-74D3309D1F3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9845918">
                <a:off x="6098241" y="5942112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18" name="TextBox 181">
                <a:extLst>
                  <a:ext uri="{FF2B5EF4-FFF2-40B4-BE49-F238E27FC236}">
                    <a16:creationId xmlns:a16="http://schemas.microsoft.com/office/drawing/2014/main" id="{A2E137DD-4E4B-3D4B-B166-51272961620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-9948738">
                <a:off x="1730786" y="5845469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19" name="TextBox 182">
                <a:extLst>
                  <a:ext uri="{FF2B5EF4-FFF2-40B4-BE49-F238E27FC236}">
                    <a16:creationId xmlns:a16="http://schemas.microsoft.com/office/drawing/2014/main" id="{4C7196DB-EE8E-C64F-B248-A3DD5346EEE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-4992697">
                <a:off x="144631" y="3539025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  <p:sp>
            <p:nvSpPr>
              <p:cNvPr id="120" name="TextBox 183">
                <a:extLst>
                  <a:ext uri="{FF2B5EF4-FFF2-40B4-BE49-F238E27FC236}">
                    <a16:creationId xmlns:a16="http://schemas.microsoft.com/office/drawing/2014/main" id="{49992B79-6850-374C-B3FD-3301403976D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-1017263">
                <a:off x="2330376" y="1905681"/>
                <a:ext cx="54373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…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1381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do we need to share the network?</a:t>
            </a:r>
          </a:p>
        </p:txBody>
      </p:sp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C251781C-8058-A243-8563-82A5AAA172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7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9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bg1">
              <a:lumMod val="8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4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5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6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7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8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0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4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5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6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7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8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9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0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1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2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3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4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5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chemeClr val="bg1">
                <a:lumMod val="65000"/>
              </a:schemeClr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6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7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chemeClr val="bg1">
              <a:lumMod val="6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9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7" name="Freeform 46"/>
          <p:cNvSpPr>
            <a:spLocks noChangeAspect="1"/>
          </p:cNvSpPr>
          <p:nvPr/>
        </p:nvSpPr>
        <p:spPr>
          <a:xfrm rot="21345852">
            <a:off x="4122253" y="1507063"/>
            <a:ext cx="3762198" cy="2404265"/>
          </a:xfrm>
          <a:custGeom>
            <a:avLst/>
            <a:gdLst>
              <a:gd name="connsiteX0" fmla="*/ 59559 w 5120482"/>
              <a:gd name="connsiteY0" fmla="*/ 0 h 3144012"/>
              <a:gd name="connsiteX1" fmla="*/ 414384 w 5120482"/>
              <a:gd name="connsiteY1" fmla="*/ 1456737 h 3144012"/>
              <a:gd name="connsiteX2" fmla="*/ 3159608 w 5120482"/>
              <a:gd name="connsiteY2" fmla="*/ 3118911 h 3144012"/>
              <a:gd name="connsiteX3" fmla="*/ 5120482 w 5120482"/>
              <a:gd name="connsiteY3" fmla="*/ 2502599 h 3144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20482" h="3144012">
                <a:moveTo>
                  <a:pt x="59559" y="0"/>
                </a:moveTo>
                <a:cubicBezTo>
                  <a:pt x="-21366" y="468459"/>
                  <a:pt x="-102291" y="936918"/>
                  <a:pt x="414384" y="1456737"/>
                </a:cubicBezTo>
                <a:cubicBezTo>
                  <a:pt x="931059" y="1976556"/>
                  <a:pt x="2375258" y="2944601"/>
                  <a:pt x="3159608" y="3118911"/>
                </a:cubicBezTo>
                <a:cubicBezTo>
                  <a:pt x="3943958" y="3293221"/>
                  <a:pt x="5120482" y="2502599"/>
                  <a:pt x="5120482" y="2502599"/>
                </a:cubicBezTo>
              </a:path>
            </a:pathLst>
          </a:custGeom>
          <a:noFill/>
          <a:ln w="38100" cmpd="sng">
            <a:solidFill>
              <a:schemeClr val="accent2">
                <a:lumMod val="75000"/>
              </a:schemeClr>
            </a:solidFill>
            <a:prstDash val="sysDash"/>
            <a:headEnd type="stealth"/>
            <a:tailEnd type="stealt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337" tIns="45665" rIns="91337" bIns="45665" numCol="1" spcCol="38055" rtlCol="0" anchor="t">
            <a:noAutofit/>
          </a:bodyPr>
          <a:lstStyle/>
          <a:p>
            <a:pPr algn="l" defTabSz="913368" rtl="0" latinLnBrk="1" hangingPunct="0"/>
            <a:endParaRPr lang="en-US" sz="1800">
              <a:solidFill>
                <a:srgbClr val="000000"/>
              </a:solidFill>
            </a:endParaRPr>
          </a:p>
        </p:txBody>
      </p:sp>
      <p:sp>
        <p:nvSpPr>
          <p:cNvPr id="50" name="Freeform 49"/>
          <p:cNvSpPr>
            <a:spLocks noChangeAspect="1"/>
          </p:cNvSpPr>
          <p:nvPr/>
        </p:nvSpPr>
        <p:spPr>
          <a:xfrm rot="21430433">
            <a:off x="2828431" y="1352269"/>
            <a:ext cx="5486400" cy="3592619"/>
          </a:xfrm>
          <a:custGeom>
            <a:avLst/>
            <a:gdLst>
              <a:gd name="connsiteX0" fmla="*/ 0 w 7301923"/>
              <a:gd name="connsiteY0" fmla="*/ 0 h 4538296"/>
              <a:gd name="connsiteX1" fmla="*/ 1512675 w 7301923"/>
              <a:gd name="connsiteY1" fmla="*/ 1662174 h 4538296"/>
              <a:gd name="connsiteX2" fmla="*/ 4818149 w 7301923"/>
              <a:gd name="connsiteY2" fmla="*/ 3567138 h 4538296"/>
              <a:gd name="connsiteX3" fmla="*/ 7301923 w 7301923"/>
              <a:gd name="connsiteY3" fmla="*/ 4538296 h 4538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01923" h="4538296">
                <a:moveTo>
                  <a:pt x="0" y="0"/>
                </a:moveTo>
                <a:cubicBezTo>
                  <a:pt x="354825" y="533825"/>
                  <a:pt x="709650" y="1067651"/>
                  <a:pt x="1512675" y="1662174"/>
                </a:cubicBezTo>
                <a:cubicBezTo>
                  <a:pt x="2315700" y="2256697"/>
                  <a:pt x="3853274" y="3087784"/>
                  <a:pt x="4818149" y="3567138"/>
                </a:cubicBezTo>
                <a:cubicBezTo>
                  <a:pt x="5783024" y="4046492"/>
                  <a:pt x="7000011" y="4376436"/>
                  <a:pt x="7301923" y="4538296"/>
                </a:cubicBezTo>
              </a:path>
            </a:pathLst>
          </a:custGeom>
          <a:ln w="38100" cmpd="sng">
            <a:solidFill>
              <a:srgbClr val="D3A600"/>
            </a:solidFill>
            <a:prstDash val="sysDash"/>
            <a:headEnd type="stealth"/>
            <a:tailEnd type="stealt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337" tIns="45665" rIns="91337" bIns="45665" numCol="1" spcCol="38055" rtlCol="0" anchor="t">
            <a:noAutofit/>
          </a:bodyPr>
          <a:lstStyle/>
          <a:p>
            <a:pPr algn="l" defTabSz="913368" rtl="0" latinLnBrk="1" hangingPunct="0"/>
            <a:endParaRPr lang="en-US" sz="1800">
              <a:solidFill>
                <a:srgbClr val="00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761038" y="1758921"/>
            <a:ext cx="23994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>
                <a:solidFill>
                  <a:srgbClr val="0000FF"/>
                </a:solidFill>
              </a:rPr>
              <a:t>Switch and link resources</a:t>
            </a:r>
          </a:p>
        </p:txBody>
      </p:sp>
      <p:cxnSp>
        <p:nvCxnSpPr>
          <p:cNvPr id="41" name="Straight Arrow Connector 40"/>
          <p:cNvCxnSpPr>
            <a:stCxn id="3" idx="2"/>
            <a:endCxn id="36" idx="3"/>
          </p:cNvCxnSpPr>
          <p:nvPr/>
        </p:nvCxnSpPr>
        <p:spPr bwMode="auto">
          <a:xfrm flipH="1">
            <a:off x="4322763" y="2713028"/>
            <a:ext cx="2638012" cy="37704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1" name="Straight Arrow Connector 50"/>
          <p:cNvCxnSpPr>
            <a:stCxn id="3" idx="2"/>
            <a:endCxn id="38" idx="0"/>
          </p:cNvCxnSpPr>
          <p:nvPr/>
        </p:nvCxnSpPr>
        <p:spPr bwMode="auto">
          <a:xfrm flipH="1">
            <a:off x="6286501" y="2713028"/>
            <a:ext cx="674274" cy="145733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4" name="Straight Arrow Connector 53"/>
          <p:cNvCxnSpPr>
            <a:stCxn id="3" idx="2"/>
          </p:cNvCxnSpPr>
          <p:nvPr/>
        </p:nvCxnSpPr>
        <p:spPr bwMode="auto">
          <a:xfrm flipH="1">
            <a:off x="5126545" y="2713028"/>
            <a:ext cx="1834230" cy="101560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60724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50" grpId="0" animBg="1"/>
      <p:bldP spid="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196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7" name="Shape 197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98" name="Shape 198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13" name="Shape 199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4" name="Shape 200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5" name="Shape 201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6" name="Shape 20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7" name="Shape 20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18" name="Shape 20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05" name="Shape 20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06" name="Shape 20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07" name="Shape 20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22" name="Shape 20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23" name="Shape 20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0" name="Shape 21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11" name="Shape 21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26" name="Shape 21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3" name="Shape 21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28" name="Shape 21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29" name="Shape 21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6" name="Shape 21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17" name="Shape 21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32" name="Shape 21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19" name="Shape 21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0" name="Shape 22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1" name="Shape 22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43036" name="Shape 22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37" name="Shape 22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43038" name="Shape 22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D6D6D6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225" name="Shape 225"/>
          <p:cNvSpPr>
            <a:spLocks noChangeArrowheads="1"/>
          </p:cNvSpPr>
          <p:nvPr/>
        </p:nvSpPr>
        <p:spPr bwMode="auto">
          <a:xfrm>
            <a:off x="114300" y="3756025"/>
            <a:ext cx="32512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Zoom client</a:t>
            </a:r>
          </a:p>
        </p:txBody>
      </p:sp>
      <p:sp>
        <p:nvSpPr>
          <p:cNvPr id="226" name="Shape 226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7" name="Shape 227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8" name="Shape 228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29" name="Shape 229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bg2">
              <a:lumMod val="25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230" name="Shape 230"/>
          <p:cNvSpPr>
            <a:spLocks noChangeArrowheads="1"/>
          </p:cNvSpPr>
          <p:nvPr/>
        </p:nvSpPr>
        <p:spPr bwMode="auto">
          <a:xfrm>
            <a:off x="5946775" y="2939058"/>
            <a:ext cx="3098800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Zoom client</a:t>
            </a:r>
          </a:p>
        </p:txBody>
      </p:sp>
      <p:sp>
        <p:nvSpPr>
          <p:cNvPr id="231" name="Shape 231"/>
          <p:cNvSpPr>
            <a:spLocks noChangeArrowheads="1"/>
          </p:cNvSpPr>
          <p:nvPr/>
        </p:nvSpPr>
        <p:spPr bwMode="auto">
          <a:xfrm>
            <a:off x="125412" y="1720801"/>
            <a:ext cx="2344737" cy="995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3000" b="0" dirty="0" err="1">
                <a:solidFill>
                  <a:srgbClr val="0000FF"/>
                </a:solidFill>
                <a:latin typeface="Arial" charset="0"/>
                <a:sym typeface="Calibri" charset="0"/>
              </a:rPr>
              <a:t>Xiaohongshu</a:t>
            </a:r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 server</a:t>
            </a:r>
          </a:p>
        </p:txBody>
      </p:sp>
      <p:sp>
        <p:nvSpPr>
          <p:cNvPr id="232" name="Shape 232"/>
          <p:cNvSpPr>
            <a:spLocks noChangeArrowheads="1"/>
          </p:cNvSpPr>
          <p:nvPr/>
        </p:nvSpPr>
        <p:spPr bwMode="auto">
          <a:xfrm>
            <a:off x="5776912" y="5494288"/>
            <a:ext cx="3138487" cy="995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Firefox accessing </a:t>
            </a:r>
            <a:r>
              <a:rPr lang="en-US" altLang="zh-CN" sz="3000" b="0" dirty="0" err="1">
                <a:solidFill>
                  <a:srgbClr val="0000FF"/>
                </a:solidFill>
                <a:latin typeface="Arial" charset="0"/>
                <a:sym typeface="Calibri" charset="0"/>
              </a:rPr>
              <a:t>instagram</a:t>
            </a:r>
            <a:endParaRPr lang="en-US" altLang="x-none" sz="3000" b="0" dirty="0">
              <a:solidFill>
                <a:srgbClr val="0000FF"/>
              </a:solidFill>
              <a:latin typeface="Arial" charset="0"/>
              <a:sym typeface="Calibri" charset="0"/>
            </a:endParaRPr>
          </a:p>
        </p:txBody>
      </p:sp>
      <p:pic>
        <p:nvPicPr>
          <p:cNvPr id="233" name="Picture 232"/>
          <p:cNvPicPr>
            <a:picLocks noChangeAspect="1" noChangeArrowheads="1"/>
          </p:cNvPicPr>
          <p:nvPr/>
        </p:nvPicPr>
        <p:blipFill>
          <a:blip r:embed="rId3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58900" y="3652838"/>
            <a:ext cx="6415088" cy="1230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" name="Picture 234"/>
          <p:cNvPicPr>
            <a:picLocks noChangeAspect="1" noChangeArrowheads="1"/>
          </p:cNvPicPr>
          <p:nvPr/>
        </p:nvPicPr>
        <p:blipFill>
          <a:blip r:embed="rId4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252663" y="1847850"/>
            <a:ext cx="4672012" cy="347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7" name="Shape 237"/>
          <p:cNvSpPr>
            <a:spLocks noChangeArrowheads="1"/>
          </p:cNvSpPr>
          <p:nvPr/>
        </p:nvSpPr>
        <p:spPr bwMode="auto">
          <a:xfrm>
            <a:off x="2527300" y="5867996"/>
            <a:ext cx="3100388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Netflix</a:t>
            </a:r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 client</a:t>
            </a:r>
          </a:p>
        </p:txBody>
      </p:sp>
      <p:sp>
        <p:nvSpPr>
          <p:cNvPr id="238" name="Shape 238"/>
          <p:cNvSpPr>
            <a:spLocks noChangeArrowheads="1"/>
          </p:cNvSpPr>
          <p:nvPr/>
        </p:nvSpPr>
        <p:spPr bwMode="auto">
          <a:xfrm>
            <a:off x="4114800" y="1673821"/>
            <a:ext cx="2822575" cy="533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CN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Netflix</a:t>
            </a:r>
            <a:r>
              <a:rPr lang="en-US" altLang="x-none" sz="3000" b="0" dirty="0">
                <a:solidFill>
                  <a:srgbClr val="0000FF"/>
                </a:solidFill>
                <a:latin typeface="Arial" charset="0"/>
                <a:sym typeface="Calibri" charset="0"/>
              </a:rPr>
              <a:t> server</a:t>
            </a:r>
          </a:p>
        </p:txBody>
      </p:sp>
      <p:pic>
        <p:nvPicPr>
          <p:cNvPr id="239" name="Picture 238"/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rgbClr val="D3A6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443163" y="2049463"/>
            <a:ext cx="1722437" cy="3725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Shared among many services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ABBCAD4-7A5D-E44D-9C49-EF1752D849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317157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10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10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10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" grpId="0" advAuto="0"/>
      <p:bldP spid="230" grpId="0" advAuto="0"/>
      <p:bldP spid="231" grpId="0" advAuto="0"/>
      <p:bldP spid="232" grpId="0" advAuto="0"/>
      <p:bldP spid="233" grpId="0" animBg="1" advAuto="0"/>
      <p:bldP spid="235" grpId="0" animBg="1" advAuto="0"/>
      <p:bldP spid="237" grpId="0" advAuto="0"/>
      <p:bldP spid="238" grpId="0" advAuto="0"/>
      <p:bldP spid="239" grpId="0" animBg="1" advAuto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ways to share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Circuit switching</a:t>
            </a:r>
          </a:p>
          <a:p>
            <a:pPr lvl="1"/>
            <a:r>
              <a:rPr lang="en-US" dirty="0"/>
              <a:t>Resource </a:t>
            </a:r>
            <a:r>
              <a:rPr lang="en-US" dirty="0">
                <a:solidFill>
                  <a:srgbClr val="0000FF"/>
                </a:solidFill>
              </a:rPr>
              <a:t>reserved</a:t>
            </a:r>
            <a:r>
              <a:rPr lang="en-US" dirty="0"/>
              <a:t> per connection</a:t>
            </a:r>
          </a:p>
          <a:p>
            <a:r>
              <a:rPr lang="en-US" dirty="0"/>
              <a:t>Packet switching via statistical multiplexing</a:t>
            </a:r>
          </a:p>
          <a:p>
            <a:pPr lvl="1"/>
            <a:r>
              <a:rPr lang="en-US" dirty="0"/>
              <a:t>Packets treated independently, </a:t>
            </a:r>
            <a:r>
              <a:rPr lang="en-US" dirty="0">
                <a:solidFill>
                  <a:srgbClr val="0000FF"/>
                </a:solidFill>
              </a:rPr>
              <a:t>on-demand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784C2F-B3BA-B241-AD7D-86F318B2B94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40</a:t>
            </a:fld>
            <a:endParaRPr lang="en-US"/>
          </a:p>
        </p:txBody>
      </p:sp>
      <p:pic>
        <p:nvPicPr>
          <p:cNvPr id="1026" name="Picture 2" descr="Telephone switchboard - Wikipedia">
            <a:extLst>
              <a:ext uri="{FF2B5EF4-FFF2-40B4-BE49-F238E27FC236}">
                <a16:creationId xmlns:a16="http://schemas.microsoft.com/office/drawing/2014/main" id="{DB2083D9-949F-623B-431F-3144CB0317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3962400"/>
            <a:ext cx="3276600" cy="2271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oking for rack and cable management advice : r/HomeDataCenter">
            <a:extLst>
              <a:ext uri="{FF2B5EF4-FFF2-40B4-BE49-F238E27FC236}">
                <a16:creationId xmlns:a16="http://schemas.microsoft.com/office/drawing/2014/main" id="{0376EB53-B004-F000-C2DC-C2D11FD4A0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200" y="3559522"/>
            <a:ext cx="2574479" cy="3185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8127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Circuit switching</a:t>
            </a:r>
          </a:p>
        </p:txBody>
      </p:sp>
      <p:sp>
        <p:nvSpPr>
          <p:cNvPr id="49" name="Content Placeholder 48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 err="1"/>
              <a:t>src</a:t>
            </a:r>
            <a:r>
              <a:rPr lang="en-US" sz="2800" dirty="0"/>
              <a:t> sends reservation request to </a:t>
            </a:r>
            <a:r>
              <a:rPr lang="en-US" sz="2800" dirty="0" err="1"/>
              <a:t>dst</a:t>
            </a:r>
            <a:endParaRPr lang="en-US" sz="2800" dirty="0"/>
          </a:p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/>
              <a:t>Switches </a:t>
            </a:r>
            <a:r>
              <a:rPr lang="en-US" sz="2800" dirty="0">
                <a:solidFill>
                  <a:srgbClr val="0000FF"/>
                </a:solidFill>
              </a:rPr>
              <a:t>create</a:t>
            </a:r>
            <a:r>
              <a:rPr lang="en-US" sz="2800" dirty="0"/>
              <a:t> circuit </a:t>
            </a:r>
            <a:r>
              <a:rPr lang="en-US" sz="2800" i="1" dirty="0"/>
              <a:t>after</a:t>
            </a:r>
            <a:r>
              <a:rPr lang="en-US" sz="2800" dirty="0"/>
              <a:t> admission control</a:t>
            </a:r>
          </a:p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 err="1"/>
              <a:t>src</a:t>
            </a:r>
            <a:r>
              <a:rPr lang="en-US" sz="2800" dirty="0"/>
              <a:t> </a:t>
            </a:r>
            <a:r>
              <a:rPr lang="en-US" sz="2800" dirty="0">
                <a:solidFill>
                  <a:srgbClr val="0000FF"/>
                </a:solidFill>
              </a:rPr>
              <a:t>sends</a:t>
            </a:r>
            <a:r>
              <a:rPr lang="en-US" sz="2800" dirty="0"/>
              <a:t> data</a:t>
            </a:r>
          </a:p>
          <a:p>
            <a:pPr marL="514350" marR="0" lvl="0" indent="-5143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800" dirty="0" err="1"/>
              <a:t>src</a:t>
            </a:r>
            <a:r>
              <a:rPr lang="en-US" sz="2800" dirty="0"/>
              <a:t> sends </a:t>
            </a:r>
            <a:r>
              <a:rPr lang="en-US" sz="2800" dirty="0">
                <a:solidFill>
                  <a:srgbClr val="0000FF"/>
                </a:solidFill>
              </a:rPr>
              <a:t>teardown</a:t>
            </a:r>
            <a:r>
              <a:rPr lang="en-US" sz="2800" dirty="0"/>
              <a:t> request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sz="2800" dirty="0">
                <a:solidFill>
                  <a:srgbClr val="0000FF"/>
                </a:solidFill>
              </a:rPr>
              <a:t>More details in backup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CB4F5E5-B95D-694E-829A-885D360A9B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41</a:t>
            </a:fld>
            <a:endParaRPr lang="en-US"/>
          </a:p>
        </p:txBody>
      </p:sp>
      <p:grpSp>
        <p:nvGrpSpPr>
          <p:cNvPr id="48" name="Group 47"/>
          <p:cNvGrpSpPr>
            <a:grpSpLocks noChangeAspect="1"/>
          </p:cNvGrpSpPr>
          <p:nvPr/>
        </p:nvGrpSpPr>
        <p:grpSpPr>
          <a:xfrm rot="16200000">
            <a:off x="4333262" y="2456484"/>
            <a:ext cx="4572000" cy="2707033"/>
            <a:chOff x="554038" y="1527175"/>
            <a:chExt cx="7947025" cy="4705350"/>
          </a:xfrm>
        </p:grpSpPr>
        <p:sp>
          <p:nvSpPr>
            <p:cNvPr id="13" name="Shape 108"/>
            <p:cNvSpPr>
              <a:spLocks noChangeShapeType="1"/>
            </p:cNvSpPr>
            <p:nvPr/>
          </p:nvSpPr>
          <p:spPr bwMode="auto">
            <a:xfrm>
              <a:off x="3827463" y="1935163"/>
              <a:ext cx="315912" cy="1201737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4" name="Shape 109"/>
            <p:cNvSpPr>
              <a:spLocks noChangeShapeType="1"/>
            </p:cNvSpPr>
            <p:nvPr/>
          </p:nvSpPr>
          <p:spPr bwMode="auto">
            <a:xfrm flipH="1" flipV="1">
              <a:off x="6262688" y="4391025"/>
              <a:ext cx="2073275" cy="8620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5" name="Shape 110"/>
            <p:cNvSpPr>
              <a:spLocks noChangeShapeType="1"/>
            </p:cNvSpPr>
            <p:nvPr/>
          </p:nvSpPr>
          <p:spPr bwMode="auto">
            <a:xfrm flipH="1">
              <a:off x="701675" y="4911725"/>
              <a:ext cx="2286000" cy="11699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6" name="Shape 112"/>
            <p:cNvSpPr>
              <a:spLocks noChangeShapeType="1"/>
            </p:cNvSpPr>
            <p:nvPr/>
          </p:nvSpPr>
          <p:spPr bwMode="auto">
            <a:xfrm>
              <a:off x="2041525" y="2679700"/>
              <a:ext cx="20097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7" name="Shape 113"/>
            <p:cNvSpPr>
              <a:spLocks noChangeShapeType="1"/>
            </p:cNvSpPr>
            <p:nvPr/>
          </p:nvSpPr>
          <p:spPr bwMode="auto">
            <a:xfrm>
              <a:off x="1163638" y="4445000"/>
              <a:ext cx="1844675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8" name="Shape 114"/>
            <p:cNvSpPr>
              <a:spLocks noChangeShapeType="1"/>
            </p:cNvSpPr>
            <p:nvPr/>
          </p:nvSpPr>
          <p:spPr bwMode="auto">
            <a:xfrm flipH="1">
              <a:off x="2403475" y="4911725"/>
              <a:ext cx="638175" cy="979488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19" name="Shape 115"/>
            <p:cNvSpPr/>
            <p:nvPr/>
          </p:nvSpPr>
          <p:spPr>
            <a:xfrm>
              <a:off x="1857375" y="2490788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0" name="Shape 116"/>
            <p:cNvSpPr/>
            <p:nvPr/>
          </p:nvSpPr>
          <p:spPr>
            <a:xfrm>
              <a:off x="1009650" y="4259263"/>
              <a:ext cx="357188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1" name="Shape 117"/>
            <p:cNvSpPr/>
            <p:nvPr/>
          </p:nvSpPr>
          <p:spPr>
            <a:xfrm>
              <a:off x="2197100" y="5749925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2" name="Shape 118"/>
            <p:cNvSpPr>
              <a:spLocks noChangeShapeType="1"/>
            </p:cNvSpPr>
            <p:nvPr/>
          </p:nvSpPr>
          <p:spPr bwMode="auto">
            <a:xfrm>
              <a:off x="2136775" y="1754188"/>
              <a:ext cx="1882775" cy="13081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3" name="Shape 119"/>
            <p:cNvSpPr>
              <a:spLocks noChangeShapeType="1"/>
            </p:cNvSpPr>
            <p:nvPr/>
          </p:nvSpPr>
          <p:spPr bwMode="auto">
            <a:xfrm>
              <a:off x="2795588" y="1860550"/>
              <a:ext cx="1255712" cy="11906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4" name="Shape 120"/>
            <p:cNvSpPr/>
            <p:nvPr/>
          </p:nvSpPr>
          <p:spPr>
            <a:xfrm>
              <a:off x="1955800" y="152717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5" name="Shape 121"/>
            <p:cNvSpPr/>
            <p:nvPr/>
          </p:nvSpPr>
          <p:spPr>
            <a:xfrm>
              <a:off x="2616200" y="1660525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6" name="Shape 122"/>
            <p:cNvSpPr>
              <a:spLocks noChangeShapeType="1"/>
            </p:cNvSpPr>
            <p:nvPr/>
          </p:nvSpPr>
          <p:spPr bwMode="auto">
            <a:xfrm flipV="1">
              <a:off x="1063625" y="4859338"/>
              <a:ext cx="1944688" cy="563562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7" name="Shape 123"/>
            <p:cNvSpPr/>
            <p:nvPr/>
          </p:nvSpPr>
          <p:spPr>
            <a:xfrm>
              <a:off x="90170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28" name="Shape 124"/>
            <p:cNvSpPr>
              <a:spLocks noChangeShapeType="1"/>
            </p:cNvSpPr>
            <p:nvPr/>
          </p:nvSpPr>
          <p:spPr bwMode="auto">
            <a:xfrm flipH="1">
              <a:off x="6242050" y="3646488"/>
              <a:ext cx="1743075" cy="733425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29" name="Shape 125"/>
            <p:cNvSpPr>
              <a:spLocks noChangeShapeType="1"/>
            </p:cNvSpPr>
            <p:nvPr/>
          </p:nvSpPr>
          <p:spPr bwMode="auto">
            <a:xfrm>
              <a:off x="6305550" y="4433888"/>
              <a:ext cx="765175" cy="97790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0" name="Shape 126"/>
            <p:cNvSpPr/>
            <p:nvPr/>
          </p:nvSpPr>
          <p:spPr>
            <a:xfrm>
              <a:off x="7821613" y="3455988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1" name="Shape 127"/>
            <p:cNvSpPr/>
            <p:nvPr/>
          </p:nvSpPr>
          <p:spPr>
            <a:xfrm>
              <a:off x="6902450" y="5249863"/>
              <a:ext cx="357188" cy="3587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2" name="Shape 128"/>
            <p:cNvSpPr>
              <a:spLocks noChangeShapeType="1"/>
            </p:cNvSpPr>
            <p:nvPr/>
          </p:nvSpPr>
          <p:spPr bwMode="auto">
            <a:xfrm flipH="1" flipV="1">
              <a:off x="6305550" y="4359275"/>
              <a:ext cx="1668463" cy="4254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3" name="Shape 129"/>
            <p:cNvSpPr/>
            <p:nvPr/>
          </p:nvSpPr>
          <p:spPr>
            <a:xfrm>
              <a:off x="7821613" y="4633913"/>
              <a:ext cx="358775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4" name="Shape 130"/>
            <p:cNvSpPr/>
            <p:nvPr/>
          </p:nvSpPr>
          <p:spPr>
            <a:xfrm>
              <a:off x="554038" y="58753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5" name="Shape 131"/>
            <p:cNvSpPr/>
            <p:nvPr/>
          </p:nvSpPr>
          <p:spPr>
            <a:xfrm>
              <a:off x="8143875" y="5054600"/>
              <a:ext cx="357188" cy="3571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36" name="Shape 132"/>
            <p:cNvSpPr>
              <a:spLocks noChangeShapeType="1"/>
            </p:cNvSpPr>
            <p:nvPr/>
          </p:nvSpPr>
          <p:spPr bwMode="auto">
            <a:xfrm>
              <a:off x="4040188" y="3114675"/>
              <a:ext cx="2254250" cy="1276350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7" name="Shape 133"/>
            <p:cNvSpPr>
              <a:spLocks noChangeShapeType="1"/>
            </p:cNvSpPr>
            <p:nvPr/>
          </p:nvSpPr>
          <p:spPr bwMode="auto">
            <a:xfrm flipH="1">
              <a:off x="3051175" y="3114675"/>
              <a:ext cx="1052513" cy="171291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8" name="Shape 134"/>
            <p:cNvSpPr>
              <a:spLocks noChangeShapeType="1"/>
            </p:cNvSpPr>
            <p:nvPr/>
          </p:nvSpPr>
          <p:spPr bwMode="auto">
            <a:xfrm flipH="1">
              <a:off x="3062288" y="4391025"/>
              <a:ext cx="3243262" cy="500063"/>
            </a:xfrm>
            <a:prstGeom prst="line">
              <a:avLst/>
            </a:prstGeom>
            <a:noFill/>
            <a:ln w="63500">
              <a:solidFill>
                <a:srgbClr val="797979"/>
              </a:solidFill>
              <a:miter lim="4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 anchor="ctr"/>
            <a:lstStyle/>
            <a:p>
              <a:endParaRPr lang="en-US"/>
            </a:p>
          </p:txBody>
        </p:sp>
        <p:sp>
          <p:nvSpPr>
            <p:cNvPr id="39" name="Shape 138"/>
            <p:cNvSpPr/>
            <p:nvPr/>
          </p:nvSpPr>
          <p:spPr>
            <a:xfrm>
              <a:off x="3875088" y="2867025"/>
              <a:ext cx="447675" cy="446088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0" name="Shape 139"/>
            <p:cNvSpPr/>
            <p:nvPr/>
          </p:nvSpPr>
          <p:spPr>
            <a:xfrm>
              <a:off x="2830513" y="4652963"/>
              <a:ext cx="446087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1" name="Shape 140"/>
            <p:cNvSpPr/>
            <p:nvPr/>
          </p:nvSpPr>
          <p:spPr>
            <a:xfrm>
              <a:off x="6062663" y="4170363"/>
              <a:ext cx="447675" cy="446087"/>
            </a:xfrm>
            <a:prstGeom prst="roundRect">
              <a:avLst>
                <a:gd name="adj" fmla="val 30000"/>
              </a:avLst>
            </a:prstGeom>
            <a:solidFill>
              <a:srgbClr val="424242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  <p:sp>
          <p:nvSpPr>
            <p:cNvPr id="42" name="Shape 141"/>
            <p:cNvSpPr/>
            <p:nvPr/>
          </p:nvSpPr>
          <p:spPr>
            <a:xfrm>
              <a:off x="3643313" y="1697038"/>
              <a:ext cx="357187" cy="3571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ea typeface="ＭＳ Ｐゴシック" charset="0"/>
                <a:cs typeface="ＭＳ Ｐゴシック" charset="0"/>
              </a:endParaRPr>
            </a:p>
          </p:txBody>
        </p:sp>
      </p:grpSp>
      <p:sp>
        <p:nvSpPr>
          <p:cNvPr id="46" name="Shape 1260"/>
          <p:cNvSpPr/>
          <p:nvPr/>
        </p:nvSpPr>
        <p:spPr>
          <a:xfrm>
            <a:off x="7695134" y="2204084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>
                <a:solidFill>
                  <a:srgbClr val="0000FF"/>
                </a:solidFill>
              </a:rPr>
              <a:t>dst</a:t>
            </a:r>
          </a:p>
        </p:txBody>
      </p:sp>
      <p:sp>
        <p:nvSpPr>
          <p:cNvPr id="47" name="Shape 1259"/>
          <p:cNvSpPr/>
          <p:nvPr/>
        </p:nvSpPr>
        <p:spPr>
          <a:xfrm>
            <a:off x="5670483" y="5289554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>
                <a:solidFill>
                  <a:srgbClr val="0000FF"/>
                </a:solidFill>
              </a:rPr>
              <a:t>src</a:t>
            </a:r>
          </a:p>
        </p:txBody>
      </p:sp>
      <p:sp>
        <p:nvSpPr>
          <p:cNvPr id="51" name="Rectangular Callout 50"/>
          <p:cNvSpPr/>
          <p:nvPr/>
        </p:nvSpPr>
        <p:spPr bwMode="auto">
          <a:xfrm>
            <a:off x="5279627" y="3351857"/>
            <a:ext cx="926092" cy="364987"/>
          </a:xfrm>
          <a:prstGeom prst="wedgeRectCallout">
            <a:avLst>
              <a:gd name="adj1" fmla="val 34021"/>
              <a:gd name="adj2" fmla="val 93429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/>
              <a:t>10 Mbps?</a:t>
            </a:r>
            <a:endParaRPr kumimoji="0" 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2" name="Rectangular Callout 51"/>
          <p:cNvSpPr/>
          <p:nvPr/>
        </p:nvSpPr>
        <p:spPr bwMode="auto">
          <a:xfrm>
            <a:off x="7305891" y="2803954"/>
            <a:ext cx="926092" cy="364987"/>
          </a:xfrm>
          <a:prstGeom prst="wedgeRectCallout">
            <a:avLst>
              <a:gd name="adj1" fmla="val -73249"/>
              <a:gd name="adj2" fmla="val -33382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b="0"/>
              <a:t>10 Mbps?</a:t>
            </a:r>
            <a:endParaRPr kumimoji="0" 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234503" y="3746240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>
                <a:solidFill>
                  <a:srgbClr val="0000FF"/>
                </a:solidFill>
                <a:latin typeface="Calibri" charset="0"/>
                <a:ea typeface="Calibri" charset="0"/>
                <a:cs typeface="Calibri" charset="0"/>
              </a:rPr>
              <a:t>✔️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65557" y="2590800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>
                <a:solidFill>
                  <a:srgbClr val="0000FF"/>
                </a:solidFill>
                <a:latin typeface="Calibri" charset="0"/>
                <a:ea typeface="Calibri" charset="0"/>
                <a:cs typeface="Calibri" charset="0"/>
              </a:rPr>
              <a:t>✔️</a:t>
            </a:r>
          </a:p>
        </p:txBody>
      </p:sp>
    </p:spTree>
    <p:extLst>
      <p:ext uri="{BB962C8B-B14F-4D97-AF65-F5344CB8AC3E}">
        <p14:creationId xmlns:p14="http://schemas.microsoft.com/office/powerpoint/2010/main" val="2624330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uiExpand="1" build="p"/>
      <p:bldP spid="51" grpId="0" animBg="1"/>
      <p:bldP spid="52" grpId="0" animBg="1"/>
      <p:bldP spid="53" grpId="0"/>
      <p:bldP spid="5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</a:rPr>
              <a:t>Circuit switching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Reservation establishes a “circuit” within a switch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51A990-0093-2945-BAB2-4674C2FA5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1244" name="Shape 1244"/>
          <p:cNvSpPr/>
          <p:nvPr/>
        </p:nvSpPr>
        <p:spPr>
          <a:xfrm>
            <a:off x="3679032" y="2723555"/>
            <a:ext cx="1785938" cy="2027039"/>
          </a:xfrm>
          <a:prstGeom prst="roundRect">
            <a:avLst>
              <a:gd name="adj" fmla="val 7500"/>
            </a:avLst>
          </a:prstGeom>
          <a:solidFill>
            <a:srgbClr val="EBEBEB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5" name="Shape 1245"/>
          <p:cNvSpPr/>
          <p:nvPr/>
        </p:nvSpPr>
        <p:spPr>
          <a:xfrm>
            <a:off x="4095654" y="3299914"/>
            <a:ext cx="1018608" cy="697928"/>
          </a:xfrm>
          <a:prstGeom prst="line">
            <a:avLst/>
          </a:prstGeom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6" name="Shape 1246"/>
          <p:cNvSpPr/>
          <p:nvPr/>
        </p:nvSpPr>
        <p:spPr>
          <a:xfrm flipV="1">
            <a:off x="2285999" y="3274826"/>
            <a:ext cx="1669313" cy="123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7" name="Shape 1247"/>
          <p:cNvSpPr/>
          <p:nvPr/>
        </p:nvSpPr>
        <p:spPr>
          <a:xfrm>
            <a:off x="2062758" y="3098602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8" name="Shape 1248"/>
          <p:cNvSpPr/>
          <p:nvPr/>
        </p:nvSpPr>
        <p:spPr>
          <a:xfrm flipV="1">
            <a:off x="5208651" y="3271713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9" name="Shape 1249"/>
          <p:cNvSpPr/>
          <p:nvPr/>
        </p:nvSpPr>
        <p:spPr>
          <a:xfrm>
            <a:off x="6741915" y="3098602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0" name="Shape 1250"/>
          <p:cNvSpPr/>
          <p:nvPr/>
        </p:nvSpPr>
        <p:spPr>
          <a:xfrm>
            <a:off x="3920155" y="3143249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1" name="Shape 1251"/>
          <p:cNvSpPr/>
          <p:nvPr/>
        </p:nvSpPr>
        <p:spPr>
          <a:xfrm>
            <a:off x="4973858" y="3143249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2" name="Shape 1252"/>
          <p:cNvSpPr/>
          <p:nvPr/>
        </p:nvSpPr>
        <p:spPr>
          <a:xfrm flipV="1">
            <a:off x="2277070" y="3950765"/>
            <a:ext cx="1669313" cy="124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3" name="Shape 1253"/>
          <p:cNvSpPr/>
          <p:nvPr/>
        </p:nvSpPr>
        <p:spPr>
          <a:xfrm>
            <a:off x="2053829" y="377725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4" name="Shape 1254"/>
          <p:cNvSpPr/>
          <p:nvPr/>
        </p:nvSpPr>
        <p:spPr>
          <a:xfrm flipV="1">
            <a:off x="5197077" y="3951456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5" name="Shape 1255"/>
          <p:cNvSpPr/>
          <p:nvPr/>
        </p:nvSpPr>
        <p:spPr>
          <a:xfrm>
            <a:off x="6732984" y="377725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6" name="Shape 1256"/>
          <p:cNvSpPr/>
          <p:nvPr/>
        </p:nvSpPr>
        <p:spPr>
          <a:xfrm>
            <a:off x="3911225" y="3821906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7" name="Shape 1257"/>
          <p:cNvSpPr/>
          <p:nvPr/>
        </p:nvSpPr>
        <p:spPr>
          <a:xfrm>
            <a:off x="4964928" y="3821906"/>
            <a:ext cx="267891" cy="2678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8" name="Shape 1258"/>
          <p:cNvSpPr/>
          <p:nvPr/>
        </p:nvSpPr>
        <p:spPr>
          <a:xfrm>
            <a:off x="4154614" y="2265308"/>
            <a:ext cx="847900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/>
              <a:t>switch</a:t>
            </a:r>
          </a:p>
        </p:txBody>
      </p:sp>
      <p:sp>
        <p:nvSpPr>
          <p:cNvPr id="1259" name="Shape 1259"/>
          <p:cNvSpPr/>
          <p:nvPr/>
        </p:nvSpPr>
        <p:spPr>
          <a:xfrm>
            <a:off x="1537028" y="2997538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 dirty="0">
                <a:solidFill>
                  <a:srgbClr val="0000FF"/>
                </a:solidFill>
              </a:rPr>
              <a:t>src</a:t>
            </a:r>
          </a:p>
        </p:txBody>
      </p:sp>
      <p:sp>
        <p:nvSpPr>
          <p:cNvPr id="1260" name="Shape 1260"/>
          <p:cNvSpPr/>
          <p:nvPr/>
        </p:nvSpPr>
        <p:spPr>
          <a:xfrm>
            <a:off x="7220361" y="3711913"/>
            <a:ext cx="443943" cy="407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180">
                <a:solidFill>
                  <a:srgbClr val="0000FF"/>
                </a:solidFill>
              </a:rPr>
              <a:t>dst</a:t>
            </a:r>
          </a:p>
        </p:txBody>
      </p:sp>
    </p:spTree>
    <p:extLst>
      <p:ext uri="{BB962C8B-B14F-4D97-AF65-F5344CB8AC3E}">
        <p14:creationId xmlns:p14="http://schemas.microsoft.com/office/powerpoint/2010/main" val="2981364784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1245" grpId="0" animBg="1" advAuto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</a:rPr>
              <a:t>Circuit switching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Pros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</a:rPr>
              <a:t>Predictable performance 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</a:rPr>
              <a:t>Simple/fast switching (once circuit established)</a:t>
            </a:r>
          </a:p>
          <a:p>
            <a:pPr lvl="1">
              <a:spcBef>
                <a:spcPts val="0"/>
              </a:spcBef>
            </a:pPr>
            <a:endParaRPr lang="en-US" dirty="0">
              <a:ea typeface="ＭＳ Ｐゴシック" charset="0"/>
            </a:endParaRPr>
          </a:p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Cons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Complexity of circuit setup/teardown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Circuit setup adds delay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Switch fails </a:t>
            </a:r>
            <a:r>
              <a:rPr lang="en-US" dirty="0">
                <a:ea typeface="ＭＳ Ｐゴシック" charset="0"/>
                <a:cs typeface="ＭＳ Ｐゴシック" charset="0"/>
                <a:sym typeface="Wingdings"/>
              </a:rPr>
              <a:t></a:t>
            </a:r>
            <a:r>
              <a:rPr lang="en-US" dirty="0">
                <a:ea typeface="ＭＳ Ｐゴシック" charset="0"/>
                <a:cs typeface="ＭＳ Ｐゴシック" charset="0"/>
              </a:rPr>
              <a:t> its circuit(s) fails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altLang="zh-CN" dirty="0">
                <a:ea typeface="ＭＳ Ｐゴシック" charset="0"/>
                <a:cs typeface="ＭＳ Ｐゴシック" charset="0"/>
              </a:rPr>
              <a:t>Extremely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i</a:t>
            </a:r>
            <a:r>
              <a:rPr lang="en-US" dirty="0">
                <a:ea typeface="ＭＳ Ｐゴシック" charset="0"/>
                <a:cs typeface="ＭＳ Ｐゴシック" charset="0"/>
              </a:rPr>
              <a:t>nefficient when traffic is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bursty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!</a:t>
            </a:r>
          </a:p>
          <a:p>
            <a:pPr lvl="2">
              <a:lnSpc>
                <a:spcPct val="110000"/>
              </a:lnSpc>
              <a:spcBef>
                <a:spcPts val="0"/>
              </a:spcBef>
            </a:pPr>
            <a:r>
              <a:rPr lang="en-US" altLang="zh-CN" dirty="0">
                <a:ea typeface="ＭＳ Ｐゴシック" charset="0"/>
                <a:cs typeface="ＭＳ Ｐゴシック" charset="0"/>
              </a:rPr>
              <a:t>Think: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Are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you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always</a:t>
            </a:r>
            <a:r>
              <a:rPr lang="zh-CN" alt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ea typeface="ＭＳ Ｐゴシック" charset="0"/>
                <a:cs typeface="ＭＳ Ｐゴシック" charset="0"/>
              </a:rPr>
              <a:t>clicking?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012455-CDD0-A741-86B9-7F4C2043AD8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363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switching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Each packet contains destination (</a:t>
            </a:r>
            <a:r>
              <a:rPr lang="en-US" dirty="0" err="1">
                <a:solidFill>
                  <a:srgbClr val="0000FF"/>
                </a:solidFill>
              </a:rPr>
              <a:t>dst</a:t>
            </a:r>
            <a:r>
              <a:rPr lang="en-US" dirty="0"/>
              <a:t>)</a:t>
            </a:r>
          </a:p>
          <a:p>
            <a:r>
              <a:rPr lang="en-US" dirty="0"/>
              <a:t>Each packet treated independently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F515E8-7FC6-A34B-966A-23182E80CD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1244" name="Shape 1244"/>
          <p:cNvSpPr/>
          <p:nvPr/>
        </p:nvSpPr>
        <p:spPr>
          <a:xfrm>
            <a:off x="3679032" y="2314041"/>
            <a:ext cx="1785938" cy="1921617"/>
          </a:xfrm>
          <a:prstGeom prst="roundRect">
            <a:avLst>
              <a:gd name="adj" fmla="val 7500"/>
            </a:avLst>
          </a:prstGeom>
          <a:solidFill>
            <a:srgbClr val="EBEBEB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6" name="Shape 1246"/>
          <p:cNvSpPr/>
          <p:nvPr/>
        </p:nvSpPr>
        <p:spPr>
          <a:xfrm flipV="1">
            <a:off x="2285999" y="2865312"/>
            <a:ext cx="1669313" cy="123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7" name="Shape 1247"/>
          <p:cNvSpPr/>
          <p:nvPr/>
        </p:nvSpPr>
        <p:spPr>
          <a:xfrm>
            <a:off x="2062758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8" name="Shape 1248"/>
          <p:cNvSpPr/>
          <p:nvPr/>
        </p:nvSpPr>
        <p:spPr>
          <a:xfrm flipV="1">
            <a:off x="5208651" y="2862199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9" name="Shape 1249"/>
          <p:cNvSpPr/>
          <p:nvPr/>
        </p:nvSpPr>
        <p:spPr>
          <a:xfrm>
            <a:off x="6741915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2" name="Shape 1252"/>
          <p:cNvSpPr/>
          <p:nvPr/>
        </p:nvSpPr>
        <p:spPr>
          <a:xfrm flipV="1">
            <a:off x="2277070" y="3541251"/>
            <a:ext cx="1669313" cy="124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3" name="Shape 1253"/>
          <p:cNvSpPr/>
          <p:nvPr/>
        </p:nvSpPr>
        <p:spPr>
          <a:xfrm>
            <a:off x="2053829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4" name="Shape 1254"/>
          <p:cNvSpPr/>
          <p:nvPr/>
        </p:nvSpPr>
        <p:spPr>
          <a:xfrm flipV="1">
            <a:off x="5197077" y="3541942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5" name="Shape 1255"/>
          <p:cNvSpPr/>
          <p:nvPr/>
        </p:nvSpPr>
        <p:spPr>
          <a:xfrm>
            <a:off x="6732984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8" name="Shape 1258"/>
          <p:cNvSpPr/>
          <p:nvPr/>
        </p:nvSpPr>
        <p:spPr>
          <a:xfrm>
            <a:off x="4107391" y="1828800"/>
            <a:ext cx="972934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 dirty="0"/>
              <a:t>switch</a:t>
            </a:r>
          </a:p>
        </p:txBody>
      </p:sp>
      <p:sp>
        <p:nvSpPr>
          <p:cNvPr id="1260" name="Shape 1260"/>
          <p:cNvSpPr/>
          <p:nvPr/>
        </p:nvSpPr>
        <p:spPr>
          <a:xfrm>
            <a:off x="7197792" y="3275405"/>
            <a:ext cx="504858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>
                <a:solidFill>
                  <a:srgbClr val="0000FF"/>
                </a:solidFill>
              </a:rPr>
              <a:t>dst</a:t>
            </a:r>
          </a:p>
        </p:txBody>
      </p:sp>
      <p:sp>
        <p:nvSpPr>
          <p:cNvPr id="2" name="Rectangle 1"/>
          <p:cNvSpPr/>
          <p:nvPr/>
        </p:nvSpPr>
        <p:spPr>
          <a:xfrm>
            <a:off x="2285999" y="2619748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251413" y="3370247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330485" y="2742572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3453412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1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0 L 0.15417 -0.00231 L 0.26893 0.07083 L 0.45886 0.07523 " pathEditMode="relative" rAng="0" ptsTypes="AAAA">
                                      <p:cBhvr>
                                        <p:cTn id="42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34" y="3634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00"/>
                            </p:stCondLst>
                            <p:childTnLst>
                              <p:par>
                                <p:cTn id="44" presetID="1" presetClass="entr" presetSubtype="0" fill="hold" grpId="1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0.00231 L 0.15538 -0.00231 L 0.27101 0.00185 L 0.46268 0.00208 " pathEditMode="relative" rAng="0" ptsTypes="AAAA">
                                      <p:cBhvr>
                                        <p:cTn id="4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125" y="208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000"/>
                            </p:stCondLst>
                            <p:childTnLst>
                              <p:par>
                                <p:cTn id="49" presetID="1" presetClass="entr" presetSubtype="0" fill="hold" grpId="1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4.44444E-6 L 0.15417 -0.00232 L 0.26893 0.07083 L 0.45886 0.07523 " pathEditMode="relative" rAng="0" ptsTypes="AAAA">
                                      <p:cBhvr>
                                        <p:cTn id="52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34" y="3634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4" grpId="0" animBg="1" advAuto="0"/>
      <p:bldP spid="1246" grpId="0" animBg="1" advAuto="0"/>
      <p:bldP spid="1247" grpId="0" animBg="1" advAuto="0"/>
      <p:bldP spid="1248" grpId="0" animBg="1" advAuto="0"/>
      <p:bldP spid="1249" grpId="0" animBg="1" advAuto="0"/>
      <p:bldP spid="1252" grpId="0" animBg="1" advAuto="0"/>
      <p:bldP spid="1253" grpId="0" animBg="1" advAuto="0"/>
      <p:bldP spid="1254" grpId="0" animBg="1" advAuto="0"/>
      <p:bldP spid="1255" grpId="0" animBg="1" advAuto="0"/>
      <p:bldP spid="1258" grpId="0" animBg="1" advAuto="0"/>
      <p:bldP spid="1260" grpId="0" animBg="1" advAuto="0"/>
      <p:bldP spid="2" grpId="0" animBg="1"/>
      <p:bldP spid="2" grpId="1" animBg="1"/>
      <p:bldP spid="23" grpId="0" animBg="1"/>
      <p:bldP spid="23" grpId="1" animBg="1"/>
      <p:bldP spid="25" grpId="0" animBg="1"/>
      <p:bldP spid="25" grpId="1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switching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Each packet contains destination (</a:t>
            </a:r>
            <a:r>
              <a:rPr lang="en-US" dirty="0" err="1">
                <a:solidFill>
                  <a:srgbClr val="0000FF"/>
                </a:solidFill>
              </a:rPr>
              <a:t>dst</a:t>
            </a:r>
            <a:r>
              <a:rPr lang="en-US" dirty="0"/>
              <a:t>)</a:t>
            </a:r>
          </a:p>
          <a:p>
            <a:r>
              <a:rPr lang="en-US" dirty="0"/>
              <a:t>Each packet treated independently</a:t>
            </a:r>
          </a:p>
          <a:p>
            <a:r>
              <a:rPr lang="en-US" dirty="0">
                <a:solidFill>
                  <a:srgbClr val="0000FF"/>
                </a:solidFill>
              </a:rPr>
              <a:t>With buffers to absolve transient overloads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AF6BAE-A2D8-5E45-8255-9A8A97DAF7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29" name="Shape 1244"/>
          <p:cNvSpPr/>
          <p:nvPr/>
        </p:nvSpPr>
        <p:spPr>
          <a:xfrm>
            <a:off x="3679032" y="2314041"/>
            <a:ext cx="1785938" cy="1921617"/>
          </a:xfrm>
          <a:prstGeom prst="roundRect">
            <a:avLst>
              <a:gd name="adj" fmla="val 7500"/>
            </a:avLst>
          </a:prstGeom>
          <a:solidFill>
            <a:srgbClr val="EBEBEB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6" name="Shape 1246"/>
          <p:cNvSpPr/>
          <p:nvPr/>
        </p:nvSpPr>
        <p:spPr>
          <a:xfrm flipV="1">
            <a:off x="2285999" y="2865312"/>
            <a:ext cx="1669313" cy="123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7" name="Shape 1247"/>
          <p:cNvSpPr/>
          <p:nvPr/>
        </p:nvSpPr>
        <p:spPr>
          <a:xfrm>
            <a:off x="2062758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48" name="Shape 1248"/>
          <p:cNvSpPr/>
          <p:nvPr/>
        </p:nvSpPr>
        <p:spPr>
          <a:xfrm flipV="1">
            <a:off x="5208651" y="2862199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49" name="Shape 1249"/>
          <p:cNvSpPr/>
          <p:nvPr/>
        </p:nvSpPr>
        <p:spPr>
          <a:xfrm>
            <a:off x="6741915" y="268908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2" name="Shape 1252"/>
          <p:cNvSpPr/>
          <p:nvPr/>
        </p:nvSpPr>
        <p:spPr>
          <a:xfrm flipV="1">
            <a:off x="2277070" y="3541251"/>
            <a:ext cx="1669313" cy="1240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3" name="Shape 1253"/>
          <p:cNvSpPr/>
          <p:nvPr/>
        </p:nvSpPr>
        <p:spPr>
          <a:xfrm>
            <a:off x="2053829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254" name="Shape 1254"/>
          <p:cNvSpPr/>
          <p:nvPr/>
        </p:nvSpPr>
        <p:spPr>
          <a:xfrm flipV="1">
            <a:off x="5197077" y="3541942"/>
            <a:ext cx="1667222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092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1255" name="Shape 1255"/>
          <p:cNvSpPr/>
          <p:nvPr/>
        </p:nvSpPr>
        <p:spPr>
          <a:xfrm>
            <a:off x="6732984" y="336774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2" name="Rectangle 1"/>
          <p:cNvSpPr/>
          <p:nvPr/>
        </p:nvSpPr>
        <p:spPr>
          <a:xfrm>
            <a:off x="2285999" y="2675563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393156" y="2726905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251413" y="3370247"/>
            <a:ext cx="283486" cy="504794"/>
          </a:xfrm>
          <a:prstGeom prst="rect">
            <a:avLst/>
          </a:prstGeom>
          <a:solidFill>
            <a:srgbClr val="D3A600"/>
          </a:solidFill>
          <a:ln w="12700" cap="flat">
            <a:solidFill>
              <a:schemeClr val="bg1"/>
            </a:solidFill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5675" tIns="35675" rIns="35675" bIns="35675" numCol="1" spcCol="38055" rtlCol="0" anchor="ctr">
            <a:spAutoFit/>
          </a:bodyPr>
          <a:lstStyle/>
          <a:p>
            <a:pPr rtl="0" latinLnBrk="1" hangingPunct="0"/>
            <a:endParaRPr lang="en-US" sz="2812">
              <a:solidFill>
                <a:srgbClr val="000090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2" name="Shape 1258"/>
          <p:cNvSpPr/>
          <p:nvPr/>
        </p:nvSpPr>
        <p:spPr>
          <a:xfrm>
            <a:off x="4107391" y="1828800"/>
            <a:ext cx="972934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 dirty="0"/>
              <a:t>switch</a:t>
            </a:r>
          </a:p>
        </p:txBody>
      </p:sp>
      <p:sp>
        <p:nvSpPr>
          <p:cNvPr id="34" name="Shape 1260"/>
          <p:cNvSpPr/>
          <p:nvPr/>
        </p:nvSpPr>
        <p:spPr>
          <a:xfrm>
            <a:off x="7197792" y="3275405"/>
            <a:ext cx="504858" cy="461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00FF"/>
                </a:solidFill>
              </a:rPr>
              <a:t>dst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414915" y="2926216"/>
            <a:ext cx="595792" cy="550155"/>
            <a:chOff x="6096000" y="4330700"/>
            <a:chExt cx="2031982" cy="1320800"/>
          </a:xfrm>
        </p:grpSpPr>
        <p:sp>
          <p:nvSpPr>
            <p:cNvPr id="20" name="Shape 1123"/>
            <p:cNvSpPr/>
            <p:nvPr/>
          </p:nvSpPr>
          <p:spPr>
            <a:xfrm flipH="1" flipV="1">
              <a:off x="8123810" y="4330700"/>
              <a:ext cx="10" cy="1320800"/>
            </a:xfrm>
            <a:prstGeom prst="line">
              <a:avLst/>
            </a:prstGeom>
            <a:ln w="63500">
              <a:solidFill>
                <a:srgbClr val="424242"/>
              </a:solidFill>
              <a:miter lim="400000"/>
            </a:ln>
          </p:spPr>
          <p:txBody>
            <a:bodyPr lIns="0" tIns="0" rIns="0" bIns="0" anchor="ctr"/>
            <a:lstStyle/>
            <a:p>
              <a:pPr defTabSz="321092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/>
            </a:p>
          </p:txBody>
        </p:sp>
        <p:sp>
          <p:nvSpPr>
            <p:cNvPr id="21" name="Shape 1125"/>
            <p:cNvSpPr/>
            <p:nvPr/>
          </p:nvSpPr>
          <p:spPr>
            <a:xfrm>
              <a:off x="6096000" y="4354555"/>
              <a:ext cx="2031982" cy="20"/>
            </a:xfrm>
            <a:prstGeom prst="line">
              <a:avLst/>
            </a:prstGeom>
            <a:ln w="63500">
              <a:solidFill>
                <a:srgbClr val="424242"/>
              </a:solidFill>
              <a:miter lim="400000"/>
            </a:ln>
          </p:spPr>
          <p:txBody>
            <a:bodyPr lIns="0" tIns="0" rIns="0" bIns="0" anchor="ctr"/>
            <a:lstStyle/>
            <a:p>
              <a:pPr defTabSz="321092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/>
            </a:p>
          </p:txBody>
        </p:sp>
        <p:sp>
          <p:nvSpPr>
            <p:cNvPr id="22" name="Shape 1126"/>
            <p:cNvSpPr/>
            <p:nvPr/>
          </p:nvSpPr>
          <p:spPr>
            <a:xfrm>
              <a:off x="6096000" y="5625112"/>
              <a:ext cx="2029169" cy="705"/>
            </a:xfrm>
            <a:prstGeom prst="line">
              <a:avLst/>
            </a:prstGeom>
            <a:ln w="63500">
              <a:solidFill>
                <a:srgbClr val="424242"/>
              </a:solidFill>
              <a:miter lim="400000"/>
            </a:ln>
          </p:spPr>
          <p:txBody>
            <a:bodyPr lIns="0" tIns="0" rIns="0" bIns="0" anchor="ctr"/>
            <a:lstStyle/>
            <a:p>
              <a:pPr defTabSz="321092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/>
            </a:p>
          </p:txBody>
        </p:sp>
      </p:grpSp>
    </p:spTree>
    <p:extLst>
      <p:ext uri="{BB962C8B-B14F-4D97-AF65-F5344CB8AC3E}">
        <p14:creationId xmlns:p14="http://schemas.microsoft.com/office/powerpoint/2010/main" val="327670784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7.40741E-7 L 0.15417 -0.00231 L 0.26893 0.07083 L 0.45886 0.07523 " pathEditMode="relative" rAng="0" ptsTypes="AAAA">
                                      <p:cBhvr>
                                        <p:cTn id="12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934" y="3634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3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7.40741E-7 L 0.09063 -7.40741E-7 L 0.15851 -0.05625 L 0.27049 -0.06065 " pathEditMode="relative" rAng="0" ptsTypes="AAAA">
                                      <p:cBhvr>
                                        <p:cTn id="14" dur="1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524" y="-3032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-4.44444E-6 L 0.08073 -0.00115 L 0.14097 0.03866 L 0.24115 0.04144 " pathEditMode="relative" rAng="0" ptsTypes="AAAA">
                                      <p:cBhvr>
                                        <p:cTn id="16" dur="18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049" y="20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24" grpId="0" animBg="1"/>
      <p:bldP spid="24" grpId="1" animBg="1"/>
      <p:bldP spid="26" grpId="0" animBg="1"/>
      <p:bldP spid="26" grpId="1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</a:rPr>
              <a:t>Packet switching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Pros</a:t>
            </a:r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rgbClr val="0000FF"/>
                </a:solidFill>
                <a:ea typeface="ＭＳ Ｐゴシック" charset="0"/>
              </a:rPr>
              <a:t>Efficient</a:t>
            </a:r>
            <a:r>
              <a:rPr lang="en-US" dirty="0">
                <a:ea typeface="ＭＳ Ｐゴシック" charset="0"/>
              </a:rPr>
              <a:t> use of network resources</a:t>
            </a:r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rgbClr val="0000FF"/>
                </a:solidFill>
                <a:ea typeface="ＭＳ Ｐゴシック" charset="0"/>
              </a:rPr>
              <a:t>Simpler to implement</a:t>
            </a:r>
          </a:p>
          <a:p>
            <a:pPr lvl="1">
              <a:spcBef>
                <a:spcPts val="0"/>
              </a:spcBef>
            </a:pPr>
            <a:r>
              <a:rPr lang="en-US" dirty="0">
                <a:solidFill>
                  <a:srgbClr val="0000FF"/>
                </a:solidFill>
                <a:ea typeface="ＭＳ Ｐゴシック" charset="0"/>
              </a:rPr>
              <a:t>Robust: can “route around trouble” </a:t>
            </a:r>
          </a:p>
          <a:p>
            <a:pPr lvl="1">
              <a:spcBef>
                <a:spcPts val="0"/>
              </a:spcBef>
            </a:pPr>
            <a:endParaRPr lang="en-US" dirty="0">
              <a:ea typeface="ＭＳ Ｐゴシック" charset="0"/>
            </a:endParaRPr>
          </a:p>
          <a:p>
            <a:pPr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Cons</a:t>
            </a:r>
          </a:p>
          <a:p>
            <a:pPr lvl="1"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Unpredictable performance</a:t>
            </a:r>
          </a:p>
          <a:p>
            <a:pPr lvl="1">
              <a:spcBef>
                <a:spcPts val="0"/>
              </a:spcBef>
            </a:pPr>
            <a:r>
              <a:rPr lang="en-US" dirty="0">
                <a:ea typeface="ＭＳ Ｐゴシック" charset="0"/>
                <a:cs typeface="ＭＳ Ｐゴシック" charset="0"/>
              </a:rPr>
              <a:t>Requires buffer management and congestion control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A615C5-4E23-1944-8F8D-6EDB5CD4F9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84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multiplexing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Allowing more demands than the network can handle</a:t>
            </a:r>
          </a:p>
          <a:p>
            <a:pPr lvl="1"/>
            <a:r>
              <a:rPr lang="en-US" dirty="0"/>
              <a:t>Hoping that not all demands are required at the same time</a:t>
            </a:r>
          </a:p>
          <a:p>
            <a:pPr lvl="1"/>
            <a:r>
              <a:rPr lang="en-US" dirty="0"/>
              <a:t>Results in unpredictability</a:t>
            </a:r>
          </a:p>
          <a:p>
            <a:pPr lvl="1"/>
            <a:r>
              <a:rPr lang="en-US" dirty="0"/>
              <a:t>Works well except for the extreme cases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E51A19-6713-4C45-9CC2-654D3B8F05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8565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MASSIVE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4.6 Billion</a:t>
            </a:r>
            <a:r>
              <a:rPr lang="en-US" dirty="0"/>
              <a:t> users</a:t>
            </a:r>
          </a:p>
          <a:p>
            <a:r>
              <a:rPr lang="en-US" dirty="0">
                <a:solidFill>
                  <a:srgbClr val="0000FF"/>
                </a:solidFill>
              </a:rPr>
              <a:t>&gt;1.8 Billion</a:t>
            </a:r>
            <a:r>
              <a:rPr lang="en-US" dirty="0"/>
              <a:t> websites</a:t>
            </a:r>
          </a:p>
          <a:p>
            <a:r>
              <a:rPr lang="en-US" dirty="0">
                <a:solidFill>
                  <a:srgbClr val="0000FF"/>
                </a:solidFill>
              </a:rPr>
              <a:t>&gt;200 Billion</a:t>
            </a:r>
            <a:r>
              <a:rPr lang="en-US" dirty="0"/>
              <a:t> emails sent per day</a:t>
            </a:r>
          </a:p>
          <a:p>
            <a:r>
              <a:rPr lang="en-US" dirty="0">
                <a:solidFill>
                  <a:srgbClr val="0000FF"/>
                </a:solidFill>
              </a:rPr>
              <a:t>&gt;2.5 Billion</a:t>
            </a:r>
            <a:r>
              <a:rPr lang="en-US" dirty="0"/>
              <a:t> smartphones</a:t>
            </a:r>
          </a:p>
          <a:p>
            <a:r>
              <a:rPr lang="en-US" dirty="0">
                <a:solidFill>
                  <a:srgbClr val="0000FF"/>
                </a:solidFill>
              </a:rPr>
              <a:t>&gt;2.7 Billion</a:t>
            </a:r>
            <a:r>
              <a:rPr lang="en-US" dirty="0"/>
              <a:t> Facebook users </a:t>
            </a:r>
          </a:p>
          <a:p>
            <a:r>
              <a:rPr lang="en-US" dirty="0">
                <a:solidFill>
                  <a:srgbClr val="0000FF"/>
                </a:solidFill>
              </a:rPr>
              <a:t>&gt;1 Billion</a:t>
            </a:r>
            <a:r>
              <a:rPr lang="en-US" dirty="0"/>
              <a:t> hours of YouTube watched per day</a:t>
            </a:r>
          </a:p>
          <a:p>
            <a:r>
              <a:rPr lang="en-US" dirty="0"/>
              <a:t>Routers that switch </a:t>
            </a:r>
            <a:r>
              <a:rPr lang="en-US" dirty="0">
                <a:solidFill>
                  <a:srgbClr val="0000FF"/>
                </a:solidFill>
              </a:rPr>
              <a:t>10 Terabits/second</a:t>
            </a:r>
          </a:p>
          <a:p>
            <a:r>
              <a:rPr lang="en-US" dirty="0"/>
              <a:t>Links that carry </a:t>
            </a:r>
            <a:r>
              <a:rPr lang="en-US" altLang="zh-CN" dirty="0">
                <a:solidFill>
                  <a:srgbClr val="0000FF"/>
                </a:solidFill>
              </a:rPr>
              <a:t>4</a:t>
            </a:r>
            <a:r>
              <a:rPr lang="en-US" dirty="0">
                <a:solidFill>
                  <a:srgbClr val="0000FF"/>
                </a:solidFill>
              </a:rPr>
              <a:t>00 Gigabits/second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CBBF36-E521-0A48-B3B6-475DE4A917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226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40B72-909C-6858-ED00-3533F713F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Google’s</a:t>
            </a:r>
            <a:r>
              <a:rPr lang="zh-CN" altLang="en-US" dirty="0"/>
              <a:t> </a:t>
            </a:r>
            <a:r>
              <a:rPr lang="en-US" altLang="zh-CN" dirty="0"/>
              <a:t>TPU</a:t>
            </a:r>
            <a:r>
              <a:rPr lang="zh-CN" altLang="en-US" dirty="0"/>
              <a:t> </a:t>
            </a:r>
            <a:r>
              <a:rPr lang="en-US" altLang="zh-CN" dirty="0"/>
              <a:t>cluster</a:t>
            </a:r>
            <a:r>
              <a:rPr lang="zh-CN" altLang="en-US" dirty="0"/>
              <a:t> </a:t>
            </a:r>
            <a:r>
              <a:rPr lang="en-US" altLang="zh-CN" dirty="0"/>
              <a:t>(pod)</a:t>
            </a:r>
            <a:endParaRPr lang="en-US" dirty="0"/>
          </a:p>
        </p:txBody>
      </p:sp>
      <p:pic>
        <p:nvPicPr>
          <p:cNvPr id="6" name="Content Placeholder 5" descr="A long hallway with rows of shelves&#10;&#10;Description automatically generated">
            <a:extLst>
              <a:ext uri="{FF2B5EF4-FFF2-40B4-BE49-F238E27FC236}">
                <a16:creationId xmlns:a16="http://schemas.microsoft.com/office/drawing/2014/main" id="{22EDC674-A6DC-6C47-0F14-A1B23EAB50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774" y="1736726"/>
            <a:ext cx="8910451" cy="43910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FAA784-1927-59B1-4AE8-4A8762401E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7768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3B549-AF56-565E-0803-B0AE9E870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Insights</a:t>
            </a:r>
            <a:r>
              <a:rPr lang="zh-CN" altLang="en-US" dirty="0"/>
              <a:t> </a:t>
            </a:r>
            <a:r>
              <a:rPr lang="en-US" altLang="zh-CN" dirty="0"/>
              <a:t>from</a:t>
            </a:r>
            <a:r>
              <a:rPr lang="zh-CN" altLang="en-US" dirty="0"/>
              <a:t> </a:t>
            </a:r>
            <a:r>
              <a:rPr lang="en-US" altLang="zh-CN" dirty="0" err="1"/>
              <a:t>Dahming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4BD38-D2D1-96F2-C12A-9C3FF0AA01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449845-A660-7999-59A3-4890D29809B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8249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Have we found the right solution?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don’t really know</a:t>
            </a:r>
            <a:r>
              <a:rPr lang="en-US" altLang="zh-CN" dirty="0"/>
              <a:t>…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What we do know</a:t>
            </a:r>
          </a:p>
          <a:p>
            <a:pPr lvl="1"/>
            <a:r>
              <a:rPr lang="en-US" dirty="0"/>
              <a:t>The early Internet pioneers came up with a solution that was successful beyond all imagining </a:t>
            </a:r>
          </a:p>
          <a:p>
            <a:pPr lvl="1"/>
            <a:r>
              <a:rPr lang="en-US" dirty="0"/>
              <a:t>Several enduring </a:t>
            </a:r>
            <a:r>
              <a:rPr lang="en-US" dirty="0">
                <a:solidFill>
                  <a:srgbClr val="0000FF"/>
                </a:solidFill>
              </a:rPr>
              <a:t>architectural principles and practices </a:t>
            </a:r>
            <a:r>
              <a:rPr lang="en-US" dirty="0"/>
              <a:t>emerged from their work</a:t>
            </a:r>
          </a:p>
          <a:p>
            <a:endParaRPr lang="en-US" dirty="0"/>
          </a:p>
          <a:p>
            <a:r>
              <a:rPr lang="en-US" dirty="0"/>
              <a:t>Still, it is just one design with many questions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20AF2-1B44-2E43-80DB-4F0CBE674EF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259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Internet is a lesson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x-none" dirty="0">
                <a:solidFill>
                  <a:srgbClr val="000000"/>
                </a:solidFill>
              </a:rPr>
              <a:t>In how to reason through the design of a </a:t>
            </a:r>
            <a:r>
              <a:rPr lang="en-US" altLang="x-none" u="sng" dirty="0">
                <a:solidFill>
                  <a:srgbClr val="000000"/>
                </a:solidFill>
              </a:rPr>
              <a:t>very</a:t>
            </a:r>
            <a:r>
              <a:rPr lang="en-US" altLang="x-none" dirty="0">
                <a:solidFill>
                  <a:srgbClr val="000000"/>
                </a:solidFill>
              </a:rPr>
              <a:t> complex system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 are our goals and constraints?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</a:t>
            </a:r>
            <a:r>
              <a:rPr lang="en-US" altLang="en-US" dirty="0">
                <a:solidFill>
                  <a:srgbClr val="0000FF"/>
                </a:solidFill>
              </a:rPr>
              <a:t>’</a:t>
            </a:r>
            <a:r>
              <a:rPr lang="en-US" altLang="x-none" dirty="0">
                <a:solidFill>
                  <a:srgbClr val="0000FF"/>
                </a:solidFill>
              </a:rPr>
              <a:t>s the right prioritization of goals?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How do we decompose a problem? 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Who does what? How?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 are the interfaces between components?</a:t>
            </a:r>
          </a:p>
          <a:p>
            <a:pPr lvl="1" eaLnBrk="1" hangingPunct="1"/>
            <a:r>
              <a:rPr lang="en-US" altLang="x-none" dirty="0">
                <a:solidFill>
                  <a:srgbClr val="0000FF"/>
                </a:solidFill>
              </a:rPr>
              <a:t>What are the tradeoffs between design options?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E52B61-E124-1E4F-953A-0A2B2E2917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737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evaluate a network?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205AA3-2D9E-7E47-895B-199E73959CF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1F2EB77-FB6C-2244-A076-ADF097535D48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8533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metrics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Delay</a:t>
            </a:r>
          </a:p>
          <a:p>
            <a:r>
              <a:rPr lang="en-US" dirty="0"/>
              <a:t>Loss </a:t>
            </a:r>
          </a:p>
          <a:p>
            <a:r>
              <a:rPr lang="en-US" dirty="0"/>
              <a:t>Throughput</a:t>
            </a:r>
          </a:p>
          <a:p>
            <a:pPr marL="222987" indent="0">
              <a:buNone/>
            </a:pPr>
            <a:r>
              <a:rPr lang="en-US" i="1" dirty="0">
                <a:solidFill>
                  <a:srgbClr val="800080"/>
                </a:solidFill>
              </a:rPr>
              <a:t>		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A51501-78F7-4344-AD3B-09FB951CAE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8098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it take to send a packet from its source to destination?</a:t>
            </a:r>
          </a:p>
          <a:p>
            <a:pPr marL="222987" indent="0">
              <a:buNone/>
            </a:pPr>
            <a:r>
              <a:rPr lang="en-US" dirty="0"/>
              <a:t>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2CC73-DA19-B74C-BBC1-93B0D9311A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76261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Consists of four components</a:t>
            </a:r>
          </a:p>
          <a:p>
            <a:pPr lvl="1"/>
            <a:r>
              <a:rPr lang="en-US" dirty="0"/>
              <a:t>Transmission delay</a:t>
            </a:r>
          </a:p>
          <a:p>
            <a:pPr lvl="1"/>
            <a:r>
              <a:rPr lang="en-US" dirty="0"/>
              <a:t>Propagation delay</a:t>
            </a:r>
          </a:p>
          <a:p>
            <a:pPr lvl="1"/>
            <a:r>
              <a:rPr lang="en-US" dirty="0"/>
              <a:t>Queuing delay</a:t>
            </a:r>
          </a:p>
          <a:p>
            <a:pPr lvl="1"/>
            <a:r>
              <a:rPr lang="en-US" dirty="0"/>
              <a:t>Processing delay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3C01394-78BE-9749-B8F9-0D70B4CB05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4" name="Right Brace 3"/>
          <p:cNvSpPr/>
          <p:nvPr/>
        </p:nvSpPr>
        <p:spPr>
          <a:xfrm>
            <a:off x="4464810" y="2112577"/>
            <a:ext cx="368524" cy="935423"/>
          </a:xfrm>
          <a:prstGeom prst="rightBrac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4287" tIns="32143" rIns="64287" bIns="32143" numCol="1" spcCol="38096" rtlCol="0" anchor="t">
            <a:noAutofit/>
          </a:bodyPr>
          <a:lstStyle/>
          <a:p>
            <a:pPr defTabSz="642849" latinLnBrk="1" hangingPunct="0"/>
            <a:endParaRPr lang="en-US" sz="240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5" name="Right Brace 4"/>
          <p:cNvSpPr/>
          <p:nvPr/>
        </p:nvSpPr>
        <p:spPr>
          <a:xfrm>
            <a:off x="4464810" y="3048000"/>
            <a:ext cx="368524" cy="935423"/>
          </a:xfrm>
          <a:prstGeom prst="rightBrac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4287" tIns="32143" rIns="64287" bIns="32143" numCol="1" spcCol="38096" rtlCol="0" anchor="t">
            <a:noAutofit/>
          </a:bodyPr>
          <a:lstStyle/>
          <a:p>
            <a:pPr defTabSz="642849" latinLnBrk="1" hangingPunct="0"/>
            <a:endParaRPr lang="en-US" sz="240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6" name="Shape 1261"/>
          <p:cNvSpPr/>
          <p:nvPr/>
        </p:nvSpPr>
        <p:spPr>
          <a:xfrm>
            <a:off x="5002085" y="2300725"/>
            <a:ext cx="2931804" cy="441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due to link properties</a:t>
            </a:r>
            <a:endParaRPr sz="2400" dirty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7" name="Shape 1261"/>
          <p:cNvSpPr/>
          <p:nvPr/>
        </p:nvSpPr>
        <p:spPr>
          <a:xfrm>
            <a:off x="4942064" y="3061272"/>
            <a:ext cx="3008043" cy="810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due to traffic mix and </a:t>
            </a:r>
          </a:p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switch internals</a:t>
            </a:r>
            <a:endParaRPr sz="2400" dirty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305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network link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Link bandwidth  </a:t>
            </a:r>
          </a:p>
          <a:p>
            <a:pPr lvl="1"/>
            <a:r>
              <a:rPr lang="en-US" sz="2000" dirty="0"/>
              <a:t>Number of bits sent/received per unit time (bits/sec or bps)</a:t>
            </a:r>
          </a:p>
          <a:p>
            <a:r>
              <a:rPr lang="en-US" sz="2400" dirty="0"/>
              <a:t>Propagation delay </a:t>
            </a:r>
          </a:p>
          <a:p>
            <a:pPr lvl="1"/>
            <a:r>
              <a:rPr lang="en-US" sz="2000" dirty="0"/>
              <a:t>Time for one bit to move through the link (seconds)</a:t>
            </a:r>
          </a:p>
          <a:p>
            <a:r>
              <a:rPr lang="en-US" altLang="zh-CN" sz="2400" dirty="0"/>
              <a:t>BDP,</a:t>
            </a:r>
            <a:r>
              <a:rPr lang="zh-CN" altLang="en-US" sz="2400" dirty="0"/>
              <a:t> </a:t>
            </a:r>
            <a:r>
              <a:rPr lang="en-US" altLang="zh-CN" sz="2400" dirty="0"/>
              <a:t>bandwidth-delay</a:t>
            </a:r>
            <a:r>
              <a:rPr lang="zh-CN" altLang="en-US" sz="2400" dirty="0"/>
              <a:t> </a:t>
            </a:r>
            <a:r>
              <a:rPr lang="en-US" altLang="zh-CN" sz="2400" dirty="0"/>
              <a:t>product</a:t>
            </a: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023DE3-42BA-3042-9980-7128C937BC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5" name="Oval 5"/>
          <p:cNvSpPr>
            <a:spLocks noChangeArrowheads="1"/>
          </p:cNvSpPr>
          <p:nvPr/>
        </p:nvSpPr>
        <p:spPr bwMode="auto">
          <a:xfrm>
            <a:off x="7240592" y="1998663"/>
            <a:ext cx="422275" cy="69215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2782888" y="1992313"/>
            <a:ext cx="4608512" cy="69215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2632079" y="1998663"/>
            <a:ext cx="422275" cy="692150"/>
          </a:xfrm>
          <a:prstGeom prst="ellipse">
            <a:avLst/>
          </a:prstGeom>
          <a:solidFill>
            <a:schemeClr val="tx1">
              <a:lumMod val="75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1047563" y="2139952"/>
            <a:ext cx="146703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bandwidth</a:t>
            </a:r>
          </a:p>
        </p:txBody>
      </p:sp>
      <p:sp>
        <p:nvSpPr>
          <p:cNvPr id="9" name="AutoShape 8"/>
          <p:cNvSpPr>
            <a:spLocks/>
          </p:cNvSpPr>
          <p:nvPr/>
        </p:nvSpPr>
        <p:spPr bwMode="auto">
          <a:xfrm>
            <a:off x="2571750" y="1998663"/>
            <a:ext cx="95250" cy="692150"/>
          </a:xfrm>
          <a:prstGeom prst="leftBracket">
            <a:avLst>
              <a:gd name="adj" fmla="val 60556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" name="AutoShape 9"/>
          <p:cNvSpPr>
            <a:spLocks/>
          </p:cNvSpPr>
          <p:nvPr/>
        </p:nvSpPr>
        <p:spPr bwMode="auto">
          <a:xfrm rot="16200000">
            <a:off x="5084763" y="554041"/>
            <a:ext cx="192088" cy="4570413"/>
          </a:xfrm>
          <a:prstGeom prst="leftBracket">
            <a:avLst>
              <a:gd name="adj" fmla="val 198278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1" name="Text Box 10"/>
          <p:cNvSpPr txBox="1">
            <a:spLocks noChangeArrowheads="1"/>
          </p:cNvSpPr>
          <p:nvPr/>
        </p:nvSpPr>
        <p:spPr bwMode="auto">
          <a:xfrm>
            <a:off x="3502266" y="2876551"/>
            <a:ext cx="2407999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Propagation delay</a:t>
            </a:r>
          </a:p>
        </p:txBody>
      </p:sp>
      <p:sp>
        <p:nvSpPr>
          <p:cNvPr id="12" name="Text Box 11"/>
          <p:cNvSpPr txBox="1">
            <a:spLocks noChangeArrowheads="1"/>
          </p:cNvSpPr>
          <p:nvPr/>
        </p:nvSpPr>
        <p:spPr bwMode="auto">
          <a:xfrm>
            <a:off x="3692784" y="2152270"/>
            <a:ext cx="240639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chemeClr val="accent3"/>
                </a:solidFill>
                <a:ea typeface="Arial" charset="0"/>
                <a:cs typeface="Arial" charset="0"/>
              </a:rPr>
              <a:t>delay x bandwidth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C144D33-9BC7-20D3-91C0-B607D043FC50}"/>
                  </a:ext>
                </a:extLst>
              </p14:cNvPr>
              <p14:cNvContentPartPr/>
              <p14:nvPr/>
            </p14:nvContentPartPr>
            <p14:xfrm>
              <a:off x="3357720" y="569520"/>
              <a:ext cx="5458320" cy="16322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C144D33-9BC7-20D3-91C0-B607D043FC5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41920" y="560160"/>
                <a:ext cx="6783480" cy="1650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61829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0" grpId="0" animBg="1"/>
      <p:bldP spid="11" grpId="0"/>
      <p:bldP spid="1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Transmission delay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it take to push all the bits of a packet into a link?</a:t>
            </a:r>
          </a:p>
          <a:p>
            <a:r>
              <a:rPr lang="en-US" dirty="0"/>
              <a:t>Packet size / Transmission rate of the link</a:t>
            </a:r>
          </a:p>
          <a:p>
            <a:pPr lvl="1"/>
            <a:r>
              <a:rPr lang="en-US" dirty="0"/>
              <a:t>E.g., 1000 bits / 100 Mbits per sec = 10</a:t>
            </a:r>
            <a:r>
              <a:rPr lang="en-US" baseline="30000" dirty="0"/>
              <a:t>-5</a:t>
            </a:r>
            <a:r>
              <a:rPr lang="en-US" dirty="0"/>
              <a:t> sec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5AE965-28BA-4A4A-A8AC-3939EC9DD81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58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2F52508-016C-26F9-9BB1-C72BC57093F4}"/>
                  </a:ext>
                </a:extLst>
              </p14:cNvPr>
              <p14:cNvContentPartPr/>
              <p14:nvPr/>
            </p14:nvContentPartPr>
            <p14:xfrm>
              <a:off x="7731360" y="2921400"/>
              <a:ext cx="818280" cy="3031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2F52508-016C-26F9-9BB1-C72BC57093F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722000" y="2912040"/>
                <a:ext cx="837000" cy="321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4696003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Propagation delay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it take to move one bit from one end of a link to the other?</a:t>
            </a:r>
          </a:p>
          <a:p>
            <a:r>
              <a:rPr lang="en-US" dirty="0"/>
              <a:t>Link length / Propagation speed of link </a:t>
            </a:r>
          </a:p>
          <a:p>
            <a:pPr lvl="1"/>
            <a:r>
              <a:rPr lang="en-US" dirty="0"/>
              <a:t>E.g., 30 kilometers / </a:t>
            </a:r>
            <a:r>
              <a:rPr lang="en-US" dirty="0">
                <a:solidFill>
                  <a:srgbClr val="0000FF"/>
                </a:solidFill>
              </a:rPr>
              <a:t>3*10</a:t>
            </a:r>
            <a:r>
              <a:rPr lang="en-US" baseline="30000" dirty="0">
                <a:solidFill>
                  <a:srgbClr val="0000FF"/>
                </a:solidFill>
              </a:rPr>
              <a:t>8</a:t>
            </a:r>
            <a:r>
              <a:rPr lang="en-US" dirty="0">
                <a:solidFill>
                  <a:srgbClr val="0000FF"/>
                </a:solidFill>
              </a:rPr>
              <a:t> meters per sec</a:t>
            </a:r>
            <a:r>
              <a:rPr lang="en-US" dirty="0"/>
              <a:t> = 10</a:t>
            </a:r>
            <a:r>
              <a:rPr lang="en-US" baseline="30000" dirty="0"/>
              <a:t>-4</a:t>
            </a:r>
            <a:r>
              <a:rPr lang="en-US" dirty="0"/>
              <a:t> sec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0193C5-A582-484B-9136-ED4FC94435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59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7C58417-BC4A-44A6-8F1F-4C7B111314F2}"/>
                  </a:ext>
                </a:extLst>
              </p14:cNvPr>
              <p14:cNvContentPartPr/>
              <p14:nvPr/>
            </p14:nvContentPartPr>
            <p14:xfrm>
              <a:off x="7434000" y="2618280"/>
              <a:ext cx="1096920" cy="3578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7C58417-BC4A-44A6-8F1F-4C7B111314F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24640" y="2608920"/>
                <a:ext cx="1115640" cy="376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543498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1398588" y="3124201"/>
            <a:ext cx="1077507" cy="494863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180" dirty="0">
                <a:solidFill>
                  <a:srgbClr val="000000"/>
                </a:solidFill>
                <a:latin typeface="Arial"/>
              </a:rPr>
              <a:t>time=0</a:t>
            </a:r>
          </a:p>
        </p:txBody>
      </p:sp>
      <p:pic>
        <p:nvPicPr>
          <p:cNvPr id="22531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87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611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2533" name="Straight Connector 6"/>
          <p:cNvCxnSpPr>
            <a:cxnSpLocks noChangeShapeType="1"/>
            <a:stCxn id="22531" idx="3"/>
            <a:endCxn id="22532" idx="1"/>
          </p:cNvCxnSpPr>
          <p:nvPr/>
        </p:nvCxnSpPr>
        <p:spPr bwMode="auto">
          <a:xfrm>
            <a:off x="3048000" y="2466340"/>
            <a:ext cx="331317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22534" name="TextBox 1"/>
          <p:cNvSpPr txBox="1">
            <a:spLocks noChangeArrowheads="1"/>
          </p:cNvSpPr>
          <p:nvPr/>
        </p:nvSpPr>
        <p:spPr bwMode="auto">
          <a:xfrm>
            <a:off x="26596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22535" name="TextBox 12"/>
          <p:cNvSpPr txBox="1">
            <a:spLocks noChangeArrowheads="1"/>
          </p:cNvSpPr>
          <p:nvPr/>
        </p:nvSpPr>
        <p:spPr bwMode="auto">
          <a:xfrm>
            <a:off x="63172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1" name="AutoShape 17"/>
          <p:cNvSpPr>
            <a:spLocks noChangeArrowheads="1"/>
          </p:cNvSpPr>
          <p:nvPr/>
        </p:nvSpPr>
        <p:spPr bwMode="auto">
          <a:xfrm rot="5400000">
            <a:off x="3990182" y="2161382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grpSp>
        <p:nvGrpSpPr>
          <p:cNvPr id="34" name="Group 33"/>
          <p:cNvGrpSpPr>
            <a:grpSpLocks/>
          </p:cNvGrpSpPr>
          <p:nvPr/>
        </p:nvGrpSpPr>
        <p:grpSpPr bwMode="auto">
          <a:xfrm>
            <a:off x="2743200" y="3048004"/>
            <a:ext cx="3886200" cy="3508375"/>
            <a:chOff x="2743200" y="3048000"/>
            <a:chExt cx="3886200" cy="3508375"/>
          </a:xfrm>
        </p:grpSpPr>
        <p:sp>
          <p:nvSpPr>
            <p:cNvPr id="22556" name="Line 18"/>
            <p:cNvSpPr>
              <a:spLocks noChangeShapeType="1"/>
            </p:cNvSpPr>
            <p:nvPr/>
          </p:nvSpPr>
          <p:spPr bwMode="auto">
            <a:xfrm>
              <a:off x="27432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2557" name="Line 18"/>
            <p:cNvSpPr>
              <a:spLocks noChangeShapeType="1"/>
            </p:cNvSpPr>
            <p:nvPr/>
          </p:nvSpPr>
          <p:spPr bwMode="auto">
            <a:xfrm>
              <a:off x="66294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4273313" y="5105396"/>
              <a:ext cx="832087" cy="427809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defTabSz="914259">
                <a:defRPr/>
              </a:pPr>
              <a:r>
                <a:rPr lang="en-US" sz="2180" dirty="0">
                  <a:solidFill>
                    <a:srgbClr val="000090"/>
                  </a:solidFill>
                  <a:latin typeface="Arial"/>
                </a:rPr>
                <a:t>Time</a:t>
              </a:r>
            </a:p>
          </p:txBody>
        </p:sp>
        <p:cxnSp>
          <p:nvCxnSpPr>
            <p:cNvPr id="22559" name="Straight Arrow Connector 4"/>
            <p:cNvCxnSpPr>
              <a:cxnSpLocks noChangeShapeType="1"/>
            </p:cNvCxnSpPr>
            <p:nvPr/>
          </p:nvCxnSpPr>
          <p:spPr bwMode="auto">
            <a:xfrm>
              <a:off x="4683685" y="5586408"/>
              <a:ext cx="0" cy="609600"/>
            </a:xfrm>
            <a:prstGeom prst="straightConnector1">
              <a:avLst/>
            </a:prstGeom>
            <a:noFill/>
            <a:ln w="9525">
              <a:solidFill>
                <a:srgbClr val="00009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22" name="TextBox 21"/>
          <p:cNvSpPr txBox="1"/>
          <p:nvPr/>
        </p:nvSpPr>
        <p:spPr>
          <a:xfrm>
            <a:off x="3810001" y="2010670"/>
            <a:ext cx="1721914" cy="427730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1Mbps, 1ms </a:t>
            </a:r>
          </a:p>
        </p:txBody>
      </p:sp>
      <p:sp>
        <p:nvSpPr>
          <p:cNvPr id="32" name="Line 14"/>
          <p:cNvSpPr>
            <a:spLocks noChangeShapeType="1"/>
          </p:cNvSpPr>
          <p:nvPr/>
        </p:nvSpPr>
        <p:spPr bwMode="auto">
          <a:xfrm>
            <a:off x="2743200" y="3429001"/>
            <a:ext cx="3886200" cy="3476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lIns="274685" tIns="45779" rIns="91555" bIns="228904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31" name="Group 30"/>
          <p:cNvGrpSpPr>
            <a:grpSpLocks/>
          </p:cNvGrpSpPr>
          <p:nvPr/>
        </p:nvGrpSpPr>
        <p:grpSpPr bwMode="auto">
          <a:xfrm>
            <a:off x="304800" y="3200400"/>
            <a:ext cx="2438400" cy="914400"/>
            <a:chOff x="304800" y="3200400"/>
            <a:chExt cx="2438400" cy="914400"/>
          </a:xfrm>
        </p:grpSpPr>
        <p:sp>
          <p:nvSpPr>
            <p:cNvPr id="22554" name="Rounded Rectangle 18"/>
            <p:cNvSpPr>
              <a:spLocks noChangeArrowheads="1"/>
            </p:cNvSpPr>
            <p:nvPr/>
          </p:nvSpPr>
          <p:spPr bwMode="auto">
            <a:xfrm>
              <a:off x="304800" y="3200400"/>
              <a:ext cx="2057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Time to transmit 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one bit = 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</p:txBody>
        </p:sp>
        <p:cxnSp>
          <p:nvCxnSpPr>
            <p:cNvPr id="22555" name="Straight Arrow Connector 26"/>
            <p:cNvCxnSpPr>
              <a:cxnSpLocks noChangeShapeType="1"/>
            </p:cNvCxnSpPr>
            <p:nvPr/>
          </p:nvCxnSpPr>
          <p:spPr bwMode="auto">
            <a:xfrm>
              <a:off x="2362200" y="34290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37" name="Group 36"/>
          <p:cNvGrpSpPr>
            <a:grpSpLocks/>
          </p:cNvGrpSpPr>
          <p:nvPr/>
        </p:nvGrpSpPr>
        <p:grpSpPr bwMode="auto">
          <a:xfrm>
            <a:off x="0" y="3429000"/>
            <a:ext cx="2743200" cy="1219200"/>
            <a:chOff x="0" y="3581400"/>
            <a:chExt cx="2743200" cy="1219200"/>
          </a:xfrm>
        </p:grpSpPr>
        <p:sp>
          <p:nvSpPr>
            <p:cNvPr id="22552" name="Rounded Rectangle 32"/>
            <p:cNvSpPr>
              <a:spLocks noChangeArrowheads="1"/>
            </p:cNvSpPr>
            <p:nvPr/>
          </p:nvSpPr>
          <p:spPr bwMode="auto">
            <a:xfrm>
              <a:off x="0" y="3886200"/>
              <a:ext cx="2438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Time to transmit 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800 bits=800x1/10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3" name="Left Brace 25"/>
            <p:cNvSpPr>
              <a:spLocks/>
            </p:cNvSpPr>
            <p:nvPr/>
          </p:nvSpPr>
          <p:spPr bwMode="auto">
            <a:xfrm>
              <a:off x="2362200" y="3581400"/>
              <a:ext cx="381000" cy="990600"/>
            </a:xfrm>
            <a:prstGeom prst="leftBrace">
              <a:avLst>
                <a:gd name="adj1" fmla="val 83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rgbClr val="0000FF"/>
                </a:solidFill>
                <a:latin typeface="Courier New" charset="0"/>
              </a:endParaRPr>
            </a:p>
          </p:txBody>
        </p:sp>
      </p:grpSp>
      <p:grpSp>
        <p:nvGrpSpPr>
          <p:cNvPr id="36" name="Group 35"/>
          <p:cNvGrpSpPr>
            <a:grpSpLocks/>
          </p:cNvGrpSpPr>
          <p:nvPr/>
        </p:nvGrpSpPr>
        <p:grpSpPr bwMode="auto">
          <a:xfrm>
            <a:off x="3810000" y="3276600"/>
            <a:ext cx="5257800" cy="1295400"/>
            <a:chOff x="3810000" y="3276600"/>
            <a:chExt cx="5257800" cy="1295400"/>
          </a:xfrm>
        </p:grpSpPr>
        <p:sp>
          <p:nvSpPr>
            <p:cNvPr id="22549" name="Rounded Rectangle 29"/>
            <p:cNvSpPr>
              <a:spLocks noChangeArrowheads="1"/>
            </p:cNvSpPr>
            <p:nvPr/>
          </p:nvSpPr>
          <p:spPr bwMode="auto">
            <a:xfrm>
              <a:off x="6934200" y="3276600"/>
              <a:ext cx="2133600" cy="1295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Time when that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 bit reaches B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 = 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+1/10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3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0" name="Right Brace 23"/>
            <p:cNvSpPr>
              <a:spLocks/>
            </p:cNvSpPr>
            <p:nvPr/>
          </p:nvSpPr>
          <p:spPr bwMode="auto">
            <a:xfrm>
              <a:off x="6705600" y="3352800"/>
              <a:ext cx="152400" cy="38100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22551" name="Straight Connector 28"/>
            <p:cNvCxnSpPr>
              <a:cxnSpLocks noChangeShapeType="1"/>
            </p:cNvCxnSpPr>
            <p:nvPr/>
          </p:nvCxnSpPr>
          <p:spPr bwMode="auto">
            <a:xfrm flipH="1">
              <a:off x="3810000" y="3352800"/>
              <a:ext cx="2819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40" name="Group 39"/>
          <p:cNvGrpSpPr>
            <a:grpSpLocks/>
          </p:cNvGrpSpPr>
          <p:nvPr/>
        </p:nvGrpSpPr>
        <p:grpSpPr bwMode="auto">
          <a:xfrm>
            <a:off x="6629400" y="4724400"/>
            <a:ext cx="2514600" cy="1524000"/>
            <a:chOff x="6629400" y="4724400"/>
            <a:chExt cx="2514600" cy="1676400"/>
          </a:xfrm>
        </p:grpSpPr>
        <p:sp>
          <p:nvSpPr>
            <p:cNvPr id="22547" name="Rounded Rectangle 34"/>
            <p:cNvSpPr>
              <a:spLocks noChangeArrowheads="1"/>
            </p:cNvSpPr>
            <p:nvPr/>
          </p:nvSpPr>
          <p:spPr bwMode="auto">
            <a:xfrm>
              <a:off x="6934200" y="4724400"/>
              <a:ext cx="2209800" cy="1676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The last bit </a:t>
              </a:r>
              <a:br>
                <a:rPr lang="en-US" sz="1969">
                  <a:solidFill>
                    <a:srgbClr val="0000FF"/>
                  </a:solidFill>
                  <a:cs typeface="Arial" charset="0"/>
                </a:rPr>
              </a:b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reaches B at </a:t>
              </a:r>
            </a:p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(800x1/10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6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)+1/10</a:t>
              </a:r>
              <a:r>
                <a:rPr lang="en-US" sz="1969" baseline="30000">
                  <a:solidFill>
                    <a:srgbClr val="0000FF"/>
                  </a:solidFill>
                  <a:cs typeface="Arial" charset="0"/>
                </a:rPr>
                <a:t>3</a:t>
              </a:r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s</a:t>
              </a:r>
            </a:p>
            <a:p>
              <a:pPr algn="ctr" defTabSz="914259"/>
              <a:r>
                <a:rPr lang="en-US" sz="1969">
                  <a:solidFill>
                    <a:srgbClr val="0000FF"/>
                  </a:solidFill>
                  <a:cs typeface="Arial" charset="0"/>
                </a:rPr>
                <a:t>= 1.8ms</a:t>
              </a:r>
            </a:p>
          </p:txBody>
        </p:sp>
        <p:cxnSp>
          <p:nvCxnSpPr>
            <p:cNvPr id="22548" name="Straight Arrow Connector 38"/>
            <p:cNvCxnSpPr>
              <a:cxnSpLocks noChangeShapeType="1"/>
            </p:cNvCxnSpPr>
            <p:nvPr/>
          </p:nvCxnSpPr>
          <p:spPr bwMode="auto">
            <a:xfrm>
              <a:off x="6629400" y="48006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cxnSp>
        <p:nvCxnSpPr>
          <p:cNvPr id="50" name="Straight Arrow Connector 49"/>
          <p:cNvCxnSpPr>
            <a:cxnSpLocks noChangeShapeType="1"/>
          </p:cNvCxnSpPr>
          <p:nvPr/>
        </p:nvCxnSpPr>
        <p:spPr bwMode="auto">
          <a:xfrm>
            <a:off x="2362200" y="3429000"/>
            <a:ext cx="3810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delay</a:t>
            </a:r>
            <a:br>
              <a:rPr lang="en-US" dirty="0"/>
            </a:br>
            <a:r>
              <a:rPr lang="en-US" dirty="0"/>
              <a:t>Sending a 100-byte packet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F7139-6823-BF45-8E3D-DA47968956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546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 nodeType="clickPar">
                      <p:stCondLst>
                        <p:cond delay="indefinite"/>
                      </p:stCondLst>
                      <p:childTnLst>
                        <p:par>
                          <p:cTn id="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11" grpId="0" animBg="1"/>
      <p:bldP spid="22" grpId="0"/>
      <p:bldP spid="3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/>
          <p:cNvSpPr txBox="1"/>
          <p:nvPr/>
        </p:nvSpPr>
        <p:spPr>
          <a:xfrm>
            <a:off x="1398588" y="3124201"/>
            <a:ext cx="1077507" cy="494863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180" dirty="0">
                <a:solidFill>
                  <a:srgbClr val="000000"/>
                </a:solidFill>
                <a:latin typeface="Arial"/>
              </a:rPr>
              <a:t>time=0</a:t>
            </a:r>
          </a:p>
        </p:txBody>
      </p:sp>
      <p:pic>
        <p:nvPicPr>
          <p:cNvPr id="22531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87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611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2533" name="Straight Connector 6"/>
          <p:cNvCxnSpPr>
            <a:cxnSpLocks noChangeShapeType="1"/>
            <a:stCxn id="22531" idx="3"/>
            <a:endCxn id="22532" idx="1"/>
          </p:cNvCxnSpPr>
          <p:nvPr/>
        </p:nvCxnSpPr>
        <p:spPr bwMode="auto">
          <a:xfrm>
            <a:off x="3048000" y="2466340"/>
            <a:ext cx="331317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22534" name="TextBox 1"/>
          <p:cNvSpPr txBox="1">
            <a:spLocks noChangeArrowheads="1"/>
          </p:cNvSpPr>
          <p:nvPr/>
        </p:nvSpPr>
        <p:spPr bwMode="auto">
          <a:xfrm>
            <a:off x="26596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22535" name="TextBox 12"/>
          <p:cNvSpPr txBox="1">
            <a:spLocks noChangeArrowheads="1"/>
          </p:cNvSpPr>
          <p:nvPr/>
        </p:nvSpPr>
        <p:spPr bwMode="auto">
          <a:xfrm>
            <a:off x="63172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1" name="AutoShape 17"/>
          <p:cNvSpPr>
            <a:spLocks noChangeArrowheads="1"/>
          </p:cNvSpPr>
          <p:nvPr/>
        </p:nvSpPr>
        <p:spPr bwMode="auto">
          <a:xfrm rot="5400000">
            <a:off x="3990182" y="2161382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grpSp>
        <p:nvGrpSpPr>
          <p:cNvPr id="34" name="Group 33"/>
          <p:cNvGrpSpPr>
            <a:grpSpLocks/>
          </p:cNvGrpSpPr>
          <p:nvPr/>
        </p:nvGrpSpPr>
        <p:grpSpPr bwMode="auto">
          <a:xfrm>
            <a:off x="2743200" y="3048004"/>
            <a:ext cx="3886200" cy="3508375"/>
            <a:chOff x="2743200" y="3048000"/>
            <a:chExt cx="3886200" cy="3508375"/>
          </a:xfrm>
        </p:grpSpPr>
        <p:sp>
          <p:nvSpPr>
            <p:cNvPr id="22556" name="Line 18"/>
            <p:cNvSpPr>
              <a:spLocks noChangeShapeType="1"/>
            </p:cNvSpPr>
            <p:nvPr/>
          </p:nvSpPr>
          <p:spPr bwMode="auto">
            <a:xfrm>
              <a:off x="27432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2557" name="Line 18"/>
            <p:cNvSpPr>
              <a:spLocks noChangeShapeType="1"/>
            </p:cNvSpPr>
            <p:nvPr/>
          </p:nvSpPr>
          <p:spPr bwMode="auto">
            <a:xfrm>
              <a:off x="6629400" y="3048000"/>
              <a:ext cx="0" cy="3508375"/>
            </a:xfrm>
            <a:prstGeom prst="line">
              <a:avLst/>
            </a:prstGeom>
            <a:noFill/>
            <a:ln w="38100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lIns="64289" tIns="32145" rIns="64289" bIns="32145" anchor="ctr"/>
            <a:lstStyle/>
            <a:p>
              <a:pPr algn="r" defTabSz="914259"/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4273313" y="5105396"/>
              <a:ext cx="832087" cy="427809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defTabSz="914259">
                <a:defRPr/>
              </a:pPr>
              <a:r>
                <a:rPr lang="en-US" sz="2180" dirty="0">
                  <a:solidFill>
                    <a:srgbClr val="000090"/>
                  </a:solidFill>
                  <a:latin typeface="Arial"/>
                </a:rPr>
                <a:t>Time</a:t>
              </a:r>
            </a:p>
          </p:txBody>
        </p:sp>
        <p:cxnSp>
          <p:nvCxnSpPr>
            <p:cNvPr id="22559" name="Straight Arrow Connector 4"/>
            <p:cNvCxnSpPr>
              <a:cxnSpLocks noChangeShapeType="1"/>
            </p:cNvCxnSpPr>
            <p:nvPr/>
          </p:nvCxnSpPr>
          <p:spPr bwMode="auto">
            <a:xfrm>
              <a:off x="4683685" y="5586408"/>
              <a:ext cx="0" cy="609600"/>
            </a:xfrm>
            <a:prstGeom prst="straightConnector1">
              <a:avLst/>
            </a:prstGeom>
            <a:noFill/>
            <a:ln w="9525">
              <a:solidFill>
                <a:srgbClr val="00009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22" name="TextBox 21"/>
          <p:cNvSpPr txBox="1"/>
          <p:nvPr/>
        </p:nvSpPr>
        <p:spPr>
          <a:xfrm>
            <a:off x="3810001" y="2010670"/>
            <a:ext cx="1707486" cy="427730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1</a:t>
            </a:r>
            <a:r>
              <a:rPr lang="en-US" sz="2000" dirty="0">
                <a:solidFill>
                  <a:srgbClr val="0000FF"/>
                </a:solidFill>
                <a:latin typeface="Arial"/>
              </a:rPr>
              <a:t>G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bps, 1ms </a:t>
            </a:r>
          </a:p>
        </p:txBody>
      </p:sp>
      <p:sp>
        <p:nvSpPr>
          <p:cNvPr id="32" name="Line 14"/>
          <p:cNvSpPr>
            <a:spLocks noChangeShapeType="1"/>
          </p:cNvSpPr>
          <p:nvPr/>
        </p:nvSpPr>
        <p:spPr bwMode="auto">
          <a:xfrm>
            <a:off x="2743200" y="3429001"/>
            <a:ext cx="3886200" cy="3476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lIns="274685" tIns="45779" rIns="91555" bIns="228904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31" name="Group 30"/>
          <p:cNvGrpSpPr>
            <a:grpSpLocks/>
          </p:cNvGrpSpPr>
          <p:nvPr/>
        </p:nvGrpSpPr>
        <p:grpSpPr bwMode="auto">
          <a:xfrm>
            <a:off x="304800" y="3200400"/>
            <a:ext cx="2438400" cy="914400"/>
            <a:chOff x="304800" y="3200400"/>
            <a:chExt cx="2438400" cy="914400"/>
          </a:xfrm>
        </p:grpSpPr>
        <p:sp>
          <p:nvSpPr>
            <p:cNvPr id="22554" name="Rounded Rectangle 18"/>
            <p:cNvSpPr>
              <a:spLocks noChangeArrowheads="1"/>
            </p:cNvSpPr>
            <p:nvPr/>
          </p:nvSpPr>
          <p:spPr bwMode="auto">
            <a:xfrm>
              <a:off x="304800" y="3200400"/>
              <a:ext cx="2057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Time to transmit 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one bit = 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</p:txBody>
        </p:sp>
        <p:cxnSp>
          <p:nvCxnSpPr>
            <p:cNvPr id="22555" name="Straight Arrow Connector 26"/>
            <p:cNvCxnSpPr>
              <a:cxnSpLocks noChangeShapeType="1"/>
            </p:cNvCxnSpPr>
            <p:nvPr/>
          </p:nvCxnSpPr>
          <p:spPr bwMode="auto">
            <a:xfrm>
              <a:off x="2362200" y="34290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37" name="Group 36"/>
          <p:cNvGrpSpPr>
            <a:grpSpLocks/>
          </p:cNvGrpSpPr>
          <p:nvPr/>
        </p:nvGrpSpPr>
        <p:grpSpPr bwMode="auto">
          <a:xfrm>
            <a:off x="0" y="3429000"/>
            <a:ext cx="2743200" cy="1219200"/>
            <a:chOff x="0" y="3581400"/>
            <a:chExt cx="2743200" cy="1219200"/>
          </a:xfrm>
        </p:grpSpPr>
        <p:sp>
          <p:nvSpPr>
            <p:cNvPr id="22552" name="Rounded Rectangle 32"/>
            <p:cNvSpPr>
              <a:spLocks noChangeArrowheads="1"/>
            </p:cNvSpPr>
            <p:nvPr/>
          </p:nvSpPr>
          <p:spPr bwMode="auto">
            <a:xfrm>
              <a:off x="0" y="3886200"/>
              <a:ext cx="2438400" cy="914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Time to transmit 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800 bits=800x1/10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3" name="Left Brace 25"/>
            <p:cNvSpPr>
              <a:spLocks/>
            </p:cNvSpPr>
            <p:nvPr/>
          </p:nvSpPr>
          <p:spPr bwMode="auto">
            <a:xfrm>
              <a:off x="2362200" y="3581400"/>
              <a:ext cx="381000" cy="990600"/>
            </a:xfrm>
            <a:prstGeom prst="leftBrace">
              <a:avLst>
                <a:gd name="adj1" fmla="val 83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chemeClr val="accent2"/>
                </a:solidFill>
                <a:latin typeface="Courier New" charset="0"/>
              </a:endParaRPr>
            </a:p>
          </p:txBody>
        </p:sp>
      </p:grpSp>
      <p:grpSp>
        <p:nvGrpSpPr>
          <p:cNvPr id="36" name="Group 35"/>
          <p:cNvGrpSpPr>
            <a:grpSpLocks/>
          </p:cNvGrpSpPr>
          <p:nvPr/>
        </p:nvGrpSpPr>
        <p:grpSpPr bwMode="auto">
          <a:xfrm>
            <a:off x="3810000" y="3276600"/>
            <a:ext cx="5257800" cy="1295400"/>
            <a:chOff x="3810000" y="3276600"/>
            <a:chExt cx="5257800" cy="1295400"/>
          </a:xfrm>
        </p:grpSpPr>
        <p:sp>
          <p:nvSpPr>
            <p:cNvPr id="22549" name="Rounded Rectangle 29"/>
            <p:cNvSpPr>
              <a:spLocks noChangeArrowheads="1"/>
            </p:cNvSpPr>
            <p:nvPr/>
          </p:nvSpPr>
          <p:spPr bwMode="auto">
            <a:xfrm>
              <a:off x="6934200" y="3276600"/>
              <a:ext cx="2133600" cy="1295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Time when that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 bit reaches B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 = 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+1/10</a:t>
              </a:r>
              <a:r>
                <a:rPr lang="en-US" sz="1969" baseline="30000" dirty="0">
                  <a:solidFill>
                    <a:schemeClr val="accent2"/>
                  </a:solidFill>
                  <a:cs typeface="Arial" charset="0"/>
                </a:rPr>
                <a:t>3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</p:txBody>
        </p:sp>
        <p:sp>
          <p:nvSpPr>
            <p:cNvPr id="22550" name="Right Brace 23"/>
            <p:cNvSpPr>
              <a:spLocks/>
            </p:cNvSpPr>
            <p:nvPr/>
          </p:nvSpPr>
          <p:spPr bwMode="auto">
            <a:xfrm>
              <a:off x="6705600" y="3352800"/>
              <a:ext cx="152400" cy="38100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algn="ctr" defTabSz="914259"/>
              <a:endParaRPr lang="en-US" sz="1969">
                <a:solidFill>
                  <a:schemeClr val="accent2"/>
                </a:solidFill>
                <a:latin typeface="Courier New" charset="0"/>
              </a:endParaRPr>
            </a:p>
          </p:txBody>
        </p:sp>
        <p:cxnSp>
          <p:nvCxnSpPr>
            <p:cNvPr id="22551" name="Straight Connector 28"/>
            <p:cNvCxnSpPr>
              <a:cxnSpLocks noChangeShapeType="1"/>
            </p:cNvCxnSpPr>
            <p:nvPr/>
          </p:nvCxnSpPr>
          <p:spPr bwMode="auto">
            <a:xfrm flipH="1">
              <a:off x="3810000" y="3352800"/>
              <a:ext cx="2819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40" name="Group 39"/>
          <p:cNvGrpSpPr>
            <a:grpSpLocks/>
          </p:cNvGrpSpPr>
          <p:nvPr/>
        </p:nvGrpSpPr>
        <p:grpSpPr bwMode="auto">
          <a:xfrm>
            <a:off x="6629400" y="4724400"/>
            <a:ext cx="2514600" cy="1524000"/>
            <a:chOff x="6629400" y="4724400"/>
            <a:chExt cx="2514600" cy="1676400"/>
          </a:xfrm>
        </p:grpSpPr>
        <p:sp>
          <p:nvSpPr>
            <p:cNvPr id="22547" name="Rounded Rectangle 34"/>
            <p:cNvSpPr>
              <a:spLocks noChangeArrowheads="1"/>
            </p:cNvSpPr>
            <p:nvPr/>
          </p:nvSpPr>
          <p:spPr bwMode="auto">
            <a:xfrm>
              <a:off x="6934200" y="4724400"/>
              <a:ext cx="2209800" cy="16764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The last bit </a:t>
              </a:r>
              <a:br>
                <a:rPr lang="en-US" sz="1969" dirty="0">
                  <a:solidFill>
                    <a:schemeClr val="accent2"/>
                  </a:solidFill>
                  <a:cs typeface="Arial" charset="0"/>
                </a:rPr>
              </a:b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reaches B at </a:t>
              </a:r>
            </a:p>
            <a:p>
              <a:pPr algn="ctr" defTabSz="914259"/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(800x1/10</a:t>
              </a:r>
              <a:r>
                <a:rPr lang="en-US" sz="1969" baseline="30000" dirty="0">
                  <a:solidFill>
                    <a:srgbClr val="0000FF"/>
                  </a:solidFill>
                  <a:cs typeface="Arial" charset="0"/>
                </a:rPr>
                <a:t>9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)+1/10</a:t>
              </a:r>
              <a:r>
                <a:rPr lang="en-US" sz="1969" baseline="30000" dirty="0">
                  <a:solidFill>
                    <a:schemeClr val="accent2"/>
                  </a:solidFill>
                  <a:cs typeface="Arial" charset="0"/>
                </a:rPr>
                <a:t>3</a:t>
              </a:r>
              <a:r>
                <a:rPr lang="en-US" sz="1969" dirty="0">
                  <a:solidFill>
                    <a:schemeClr val="accent2"/>
                  </a:solidFill>
                  <a:cs typeface="Arial" charset="0"/>
                </a:rPr>
                <a:t>s</a:t>
              </a:r>
            </a:p>
            <a:p>
              <a:pPr algn="ctr" defTabSz="914259"/>
              <a:r>
                <a:rPr lang="en-US" sz="1969" dirty="0">
                  <a:solidFill>
                    <a:srgbClr val="0000FF"/>
                  </a:solidFill>
                  <a:cs typeface="Arial" charset="0"/>
                </a:rPr>
                <a:t>= 1.0008ms</a:t>
              </a:r>
            </a:p>
          </p:txBody>
        </p:sp>
        <p:cxnSp>
          <p:nvCxnSpPr>
            <p:cNvPr id="22548" name="Straight Arrow Connector 38"/>
            <p:cNvCxnSpPr>
              <a:cxnSpLocks noChangeShapeType="1"/>
            </p:cNvCxnSpPr>
            <p:nvPr/>
          </p:nvCxnSpPr>
          <p:spPr bwMode="auto">
            <a:xfrm>
              <a:off x="6629400" y="4800600"/>
              <a:ext cx="381000" cy="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cxnSp>
        <p:nvCxnSpPr>
          <p:cNvPr id="50" name="Straight Arrow Connector 49"/>
          <p:cNvCxnSpPr>
            <a:cxnSpLocks noChangeShapeType="1"/>
          </p:cNvCxnSpPr>
          <p:nvPr/>
        </p:nvCxnSpPr>
        <p:spPr bwMode="auto">
          <a:xfrm>
            <a:off x="2362200" y="3429000"/>
            <a:ext cx="3810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 delay</a:t>
            </a:r>
            <a:br>
              <a:rPr lang="en-US" dirty="0"/>
            </a:br>
            <a:r>
              <a:rPr lang="en-US" dirty="0"/>
              <a:t>Sending a 100-byte packet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8F55A0-FE35-1347-9C4F-B60227F49CC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5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11" grpId="0" animBg="1"/>
      <p:bldP spid="3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AutoShape 17"/>
          <p:cNvSpPr>
            <a:spLocks noChangeArrowheads="1"/>
          </p:cNvSpPr>
          <p:nvPr/>
        </p:nvSpPr>
        <p:spPr bwMode="auto">
          <a:xfrm rot="5400000">
            <a:off x="3990181" y="4218782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sp>
        <p:nvSpPr>
          <p:cNvPr id="35" name="AutoShape 17"/>
          <p:cNvSpPr>
            <a:spLocks noChangeArrowheads="1"/>
          </p:cNvSpPr>
          <p:nvPr/>
        </p:nvSpPr>
        <p:spPr bwMode="auto">
          <a:xfrm rot="5400000">
            <a:off x="3999325" y="3172619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pic>
        <p:nvPicPr>
          <p:cNvPr id="22531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987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32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61175" y="2146300"/>
            <a:ext cx="649225" cy="640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2533" name="Straight Connector 6"/>
          <p:cNvCxnSpPr>
            <a:cxnSpLocks noChangeShapeType="1"/>
            <a:stCxn id="22531" idx="3"/>
            <a:endCxn id="22532" idx="1"/>
          </p:cNvCxnSpPr>
          <p:nvPr/>
        </p:nvCxnSpPr>
        <p:spPr bwMode="auto">
          <a:xfrm>
            <a:off x="3048000" y="2466340"/>
            <a:ext cx="3313175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22534" name="TextBox 1"/>
          <p:cNvSpPr txBox="1">
            <a:spLocks noChangeArrowheads="1"/>
          </p:cNvSpPr>
          <p:nvPr/>
        </p:nvSpPr>
        <p:spPr bwMode="auto">
          <a:xfrm>
            <a:off x="26596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22535" name="TextBox 12"/>
          <p:cNvSpPr txBox="1">
            <a:spLocks noChangeArrowheads="1"/>
          </p:cNvSpPr>
          <p:nvPr/>
        </p:nvSpPr>
        <p:spPr bwMode="auto">
          <a:xfrm>
            <a:off x="6317260" y="1765304"/>
            <a:ext cx="401040" cy="525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4" tIns="45712" rIns="91424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259" eaLnBrk="1" hangingPunct="1"/>
            <a:r>
              <a:rPr lang="en-US" sz="2812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1" name="AutoShape 17"/>
          <p:cNvSpPr>
            <a:spLocks noChangeArrowheads="1"/>
          </p:cNvSpPr>
          <p:nvPr/>
        </p:nvSpPr>
        <p:spPr bwMode="auto">
          <a:xfrm rot="5400000">
            <a:off x="3999325" y="2161382"/>
            <a:ext cx="1392237" cy="3886200"/>
          </a:xfrm>
          <a:prstGeom prst="parallelogram">
            <a:avLst>
              <a:gd name="adj" fmla="val 25000"/>
            </a:avLst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rot="10800000" vert="eaVert" wrap="none" lIns="182792" tIns="0" rIns="91389" bIns="45698" anchor="ctr"/>
          <a:lstStyle/>
          <a:p>
            <a:pPr defTabSz="914259">
              <a:spcBef>
                <a:spcPts val="1000"/>
              </a:spcBef>
              <a:spcAft>
                <a:spcPts val="1000"/>
              </a:spcAft>
            </a:pPr>
            <a:r>
              <a:rPr lang="en-US" altLang="zh-TW" sz="1406">
                <a:solidFill>
                  <a:srgbClr val="000000"/>
                </a:solidFill>
                <a:ea typeface="PMingLiU" charset="0"/>
                <a:cs typeface="PMingLiU" charset="0"/>
              </a:rPr>
              <a:t>100Byte packet</a:t>
            </a:r>
          </a:p>
        </p:txBody>
      </p:sp>
      <p:sp>
        <p:nvSpPr>
          <p:cNvPr id="22556" name="Line 18"/>
          <p:cNvSpPr>
            <a:spLocks noChangeShapeType="1"/>
          </p:cNvSpPr>
          <p:nvPr/>
        </p:nvSpPr>
        <p:spPr bwMode="auto">
          <a:xfrm>
            <a:off x="2743200" y="3048004"/>
            <a:ext cx="0" cy="3508375"/>
          </a:xfrm>
          <a:prstGeom prst="line">
            <a:avLst/>
          </a:prstGeom>
          <a:noFill/>
          <a:ln w="38100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lIns="64289" tIns="32145" rIns="64289" bIns="32145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22557" name="Line 18"/>
          <p:cNvSpPr>
            <a:spLocks noChangeShapeType="1"/>
          </p:cNvSpPr>
          <p:nvPr/>
        </p:nvSpPr>
        <p:spPr bwMode="auto">
          <a:xfrm>
            <a:off x="6629400" y="3048004"/>
            <a:ext cx="0" cy="3508375"/>
          </a:xfrm>
          <a:prstGeom prst="line">
            <a:avLst/>
          </a:prstGeom>
          <a:noFill/>
          <a:ln w="38100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lIns="64289" tIns="32145" rIns="64289" bIns="32145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810001" y="2010670"/>
            <a:ext cx="1707486" cy="427730"/>
          </a:xfrm>
          <a:prstGeom prst="rect">
            <a:avLst/>
          </a:prstGeom>
          <a:noFill/>
        </p:spPr>
        <p:txBody>
          <a:bodyPr wrap="none" lIns="91424" tIns="45712" rIns="91424" bIns="45712">
            <a:spAutoFit/>
          </a:bodyPr>
          <a:lstStyle/>
          <a:p>
            <a:pPr defTabSz="914259">
              <a:lnSpc>
                <a:spcPct val="120000"/>
              </a:lnSpc>
              <a:defRPr/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1</a:t>
            </a:r>
            <a:r>
              <a:rPr lang="en-US" sz="2000" dirty="0">
                <a:solidFill>
                  <a:srgbClr val="0000FF"/>
                </a:solidFill>
                <a:latin typeface="Arial"/>
              </a:rPr>
              <a:t>G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bps, 1ms </a:t>
            </a:r>
          </a:p>
        </p:txBody>
      </p:sp>
      <p:sp>
        <p:nvSpPr>
          <p:cNvPr id="32" name="Line 14"/>
          <p:cNvSpPr>
            <a:spLocks noChangeShapeType="1"/>
          </p:cNvSpPr>
          <p:nvPr/>
        </p:nvSpPr>
        <p:spPr bwMode="auto">
          <a:xfrm>
            <a:off x="2752343" y="3429001"/>
            <a:ext cx="3886200" cy="3476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lIns="274685" tIns="45779" rIns="91555" bIns="228904" anchor="ctr"/>
          <a:lstStyle/>
          <a:p>
            <a:pPr algn="r" defTabSz="914259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Sending a large file using 100-byte packets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B9507B-D6BB-AB47-96D9-5C9982B33D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526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 view of a link</a:t>
            </a:r>
          </a:p>
        </p:txBody>
      </p:sp>
      <p:sp>
        <p:nvSpPr>
          <p:cNvPr id="23" name="Content Placeholder 2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Transmission delay decreases as bandwidth increases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D56864-EBC4-B94A-A558-EEAA12DEC1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63</a:t>
            </a:fld>
            <a:endParaRPr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2362200" y="3124200"/>
            <a:ext cx="533400" cy="9144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3" name="Rectangle 12"/>
          <p:cNvSpPr/>
          <p:nvPr/>
        </p:nvSpPr>
        <p:spPr bwMode="auto">
          <a:xfrm>
            <a:off x="2895600" y="3124200"/>
            <a:ext cx="533400" cy="9144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4" name="Rectangle 13"/>
          <p:cNvSpPr/>
          <p:nvPr/>
        </p:nvSpPr>
        <p:spPr bwMode="auto">
          <a:xfrm>
            <a:off x="3429000" y="3124200"/>
            <a:ext cx="533400" cy="914400"/>
          </a:xfrm>
          <a:prstGeom prst="rect">
            <a:avLst/>
          </a:prstGeom>
          <a:solidFill>
            <a:srgbClr val="D3A600"/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grpSp>
        <p:nvGrpSpPr>
          <p:cNvPr id="9" name="Group 8"/>
          <p:cNvGrpSpPr>
            <a:grpSpLocks/>
          </p:cNvGrpSpPr>
          <p:nvPr/>
        </p:nvGrpSpPr>
        <p:grpSpPr>
          <a:xfrm>
            <a:off x="1783080" y="3124200"/>
            <a:ext cx="6675120" cy="9144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10" name="Straight Connector 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1" name="Straight Connector 1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5" name="TextBox 14"/>
          <p:cNvSpPr txBox="1"/>
          <p:nvPr/>
        </p:nvSpPr>
        <p:spPr>
          <a:xfrm>
            <a:off x="3962400" y="4191000"/>
            <a:ext cx="7104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time</a:t>
            </a:r>
          </a:p>
        </p:txBody>
      </p:sp>
      <p:cxnSp>
        <p:nvCxnSpPr>
          <p:cNvPr id="17" name="Straight Arrow Connector 16"/>
          <p:cNvCxnSpPr/>
          <p:nvPr/>
        </p:nvCxnSpPr>
        <p:spPr bwMode="auto">
          <a:xfrm>
            <a:off x="4876800" y="4391055"/>
            <a:ext cx="1295400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8" name="TextBox 17"/>
          <p:cNvSpPr txBox="1"/>
          <p:nvPr/>
        </p:nvSpPr>
        <p:spPr>
          <a:xfrm rot="16200000">
            <a:off x="516146" y="338134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bandwidth</a:t>
            </a:r>
          </a:p>
        </p:txBody>
      </p:sp>
      <p:cxnSp>
        <p:nvCxnSpPr>
          <p:cNvPr id="19" name="Straight Arrow Connector 18"/>
          <p:cNvCxnSpPr/>
          <p:nvPr/>
        </p:nvCxnSpPr>
        <p:spPr bwMode="auto">
          <a:xfrm flipV="1">
            <a:off x="1449735" y="3095655"/>
            <a:ext cx="0" cy="97149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Right Brace 20"/>
          <p:cNvSpPr/>
          <p:nvPr/>
        </p:nvSpPr>
        <p:spPr bwMode="auto">
          <a:xfrm rot="16200000">
            <a:off x="2487507" y="2743200"/>
            <a:ext cx="274320" cy="457200"/>
          </a:xfrm>
          <a:prstGeom prst="rightBrace">
            <a:avLst>
              <a:gd name="adj1" fmla="val 28086"/>
              <a:gd name="adj2" fmla="val 50000"/>
            </a:avLst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677199" y="2450068"/>
            <a:ext cx="2095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0" dirty="0">
                <a:solidFill>
                  <a:srgbClr val="0000FF"/>
                </a:solidFill>
              </a:rPr>
              <a:t>transmission delay</a:t>
            </a:r>
          </a:p>
        </p:txBody>
      </p:sp>
    </p:spTree>
    <p:extLst>
      <p:ext uri="{BB962C8B-B14F-4D97-AF65-F5344CB8AC3E}">
        <p14:creationId xmlns:p14="http://schemas.microsoft.com/office/powerpoint/2010/main" val="1154167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Queuing delay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a packet have to sit in a buffer before it is processed?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7FEBAC-1398-FB43-BC99-63AFE71EF4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8280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1593851" y="2471741"/>
            <a:ext cx="2639336" cy="3139503"/>
            <a:chOff x="2266809" y="3515363"/>
            <a:chExt cx="3753723" cy="4465071"/>
          </a:xfrm>
        </p:grpSpPr>
        <p:sp>
          <p:nvSpPr>
            <p:cNvPr id="29" name="Rectangle 28"/>
            <p:cNvSpPr/>
            <p:nvPr/>
          </p:nvSpPr>
          <p:spPr bwMode="auto">
            <a:xfrm rot="1739168">
              <a:off x="5084516" y="5052909"/>
              <a:ext cx="433493" cy="544125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4" name="Rectangle 23"/>
            <p:cNvSpPr/>
            <p:nvPr/>
          </p:nvSpPr>
          <p:spPr bwMode="auto">
            <a:xfrm rot="1739168">
              <a:off x="4655538" y="4833905"/>
              <a:ext cx="433493" cy="544124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8" name="Rectangle 27"/>
            <p:cNvSpPr/>
            <p:nvPr/>
          </p:nvSpPr>
          <p:spPr bwMode="auto">
            <a:xfrm rot="1739168">
              <a:off x="3497299" y="4199469"/>
              <a:ext cx="433493" cy="544125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 rot="1739168">
              <a:off x="2266809" y="3515363"/>
              <a:ext cx="433493" cy="544124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6" name="Rectangle 35"/>
            <p:cNvSpPr/>
            <p:nvPr/>
          </p:nvSpPr>
          <p:spPr bwMode="auto">
            <a:xfrm rot="20179596">
              <a:off x="2609431" y="7438567"/>
              <a:ext cx="433493" cy="541867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7" name="Rectangle 36"/>
            <p:cNvSpPr/>
            <p:nvPr/>
          </p:nvSpPr>
          <p:spPr bwMode="auto">
            <a:xfrm rot="20179596">
              <a:off x="5587039" y="6133136"/>
              <a:ext cx="433493" cy="541867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8" name="Rectangle 37"/>
            <p:cNvSpPr/>
            <p:nvPr/>
          </p:nvSpPr>
          <p:spPr bwMode="auto">
            <a:xfrm rot="20179596">
              <a:off x="3998981" y="6829366"/>
              <a:ext cx="433493" cy="541867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grpSp>
        <p:nvGrpSpPr>
          <p:cNvPr id="39" name="Group 38"/>
          <p:cNvGrpSpPr>
            <a:grpSpLocks/>
          </p:cNvGrpSpPr>
          <p:nvPr/>
        </p:nvGrpSpPr>
        <p:grpSpPr bwMode="auto">
          <a:xfrm>
            <a:off x="4876801" y="4038601"/>
            <a:ext cx="3276600" cy="381000"/>
            <a:chOff x="2590800" y="5943600"/>
            <a:chExt cx="3276600" cy="381000"/>
          </a:xfrm>
        </p:grpSpPr>
        <p:cxnSp>
          <p:nvCxnSpPr>
            <p:cNvPr id="94217" name="Straight Connector 39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4218" name="Straight Connector 40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48" name="Group 47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49" name="Straight Connector 48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0" name="Straight Connector 49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Queuing </a:t>
            </a:r>
            <a:r>
              <a:rPr lang="en-US" dirty="0"/>
              <a:t>delay: “pipe” view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E097A5-09F1-404A-A62F-930229F58BA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65</a:t>
            </a:fld>
            <a:endParaRPr lang="en-US"/>
          </a:p>
        </p:txBody>
      </p:sp>
      <p:sp>
        <p:nvSpPr>
          <p:cNvPr id="27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30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31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cxnSp>
        <p:nvCxnSpPr>
          <p:cNvPr id="6" name="Straight Arrow Connector 5"/>
          <p:cNvCxnSpPr/>
          <p:nvPr/>
        </p:nvCxnSpPr>
        <p:spPr bwMode="auto">
          <a:xfrm>
            <a:off x="2748119" y="2735405"/>
            <a:ext cx="753322" cy="425192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40" name="Straight Arrow Connector 39"/>
          <p:cNvCxnSpPr/>
          <p:nvPr/>
        </p:nvCxnSpPr>
        <p:spPr bwMode="auto">
          <a:xfrm flipV="1">
            <a:off x="2649575" y="5199716"/>
            <a:ext cx="901363" cy="383115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94219" name="Straight Connector 16"/>
          <p:cNvCxnSpPr>
            <a:cxnSpLocks noChangeShapeType="1"/>
          </p:cNvCxnSpPr>
          <p:nvPr/>
        </p:nvCxnSpPr>
        <p:spPr bwMode="auto">
          <a:xfrm rot="1739168">
            <a:off x="1236304" y="3071534"/>
            <a:ext cx="3276600" cy="0"/>
          </a:xfrm>
          <a:prstGeom prst="line">
            <a:avLst/>
          </a:prstGeom>
          <a:noFill/>
          <a:ln w="28575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94220" name="Straight Connector 17"/>
          <p:cNvCxnSpPr>
            <a:cxnSpLocks noChangeShapeType="1"/>
          </p:cNvCxnSpPr>
          <p:nvPr/>
        </p:nvCxnSpPr>
        <p:spPr bwMode="auto">
          <a:xfrm rot="1739168">
            <a:off x="1051216" y="3405634"/>
            <a:ext cx="3276600" cy="0"/>
          </a:xfrm>
          <a:prstGeom prst="line">
            <a:avLst/>
          </a:prstGeom>
          <a:noFill/>
          <a:ln w="28575">
            <a:solidFill>
              <a:srgbClr val="00009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33" name="Straight Connector 32"/>
          <p:cNvCxnSpPr/>
          <p:nvPr/>
        </p:nvCxnSpPr>
        <p:spPr bwMode="auto">
          <a:xfrm rot="20179596">
            <a:off x="1005137" y="4925014"/>
            <a:ext cx="3276600" cy="0"/>
          </a:xfrm>
          <a:prstGeom prst="line">
            <a:avLst/>
          </a:prstGeom>
          <a:solidFill>
            <a:schemeClr val="tx2">
              <a:lumMod val="40000"/>
              <a:lumOff val="60000"/>
            </a:schemeClr>
          </a:solidFill>
          <a:ln w="2857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4" name="Straight Connector 33"/>
          <p:cNvCxnSpPr/>
          <p:nvPr/>
        </p:nvCxnSpPr>
        <p:spPr bwMode="auto">
          <a:xfrm rot="20179596">
            <a:off x="1158117" y="5273954"/>
            <a:ext cx="3276600" cy="0"/>
          </a:xfrm>
          <a:prstGeom prst="line">
            <a:avLst/>
          </a:prstGeom>
          <a:solidFill>
            <a:schemeClr val="tx2">
              <a:lumMod val="40000"/>
              <a:lumOff val="60000"/>
            </a:schemeClr>
          </a:solidFill>
          <a:ln w="2857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5D1AE2B-FB2E-7D47-8641-4EBFC1981E86}"/>
                  </a:ext>
                </a:extLst>
              </p14:cNvPr>
              <p14:cNvContentPartPr/>
              <p14:nvPr/>
            </p14:nvContentPartPr>
            <p14:xfrm>
              <a:off x="4506120" y="4411800"/>
              <a:ext cx="1077840" cy="10440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5D1AE2B-FB2E-7D47-8641-4EBFC1981E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89920" y="4395600"/>
                <a:ext cx="1110240" cy="1076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82372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237" name="Group 1"/>
          <p:cNvGrpSpPr>
            <a:grpSpLocks/>
          </p:cNvGrpSpPr>
          <p:nvPr/>
        </p:nvGrpSpPr>
        <p:grpSpPr bwMode="auto">
          <a:xfrm rot="1739168">
            <a:off x="1143000" y="3048000"/>
            <a:ext cx="3276600" cy="381000"/>
            <a:chOff x="2590800" y="5943600"/>
            <a:chExt cx="3276600" cy="381000"/>
          </a:xfrm>
        </p:grpSpPr>
        <p:cxnSp>
          <p:nvCxnSpPr>
            <p:cNvPr id="95248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5249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3" name="Group 2"/>
          <p:cNvGrpSpPr/>
          <p:nvPr/>
        </p:nvGrpSpPr>
        <p:grpSpPr>
          <a:xfrm rot="20179596">
            <a:off x="1081627" y="4908984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3" name="Straight Connector 32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Straight Connector 33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95239" name="Group 38"/>
          <p:cNvGrpSpPr>
            <a:grpSpLocks/>
          </p:cNvGrpSpPr>
          <p:nvPr/>
        </p:nvGrpSpPr>
        <p:grpSpPr bwMode="auto">
          <a:xfrm>
            <a:off x="4919663" y="4037018"/>
            <a:ext cx="3276600" cy="382587"/>
            <a:chOff x="2590800" y="5941430"/>
            <a:chExt cx="3276600" cy="383170"/>
          </a:xfrm>
        </p:grpSpPr>
        <p:cxnSp>
          <p:nvCxnSpPr>
            <p:cNvPr id="95242" name="Straight Connector 39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5243" name="Straight Connector 40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42" name="Rectangle 41"/>
            <p:cNvSpPr/>
            <p:nvPr/>
          </p:nvSpPr>
          <p:spPr bwMode="auto">
            <a:xfrm>
              <a:off x="5153025" y="5943018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3" name="Rectangle 42"/>
            <p:cNvSpPr/>
            <p:nvPr/>
          </p:nvSpPr>
          <p:spPr bwMode="auto">
            <a:xfrm>
              <a:off x="4813300" y="5941430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4" name="Rectangle 43"/>
            <p:cNvSpPr/>
            <p:nvPr/>
          </p:nvSpPr>
          <p:spPr bwMode="auto">
            <a:xfrm>
              <a:off x="3886200" y="5943019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5" name="Rectangle 44"/>
            <p:cNvSpPr/>
            <p:nvPr/>
          </p:nvSpPr>
          <p:spPr bwMode="auto">
            <a:xfrm>
              <a:off x="2895600" y="5943019"/>
              <a:ext cx="304800" cy="381581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54" name="TextBox 53"/>
          <p:cNvSpPr txBox="1"/>
          <p:nvPr/>
        </p:nvSpPr>
        <p:spPr>
          <a:xfrm>
            <a:off x="5181601" y="2667000"/>
            <a:ext cx="3124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No overload!</a:t>
            </a:r>
          </a:p>
        </p:txBody>
      </p:sp>
      <p:sp>
        <p:nvSpPr>
          <p:cNvPr id="28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29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30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cxnSp>
        <p:nvCxnSpPr>
          <p:cNvPr id="31" name="Straight Arrow Connector 30"/>
          <p:cNvCxnSpPr/>
          <p:nvPr/>
        </p:nvCxnSpPr>
        <p:spPr bwMode="auto">
          <a:xfrm>
            <a:off x="5584555" y="3816660"/>
            <a:ext cx="901363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3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CF2B71-DF9C-1147-B7F1-8E54AA668B8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66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51" name="Rectangle 50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2" name="Rectangle 51"/>
            <p:cNvSpPr/>
            <p:nvPr/>
          </p:nvSpPr>
          <p:spPr bwMode="auto">
            <a:xfrm>
              <a:off x="5562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3" name="Rectangle 52"/>
            <p:cNvSpPr/>
            <p:nvPr/>
          </p:nvSpPr>
          <p:spPr bwMode="auto">
            <a:xfrm>
              <a:off x="43434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49" name="Straight Connector 48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0" name="Straight Connector 49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585311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 rot="20179596">
            <a:off x="1084207" y="4908445"/>
            <a:ext cx="3276600" cy="393881"/>
            <a:chOff x="2590800" y="5105400"/>
            <a:chExt cx="3276600" cy="393881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36" name="Rectangle 35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7" name="Rectangle 36"/>
            <p:cNvSpPr/>
            <p:nvPr/>
          </p:nvSpPr>
          <p:spPr bwMode="auto">
            <a:xfrm>
              <a:off x="5562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8" name="Rectangle 37"/>
            <p:cNvSpPr/>
            <p:nvPr/>
          </p:nvSpPr>
          <p:spPr bwMode="auto">
            <a:xfrm>
              <a:off x="5247606" y="5118281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33" name="Straight Connector 32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Straight Connector 33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54" name="TextBox 53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8200" y="6020356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00"/>
                </a:solidFill>
                <a:ea typeface="Arial" charset="0"/>
                <a:cs typeface="Arial" charset="0"/>
              </a:rPr>
              <a:t>Not a rare event!</a:t>
            </a:r>
          </a:p>
        </p:txBody>
      </p:sp>
      <p:grpSp>
        <p:nvGrpSpPr>
          <p:cNvPr id="9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6269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6270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6271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10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12" name="Straight Arrow Connector 11"/>
          <p:cNvCxnSpPr>
            <a:cxnSpLocks noChangeShapeType="1"/>
            <a:stCxn id="10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grpSp>
        <p:nvGrpSpPr>
          <p:cNvPr id="69" name="Group 68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70" name="Straight Connector 6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1" name="Straight Connector 7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39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0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1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0BFAE8-E196-9945-BE70-C2D66DDF17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67</a:t>
            </a:fld>
            <a:endParaRPr lang="en-US"/>
          </a:p>
        </p:txBody>
      </p:sp>
      <p:grpSp>
        <p:nvGrpSpPr>
          <p:cNvPr id="96261" name="Group 1"/>
          <p:cNvGrpSpPr>
            <a:grpSpLocks/>
          </p:cNvGrpSpPr>
          <p:nvPr/>
        </p:nvGrpSpPr>
        <p:grpSpPr bwMode="auto">
          <a:xfrm rot="1739168">
            <a:off x="1141413" y="3040064"/>
            <a:ext cx="3276600" cy="403225"/>
            <a:chOff x="2590800" y="5936044"/>
            <a:chExt cx="3276600" cy="403532"/>
          </a:xfrm>
        </p:grpSpPr>
        <p:sp>
          <p:nvSpPr>
            <p:cNvPr id="29" name="Rectangle 28"/>
            <p:cNvSpPr/>
            <p:nvPr/>
          </p:nvSpPr>
          <p:spPr bwMode="auto">
            <a:xfrm>
              <a:off x="5514679" y="5958144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4" name="Rectangle 23"/>
            <p:cNvSpPr/>
            <p:nvPr/>
          </p:nvSpPr>
          <p:spPr bwMode="auto">
            <a:xfrm>
              <a:off x="5244407" y="5935445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28" name="Rectangle 27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32" name="Rectangle 31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96272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6273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3400189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35" grpId="0"/>
      <p:bldP spid="10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97290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7294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7295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7296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97291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97292" name="Straight Arrow Connector 11"/>
          <p:cNvCxnSpPr>
            <a:cxnSpLocks noChangeShapeType="1"/>
            <a:stCxn id="97291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40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2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3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4" name="TextBox 43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sp>
        <p:nvSpPr>
          <p:cNvPr id="35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B5AB52-180A-E246-B4CE-B239BEA83D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68</a:t>
            </a:fld>
            <a:endParaRPr lang="en-US"/>
          </a:p>
        </p:txBody>
      </p:sp>
      <p:grpSp>
        <p:nvGrpSpPr>
          <p:cNvPr id="59" name="Group 58"/>
          <p:cNvGrpSpPr/>
          <p:nvPr/>
        </p:nvGrpSpPr>
        <p:grpSpPr>
          <a:xfrm rot="20179596">
            <a:off x="1084207" y="4908445"/>
            <a:ext cx="3276600" cy="393881"/>
            <a:chOff x="2590800" y="5105400"/>
            <a:chExt cx="3276600" cy="393881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60" name="Rectangle 59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62" name="Rectangle 61"/>
            <p:cNvSpPr/>
            <p:nvPr/>
          </p:nvSpPr>
          <p:spPr bwMode="auto">
            <a:xfrm>
              <a:off x="5247606" y="5118281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63" name="Straight Connector 62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4" name="Straight Connector 63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5" name="Group 1"/>
          <p:cNvGrpSpPr>
            <a:grpSpLocks/>
          </p:cNvGrpSpPr>
          <p:nvPr/>
        </p:nvGrpSpPr>
        <p:grpSpPr bwMode="auto">
          <a:xfrm rot="1739168">
            <a:off x="1142605" y="3039776"/>
            <a:ext cx="3276600" cy="399498"/>
            <a:chOff x="2590800" y="5935445"/>
            <a:chExt cx="3276600" cy="399802"/>
          </a:xfrm>
        </p:grpSpPr>
        <p:sp>
          <p:nvSpPr>
            <p:cNvPr id="68" name="Rectangle 67"/>
            <p:cNvSpPr/>
            <p:nvPr/>
          </p:nvSpPr>
          <p:spPr bwMode="auto">
            <a:xfrm>
              <a:off x="5244407" y="5935445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69" name="Rectangle 68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70" name="Rectangle 69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71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72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17523203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 rot="5400000">
            <a:off x="4381500" y="3162300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grpSp>
        <p:nvGrpSpPr>
          <p:cNvPr id="98314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8322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8320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8321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98315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98316" name="Straight Arrow Connector 11"/>
          <p:cNvCxnSpPr>
            <a:cxnSpLocks noChangeShapeType="1"/>
            <a:stCxn id="98315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3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4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471D8A-AD62-4D49-A664-2A24513C8C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69</a:t>
            </a:fld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grpSp>
        <p:nvGrpSpPr>
          <p:cNvPr id="61" name="Group 60"/>
          <p:cNvGrpSpPr/>
          <p:nvPr/>
        </p:nvGrpSpPr>
        <p:grpSpPr>
          <a:xfrm rot="20179596">
            <a:off x="1081621" y="4908987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62" name="Rectangle 61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65" name="Straight Connector 64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6" name="Straight Connector 65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8" name="Group 1"/>
          <p:cNvGrpSpPr>
            <a:grpSpLocks/>
          </p:cNvGrpSpPr>
          <p:nvPr/>
        </p:nvGrpSpPr>
        <p:grpSpPr bwMode="auto">
          <a:xfrm rot="1739168">
            <a:off x="1140898" y="3046387"/>
            <a:ext cx="3276600" cy="392440"/>
            <a:chOff x="2590800" y="5942508"/>
            <a:chExt cx="3276600" cy="392739"/>
          </a:xfrm>
        </p:grpSpPr>
        <p:sp>
          <p:nvSpPr>
            <p:cNvPr id="71" name="Rectangle 70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72" name="Rectangle 71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73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74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29307336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337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99344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9345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99346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99338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99339" name="Straight Arrow Connector 11"/>
          <p:cNvCxnSpPr>
            <a:cxnSpLocks noChangeShapeType="1"/>
            <a:stCxn id="99338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99341" name="Rectangle 37"/>
          <p:cNvSpPr>
            <a:spLocks noChangeArrowheads="1"/>
          </p:cNvSpPr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37" name="Rectangle 36"/>
          <p:cNvSpPr/>
          <p:nvPr/>
        </p:nvSpPr>
        <p:spPr bwMode="auto">
          <a:xfrm>
            <a:off x="5562601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3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4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80B3B8-7CFC-AA41-B133-3B3DD1CB42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70</a:t>
            </a:fld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  <p:grpSp>
        <p:nvGrpSpPr>
          <p:cNvPr id="48" name="Group 47"/>
          <p:cNvGrpSpPr/>
          <p:nvPr/>
        </p:nvGrpSpPr>
        <p:grpSpPr>
          <a:xfrm rot="20179596">
            <a:off x="1081621" y="4908987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49" name="Rectangle 48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2" name="Straight Connector 51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3" name="Straight Connector 52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4" name="Group 1"/>
          <p:cNvGrpSpPr>
            <a:grpSpLocks/>
          </p:cNvGrpSpPr>
          <p:nvPr/>
        </p:nvGrpSpPr>
        <p:grpSpPr bwMode="auto">
          <a:xfrm rot="1739168">
            <a:off x="1140898" y="3046387"/>
            <a:ext cx="3276600" cy="392440"/>
            <a:chOff x="2590800" y="5942508"/>
            <a:chExt cx="3276600" cy="392739"/>
          </a:xfrm>
        </p:grpSpPr>
        <p:sp>
          <p:nvSpPr>
            <p:cNvPr id="57" name="Rectangle 56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8" name="Rectangle 57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9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60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76570265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361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100368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100369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100370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100362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100363" name="Straight Arrow Connector 11"/>
          <p:cNvCxnSpPr>
            <a:cxnSpLocks noChangeShapeType="1"/>
            <a:stCxn id="100362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100365" name="Rectangle 37"/>
          <p:cNvSpPr>
            <a:spLocks noChangeArrowheads="1"/>
          </p:cNvSpPr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6" name="Rectangle 36"/>
          <p:cNvSpPr>
            <a:spLocks noChangeArrowheads="1"/>
          </p:cNvSpPr>
          <p:nvPr/>
        </p:nvSpPr>
        <p:spPr bwMode="auto">
          <a:xfrm>
            <a:off x="5562601" y="4038601"/>
            <a:ext cx="304800" cy="38100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7" name="Rectangle 41"/>
          <p:cNvSpPr>
            <a:spLocks noChangeArrowheads="1"/>
          </p:cNvSpPr>
          <p:nvPr/>
        </p:nvSpPr>
        <p:spPr bwMode="auto">
          <a:xfrm>
            <a:off x="58674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delay: “pipe” 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DFEA05-910A-644D-BCBC-E504C487666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71</a:t>
            </a:fld>
            <a:endParaRPr lang="en-US"/>
          </a:p>
        </p:txBody>
      </p:sp>
      <p:sp>
        <p:nvSpPr>
          <p:cNvPr id="35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5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grpSp>
        <p:nvGrpSpPr>
          <p:cNvPr id="46" name="Group 45"/>
          <p:cNvGrpSpPr/>
          <p:nvPr/>
        </p:nvGrpSpPr>
        <p:grpSpPr>
          <a:xfrm rot="20179596">
            <a:off x="1081621" y="4908987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47" name="Rectangle 46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0" name="Straight Connector 4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1" name="Straight Connector 5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2" name="Group 1"/>
          <p:cNvGrpSpPr>
            <a:grpSpLocks/>
          </p:cNvGrpSpPr>
          <p:nvPr/>
        </p:nvGrpSpPr>
        <p:grpSpPr bwMode="auto">
          <a:xfrm rot="1739168">
            <a:off x="1140898" y="3046387"/>
            <a:ext cx="3276600" cy="392440"/>
            <a:chOff x="2590800" y="5942508"/>
            <a:chExt cx="3276600" cy="392739"/>
          </a:xfrm>
        </p:grpSpPr>
        <p:sp>
          <p:nvSpPr>
            <p:cNvPr id="55" name="Rectangle 54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6" name="Rectangle 55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7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58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59" name="TextBox 58"/>
          <p:cNvSpPr txBox="1"/>
          <p:nvPr/>
        </p:nvSpPr>
        <p:spPr>
          <a:xfrm>
            <a:off x="4648200" y="5486400"/>
            <a:ext cx="4267200" cy="568479"/>
          </a:xfrm>
          <a:prstGeom prst="rect">
            <a:avLst/>
          </a:prstGeom>
          <a:noFill/>
        </p:spPr>
        <p:txBody>
          <a:bodyPr lIns="91429" tIns="45715" rIns="91429" bIns="45715">
            <a:spAutoFit/>
          </a:bodyPr>
          <a:lstStyle/>
          <a:p>
            <a:pPr defTabSz="914306">
              <a:defRPr/>
            </a:pPr>
            <a:r>
              <a:rPr lang="en-US" sz="3094" dirty="0">
                <a:solidFill>
                  <a:srgbClr val="0000FF"/>
                </a:solidFill>
                <a:ea typeface="Arial" charset="0"/>
                <a:cs typeface="Arial" charset="0"/>
              </a:rPr>
              <a:t>Transient Overload</a:t>
            </a:r>
          </a:p>
        </p:txBody>
      </p:sp>
    </p:spTree>
    <p:extLst>
      <p:ext uri="{BB962C8B-B14F-4D97-AF65-F5344CB8AC3E}">
        <p14:creationId xmlns:p14="http://schemas.microsoft.com/office/powerpoint/2010/main" val="263126795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361" name="Group 8"/>
          <p:cNvGrpSpPr>
            <a:grpSpLocks/>
          </p:cNvGrpSpPr>
          <p:nvPr/>
        </p:nvGrpSpPr>
        <p:grpSpPr bwMode="auto">
          <a:xfrm>
            <a:off x="4343400" y="2971800"/>
            <a:ext cx="381000" cy="838200"/>
            <a:chOff x="6096000" y="3962400"/>
            <a:chExt cx="381000" cy="838200"/>
          </a:xfrm>
        </p:grpSpPr>
        <p:cxnSp>
          <p:nvCxnSpPr>
            <p:cNvPr id="100368" name="Straight Connector 5"/>
            <p:cNvCxnSpPr>
              <a:cxnSpLocks noChangeShapeType="1"/>
            </p:cNvCxnSpPr>
            <p:nvPr/>
          </p:nvCxnSpPr>
          <p:spPr bwMode="auto">
            <a:xfrm>
              <a:off x="6096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100369" name="Straight Connector 67"/>
            <p:cNvCxnSpPr>
              <a:cxnSpLocks noChangeShapeType="1"/>
            </p:cNvCxnSpPr>
            <p:nvPr/>
          </p:nvCxnSpPr>
          <p:spPr bwMode="auto">
            <a:xfrm>
              <a:off x="6477000" y="3962400"/>
              <a:ext cx="0" cy="83820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100370" name="Straight Connector 7"/>
            <p:cNvCxnSpPr>
              <a:cxnSpLocks noChangeShapeType="1"/>
            </p:cNvCxnSpPr>
            <p:nvPr/>
          </p:nvCxnSpPr>
          <p:spPr bwMode="auto">
            <a:xfrm>
              <a:off x="6096000" y="4800600"/>
              <a:ext cx="3810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100362" name="TextBox 9"/>
          <p:cNvSpPr txBox="1">
            <a:spLocks noChangeArrowheads="1"/>
          </p:cNvSpPr>
          <p:nvPr/>
        </p:nvSpPr>
        <p:spPr bwMode="auto">
          <a:xfrm>
            <a:off x="5526751" y="3124203"/>
            <a:ext cx="721650" cy="30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9" tIns="45715" rIns="91429" bIns="4571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r" defTabSz="914306" eaLnBrk="1" hangingPunct="1"/>
            <a:r>
              <a:rPr lang="en-US" sz="1406">
                <a:solidFill>
                  <a:srgbClr val="000000"/>
                </a:solidFill>
              </a:rPr>
              <a:t>Queue</a:t>
            </a:r>
          </a:p>
        </p:txBody>
      </p:sp>
      <p:cxnSp>
        <p:nvCxnSpPr>
          <p:cNvPr id="100363" name="Straight Arrow Connector 11"/>
          <p:cNvCxnSpPr>
            <a:cxnSpLocks noChangeShapeType="1"/>
            <a:stCxn id="100362" idx="1"/>
          </p:cNvCxnSpPr>
          <p:nvPr/>
        </p:nvCxnSpPr>
        <p:spPr bwMode="auto">
          <a:xfrm flipH="1">
            <a:off x="4800605" y="3278535"/>
            <a:ext cx="726146" cy="7426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grpSp>
        <p:nvGrpSpPr>
          <p:cNvPr id="30" name="Group 29"/>
          <p:cNvGrpSpPr/>
          <p:nvPr/>
        </p:nvGrpSpPr>
        <p:grpSpPr>
          <a:xfrm>
            <a:off x="4953000" y="4038601"/>
            <a:ext cx="3276600" cy="381000"/>
            <a:chOff x="2590800" y="5105400"/>
            <a:chExt cx="3276600" cy="381000"/>
          </a:xfrm>
          <a:solidFill>
            <a:schemeClr val="tx2">
              <a:lumMod val="40000"/>
              <a:lumOff val="60000"/>
            </a:schemeClr>
          </a:solidFill>
        </p:grpSpPr>
        <p:cxnSp>
          <p:nvCxnSpPr>
            <p:cNvPr id="31" name="Straight Connector 30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9" name="Straight Connector 38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2590800" y="5105400"/>
              <a:ext cx="304800" cy="38100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</p:grpSp>
      <p:sp>
        <p:nvSpPr>
          <p:cNvPr id="100365" name="Rectangle 37"/>
          <p:cNvSpPr>
            <a:spLocks noChangeArrowheads="1"/>
          </p:cNvSpPr>
          <p:nvPr/>
        </p:nvSpPr>
        <p:spPr bwMode="auto">
          <a:xfrm>
            <a:off x="52578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6" name="Rectangle 36"/>
          <p:cNvSpPr>
            <a:spLocks noChangeArrowheads="1"/>
          </p:cNvSpPr>
          <p:nvPr/>
        </p:nvSpPr>
        <p:spPr bwMode="auto">
          <a:xfrm>
            <a:off x="5562601" y="4038601"/>
            <a:ext cx="304800" cy="381000"/>
          </a:xfrm>
          <a:prstGeom prst="rect">
            <a:avLst/>
          </a:prstGeom>
          <a:solidFill>
            <a:srgbClr val="CCFFF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0367" name="Rectangle 41"/>
          <p:cNvSpPr>
            <a:spLocks noChangeArrowheads="1"/>
          </p:cNvSpPr>
          <p:nvPr/>
        </p:nvSpPr>
        <p:spPr bwMode="auto">
          <a:xfrm>
            <a:off x="5867400" y="40386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lIns="91429" tIns="45715" rIns="91429" bIns="45715" anchor="ctr"/>
          <a:lstStyle/>
          <a:p>
            <a:pPr algn="r" defTabSz="914306"/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2" name="Shape 486"/>
          <p:cNvSpPr/>
          <p:nvPr/>
        </p:nvSpPr>
        <p:spPr>
          <a:xfrm>
            <a:off x="4271442" y="3985306"/>
            <a:ext cx="446484" cy="446484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Persistent overload leads to packet drop/loss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1CBF44-22A7-E04F-9CB4-C594C9E530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72</a:t>
            </a:fld>
            <a:endParaRPr lang="en-US"/>
          </a:p>
        </p:txBody>
      </p:sp>
      <p:sp>
        <p:nvSpPr>
          <p:cNvPr id="35" name="Shape 891"/>
          <p:cNvSpPr/>
          <p:nvPr/>
        </p:nvSpPr>
        <p:spPr>
          <a:xfrm>
            <a:off x="965298" y="224325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45" name="Shape 891"/>
          <p:cNvSpPr/>
          <p:nvPr/>
        </p:nvSpPr>
        <p:spPr>
          <a:xfrm>
            <a:off x="938793" y="5652214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chemeClr val="tx1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grpSp>
        <p:nvGrpSpPr>
          <p:cNvPr id="46" name="Group 45"/>
          <p:cNvGrpSpPr/>
          <p:nvPr/>
        </p:nvGrpSpPr>
        <p:grpSpPr>
          <a:xfrm rot="20179596">
            <a:off x="1084207" y="4908445"/>
            <a:ext cx="3276600" cy="393881"/>
            <a:chOff x="2590800" y="5105400"/>
            <a:chExt cx="3276600" cy="393881"/>
          </a:xfrm>
          <a:solidFill>
            <a:schemeClr val="tx2">
              <a:lumMod val="40000"/>
              <a:lumOff val="60000"/>
            </a:schemeClr>
          </a:solidFill>
        </p:grpSpPr>
        <p:sp>
          <p:nvSpPr>
            <p:cNvPr id="47" name="Rectangle 46"/>
            <p:cNvSpPr/>
            <p:nvPr/>
          </p:nvSpPr>
          <p:spPr bwMode="auto">
            <a:xfrm>
              <a:off x="3276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8" name="Rectangle 47"/>
            <p:cNvSpPr/>
            <p:nvPr/>
          </p:nvSpPr>
          <p:spPr bwMode="auto">
            <a:xfrm>
              <a:off x="5562600" y="5105400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49" name="Rectangle 48"/>
            <p:cNvSpPr/>
            <p:nvPr/>
          </p:nvSpPr>
          <p:spPr bwMode="auto">
            <a:xfrm>
              <a:off x="5247606" y="5118281"/>
              <a:ext cx="304800" cy="381000"/>
            </a:xfrm>
            <a:prstGeom prst="rect">
              <a:avLst/>
            </a:prstGeom>
            <a:grp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0" name="Straight Connector 49"/>
            <p:cNvCxnSpPr/>
            <p:nvPr/>
          </p:nvCxnSpPr>
          <p:spPr bwMode="auto">
            <a:xfrm>
              <a:off x="2590800" y="5105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1" name="Straight Connector 50"/>
            <p:cNvCxnSpPr/>
            <p:nvPr/>
          </p:nvCxnSpPr>
          <p:spPr bwMode="auto">
            <a:xfrm>
              <a:off x="2590800" y="5486400"/>
              <a:ext cx="3276600" cy="0"/>
            </a:xfrm>
            <a:prstGeom prst="line">
              <a:avLst/>
            </a:prstGeom>
            <a:grpFill/>
            <a:ln w="2857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2" name="Group 1"/>
          <p:cNvGrpSpPr>
            <a:grpSpLocks/>
          </p:cNvGrpSpPr>
          <p:nvPr/>
        </p:nvGrpSpPr>
        <p:grpSpPr bwMode="auto">
          <a:xfrm rot="1739168">
            <a:off x="1141413" y="3040064"/>
            <a:ext cx="3276600" cy="403225"/>
            <a:chOff x="2590800" y="5936044"/>
            <a:chExt cx="3276600" cy="403532"/>
          </a:xfrm>
        </p:grpSpPr>
        <p:sp>
          <p:nvSpPr>
            <p:cNvPr id="53" name="Rectangle 52"/>
            <p:cNvSpPr/>
            <p:nvPr/>
          </p:nvSpPr>
          <p:spPr bwMode="auto">
            <a:xfrm>
              <a:off x="5514679" y="5958144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4" name="Rectangle 53"/>
            <p:cNvSpPr/>
            <p:nvPr/>
          </p:nvSpPr>
          <p:spPr bwMode="auto">
            <a:xfrm>
              <a:off x="5244407" y="5935445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5" name="Rectangle 54"/>
            <p:cNvSpPr/>
            <p:nvPr/>
          </p:nvSpPr>
          <p:spPr bwMode="auto">
            <a:xfrm>
              <a:off x="3949792" y="5953957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sp>
          <p:nvSpPr>
            <p:cNvPr id="56" name="Rectangle 55"/>
            <p:cNvSpPr/>
            <p:nvPr/>
          </p:nvSpPr>
          <p:spPr bwMode="auto">
            <a:xfrm>
              <a:off x="2892667" y="5942508"/>
              <a:ext cx="304800" cy="381290"/>
            </a:xfrm>
            <a:prstGeom prst="rect">
              <a:avLst/>
            </a:prstGeom>
            <a:solidFill>
              <a:srgbClr val="CCFFFF"/>
            </a:solidFill>
            <a:ln w="9525" cap="flat" cmpd="sng" algn="ctr">
              <a:solidFill>
                <a:schemeClr val="tx1">
                  <a:lumMod val="65000"/>
                  <a:lumOff val="3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r" defTabSz="914306">
                <a:defRPr/>
              </a:pPr>
              <a:endParaRPr lang="en-US" sz="1969">
                <a:solidFill>
                  <a:srgbClr val="000000"/>
                </a:solidFill>
                <a:latin typeface="Courier New" charset="0"/>
              </a:endParaRPr>
            </a:p>
          </p:txBody>
        </p:sp>
        <p:cxnSp>
          <p:nvCxnSpPr>
            <p:cNvPr id="57" name="Straight Connector 16"/>
            <p:cNvCxnSpPr>
              <a:cxnSpLocks noChangeShapeType="1"/>
            </p:cNvCxnSpPr>
            <p:nvPr/>
          </p:nvCxnSpPr>
          <p:spPr bwMode="auto">
            <a:xfrm>
              <a:off x="2590800" y="5943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58" name="Straight Connector 17"/>
            <p:cNvCxnSpPr>
              <a:cxnSpLocks noChangeShapeType="1"/>
            </p:cNvCxnSpPr>
            <p:nvPr/>
          </p:nvCxnSpPr>
          <p:spPr bwMode="auto">
            <a:xfrm>
              <a:off x="2590800" y="6324600"/>
              <a:ext cx="3276600" cy="0"/>
            </a:xfrm>
            <a:prstGeom prst="line">
              <a:avLst/>
            </a:prstGeom>
            <a:noFill/>
            <a:ln w="28575">
              <a:solidFill>
                <a:srgbClr val="00009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40" name="Rectangle 39"/>
          <p:cNvSpPr/>
          <p:nvPr/>
        </p:nvSpPr>
        <p:spPr bwMode="auto">
          <a:xfrm rot="5400000">
            <a:off x="4381500" y="34671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 rot="5400000">
            <a:off x="4381500" y="3162300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 rot="5400000">
            <a:off x="4381500" y="2857501"/>
            <a:ext cx="304800" cy="381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 rot="5400000">
            <a:off x="4381500" y="2552700"/>
            <a:ext cx="304800" cy="381000"/>
          </a:xfrm>
          <a:prstGeom prst="rect">
            <a:avLst/>
          </a:prstGeom>
          <a:solidFill>
            <a:srgbClr val="CCFFFF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38" name="&quot;No&quot; Symbol 37"/>
          <p:cNvSpPr/>
          <p:nvPr/>
        </p:nvSpPr>
        <p:spPr bwMode="auto">
          <a:xfrm>
            <a:off x="4306837" y="2362200"/>
            <a:ext cx="457200" cy="457200"/>
          </a:xfrm>
          <a:prstGeom prst="noSmoking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91429" tIns="45715" rIns="91429" bIns="45715" anchor="ctr"/>
          <a:lstStyle/>
          <a:p>
            <a:pPr algn="r" defTabSz="914306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35713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a packet have to sit in a buffer before it is processed?</a:t>
            </a:r>
            <a:br>
              <a:rPr lang="en-US" dirty="0"/>
            </a:br>
            <a:endParaRPr lang="en-US" dirty="0"/>
          </a:p>
          <a:p>
            <a:r>
              <a:rPr lang="en-US" dirty="0"/>
              <a:t>Depends on traffic pattern</a:t>
            </a:r>
          </a:p>
          <a:p>
            <a:pPr lvl="1"/>
            <a:r>
              <a:rPr lang="en-US" dirty="0"/>
              <a:t>Arrival rate at the queue</a:t>
            </a:r>
          </a:p>
          <a:p>
            <a:pPr lvl="1"/>
            <a:r>
              <a:rPr lang="en-US" dirty="0"/>
              <a:t>Nature of arriving traffic (bursty or not?)</a:t>
            </a:r>
          </a:p>
          <a:p>
            <a:pPr lvl="1"/>
            <a:r>
              <a:rPr lang="en-US" dirty="0"/>
              <a:t>Transmission rate of outgoing link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5980F9B-53A6-F143-9245-CB9A67DA1D6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0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Queueing delay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long does a packet have to sit in a buffer before it is processed?</a:t>
            </a:r>
            <a:br>
              <a:rPr lang="en-US" dirty="0"/>
            </a:br>
            <a:endParaRPr lang="en-US" dirty="0"/>
          </a:p>
          <a:p>
            <a:r>
              <a:rPr lang="en-US" dirty="0"/>
              <a:t>Characterized with statistical measures</a:t>
            </a:r>
          </a:p>
          <a:p>
            <a:pPr lvl="1"/>
            <a:r>
              <a:rPr lang="en-US" dirty="0"/>
              <a:t>Average queuing delay</a:t>
            </a:r>
          </a:p>
          <a:p>
            <a:pPr lvl="1"/>
            <a:r>
              <a:rPr lang="en-US" dirty="0"/>
              <a:t>Variance of queuing delay</a:t>
            </a:r>
          </a:p>
          <a:p>
            <a:pPr lvl="1"/>
            <a:r>
              <a:rPr lang="en-US" dirty="0"/>
              <a:t>Probability delay exceeds a threshold value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EDB69F-DA61-CF46-B65A-E72F461309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94021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4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queueing theory terminology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Arrival process: how packets arrive</a:t>
            </a:r>
          </a:p>
          <a:p>
            <a:pPr lvl="1"/>
            <a:r>
              <a:rPr lang="en-US" dirty="0"/>
              <a:t>Average rate A</a:t>
            </a:r>
          </a:p>
          <a:p>
            <a:pPr lvl="1"/>
            <a:endParaRPr lang="en-US" dirty="0"/>
          </a:p>
          <a:p>
            <a:r>
              <a:rPr lang="en-US" dirty="0"/>
              <a:t>W: average time packets wait in the queue</a:t>
            </a:r>
          </a:p>
          <a:p>
            <a:pPr lvl="1"/>
            <a:r>
              <a:rPr lang="en-US" dirty="0"/>
              <a:t>W for “waiting time”</a:t>
            </a:r>
          </a:p>
          <a:p>
            <a:endParaRPr lang="en-US" dirty="0"/>
          </a:p>
          <a:p>
            <a:r>
              <a:rPr lang="en-US" dirty="0"/>
              <a:t>L: average number of packets waiting in the queue</a:t>
            </a:r>
          </a:p>
          <a:p>
            <a:pPr lvl="1"/>
            <a:r>
              <a:rPr lang="en-US" dirty="0"/>
              <a:t>L for “length of queue”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A8015A-C04B-A440-9529-EEA2AB54EF3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863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Little’s Law (1961)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L = A x W</a:t>
            </a:r>
          </a:p>
          <a:p>
            <a:endParaRPr lang="en-US" dirty="0"/>
          </a:p>
          <a:p>
            <a:r>
              <a:rPr lang="en-US" dirty="0"/>
              <a:t>Compute L: count packets in queue every second</a:t>
            </a:r>
          </a:p>
          <a:p>
            <a:endParaRPr lang="en-US" dirty="0"/>
          </a:p>
          <a:p>
            <a:r>
              <a:rPr lang="en-US" dirty="0"/>
              <a:t>Why do you care?</a:t>
            </a:r>
          </a:p>
          <a:p>
            <a:pPr lvl="1"/>
            <a:r>
              <a:rPr lang="en-US" dirty="0"/>
              <a:t>Easy to compute L, harder to compute W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0A4361-5B37-334B-8897-0C956A3410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76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21D683B-CFB5-0D2F-CE92-1ECDA90C3992}"/>
                  </a:ext>
                </a:extLst>
              </p14:cNvPr>
              <p14:cNvContentPartPr/>
              <p14:nvPr/>
            </p14:nvContentPartPr>
            <p14:xfrm>
              <a:off x="3511080" y="1519920"/>
              <a:ext cx="1663200" cy="9792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21D683B-CFB5-0D2F-CE92-1ECDA90C399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01720" y="1510560"/>
                <a:ext cx="1681920" cy="997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05103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Shape 69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4. Processing Delay</a:t>
            </a:r>
            <a:endParaRPr lang="en-US" dirty="0"/>
          </a:p>
        </p:txBody>
      </p:sp>
      <p:sp>
        <p:nvSpPr>
          <p:cNvPr id="699" name="Shape 699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spcBef>
                <a:spcPts val="10000"/>
              </a:spcBef>
            </a:lvl1pPr>
          </a:lstStyle>
          <a:p>
            <a:pPr lvl="0"/>
            <a:r>
              <a:rPr lang="en-US" dirty="0"/>
              <a:t>How long does the switch take to process a  packet?</a:t>
            </a:r>
          </a:p>
          <a:p>
            <a:pPr lvl="1"/>
            <a:r>
              <a:rPr lang="en-US" dirty="0"/>
              <a:t>Negligible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79FC1-F369-994A-B5E1-32467B8CA2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77</a:t>
            </a:fld>
            <a:endParaRPr lang="en-US"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A543AC7C-8307-D4C0-75A6-561E33DB1C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r="32422"/>
          <a:stretch/>
        </p:blipFill>
        <p:spPr>
          <a:xfrm>
            <a:off x="3581400" y="2329034"/>
            <a:ext cx="4150200" cy="4424881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A1C8688B-F985-9CC7-7E28-9F964897C32B}"/>
              </a:ext>
            </a:extLst>
          </p:cNvPr>
          <p:cNvSpPr/>
          <p:nvPr/>
        </p:nvSpPr>
        <p:spPr bwMode="auto">
          <a:xfrm>
            <a:off x="5867400" y="4191000"/>
            <a:ext cx="609600" cy="228600"/>
          </a:xfrm>
          <a:prstGeom prst="ellipse">
            <a:avLst/>
          </a:prstGeom>
          <a:noFill/>
          <a:ln w="15875" cap="flat" cmpd="sng" algn="ctr">
            <a:solidFill>
              <a:srgbClr val="FFC000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830781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Shape 880"/>
          <p:cNvSpPr/>
          <p:nvPr/>
        </p:nvSpPr>
        <p:spPr>
          <a:xfrm flipV="1">
            <a:off x="1690867" y="2498379"/>
            <a:ext cx="5941457" cy="65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81" name="Shape 881"/>
          <p:cNvSpPr/>
          <p:nvPr/>
        </p:nvSpPr>
        <p:spPr>
          <a:xfrm>
            <a:off x="7536656" y="232171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882" name="Shape 882"/>
          <p:cNvSpPr/>
          <p:nvPr/>
        </p:nvSpPr>
        <p:spPr>
          <a:xfrm>
            <a:off x="3126645" y="2168678"/>
            <a:ext cx="558594" cy="510230"/>
          </a:xfrm>
          <a:prstGeom prst="roundRect">
            <a:avLst>
              <a:gd name="adj" fmla="val 10000"/>
            </a:avLst>
          </a:prstGeom>
          <a:solidFill>
            <a:schemeClr val="bg2">
              <a:lumMod val="50000"/>
            </a:schemeClr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883" name="Shape 883"/>
          <p:cNvSpPr/>
          <p:nvPr/>
        </p:nvSpPr>
        <p:spPr>
          <a:xfrm>
            <a:off x="886181" y="2605413"/>
            <a:ext cx="1523397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delay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41B1F7-BF7E-9A49-A35B-7CC259233E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78</a:t>
            </a:fld>
            <a:endParaRPr lang="en-US"/>
          </a:p>
        </p:txBody>
      </p:sp>
      <p:sp>
        <p:nvSpPr>
          <p:cNvPr id="885" name="Shape 885"/>
          <p:cNvSpPr/>
          <p:nvPr/>
        </p:nvSpPr>
        <p:spPr>
          <a:xfrm>
            <a:off x="1464469" y="232171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7" name="Shape 882"/>
          <p:cNvSpPr/>
          <p:nvPr/>
        </p:nvSpPr>
        <p:spPr>
          <a:xfrm>
            <a:off x="5676805" y="2212314"/>
            <a:ext cx="558594" cy="510230"/>
          </a:xfrm>
          <a:prstGeom prst="roundRect">
            <a:avLst>
              <a:gd name="adj" fmla="val 10000"/>
            </a:avLst>
          </a:prstGeom>
          <a:solidFill>
            <a:schemeClr val="bg2">
              <a:lumMod val="50000"/>
            </a:schemeClr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8" name="Shape 883"/>
          <p:cNvSpPr/>
          <p:nvPr/>
        </p:nvSpPr>
        <p:spPr>
          <a:xfrm>
            <a:off x="1752600" y="2954235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propagation</a:t>
            </a:r>
            <a:r>
              <a:rPr sz="1969" b="0" dirty="0"/>
              <a:t> </a:t>
            </a:r>
          </a:p>
        </p:txBody>
      </p:sp>
      <p:sp>
        <p:nvSpPr>
          <p:cNvPr id="19" name="Shape 883"/>
          <p:cNvSpPr/>
          <p:nvPr/>
        </p:nvSpPr>
        <p:spPr>
          <a:xfrm>
            <a:off x="2673129" y="3268233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queueing</a:t>
            </a:r>
            <a:endParaRPr sz="1969" b="0" dirty="0"/>
          </a:p>
        </p:txBody>
      </p:sp>
      <p:sp>
        <p:nvSpPr>
          <p:cNvPr id="20" name="Shape 883"/>
          <p:cNvSpPr/>
          <p:nvPr/>
        </p:nvSpPr>
        <p:spPr>
          <a:xfrm>
            <a:off x="2673129" y="3562941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processing</a:t>
            </a:r>
            <a:endParaRPr sz="1969" b="0" dirty="0"/>
          </a:p>
        </p:txBody>
      </p:sp>
      <p:sp>
        <p:nvSpPr>
          <p:cNvPr id="21" name="Shape 883"/>
          <p:cNvSpPr/>
          <p:nvPr/>
        </p:nvSpPr>
        <p:spPr>
          <a:xfrm>
            <a:off x="3238347" y="3946601"/>
            <a:ext cx="1523397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22" name="Shape 883"/>
          <p:cNvSpPr/>
          <p:nvPr/>
        </p:nvSpPr>
        <p:spPr>
          <a:xfrm>
            <a:off x="4115403" y="4295422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propagation</a:t>
            </a:r>
            <a:r>
              <a:rPr sz="1969" b="0" dirty="0"/>
              <a:t> </a:t>
            </a:r>
          </a:p>
        </p:txBody>
      </p:sp>
      <p:sp>
        <p:nvSpPr>
          <p:cNvPr id="23" name="Shape 883"/>
          <p:cNvSpPr/>
          <p:nvPr/>
        </p:nvSpPr>
        <p:spPr>
          <a:xfrm>
            <a:off x="5253224" y="4693822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queueing</a:t>
            </a:r>
            <a:endParaRPr sz="1969" b="0" dirty="0"/>
          </a:p>
        </p:txBody>
      </p:sp>
      <p:sp>
        <p:nvSpPr>
          <p:cNvPr id="24" name="Shape 883"/>
          <p:cNvSpPr/>
          <p:nvPr/>
        </p:nvSpPr>
        <p:spPr>
          <a:xfrm>
            <a:off x="5253224" y="4988529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processing</a:t>
            </a:r>
            <a:endParaRPr sz="1969" b="0" dirty="0"/>
          </a:p>
        </p:txBody>
      </p:sp>
      <p:sp>
        <p:nvSpPr>
          <p:cNvPr id="25" name="Shape 883"/>
          <p:cNvSpPr/>
          <p:nvPr/>
        </p:nvSpPr>
        <p:spPr>
          <a:xfrm>
            <a:off x="5818442" y="5372190"/>
            <a:ext cx="1523397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26" name="Shape 883"/>
          <p:cNvSpPr/>
          <p:nvPr/>
        </p:nvSpPr>
        <p:spPr>
          <a:xfrm>
            <a:off x="6540054" y="5721011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propagation</a:t>
            </a:r>
            <a:r>
              <a:rPr sz="1969" b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14575031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3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79D5E-2056-194B-A101-F493B513D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Round Trip Time (RTT)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280911-4B5E-2846-BF9A-91A1974541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for a packet to go from a source to a destination and to come back</a:t>
            </a:r>
          </a:p>
          <a:p>
            <a:endParaRPr lang="en-US" dirty="0"/>
          </a:p>
          <a:p>
            <a:r>
              <a:rPr lang="en-US" dirty="0"/>
              <a:t>Why do we care?</a:t>
            </a:r>
          </a:p>
          <a:p>
            <a:pPr lvl="1"/>
            <a:r>
              <a:rPr lang="en-US" dirty="0"/>
              <a:t>Measuring delay is hard from one end</a:t>
            </a:r>
          </a:p>
          <a:p>
            <a:endParaRPr lang="en-US" dirty="0"/>
          </a:p>
          <a:p>
            <a:r>
              <a:rPr lang="en-US" dirty="0"/>
              <a:t>RTT/2 equals </a:t>
            </a:r>
            <a:r>
              <a:rPr lang="en-US" i="1" dirty="0"/>
              <a:t>average</a:t>
            </a:r>
            <a:r>
              <a:rPr lang="en-US" dirty="0"/>
              <a:t> end-to-end delay</a:t>
            </a:r>
          </a:p>
          <a:p>
            <a:pPr lvl="1"/>
            <a:r>
              <a:rPr lang="en-US" dirty="0"/>
              <a:t>Why not exact?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CD3F6E-71B2-5644-8987-6113E63D4B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746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fraction of the packets sent to a destination are dropped?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0C876B-9329-8247-B343-64D20B9058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8343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Throughput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what rate is the destination receiving data from the source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C1B576-03AA-4145-A102-F94EFC83A5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560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Shape 959"/>
          <p:cNvSpPr/>
          <p:nvPr/>
        </p:nvSpPr>
        <p:spPr>
          <a:xfrm>
            <a:off x="3429000" y="4515329"/>
            <a:ext cx="4098726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/>
              <a:t>F/R  + propagation delay</a:t>
            </a:r>
          </a:p>
        </p:txBody>
      </p:sp>
      <p:sp>
        <p:nvSpPr>
          <p:cNvPr id="960" name="Shape 960"/>
          <p:cNvSpPr/>
          <p:nvPr/>
        </p:nvSpPr>
        <p:spPr>
          <a:xfrm>
            <a:off x="4000499" y="4304109"/>
            <a:ext cx="2982516" cy="892969"/>
          </a:xfrm>
          <a:prstGeom prst="rect">
            <a:avLst/>
          </a:prstGeom>
          <a:solidFill>
            <a:srgbClr val="FFFFFF">
              <a:alpha val="70000"/>
            </a:srgbClr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961" name="Shape 961"/>
          <p:cNvSpPr/>
          <p:nvPr/>
        </p:nvSpPr>
        <p:spPr>
          <a:xfrm>
            <a:off x="1074719" y="2486536"/>
            <a:ext cx="7137409" cy="232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962" name="Shape 962"/>
          <p:cNvSpPr/>
          <p:nvPr/>
        </p:nvSpPr>
        <p:spPr>
          <a:xfrm>
            <a:off x="800100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Throughput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7C9B6-0B40-6B4A-8112-0211959A19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82</a:t>
            </a:fld>
            <a:endParaRPr lang="en-US"/>
          </a:p>
        </p:txBody>
      </p:sp>
      <p:sp>
        <p:nvSpPr>
          <p:cNvPr id="964" name="Shape 964"/>
          <p:cNvSpPr/>
          <p:nvPr/>
        </p:nvSpPr>
        <p:spPr>
          <a:xfrm>
            <a:off x="84832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 b="0"/>
          </a:p>
        </p:txBody>
      </p:sp>
      <p:sp>
        <p:nvSpPr>
          <p:cNvPr id="965" name="Shape 965"/>
          <p:cNvSpPr/>
          <p:nvPr/>
        </p:nvSpPr>
        <p:spPr>
          <a:xfrm flipH="1" flipV="1">
            <a:off x="1371600" y="2178480"/>
            <a:ext cx="0" cy="267691"/>
          </a:xfrm>
          <a:prstGeom prst="line">
            <a:avLst/>
          </a:prstGeom>
          <a:ln w="38100">
            <a:solidFill>
              <a:srgbClr val="5E5E5E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 b="0"/>
          </a:p>
        </p:txBody>
      </p:sp>
      <p:sp>
        <p:nvSpPr>
          <p:cNvPr id="966" name="Shape 966"/>
          <p:cNvSpPr/>
          <p:nvPr/>
        </p:nvSpPr>
        <p:spPr>
          <a:xfrm>
            <a:off x="817959" y="1716880"/>
            <a:ext cx="49732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T</a:t>
            </a:r>
            <a:r>
              <a:rPr sz="2531" b="0" dirty="0"/>
              <a:t>ransmission rate R bits/sec</a:t>
            </a:r>
          </a:p>
        </p:txBody>
      </p:sp>
      <p:sp>
        <p:nvSpPr>
          <p:cNvPr id="968" name="Shape 968"/>
          <p:cNvSpPr/>
          <p:nvPr/>
        </p:nvSpPr>
        <p:spPr>
          <a:xfrm>
            <a:off x="634008" y="5260958"/>
            <a:ext cx="4471392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 dirty="0"/>
              <a:t>Average throughput = </a:t>
            </a:r>
          </a:p>
        </p:txBody>
      </p:sp>
      <p:sp>
        <p:nvSpPr>
          <p:cNvPr id="972" name="Shape 972"/>
          <p:cNvSpPr/>
          <p:nvPr/>
        </p:nvSpPr>
        <p:spPr>
          <a:xfrm>
            <a:off x="625078" y="4515329"/>
            <a:ext cx="2732484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 dirty="0"/>
              <a:t>Transfer time</a:t>
            </a:r>
            <a:r>
              <a:rPr lang="en-US" sz="2531" b="0" dirty="0"/>
              <a:t> (T)</a:t>
            </a:r>
            <a:r>
              <a:rPr sz="2531" b="0" dirty="0"/>
              <a:t> =</a:t>
            </a:r>
          </a:p>
        </p:txBody>
      </p:sp>
      <p:sp>
        <p:nvSpPr>
          <p:cNvPr id="973" name="Shape 973"/>
          <p:cNvSpPr/>
          <p:nvPr/>
        </p:nvSpPr>
        <p:spPr>
          <a:xfrm>
            <a:off x="553641" y="2910844"/>
            <a:ext cx="3053953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F</a:t>
            </a:r>
            <a:r>
              <a:rPr sz="2531" b="0" dirty="0"/>
              <a:t>ile of size F bits</a:t>
            </a:r>
          </a:p>
        </p:txBody>
      </p:sp>
      <p:sp>
        <p:nvSpPr>
          <p:cNvPr id="974" name="Shape 974"/>
          <p:cNvSpPr/>
          <p:nvPr/>
        </p:nvSpPr>
        <p:spPr>
          <a:xfrm>
            <a:off x="3910011" y="5253641"/>
            <a:ext cx="1838325" cy="503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F/T </a:t>
            </a:r>
            <a:r>
              <a:rPr lang="en-US" sz="2800" b="0" dirty="0"/>
              <a:t>≈</a:t>
            </a:r>
            <a:r>
              <a:rPr lang="en-US" sz="2531" b="0" dirty="0"/>
              <a:t> R</a:t>
            </a:r>
            <a:endParaRPr sz="2531" b="0" dirty="0"/>
          </a:p>
        </p:txBody>
      </p:sp>
      <p:sp>
        <p:nvSpPr>
          <p:cNvPr id="975" name="Shape 975"/>
          <p:cNvSpPr/>
          <p:nvPr/>
        </p:nvSpPr>
        <p:spPr>
          <a:xfrm>
            <a:off x="553641" y="3348399"/>
            <a:ext cx="34111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P</a:t>
            </a:r>
            <a:r>
              <a:rPr sz="2531" b="0" dirty="0"/>
              <a:t>ackets of size L bits</a:t>
            </a:r>
          </a:p>
        </p:txBody>
      </p:sp>
    </p:spTree>
    <p:extLst>
      <p:ext uri="{BB962C8B-B14F-4D97-AF65-F5344CB8AC3E}">
        <p14:creationId xmlns:p14="http://schemas.microsoft.com/office/powerpoint/2010/main" val="221970747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9" grpId="0" animBg="1" advAuto="0"/>
      <p:bldP spid="960" grpId="0" animBg="1" advAuto="0"/>
      <p:bldP spid="965" grpId="0" animBg="1" advAuto="0"/>
      <p:bldP spid="966" grpId="0" animBg="1" advAuto="0"/>
      <p:bldP spid="968" grpId="0" animBg="1" advAuto="0"/>
      <p:bldP spid="972" grpId="0" animBg="1" advAuto="0"/>
      <p:bldP spid="973" grpId="0" animBg="1" advAuto="0"/>
      <p:bldP spid="974" grpId="0" animBg="1" advAuto="0"/>
      <p:bldP spid="975" grpId="0" animBg="1" advAuto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throughput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D77E310F-EF3E-5845-A38F-15C57DB9E4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83</a:t>
            </a:fld>
            <a:endParaRPr lang="en-US"/>
          </a:p>
        </p:txBody>
      </p:sp>
      <p:sp>
        <p:nvSpPr>
          <p:cNvPr id="5" name="Shape 961"/>
          <p:cNvSpPr/>
          <p:nvPr/>
        </p:nvSpPr>
        <p:spPr>
          <a:xfrm>
            <a:off x="1074719" y="2486536"/>
            <a:ext cx="7137409" cy="232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6" name="Shape 962"/>
          <p:cNvSpPr/>
          <p:nvPr/>
        </p:nvSpPr>
        <p:spPr>
          <a:xfrm>
            <a:off x="800100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7" name="Shape 964"/>
          <p:cNvSpPr/>
          <p:nvPr/>
        </p:nvSpPr>
        <p:spPr>
          <a:xfrm>
            <a:off x="848320" y="2309811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 b="0"/>
          </a:p>
        </p:txBody>
      </p:sp>
      <p:sp>
        <p:nvSpPr>
          <p:cNvPr id="8" name="Shape 965"/>
          <p:cNvSpPr/>
          <p:nvPr/>
        </p:nvSpPr>
        <p:spPr>
          <a:xfrm flipH="1" flipV="1">
            <a:off x="1371600" y="2178480"/>
            <a:ext cx="0" cy="267691"/>
          </a:xfrm>
          <a:prstGeom prst="line">
            <a:avLst/>
          </a:prstGeom>
          <a:ln w="38100">
            <a:solidFill>
              <a:srgbClr val="5E5E5E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 b="0"/>
          </a:p>
        </p:txBody>
      </p:sp>
      <p:sp>
        <p:nvSpPr>
          <p:cNvPr id="9" name="Shape 966"/>
          <p:cNvSpPr/>
          <p:nvPr/>
        </p:nvSpPr>
        <p:spPr>
          <a:xfrm>
            <a:off x="817959" y="1716880"/>
            <a:ext cx="29920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T</a:t>
            </a:r>
            <a:r>
              <a:rPr sz="2531" b="0" dirty="0"/>
              <a:t>ransmission rate R</a:t>
            </a:r>
          </a:p>
        </p:txBody>
      </p:sp>
      <p:sp>
        <p:nvSpPr>
          <p:cNvPr id="10" name="Shape 973"/>
          <p:cNvSpPr/>
          <p:nvPr/>
        </p:nvSpPr>
        <p:spPr>
          <a:xfrm>
            <a:off x="553641" y="2910844"/>
            <a:ext cx="3053953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F</a:t>
            </a:r>
            <a:r>
              <a:rPr sz="2531" b="0" dirty="0"/>
              <a:t>ile of size F bits</a:t>
            </a:r>
          </a:p>
        </p:txBody>
      </p:sp>
      <p:sp>
        <p:nvSpPr>
          <p:cNvPr id="11" name="Shape 975"/>
          <p:cNvSpPr/>
          <p:nvPr/>
        </p:nvSpPr>
        <p:spPr>
          <a:xfrm>
            <a:off x="553641" y="3348399"/>
            <a:ext cx="3411141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P</a:t>
            </a:r>
            <a:r>
              <a:rPr sz="2531" b="0" dirty="0"/>
              <a:t>ackets of size L bits</a:t>
            </a:r>
          </a:p>
        </p:txBody>
      </p:sp>
      <p:sp>
        <p:nvSpPr>
          <p:cNvPr id="12" name="Shape 981"/>
          <p:cNvSpPr>
            <a:spLocks noChangeAspect="1"/>
          </p:cNvSpPr>
          <p:nvPr/>
        </p:nvSpPr>
        <p:spPr>
          <a:xfrm>
            <a:off x="4114799" y="2029336"/>
            <a:ext cx="914400" cy="914400"/>
          </a:xfrm>
          <a:prstGeom prst="roundRect">
            <a:avLst>
              <a:gd name="adj" fmla="val 11538"/>
            </a:avLst>
          </a:prstGeom>
          <a:solidFill>
            <a:srgbClr val="D6D6D6"/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/>
          </a:p>
        </p:txBody>
      </p:sp>
      <p:sp>
        <p:nvSpPr>
          <p:cNvPr id="13" name="Shape 966"/>
          <p:cNvSpPr/>
          <p:nvPr/>
        </p:nvSpPr>
        <p:spPr>
          <a:xfrm>
            <a:off x="5129212" y="1716880"/>
            <a:ext cx="3862388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 dirty="0"/>
              <a:t>T</a:t>
            </a:r>
            <a:r>
              <a:rPr sz="2531" b="0" dirty="0"/>
              <a:t>ransmission rate R</a:t>
            </a:r>
            <a:r>
              <a:rPr lang="en-US" sz="2531" b="0" dirty="0"/>
              <a:t>’ &gt; R</a:t>
            </a:r>
            <a:endParaRPr sz="2531" b="0" dirty="0"/>
          </a:p>
        </p:txBody>
      </p:sp>
      <p:sp>
        <p:nvSpPr>
          <p:cNvPr id="14" name="Shape 965"/>
          <p:cNvSpPr/>
          <p:nvPr/>
        </p:nvSpPr>
        <p:spPr>
          <a:xfrm flipH="1" flipV="1">
            <a:off x="5867400" y="2170709"/>
            <a:ext cx="0" cy="267691"/>
          </a:xfrm>
          <a:prstGeom prst="line">
            <a:avLst/>
          </a:prstGeom>
          <a:ln w="38100">
            <a:solidFill>
              <a:srgbClr val="5E5E5E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 b="0"/>
          </a:p>
        </p:txBody>
      </p:sp>
      <p:sp>
        <p:nvSpPr>
          <p:cNvPr id="15" name="Shape 968"/>
          <p:cNvSpPr/>
          <p:nvPr/>
        </p:nvSpPr>
        <p:spPr>
          <a:xfrm>
            <a:off x="634008" y="5260958"/>
            <a:ext cx="4471392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b="0"/>
              <a:t>Average throughput = </a:t>
            </a:r>
          </a:p>
        </p:txBody>
      </p:sp>
      <p:sp>
        <p:nvSpPr>
          <p:cNvPr id="16" name="Shape 974"/>
          <p:cNvSpPr/>
          <p:nvPr/>
        </p:nvSpPr>
        <p:spPr>
          <a:xfrm>
            <a:off x="3910012" y="5274352"/>
            <a:ext cx="2185988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l">
              <a:defRPr sz="3600">
                <a:solidFill>
                  <a:srgbClr val="5E5E5E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31" b="0">
                <a:solidFill>
                  <a:srgbClr val="0000FF"/>
                </a:solidFill>
              </a:rPr>
              <a:t>min{</a:t>
            </a:r>
            <a:r>
              <a:rPr sz="2531" b="0">
                <a:solidFill>
                  <a:srgbClr val="0000FF"/>
                </a:solidFill>
              </a:rPr>
              <a:t>R</a:t>
            </a:r>
            <a:r>
              <a:rPr lang="en-US" sz="2531" b="0">
                <a:solidFill>
                  <a:srgbClr val="0000FF"/>
                </a:solidFill>
              </a:rPr>
              <a:t>, R’} = R</a:t>
            </a:r>
            <a:endParaRPr sz="2531" b="0" dirty="0">
              <a:solidFill>
                <a:srgbClr val="0000FF"/>
              </a:solidFill>
            </a:endParaRPr>
          </a:p>
        </p:txBody>
      </p:sp>
      <p:sp>
        <p:nvSpPr>
          <p:cNvPr id="23" name="Shape 1001"/>
          <p:cNvSpPr/>
          <p:nvPr/>
        </p:nvSpPr>
        <p:spPr>
          <a:xfrm>
            <a:off x="2840396" y="4172890"/>
            <a:ext cx="4114800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algn="l"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800" b="0" dirty="0">
                <a:solidFill>
                  <a:srgbClr val="0000FF"/>
                </a:solidFill>
              </a:rPr>
              <a:t>bottleneck link</a:t>
            </a:r>
          </a:p>
        </p:txBody>
      </p:sp>
      <p:sp>
        <p:nvSpPr>
          <p:cNvPr id="24" name="Shape 1002"/>
          <p:cNvSpPr/>
          <p:nvPr/>
        </p:nvSpPr>
        <p:spPr>
          <a:xfrm flipH="1">
            <a:off x="3912028" y="2492393"/>
            <a:ext cx="0" cy="1737360"/>
          </a:xfrm>
          <a:prstGeom prst="line">
            <a:avLst/>
          </a:prstGeom>
          <a:ln w="38100">
            <a:solidFill>
              <a:srgbClr val="0000FF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lvl="0" algn="l" defTabSz="457200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2800" b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745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 advAuto="0"/>
      <p:bldP spid="14" grpId="0" animBg="1" advAuto="0"/>
      <p:bldP spid="15" grpId="0" animBg="1" advAuto="0"/>
      <p:bldP spid="16" grpId="0" animBg="1" advAuto="0"/>
      <p:bldP spid="23" grpId="0" animBg="1" advAuto="0"/>
      <p:bldP spid="24" grpId="0" animBg="1" advAuto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2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Summary</a:t>
            </a:r>
          </a:p>
        </p:txBody>
      </p:sp>
      <p:sp>
        <p:nvSpPr>
          <p:cNvPr id="259" name="Shape 25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How is the network shared?</a:t>
            </a:r>
          </a:p>
          <a:p>
            <a:pPr lvl="1"/>
            <a:r>
              <a:rPr lang="en-US" dirty="0"/>
              <a:t>On-demand or via reservation</a:t>
            </a:r>
          </a:p>
          <a:p>
            <a:pPr lvl="0"/>
            <a:r>
              <a:rPr lang="en-US" dirty="0"/>
              <a:t>How do we evaluate a network? </a:t>
            </a:r>
          </a:p>
          <a:p>
            <a:pPr lvl="1"/>
            <a:r>
              <a:rPr lang="en-US" dirty="0"/>
              <a:t>Bandwidth, delay, loss, …</a:t>
            </a:r>
          </a:p>
          <a:p>
            <a:pPr lvl="0"/>
            <a:r>
              <a:rPr lang="en-US" altLang="zh-CN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BDP</a:t>
            </a:r>
            <a:endParaRPr lang="en-US" dirty="0">
              <a:solidFill>
                <a:schemeClr val="accent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altLang="zh-CN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See</a:t>
            </a:r>
            <a:r>
              <a:rPr lang="zh-CN" altLang="en-US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backup</a:t>
            </a:r>
            <a:r>
              <a:rPr lang="zh-CN" altLang="en-US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slides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E16B4-EF89-1949-9011-D69B3A3753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7628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CA70B7-3E67-4D4A-8338-9ABE5F5810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00183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network link:  BDP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Link bandwidth  </a:t>
            </a:r>
          </a:p>
          <a:p>
            <a:pPr lvl="1"/>
            <a:r>
              <a:rPr lang="en-US" sz="2000" dirty="0"/>
              <a:t>Number of bits sent/received per unit time (bits/sec or bps)</a:t>
            </a:r>
          </a:p>
          <a:p>
            <a:r>
              <a:rPr lang="en-US" sz="2400" dirty="0"/>
              <a:t>Propagation delay </a:t>
            </a:r>
          </a:p>
          <a:p>
            <a:pPr lvl="1"/>
            <a:r>
              <a:rPr lang="en-US" sz="2000" dirty="0"/>
              <a:t>Time for one bit to move through the link (seconds)</a:t>
            </a:r>
          </a:p>
          <a:p>
            <a:r>
              <a:rPr lang="en-US" sz="2400" dirty="0"/>
              <a:t>Bandwidth-Delay Product (BDP) </a:t>
            </a:r>
          </a:p>
          <a:p>
            <a:pPr lvl="1"/>
            <a:r>
              <a:rPr lang="en-US" sz="2000" dirty="0"/>
              <a:t>Number of bits “in flight” at any time</a:t>
            </a:r>
          </a:p>
          <a:p>
            <a:r>
              <a:rPr lang="en-US" sz="2400" dirty="0"/>
              <a:t>BDP = bandwidth × propagation delay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26EBF1-CEC8-7C40-BC9D-CBAD8CF060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86</a:t>
            </a:fld>
            <a:endParaRPr lang="en-US"/>
          </a:p>
        </p:txBody>
      </p:sp>
      <p:sp>
        <p:nvSpPr>
          <p:cNvPr id="5" name="Oval 5"/>
          <p:cNvSpPr>
            <a:spLocks noChangeArrowheads="1"/>
          </p:cNvSpPr>
          <p:nvPr/>
        </p:nvSpPr>
        <p:spPr bwMode="auto">
          <a:xfrm>
            <a:off x="7240592" y="1998663"/>
            <a:ext cx="422275" cy="692150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2782888" y="1992313"/>
            <a:ext cx="4608512" cy="692150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2632079" y="1998663"/>
            <a:ext cx="422275" cy="692150"/>
          </a:xfrm>
          <a:prstGeom prst="ellipse">
            <a:avLst/>
          </a:prstGeom>
          <a:solidFill>
            <a:schemeClr val="tx1">
              <a:lumMod val="75000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1047563" y="2139952"/>
            <a:ext cx="146703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bandwidth</a:t>
            </a:r>
          </a:p>
        </p:txBody>
      </p:sp>
      <p:sp>
        <p:nvSpPr>
          <p:cNvPr id="9" name="AutoShape 8"/>
          <p:cNvSpPr>
            <a:spLocks/>
          </p:cNvSpPr>
          <p:nvPr/>
        </p:nvSpPr>
        <p:spPr bwMode="auto">
          <a:xfrm>
            <a:off x="2571750" y="1998663"/>
            <a:ext cx="95250" cy="692150"/>
          </a:xfrm>
          <a:prstGeom prst="leftBracket">
            <a:avLst>
              <a:gd name="adj" fmla="val 60556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0" name="AutoShape 9"/>
          <p:cNvSpPr>
            <a:spLocks/>
          </p:cNvSpPr>
          <p:nvPr/>
        </p:nvSpPr>
        <p:spPr bwMode="auto">
          <a:xfrm rot="16200000">
            <a:off x="5084763" y="554041"/>
            <a:ext cx="192088" cy="4570413"/>
          </a:xfrm>
          <a:prstGeom prst="leftBracket">
            <a:avLst>
              <a:gd name="adj" fmla="val 198278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 anchor="ctr"/>
          <a:lstStyle/>
          <a:p>
            <a:pPr algn="r" defTabSz="914259">
              <a:defRPr/>
            </a:pPr>
            <a:endParaRPr lang="en-US" sz="1969">
              <a:solidFill>
                <a:srgbClr val="000000"/>
              </a:solidFill>
              <a:latin typeface="Courier New" charset="0"/>
            </a:endParaRPr>
          </a:p>
        </p:txBody>
      </p:sp>
      <p:sp>
        <p:nvSpPr>
          <p:cNvPr id="11" name="Text Box 10"/>
          <p:cNvSpPr txBox="1">
            <a:spLocks noChangeArrowheads="1"/>
          </p:cNvSpPr>
          <p:nvPr/>
        </p:nvSpPr>
        <p:spPr bwMode="auto">
          <a:xfrm>
            <a:off x="3502266" y="2876551"/>
            <a:ext cx="2407999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rgbClr val="000000"/>
                </a:solidFill>
                <a:ea typeface="Arial" charset="0"/>
                <a:cs typeface="Arial" charset="0"/>
              </a:rPr>
              <a:t>Propagation delay</a:t>
            </a:r>
          </a:p>
        </p:txBody>
      </p:sp>
      <p:sp>
        <p:nvSpPr>
          <p:cNvPr id="12" name="Text Box 11"/>
          <p:cNvSpPr txBox="1">
            <a:spLocks noChangeArrowheads="1"/>
          </p:cNvSpPr>
          <p:nvPr/>
        </p:nvSpPr>
        <p:spPr bwMode="auto">
          <a:xfrm>
            <a:off x="3692784" y="2152270"/>
            <a:ext cx="2406397" cy="400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4" tIns="45712" rIns="91424" bIns="45712">
            <a:spAutoFit/>
          </a:bodyPr>
          <a:lstStyle/>
          <a:p>
            <a:pPr algn="r" defTabSz="914259">
              <a:defRPr/>
            </a:pPr>
            <a:r>
              <a:rPr lang="en-US" sz="2000" dirty="0">
                <a:solidFill>
                  <a:schemeClr val="accent3"/>
                </a:solidFill>
                <a:ea typeface="Arial" charset="0"/>
                <a:cs typeface="Arial" charset="0"/>
              </a:rPr>
              <a:t>delay x bandwidth</a:t>
            </a:r>
          </a:p>
        </p:txBody>
      </p:sp>
    </p:spTree>
    <p:extLst>
      <p:ext uri="{BB962C8B-B14F-4D97-AF65-F5344CB8AC3E}">
        <p14:creationId xmlns:p14="http://schemas.microsoft.com/office/powerpoint/2010/main" val="4121102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0" grpId="0" animBg="1"/>
      <p:bldP spid="11" grpId="0"/>
      <p:bldP spid="12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BDP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Same city over a slow link: 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Bandwidth: ~100Mbps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Propagation delay: ~0.1msec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BDP: 10,000bits (1.25KBytes)</a:t>
            </a:r>
          </a:p>
          <a:p>
            <a:pPr marL="0" indent="0">
              <a:buNone/>
              <a:defRPr/>
            </a:pPr>
            <a:endParaRPr lang="en-US" dirty="0">
              <a:latin typeface="Arial" charset="0"/>
              <a:ea typeface="Arial" charset="0"/>
              <a:cs typeface="Arial" charset="0"/>
            </a:endParaRPr>
          </a:p>
          <a:p>
            <a:pPr>
              <a:defRPr/>
            </a:pPr>
            <a:r>
              <a:rPr lang="en-US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Cross-country over fast link: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Bandwidth: ~10Gbps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Propagation delay: ~10msec</a:t>
            </a:r>
          </a:p>
          <a:p>
            <a:pPr lvl="1">
              <a:defRPr/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BDP: 10</a:t>
            </a:r>
            <a:r>
              <a:rPr lang="en-US" baseline="30000" dirty="0">
                <a:latin typeface="Arial" charset="0"/>
                <a:ea typeface="Arial" charset="0"/>
                <a:cs typeface="Arial" charset="0"/>
              </a:rPr>
              <a:t>8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bits (12.5MBytes)</a:t>
            </a:r>
          </a:p>
          <a:p>
            <a:pPr lvl="1">
              <a:defRPr/>
            </a:pPr>
            <a:endParaRPr lang="en-US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A5B758-A620-9541-9EB3-FD83212918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992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csci teaching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sci teaching" id="{2544B9EB-22C5-894E-8225-D41CCBCFB37A}" vid="{814176C4-F8E2-3E49-9BEB-3A929C7DAC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1490473427</TotalTime>
  <Pages>7</Pages>
  <Words>2741</Words>
  <Application>Microsoft Macintosh PowerPoint</Application>
  <PresentationFormat>On-screen Show (4:3)</PresentationFormat>
  <Paragraphs>752</Paragraphs>
  <Slides>87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9" baseType="lpstr">
      <vt:lpstr>ＭＳ Ｐゴシック</vt:lpstr>
      <vt:lpstr>PMingLiU</vt:lpstr>
      <vt:lpstr>Arial</vt:lpstr>
      <vt:lpstr>Arial Black</vt:lpstr>
      <vt:lpstr>Calibri</vt:lpstr>
      <vt:lpstr>Courier New</vt:lpstr>
      <vt:lpstr>Gill Sans</vt:lpstr>
      <vt:lpstr>Helvetica Neue</vt:lpstr>
      <vt:lpstr>Monotype Sorts</vt:lpstr>
      <vt:lpstr>Times New Roman</vt:lpstr>
      <vt:lpstr>Wingdings</vt:lpstr>
      <vt:lpstr>csci teaching</vt:lpstr>
      <vt:lpstr>CSCI4430 Computer Networks  Lecture 1: Intro and Overview</vt:lpstr>
      <vt:lpstr>Agenda</vt:lpstr>
      <vt:lpstr>Course websites</vt:lpstr>
      <vt:lpstr>About me: Hong Xu, Henry</vt:lpstr>
      <vt:lpstr>TA team</vt:lpstr>
      <vt:lpstr>Prerequisites</vt:lpstr>
      <vt:lpstr>What is this course about?</vt:lpstr>
      <vt:lpstr>What is a network? </vt:lpstr>
      <vt:lpstr>PowerPoint Presentation</vt:lpstr>
      <vt:lpstr>The Internet in 1969</vt:lpstr>
      <vt:lpstr>What did they use it for?</vt:lpstr>
      <vt:lpstr>1971</vt:lpstr>
      <vt:lpstr>TCP/IP, HTTP, Web browser</vt:lpstr>
      <vt:lpstr>How does it evolve – Now</vt:lpstr>
      <vt:lpstr>PowerPoint Presentation</vt:lpstr>
      <vt:lpstr>Isn’t it really difficult…?</vt:lpstr>
      <vt:lpstr>Our goals</vt:lpstr>
      <vt:lpstr>What you will learn</vt:lpstr>
      <vt:lpstr>A little preview…</vt:lpstr>
      <vt:lpstr>Design matters</vt:lpstr>
      <vt:lpstr>Internet evolution</vt:lpstr>
      <vt:lpstr>Internet evolution</vt:lpstr>
      <vt:lpstr>Class workload</vt:lpstr>
      <vt:lpstr>Assessment</vt:lpstr>
      <vt:lpstr>Assignments (tentative)</vt:lpstr>
      <vt:lpstr>Communication protocol</vt:lpstr>
      <vt:lpstr>Other policies</vt:lpstr>
      <vt:lpstr>Let’s Talk Internet</vt:lpstr>
      <vt:lpstr>The Internet consists of many end-systems</vt:lpstr>
      <vt:lpstr>Connected by switches</vt:lpstr>
      <vt:lpstr>And links</vt:lpstr>
      <vt:lpstr>Managed by many parties</vt:lpstr>
      <vt:lpstr>Transfers data</vt:lpstr>
      <vt:lpstr>A federated system</vt:lpstr>
      <vt:lpstr>Connecting everyone</vt:lpstr>
      <vt:lpstr>Connecting everyone</vt:lpstr>
      <vt:lpstr>Solution: Switched networks</vt:lpstr>
      <vt:lpstr>When do we need to share the network?</vt:lpstr>
      <vt:lpstr>Shared among many services</vt:lpstr>
      <vt:lpstr>Two ways to share</vt:lpstr>
      <vt:lpstr>Circuit switching</vt:lpstr>
      <vt:lpstr>Circuit switching</vt:lpstr>
      <vt:lpstr>Circuit switching</vt:lpstr>
      <vt:lpstr>Packet switching</vt:lpstr>
      <vt:lpstr>Packet switching</vt:lpstr>
      <vt:lpstr>Packet switching</vt:lpstr>
      <vt:lpstr>Statistical multiplexing</vt:lpstr>
      <vt:lpstr>MASSIVE Scale</vt:lpstr>
      <vt:lpstr>Google’s TPU cluster (pod)</vt:lpstr>
      <vt:lpstr>Insights from Dahming</vt:lpstr>
      <vt:lpstr>Have we found the right solution?</vt:lpstr>
      <vt:lpstr>The Internet is a lesson</vt:lpstr>
      <vt:lpstr>How do we evaluate a network?</vt:lpstr>
      <vt:lpstr>Performance metrics</vt:lpstr>
      <vt:lpstr>Delay</vt:lpstr>
      <vt:lpstr>Delay</vt:lpstr>
      <vt:lpstr>A network link</vt:lpstr>
      <vt:lpstr>1. Transmission delay</vt:lpstr>
      <vt:lpstr>2. Propagation delay</vt:lpstr>
      <vt:lpstr>Packet delay Sending a 100-byte packet</vt:lpstr>
      <vt:lpstr>Packet delay Sending a 100-byte packet</vt:lpstr>
      <vt:lpstr>Sending a large file using 100-byte packets</vt:lpstr>
      <vt:lpstr>Pipe view of a link</vt:lpstr>
      <vt:lpstr>3. Queuing delay</vt:lpstr>
      <vt:lpstr>Queuing delay: “pipe” view</vt:lpstr>
      <vt:lpstr>Queueing delay: “pipe” view</vt:lpstr>
      <vt:lpstr>Queueing delay: “pipe” view</vt:lpstr>
      <vt:lpstr>Queueing delay: “pipe” view</vt:lpstr>
      <vt:lpstr>Queueing delay: “pipe” view</vt:lpstr>
      <vt:lpstr>Queueing delay: “pipe” view</vt:lpstr>
      <vt:lpstr>Queueing delay: “pipe” view</vt:lpstr>
      <vt:lpstr>Persistent overload leads to packet drop/loss</vt:lpstr>
      <vt:lpstr>Queueing delay</vt:lpstr>
      <vt:lpstr>Queueing delay</vt:lpstr>
      <vt:lpstr>Basic queueing theory terminology</vt:lpstr>
      <vt:lpstr>Little’s Law (1961)</vt:lpstr>
      <vt:lpstr>4. Processing Delay</vt:lpstr>
      <vt:lpstr>End-to-end delay</vt:lpstr>
      <vt:lpstr>Round Trip Time (RTT)</vt:lpstr>
      <vt:lpstr>Loss</vt:lpstr>
      <vt:lpstr>Throughput</vt:lpstr>
      <vt:lpstr>Throughput</vt:lpstr>
      <vt:lpstr>End-to-end throughput</vt:lpstr>
      <vt:lpstr>Summary</vt:lpstr>
      <vt:lpstr>PowerPoint Presentation</vt:lpstr>
      <vt:lpstr>A network link:  BDP</vt:lpstr>
      <vt:lpstr>BDP Examples</vt:lpstr>
    </vt:vector>
  </TitlesOfParts>
  <Manager/>
  <Company>CUHK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CSCI4430 Computer Networks  Lecture 1: Intro and Overview</dc:title>
  <dc:subject/>
  <dc:creator>Hong Xu</dc:creator>
  <cp:keywords/>
  <dc:description/>
  <cp:lastModifiedBy>Hong Xu</cp:lastModifiedBy>
  <cp:revision>1682</cp:revision>
  <cp:lastPrinted>1999-09-08T17:25:07Z</cp:lastPrinted>
  <dcterms:created xsi:type="dcterms:W3CDTF">2014-01-14T18:15:50Z</dcterms:created>
  <dcterms:modified xsi:type="dcterms:W3CDTF">2025-09-01T06:00:05Z</dcterms:modified>
  <cp:category/>
</cp:coreProperties>
</file>